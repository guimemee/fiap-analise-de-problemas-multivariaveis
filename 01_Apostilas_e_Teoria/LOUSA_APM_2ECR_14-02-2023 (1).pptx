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2038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1" r:id="rId2"/>
    <p:sldId id="422" r:id="rId3"/>
    <p:sldId id="434" r:id="rId4"/>
    <p:sldId id="428" r:id="rId5"/>
    <p:sldId id="443" r:id="rId6"/>
    <p:sldId id="433" r:id="rId7"/>
    <p:sldId id="42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60"/>
  </p:normalViewPr>
  <p:slideViewPr>
    <p:cSldViewPr snapToGrid="0">
      <p:cViewPr varScale="1">
        <p:scale>
          <a:sx n="78" d="100"/>
          <a:sy n="78" d="100"/>
        </p:scale>
        <p:origin x="9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2:33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12547,'0'0'7625,"-11"9"-7633,11 28 8,-3 22 56,3 16-56,-3 15-296,3 6-536,0 0-512,0 22-465,0-25-1231,0-18-3194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2:50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1118 1256,'0'0'15412,"-17"-22"-14980,30 13 64,18 2 136,7 4 184,18 3-440,13 0-56,20 0-272,22 3-48,65-3-624,-25 0-2064,-20 0-3738</inkml:trace>
  <inkml:trace contextRef="#ctx0" brushRef="#br0" timeOffset="1">0 258 1072,'0'0'13939,"218"-34"-13947,-122 24-48,46-2-1248,-25-1-705,-21 4-2752</inkml:trace>
  <inkml:trace contextRef="#ctx0" brushRef="#br0" timeOffset="2">945 590 1408,'0'0'17173,"5"8"-17142,9 17-31,-1 0 1,-1 1-1,-2 1 1,0 0-1,-2 0 0,10 55 1,-18-82 1,-1 1 0,2 0 0,-1 0 0,0-1 0,0 1 0,0 0 0,0-1 0,0 1 1,1 0-1,-1-1 0,0 1 0,0 0 0,1-1 0,-1 1 0,1 0 0,-1-1 0,0 1 1,1-1-1,-1 1 0,1-1 0,-1 1 0,1-1 0,0 1 0,0-1-2,0 0-1,-1 0 1,1 0-1,0-1 1,-1 1-1,1 0 1,-1 0-1,1-1 0,0 1 1,-1 0-1,1-1 1,-1 1-1,1 0 1,-1-1-1,1 1 1,-1-1-1,1 1 1,-1-1-1,1 1 1,-1-1-1,0 1 1,1-1-1,-1 0 1,0 1-1,1-1 1,-1 1-1,0-2 1,42-92-4,11-24 12,-46 106-7,0 0 1,1 1 0,0 0 0,1 0 0,0 1 0,1 0-1,12-11 1,-20 20-7,0-1 1,0 1-1,0-1 0,0 1 0,0 0 0,0 0 0,0-1 1,1 2-1,-1-1 0,0 0 0,1 0 0,-1 1 0,1-1 0,-1 1 1,1 0-1,-1 0 0,5 0 0,-5 0-5,0 1 0,0 0 0,-1 0 0,1 0 0,0 0 0,0 0 0,0 0 0,0 0 0,-1 0 0,1 1 0,-1-1 0,1 1 0,-1-1 0,1 1 0,-1 0 0,2 2 0,3 8-34,-1 0 1,1 1 0,-2-1-1,0 1 1,3 16 0,-3-13 48,19 97-408,-15-67 127,3 0 1,16 47 0,-25-88 192,-1 0 1,1-1-1,1 0 1,-1 1-1,0-1 1,1 0-1,0 0 1,0 0-1,5 4 0,-6-6-289,1 0-1,0 0 0,0-1 1,0 1-1,-1-1 0,1 0 0,0 0 1,1 0-1,-1 0 0,0 0 0,0-1 1,0 1-1,0-1 0,6 0 1,16 0-8260</inkml:trace>
  <inkml:trace contextRef="#ctx0" brushRef="#br0" timeOffset="3">1773 0 12395,'0'0'4089,"7"177"-3817,4-87-264,6 3 96,-3 3-96,-1-2-16,-2-7 8,-4-10-104,-4-15 96,-3-12-785,0-16-1447,0-15-889</inkml:trace>
  <inkml:trace contextRef="#ctx0" brushRef="#br0" timeOffset="4">1446 152 8666,'0'0'8690,"200"22"-8258,-128-13-432,28 1-384,-17-4-1561,-14-6-3416</inkml:trace>
  <inkml:trace contextRef="#ctx0" brushRef="#br0" timeOffset="5">2215 888 6409,'0'0'8742,"28"-32"-8507,90-101-164,-107 121-80,0-1 0,-1-1 0,0 1 0,-1-1 1,11-23-1,-17 28-4,-1 0-1,0 0 1,0 0 0,-1-1 0,0 1-1,-1 0 1,0-11 0,0 17 11,0 1 0,-1 0-1,1 0 1,0 0 0,-1 0 0,1 0 0,-1 0-1,0 0 1,1 0 0,-1 0 0,0 0-1,0 1 1,0-1 0,-1 0 0,1 0 0,0 1-1,-1-1 1,1 1 0,-1-1 0,-1-1 0,-1 1-10,0 0 1,0-1 0,0 1 0,0 1-1,-1-1 1,1 1 0,-1-1 0,1 1-1,-6 0 1,0-1 4,-1 2-1,1-1 0,0 1 0,-1 1 1,1 0-1,0 1 0,-1 0 1,-11 3-1,14-1 21,1 0 1,-1 0 0,1 0-1,0 1 1,0 0-1,0 0 1,0 1-1,1 0 1,0 0-1,1 0 1,-1 1 0,1 0-1,0 0 1,1 0-1,0 1 1,0 0-1,-5 13 1,4-4 65,-1-1 1,2 1-1,1 0 0,0 0 1,1 1-1,0-1 0,3 33 1,0-41-63,0 0 0,1 0 0,0 0 0,1-1 0,-1 1 0,2-1 1,-1 0-1,1 0 0,1 0 0,-1 0 0,1 0 0,1-1 0,-1 0 0,1 0 0,11 9 1,-7-8-32,0 0 0,0-1 0,0 0 0,1-1 0,0 0 0,1-1 0,-1 0 0,1 0 0,0-2 0,0 1 0,16 1 0,22 0-665,-1-3 0,69-6 0,-32-6-1977</inkml:trace>
  <inkml:trace contextRef="#ctx0" brushRef="#br0" timeOffset="6">3208 565 12979,'0'0'3543,"-29"0"-3504,-99 1 30,121-1-43,-1 0 0,1 1 0,0 1 0,0-1 0,0 1 0,0 0 0,0 1 0,0-1 0,0 1 0,1 1 0,-1-1 0,1 1 0,0 0 0,0 1 0,1 0-1,-1-1 1,1 2 0,0-1 0,0 1 0,1-1 0,0 1 0,-5 8 0,6-9 11,-3 3-11,1 0 0,0 0 1,1 0-1,0 0 0,0 1 0,1-1 1,0 1-1,1 0 0,0 0 1,0 0-1,0 1 0,2-1 0,-1 12 1,1-19-42,0 1-1,0 0 1,1 0 0,-1-1 0,1 1-1,-1 0 1,1-1 0,0 1-1,0-1 1,0 1 0,1-1 0,-1 0-1,0 1 1,1-1 0,-1 0 0,1 0-1,0 0 1,2 2 0,0-1-58,0 0 1,0 0-1,0-1 1,0 0-1,0 0 0,1 0 1,-1 0-1,1-1 1,-1 0-1,6 1 0,-1 0-123,0-1 0,0-1 0,0 1 0,0-2 0,1 1 0,-1-1-1,0-1 1,0 1 0,0-1 0,-1-1 0,12-4 0,-11 1 63,1 1 0,-1-2-1,-1 1 1,1-1 0,-1 0 0,-1-1 0,1 0 0,-1 0 0,-1-1 0,1 0 0,-2 0 0,9-15 0,-3 0 540,0-1 0,-2 0 0,12-52 0,-13 61 496,-8 16-882,0 0 1,0 0-1,1 0 1,-1 0-1,0 0 0,1 0 1,-1-1-1,0 1 0,0 0 1,1 0-1,-1 0 1,0 0-1,1 0 0,-1 0 1,0 1-1,0-1 1,1 0-1,-1 0 0,0 0 1,1 0-1,-1 0 1,0 0-1,0 0 0,1 1 1,-1-1-1,0 0 0,0 0 1,0 0-1,1 0 1,-1 1-1,0-1 0,0 1 1,3 2 25,-1 0 1,0 1-1,0 0 0,0-1 1,0 1-1,1 6 1,19 58-288,-4 0 1,16 126-1,-15 144-246,-19-307 608,-2-1 0,-2 1 0,0-1 0,-2 0-1,-18 55 1,17-65 58,-2 0 0,0-1-1,-1 0 1,0 0 0,-2-2 0,0 1 0,-1-1-1,-1-1 1,-20 18 0,28-29-133,0 0 1,-1 0-1,0 0 0,0-1 1,0 0-1,0-1 0,-1 1 1,1-1-1,-1-1 0,-13 3 1,17-4-58,0 0 0,-1-1 1,1 0-1,0 0 0,0 0 1,0 0-1,0-1 0,-1 1 1,1-1-1,0 0 1,0 0-1,0-1 0,1 1 1,-1-1-1,0 0 0,0 0 1,1 0-1,-1-1 0,1 1 1,0-1-1,0 0 0,-6-6 1,1-3-38,0 0 0,1-1 1,0-1-1,1 1 0,1-1 1,0 0-1,0 0 0,2-1 0,0 1 1,-2-27-1,1-1-92,3-1-1,6-67 1,-3 88-21,2 0 0,1 1 0,0-1 0,1 1 0,2 0 0,18-36 0,4 4-1159,41-56-1,-8 22-2447</inkml:trace>
  <inkml:trace contextRef="#ctx0" brushRef="#br0" timeOffset="7">3578 885 4809,'0'0'8858,"3"-22"-8719,-3-188 1396,0 205-1518,0 0 0,0 0 0,1 0 1,-1 0-1,1 0 0,0 0 0,1 0 1,-1 0-1,1 0 0,0 0 0,0 1 1,1-1-1,-1 1 0,1 0 0,0 0 1,0 0-1,1 0 0,-1 0 0,1 0 1,-1 1-1,1 0 0,7-5 0,-2 4-111,0-1 0,0 2 0,0-1 0,1 1 0,0 0 0,-1 1 0,1 0 0,0 1 0,0 0 0,16 1 0,-12 0 86,1 0-1,-1 1 1,0 1 0,0 1-1,1 0 1,-2 0-1,1 2 1,0 0 0,-1 0-1,0 1 1,0 1-1,-1 0 1,0 1 0,0 0-1,0 1 1,12 12-1,-10-6 101,-1 1 0,-1 0 0,19 33 0,-17-26-74,22 27-1,-32-46-7,-4-3 54,-2-13 193,0 9-234,0 0 0,0-1-1,0 1 1,-1 0 0,1 1 0,-1-1-1,1 0 1,-1 1 0,0-1 0,0 1 0,0 0-1,-1 0 1,1 0 0,0 0 0,-1 1 0,1 0-1,-1-1 1,1 1 0,-9-1 0,-1 0 146,0 0 0,0 1 0,0 1 0,-22 1 1,30 0-141,0 0 1,0 1-1,0-1 1,0 1-1,0 0 1,0 0-1,1 1 1,-1-1-1,1 1 1,0 0-1,0 0 1,0 0-1,0 1 1,0-1-1,0 1 1,1 0-1,0 0 1,0 1-1,0-1 1,1 0 0,-1 1-1,-2 8 1,1-6-19,1 1 1,1 1 0,-1-1 0,1 0 0,0 0 0,1 1 0,0-1 0,1 1 0,0-1-1,0 1 1,0 0 0,1-1 0,3 12 0,-3-18-30,0 1-1,0-1 0,0 1 1,0-1-1,0 0 1,1 1-1,-1-1 1,1 0-1,0 0 1,0 0-1,-1 0 1,1-1-1,1 1 0,-1 0 1,0-1-1,0 1 1,0-1-1,1 0 1,-1 0-1,1 0 1,-1 0-1,5 1 0,4 0-145,1 0 0,-1-1-1,0 0 1,13-1-1,-21 0 99,8 0-228,0-1 1,-1 0-1,0-1 1,1 0-1,-1-1 0,0 0 1,0 0-1,0-1 1,0 0-1,9-7 0,7-5-1736,0-2-1,24-23 0,-49 41 2016,63-59-1629</inkml:trace>
  <inkml:trace contextRef="#ctx0" brushRef="#br0" timeOffset="8">4592 503 3441,'0'0'11173,"-6"0"-10288,-2 0-617,-8 0 121,1 0 1,-1 1 0,-16 4 0,25-4-314,1 1-1,0 0 1,0 0-1,0 1 0,0 0 1,1 0-1,-1 0 1,1 1-1,-1 0 0,-8 8 1,8-5-19,0 0-1,0 0 1,1 0 0,0 1-1,0-1 1,1 1 0,0 1-1,0-1 1,1 1 0,0-1 0,0 1-1,1 0 1,0 0 0,1 0-1,0 0 1,0 13 0,1-11-56,1 0 1,0 0 0,0 0-1,1 0 1,1-1 0,0 1-1,0-1 1,1 1 0,0-1-1,1 0 1,0 0-1,1-1 1,8 11 0,-6-9-75,0-1 0,1 0 0,0-1 0,0 0 0,1 0 0,0-1 0,1-1 0,-1 1 0,2-2 0,-1 0 0,1 0 0,0-1 0,0 0 0,0-1 0,1 0 0,-1-1 0,1-1 0,0 0 0,0-1 0,0 0 0,0 0 0,14-3 0,-8-1-527,-2 0 0,1-1 0,0-1 0,-1-1 0,0 0 0,0-2 0,26-14 0,25-26-5687</inkml:trace>
  <inkml:trace contextRef="#ctx0" brushRef="#br0" timeOffset="9">5102 481 6785,'0'0'5379,"32"9"-5103,103 26-119,-119-31-137,-1 1-1,25 11 0,-35-13 3,0 1-1,0-1 1,0 1-1,-1 0 1,6 6-1,-7-7-1,0 1 115,0 0 0,-1 0 1,1 0-1,-1 0 0,0 0 0,0 1 0,0-1 0,-1 1 1,0-1-1,0 1 0,0 0 0,0-1 0,-1 1 0,0 0 1,1 0-1,-2-1 0,1 1 0,-1 0 0,-1 5 0,2-9-129,0-1 0,-1 1 0,1-1 0,0 1 0,-1 0 0,1-1 0,-1 1 0,1-1 0,-1 1 0,0-1 0,1 1 0,-1-1 0,1 1 0,-1-1 0,0 0-1,1 1 1,-1-1 0,0 0 0,1 0 0,-1 1 0,0-1 0,0 0 0,1 0 0,-1 0 0,0 0 0,0 0 0,-25 0 6,20 0-23,-190 0-39,188 0 74,0 1-1,0 0 0,0 0 0,0 0 0,0 1 1,0 1-1,0-1 0,1 1 0,-1 0 0,1 1 1,0 0-1,-13 9 0,16-10 11,0 0 0,0 1 0,1 0 0,-1-1 0,1 2 0,0-1 0,0 0 0,0 0 0,0 1 0,1 0 0,-1 0 0,1-1 0,1 1-1,-1 0 1,1 1 0,0-1 0,0 0 0,0 0 0,1 0 0,-1 10 0,2-11-46,0-1 0,0 0 0,0 0 0,0 0 0,0 0 0,1 0 0,-1 0 0,1 0 0,0 0-1,0-1 1,0 1 0,0-1 0,0 1 0,1-1 0,-1 0 0,1 0 0,-1 0 0,1 0 0,0 0 0,0-1 0,0 1 0,0-1-1,0 0 1,4 2 0,6 1-275,0 0-1,1 0 0,0-1 1,21 1-1,-11-1-872,-1-2 0,1 0 0,-1-1 1,1-2-1,29-5 0,-14-9-4495</inkml:trace>
  <inkml:trace contextRef="#ctx0" brushRef="#br0" timeOffset="10">5482 649 3545,'0'0'13840,"7"23"-13652,29 71-96,-35-90-89,1-1 0,0 1-1,0-1 1,0 0 0,1 0 0,-1 0-1,1 0 1,0 0 0,-1-1 0,1 1-1,0-1 1,0 0 0,1 1 0,-1-1 0,0-1-1,1 1 1,0-1 0,-1 1 0,1-1-1,0 0 1,-1 0 0,7 0 0,-1 1 8,4 1 1,1 0 0,1-1 0,-1-1 0,0-1 0,0 0 0,0 0 1,1-2-1,-1 1 0,0-2 0,0 0 0,-1-1 0,1 0 0,24-12 0,-30 12 1,0 0-1,-1-1 0,0 0 0,0 0 0,-1-1 1,1 0-1,-1 0 0,-1 0 0,1-1 0,-1 1 1,0-2-1,0 1 0,-1 0 0,0-1 0,0 0 1,-1 0-1,0 0 0,-1 0 0,1 0 1,-2-1-1,1 1 0,-1-1 0,0 1 0,-1-10 1,1 14 37,-1 0 1,0 0 0,0 0-1,0 0 1,-1 0 0,1 0-1,-1 0 1,0 1 0,0-1-1,0 0 1,-1 0 0,1 1-1,-1-1 1,0 1 0,0-1-1,0 1 1,0 0 0,-1 0-1,1 0 1,-1 0 0,0 0-1,0 1 1,0-1 0,0 1 0,0 0-1,-1 0 1,-5-3 0,-6-1 14,-1 1 0,1 0 1,-1 2-1,0 0 1,1 1-1,-1 0 1,-1 1-1,1 1 1,0 0-1,0 1 1,-25 6-1,31-4-107,0 0 0,1 0 0,0 1-1,-1 1 1,1 0 0,1 0 0,-1 0 0,1 1-1,0 1 1,1-1 0,-1 1 0,1 1 0,-11 14 0,11-13-662,1 0 1,0 1-1,1-1 1,0 1-1,0 0 0,1 1 1,-4 15-1,4-2-4766</inkml:trace>
  <inkml:trace contextRef="#ctx0" brushRef="#br0" timeOffset="11">5116 332 12019,'0'0'8257,"224"-74"-7961,-155 58-248,-13 4-48,-15 2-568,-17 7-640,-17 3-1144</inkml:trace>
  <inkml:trace contextRef="#ctx0" brushRef="#br0" timeOffset="12">4695 1000 10282,'0'0'13227,"-14"139"-13083,1-89-144,-12 0-72,-6 15-688,4-12-1793,3-13-2888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17.8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577 131 8090,'0'0'10487,"-37"-21"-10324,37 21-163,-157-85 91,149 81-86,0 0 0,0 1 1,-1 0-1,1 0 0,-1 1 1,1 0-1,-1 0 0,0 1 1,0 0-1,0 1 0,0 0 1,0 1-1,-10 1 0,-4 0 31,13-1 15,0 0 0,0 1 0,0 0-1,0 1 1,1 0 0,-1 0 0,1 1 0,0 0-1,0 1 1,0 0 0,1 0 0,0 1-1,0 0 1,0 1 0,-10 10 0,10-8 20,1 0 0,0 1-1,0 0 1,1 1 0,0-1 0,1 1 0,0 0 0,1 0 0,0 1-1,1 0 1,0-1 0,-2 22 0,3-9-62,0 1-1,2-1 1,1 1-1,1-1 1,1 1-1,1-1 0,1 0 1,1 0-1,2-1 1,11 28-1,69 133-267,-39-87-1210,38 109 0,-75-173 1118,-2 0-1,-2 1 0,-1 0 1,-2 1-1,-1-1 0,-1 1 0,-4 51 1,1-79 224,-1 0 0,-1-1 0,1 1 0,-1-1 0,0 0 0,0 0 0,-1 1 0,0-1 1,0-1-1,0 1 0,-1 0 0,-6 7 0,2-4-552,0-1 1,0-1 0,-1 1-1,0-1 1,0-1 0,-16 8-1,-23 5-7496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18.2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11378,'0'0'8810,"194"-41"-8714,-118 41-88,6 0-8,29 0-152,-18 7-1672,-17-4-3337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18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259 0 9858,'0'0'6866,"-200"217"-6666,173-139-120,6 3 40,11 2 200,10 4-136,0-6-120,10-6-64,24-7-64,25-12-1329,-11-16-1071,-6-18-3265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18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0 473 3529,'0'0'11954,"110"-103"-11898,-65 50-8,0-6-48,0-3-168,-4-12-856,-16 6-1152,-12 15-2281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19.2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5633,'0'0'13011,"217"87"-12691,-151-44-208,0 13-112,-1 6 0,-3 3-592,7 10-1208,-14-16-865,-17-16-2704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19.6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9394,'0'0'4833,"193"221"-4705,-158-147-40,-7 4-88,-11-4 104,-14-2 40,-3-7 192,0-9-216,-17-3-120,-18-13-344,-16-12-1896,2-13-8131,8-8 8179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0.0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7 308 2721,'0'0'18612,"80"-3"-18564,-25 0 8,0-4-112,4 1-593,13-6-1159,-16-4-1937,-15 4-1088</inkml:trace>
  <inkml:trace contextRef="#ctx0" brushRef="#br0" timeOffset="1">1 16 13579,'0'0'7586,"141"-3"-7586,-58 3-72,-11 0-1785,-10-13-4168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0.5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20 864,'0'0'14917,"30"-3"-13938,98-11-238,-119 13-701,1 0-1,-1 1 1,1 0-1,-1 0 1,0 1 0,1 0-1,-1 1 1,0 0-1,0 1 1,0-1 0,0 2-1,0-1 1,-1 1-1,0 1 1,0 0-1,0 0 1,0 0 0,-1 1-1,1 0 1,-2 0-1,12 13 1,-15-16-53,0 1-1,0 0 1,0 0-1,0 0 1,0 0 0,-1 0-1,0 0 1,0 1 0,0-1-1,0 1 1,-1 0-1,0-1 1,0 1 0,0 0-1,0 0 1,-1 0 0,0-1-1,0 1 1,0 0 0,0 0-1,-1 0 1,0 0-1,0-1 1,0 1 0,-1 0-1,0-1 1,0 1 0,0-1-1,0 0 1,0 1-1,-1-1 1,0 0 0,0 0-1,0-1 1,0 1 0,-1-1-1,1 1 1,-7 3-1,2-1-35,1-1 0,-1 0 0,0 0 0,0-1 0,-1 0 0,1 0 0,-1-1 0,0 0 0,-14 3 0,37-6-222,5-1-3,-1 2 0,24 3 1,-36-3 193,0 1 0,0-1 1,0 1-1,0 0 0,0 1 1,-1-1-1,1 1 0,-1 0 1,0 1-1,9 7 0,-4-2 7,-1 0-1,-1 0 1,0 1-1,0 0 1,-1 1-1,0 0 1,0 0-1,-2 0 1,1 1 0,-2 0-1,1 0 1,-2 0-1,1 0 1,-2 1-1,0-1 1,0 1-1,-1 0 1,0-1-1,-2 1 1,-1 19-1,1-28 181,-1 0 0,0 0 0,1 0 0,-1 0-1,0 0 1,-1 0 0,1 0 0,-1-1 0,0 1-1,0-1 1,0 0 0,0 1 0,0-2 0,-1 1-1,0 0 1,1-1 0,-7 4 0,-7 3 346,-1-1 0,-30 10 1,38-15-299,-18 6 52,0-1 0,-1-1 0,-30 3 0,-5-7-3903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0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0 556 3993,'0'0'13459,"180"-173"-13387,-132 123-72,4-6 0,-1 3-128,1 0-864,-7 4-721,-4 5-1199,-17 1-3802,-6 9 1665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1.2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0 656,'0'0'17412,"186"121"-17092,-134-74-224,0 9-24,3 6-8,-4 0-72,1-3 8,0-6-480,3-10-1313,-13-15-535,-11-15-2681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1.6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4425,'0'0'12651,"200"0"-12643,-155 0-8,-7 0-705,-10 0-887,-8 0-1000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2.0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0 512,'0'0'13744,"-1"15"-13038,-1-1-573,-1 9 161,1-1 0,1 41 0,1-60-290,0 1-1,1-1 1,0 0 0,-1 0 0,1 0 0,1 0 0,-1 0 0,0 0-1,1 0 1,-1-1 0,1 1 0,0 0 0,0-1 0,0 1-1,0-1 1,0 0 0,1 0 0,-1 0 0,0 0 0,1 0-1,0 0 1,0-1 0,-1 1 0,1-1 0,0 0 0,0 1 0,0-1-1,0-1 1,6 2 0,9 1-16,1-1-1,-1-1 1,1-1 0,20-2 0,-3 1 10,-26 1-156,-1 0 1,1 1-1,0 0 0,-1 1 1,1 0-1,-1 1 1,1-1-1,-1 2 0,12 5 1,-15-6-3,-1 1 0,1-1 0,-1 1 0,0 1 0,0-1-1,-1 1 1,1-1 0,-1 1 0,0 1 0,0-1 0,-1 0 0,1 1 0,-1 0 0,4 12 0,-4-9 85,0 0 1,-1 0-1,0 0 1,-1 1-1,0-1 1,-1 1-1,0-1 1,0 1-1,-2 9 1,1-13 198,0 1-1,0-1 1,-1 0 0,0 1-1,0-1 1,0 0 0,-1 0 0,0-1-1,0 1 1,-1-1 0,1 1-1,-1-1 1,-8 8 0,3-5 11,1-1 0,-1 0 0,-1-1 0,1 1 0,-1-2 0,0 0 1,0 0-1,-1-1 0,1 0 0,-1 0 0,0-1 0,0-1 0,0 0 0,0-1 0,-23 1 1,32-3-530,-1 1 0,0 0 0,1-1 0,-1 0 0,1 0 0,-1 1 0,1-2 0,0 1 0,-1 0 0,1 0 0,0-1 0,0 1 0,0-1 0,0 0 0,0 1 0,0-1 0,0 0 0,1 0 0,-1 0 0,-2-4 0,-11-21-5725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2.4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0 784,'0'0'17292,"10"28"-16948,1 19-32,-4 9-152,-1 9-64,-2 9-96,-1 1-48,4-4-656,-3-6-1249,-4-9-1063,3-15-4506,-3-20 1985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2.8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10986,'0'0'8058,"180"-25"-8042,-111 28-16,-7-3-1576,-7 0-2801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4.8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0 544 1032,'0'0'16996,"5"-2"-16491,20-2-322,-1 0 0,1 2 0,-1 1-1,44 3 1,-11-1-345,-16-1-518,51 0-2915,0 0-4053,-91 1 7668,0-1-1,0 0 1,-1 0 0,1 0 0,0 1 0,-1-1 0,1 0 0,0 1 0,0-1 0,-1 0 0,1 1 0,-1-1 0,1 1 0,-1-1 0,1 1 0,0 0 0,-1-1 0,0 1 0,1-1 0,-1 1 0,1 0 0,-1-1 0,0 1 0,1 0-1,-1 0 1,0-1 0,0 1 0,0 0 0,0 0 0,1-1 0,-1 1 0,0 0 0,0 0 0,0-1 0,-1 1 0,1 0 0,0 0 0,0 0 0,0-1 0,0 1 0,-1 0 0,1 0 0,-13 37 2672,3-13-2202,1 1 1,0-1-1,2 2 0,1-1 1,2 1-1,-3 27 1,4 168-463,4-128 210,2-48-252,1 0 1,13 55-1,-7-48-1384,-9-39-2380</inkml:trace>
  <inkml:trace contextRef="#ctx0" brushRef="#br0" timeOffset="1">135 1050 9498,'0'0'9426,"79"-22"-9042,-24 13-384,7 3 72,4-4-72,3 1-1416,7 3-2529,-21 3-4705,-14 3 4105</inkml:trace>
  <inkml:trace contextRef="#ctx0" brushRef="#br0" timeOffset="2">825 1360 9994,'0'0'5881,"127"-164"-5497,-85 105-215,-1-6-97,4-7-72,0 1-225,0 2-639,-7 10-1008,-11 10-785,-16 15-3784,-11 12 2000</inkml:trace>
  <inkml:trace contextRef="#ctx0" brushRef="#br0" timeOffset="3">839 845 4097,'0'0'13323,"96"164"-12779,-58-117-256,3 0-152,4-4-96,0-6-40,0-3-120,-4-9-1544,-3-3-1521,-13-6-4361,-8-7 2161</inkml:trace>
  <inkml:trace contextRef="#ctx0" brushRef="#br0" timeOffset="4">1480 0 8674,'0'0'4776,"1"9"-3944,0-4-746,-1 0 0,0 0 0,0 0 0,-1 0 0,1-1 0,-1 1 0,0 0 0,0 0 1,-1-1-1,-2 7 0,-3 4 144,-1-1 0,-14 20 0,2-6 22,-27 43 377,44-65-605,0 1-1,0-1 0,0 1 0,1 0 1,-1 0-1,2 0 0,-1 0 0,1 0 1,0 9-1,1-14-28,0-1-1,1 1 1,-1-1 0,1 1-1,-1-1 1,1 1-1,0-1 1,-1 1 0,1-1-1,0 0 1,0 1 0,0-1-1,0 0 1,0 0 0,1 0-1,-1 0 1,0 0-1,0 0 1,1 0 0,-1 0-1,0 0 1,1-1 0,-1 1-1,1-1 1,2 2 0,48 11-474,-33-9 61,-5 1-458,1 0 0,24 13 0,10 5-1615,-48-23 2469,-1 0-1,1 1 1,-1-1-1,1 0 1,-1 0-1,0 0 0,1 0 1,-1 0-1,1 0 1,-1 0-1,1 0 1,-1 0-1,1 0 1,-1 0-1,1 0 0,-1 0 1,0 0-1,1-1 1,-1 1-1,1 0 1,-1 0-1,1 0 0,-1-1 1,0 1-1,1 0 1,-1-1-1,0 1 1,1 0-1,-1 0 1,1-2-1,4-16-587,-5-28 2979,-1 36 638,10 193-2955,-1-38-4891,-8-83-3215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7.2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1 760,'0'0'12331,"14"68"-11699,-14-37-64,0 12-168,0 7-192,0 6-80,0 3-128,0 0 0,0 6-936,0-15-1056,0-13-2825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7.8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1360,'0'0'10507,"4"93"-10291,-1-50-96,-3 7-112,0 3 8,0 3-8,0 0-8,0 0 0,0-7-184,0-5-697,4-10-1559,-1-9-4122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8.5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40 472,'0'0'12517,"4"0"-11572,-1 1-757,0-1 0,1 1 0,-1 0 1,0-1-1,1 2 0,-1-1 0,0 0 1,0 1-1,0-1 0,0 1 0,0 0 1,0 0-1,0 0 0,-1 1 0,1-1 1,3 5-1,7 9 314,20 32 0,-3-6-212,-24-34-242,9 11-15,1-1 1,0 0-1,29 22 1,-40-36-31,0 0 1,0 0-1,1-1 1,0 1-1,0-1 1,0-1-1,0 1 1,0-1-1,1 0 1,-1-1-1,0 0 1,1 0-1,-1 0 1,1 0-1,0-1 1,-1 0-1,1-1 1,6-1-1,-10 1 17,-1 0 0,1 0 0,0 0 0,-1 0 0,1-1 0,-1 1-1,1-1 1,-1 0 0,0 0 0,0 0 0,0 0 0,0 0 0,0 0 0,2-3 0,24-41 309,-14 21-204,11-14-86,37-42 0,-53 71-643,0-1-1,1 1 1,0 1-1,1 0 1,0 0-1,1 1 1,-1 1-1,17-8 1,-9 10-2950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9.2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423 62 3473,'0'0'12257,"-25"-10"-11736,-81-29 20,99 36-420,-1 1 1,0 0 0,0 0 0,0 1-1,0 0 1,0 0 0,0 1 0,-14 1-1,3 0 239,13 0-269,0-1 1,0 1-1,0 0 1,0 0-1,0 1 1,1 0 0,-1 0-1,0 0 1,1 1-1,-1 0 1,1 0 0,0 0-1,-9 8 1,7-4-36,0 0 1,0 0 0,1 1-1,0 0 1,1 0 0,0 0 0,0 1-1,-3 9 1,-1 5-4,1 1 1,2-1 0,0 1-1,2 1 1,0-1-1,0 29 1,2-24-38,2 0 1,1 0 0,1 0-1,1 0 1,1 0 0,2-1-1,15 46 1,48 84-122,22 63-329,-80-189-191,-2 1 0,-1 0 0,-2 1-1,5 65 1,-10-75 56,-2 51-1430,1-69 1620,-1 1 1,-1 0-1,1-1 0,-1 1 0,0-1 0,0 0 1,-1 0-1,-6 11 0,-20 19-3661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29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9738,'0'0'10626,"131"-3"-10138,-97 10-239,8-1-113,-1-3-72,1-3-64,-4 0-48,-4 0-945,-3 0-751,-10-3-1297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36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3849,'0'0'18188,"21"3"-17412,-7 16-120,-4 9-296,4 6-120,-4 7-128,-7 8-112,1 1-496,-4 0-600,0 9-993,-17-13-2240,-7-12-952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38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203 1 2433,'0'0'14644,"-13"2"-13915,2 0-606,7-2-95,0 0 0,0 1 1,-1-1-1,1 1 0,0 0 0,0 1 0,0-1 0,0 1 0,0 0 1,0-1-1,0 2 0,1-1 0,-1 0 0,1 1 0,-1 0 0,1 0 1,0 0-1,-4 5 0,-5 11 6,1 2-1,0-1 1,2 1-1,0 1 1,2 0 0,0 0-1,-5 30 1,3 2 54,-3 107-1,10-125-126,0-8-193,4 43 0,-1-63 140,0-1 0,0 1 0,1-1 0,0 1 0,0-1 1,1 0-1,0 1 0,0-1 0,0-1 0,7 10 0,6 4-2187,1 0 0,26 21 0,-11-14-6470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39.3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1 323 2529,'0'0'11114,"141"-158"-11106,-110 121 112,0 3-120,-7 6-8,4 0-632,-11 6-1129,-6 7-3024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39.6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4993,'0'0'13155,"138"99"-12907,-97-62-248,4-2 0,3-1-80,-3-3-1136,10-3-1137,-13-10-1720,-8-5-6465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0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9290,'0'0'5185,"193"183"-5009,-152-124-176,-10 0 0,-10 3-16,-14 1-40,-7 2 8,0 3 48,-24 0-104,-11-2-152,1-11-72,3-2-384,10-16-833,11-18-2487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0.3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8754,'0'0'9810,"173"-12"-12035,-125 6 729,-10 2-616,-3 1-2161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0.7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5353,'0'0'12331,"134"-9"-12251,-99 9-80,17 9-968,-11 7-1129,-6-7-1992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4.8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143 61 1512,'0'0'10875,"14"-5"-10465,45-19-58,-58 24-256,0 0 0,0 0-1,0 0 1,0 0 0,0-1-1,0 1 1,0-1-1,0 1 1,-1 0 0,1-1-1,0 0 1,0 1 0,0-1-1,0 1 1,-1-1-1,1 0 1,0 0 0,0 1-1,-1-1 1,1 0 0,-1 0-1,1 0 1,-1 0-1,1 0 1,-1 0 0,1 0-1,-1 0 1,0-1 0,0 1-9,0 0 0,-1 1 0,1-1 0,0 1 0,-1-1 0,1 0 0,-1 1 0,1-1 0,-1 1 0,1-1 0,-1 1 0,1 0 0,-1-1 0,0 1 0,1 0 0,-1-1 0,0 1 1,1 0-1,-1 0 0,0-1 0,1 1 0,-1 0 0,-1 0 0,-10-1-35,0 0 1,1 1-1,-1 0 0,0 1 1,0 1-1,1 0 1,-1 0-1,-21 8 0,28-8-52,-1 1 0,1 0 0,0 0 0,-1 0 0,2 1-1,-1-1 1,0 1 0,1 1 0,-1-1 0,1 0 0,0 1-1,1 0 1,-1 0 0,1 0 0,0 1 0,0-1-1,0 1 1,1-1 0,-2 10 0,-1 8-30,2 1-1,0 0 1,2 0-1,1 0 1,1 0 0,1 0-1,0 0 1,11 38 0,11 56-1810,-5 0 1,-5 1-1,-3 181 1,-11-275-4721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5.2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7 856,'0'0'13227,"55"-6"-12643,-17 6-160,0 0-256,3 0-64,4 6-104,7-6-152,-11 0-1264,-13 0-1289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6.6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76 429 960,'0'0'12275,"73"-3"-12203,-52 3-104,-1 0 32,4 0-152,1 0-528,-1 0-505,-4 0-967,-6 0-2697</inkml:trace>
  <inkml:trace contextRef="#ctx0" brushRef="#br0" timeOffset="1">76 429 2208</inkml:trace>
  <inkml:trace contextRef="#ctx0" brushRef="#br0" timeOffset="2">76 429 2208,'-75'-155'11219,"75"152"-10523,13 3-616,8 0-64,7 0-16,-1 0 8,4 0-16,4 9-760,13-6-576,-10 1-1089,-3-4-3752</inkml:trace>
  <inkml:trace contextRef="#ctx0" brushRef="#br0" timeOffset="3">570 467 880,'0'0'9210,"96"-177"-8834,-75 133-88,0 4-240,-1 3-48,-2 2-104,-1 1-640,4-9-384,-4 12-1137,-3 6-999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7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1 128,'0'0'11945,"10"16"-11761,33 51-65,-39-61-103,1 0-1,0 0 1,1 0-1,-1-1 1,1 0 0,0 0-1,11 7 1,11 9 56,0 9-43,-1 0 0,-1 1-1,31 51 1,-55-78-307,1 0 0,0 0 0,0 0 0,1 0 0,-1 0 0,1-1 0,0 1 0,0-1 0,0 0 0,6 3 0,1-2-3879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7.8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46 600,'0'0'6468,"15"8"-5973,49 27-43,-61-33-370,0 0 0,0 1 0,0-1 0,-1 1 0,1-1 0,-1 1 1,1 0-1,-1 0 0,0 1 0,0-1 0,-1 0 0,1 0 0,-1 1 0,0-1 0,1 1 0,-1 0 0,-1-1 0,2 6 0,0 3 243,3 6-50,0 1-1,-2-1 0,0 1 0,0 22 0,-3-41-128,-1-22 149,-1-1-270,1 1 0,1-1 0,5-44 0,-4 60-25,0 0 0,1 0 0,0 0 0,0 1 0,1-1 0,0 0 0,0 1-1,0 0 1,1 0 0,0 0 0,0 0 0,1 0 0,0 1 0,0 0-1,0 0 1,11-8 0,-14 12 5,-1 0-1,1 0 1,0 0 0,0 0-1,0 0 1,0 0 0,0 1-1,0-1 1,0 1-1,0-1 1,0 1 0,0 0-1,0 0 1,0 0-1,1 0 1,-1 0 0,0 0-1,0 1 1,0-1 0,0 1-1,0-1 1,0 1-1,0 0 1,0 0 0,0 0-1,-1 0 1,1 0-1,0 0 1,0 0 0,-1 1-1,1-1 1,-1 1 0,1-1-1,-1 1 1,0 0-1,1-1 1,-1 1 0,1 3-1,9 20 65,-2 1-1,-1 1 1,-1 0-1,5 39 1,13 47-2811,-21-97-2967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8.5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38 304,'0'0'13499,"34"0"-13475,-3 0 56,4 3-56,6-3-16,4 0-16,3 0 8,4 0-424,7-12-784,-15-4-1161,-9 4-3752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9.2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16 440,'0'0'12021,"9"0"-11741,217-10 282,-100 7-4552,-94 1 334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49.8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0 368,'0'0'12962,"14"1"-11067,-5 1-1793,-1 1 1,0 1 0,0-1 0,0 1-1,0 0 1,-1 1 0,1 0-1,11 11 1,12 6-18,-13-11-86,-1 0 0,0 2-1,18 17 1,-31-26-16,1 1 0,-2-1 0,1 1 1,0 0-1,-1 0 0,0 0 0,0 0 0,-1 0 0,1 1 0,-1-1 0,0 1 0,-1 0 1,1-1-1,-1 1 0,0 0 0,0 7 0,-2-5 56,1 0-1,-1 0 0,-1-1 1,0 1-1,0-1 1,0 1-1,-1-1 1,0 0-1,0 0 1,-1 0-1,0 0 1,-4 6-1,-3 5 45,5-7-65,-61 111 422,58-102-549,1 0-1,0 0 1,2 1 0,-6 29 0,7-31-2025,-1-6-2535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0.7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266 60 704,'0'0'14062,"-14"-9"-13397,-46-28-106,54 34-480,1 1 0,-1 0 0,0 0 0,0 1 0,0 0 0,-1 0 0,1 0 0,0 1 0,0 0 0,0 0 0,-1 0-1,1 1 1,0 0 0,-8 2 0,10-1-66,-1-1 0,1 1 0,-1 0 0,1 0 0,0 0 0,0 1 0,0 0 0,0-1 0,0 1 0,1 1-1,-1-1 1,1 0 0,0 1 0,0 0 0,0-1 0,0 1 0,1 0 0,0 1 0,-1-1 0,2 0 0,-1 1 0,0-1-1,-1 10 1,-1 6-5,0 0 0,1 1-1,1-1 1,2 26-1,-1-13-8,2 1-1,2 0 1,0-1-1,3 1 1,13 44-1,-2-22-164,-3 0 0,10 68 0,-19-72-1433,0 56 1,-5-76-423,0-9-1550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1.0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29 992,'0'0'16236,"118"-25"-15932,-84 25-200,4 0-32,-3 0-64,-1 0-8,1 0-944,-4 0-1241,-11-3-2696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1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1088,'0'0'13507,"103"38"-13195,-99-4-136,-4 3-72,0 3 16,0 4-120,-21-1 0,-6 10-504,6-9-1416,0-10-2401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2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4 384,'0'0'17188,"-27"-3"-16692,41 3-248,6 0-128,1 3-104,3 0-16,4-3-136,17 0-1344,-11 0-929,-3-3-2800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 3577,'0'0'12722,"83"9"-12545,-45-9-177,24 0-409,-14 0-1575,-3-12-3497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3.4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47 880,'0'0'11933,"20"-3"-11316,64-9-291,-81 11-310,-1 1-1,1-1 1,0 1 0,-1 0-1,1 0 1,0 0-1,-1 0 1,1 1-1,0-1 1,-1 1 0,1 0-1,-1 0 1,1-1-1,-1 2 1,1-1-1,-1 0 1,0 0 0,1 1-1,-1-1 1,4 4-1,-3-1-2,0 1 0,0-1 0,-1 1 1,1-1-1,-1 1 0,0 0 0,3 8 0,1 3 1,1 5-54,-1 1 1,-1 1 0,-1-1-1,-1 1 1,-1-1 0,-1 1-1,-2 30 1,1-38-78,0-14-34,-1-3-136,-3-10 202,1 0 0,0-1 0,0 1 0,1-1 0,1 1 0,0-1 0,1 0 0,1-13 0,-1 11 39,0 7 47,0 1 1,0-1-1,1 1 0,0-1 0,1 1 0,0-1 0,0 1 1,0 0-1,1-1 0,0 1 0,0 1 0,1-1 0,0 0 0,0 1 1,0 0-1,1 0 0,0 0 0,0 1 0,1-1 0,-1 1 1,13-8-1,-13 9-2,0 0 0,0 1 0,0 0 1,1-1-1,-1 2 0,1-1 0,0 1 1,0 0-1,0 0 0,0 0 0,0 1 1,0 0-1,1 0 0,-1 1 0,11 0 1,-16 0-1,1 0 1,0 1 0,-1-1 0,1 1-1,0 0 1,-1-1 0,1 1-1,-1 0 1,1 0 0,-1 0-1,0 0 1,1 0 0,-1 0 0,0 0-1,0 1 1,0-1 0,0 0-1,0 1 1,0-1 0,0 1 0,0-1-1,0 1 1,-1-1 0,1 1-1,0 2 1,13 52 112,-11-39-42,13 69 61,-14-62-174,2 0 1,1-1-1,1 1 1,1-1 0,1 0-1,16 33 1,-13-40-1163,-1-5-1355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3.9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9 2681,'0'0'17251,"-35"-9"-27549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4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1 401 24,'0'0'10253,"8"-8"-10062,47-57 729,58-88 0,-62 81-1003,-51 72 77,34-50-660,-17 14-2953,-12 19-1106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4.8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1616,'0'0'12691,"14"4"-12136,13 3-460,-1 1 0,0 1 0,0 2 0,28 16 0,-32-12-499,0 1 0,-1 1 0,27 29 0,14 12-546,-52-51 550,0 1 1,0-2-1,0 1 1,1-1 0,14 5-1,-4-3-2060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5.6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 5777,'0'0'7460,"20"-1"-7391,4-1-53,35 4 0,-57-2-13,0 0 0,0 1 1,0-1-1,0 1 0,0 0 1,0 0-1,0 0 0,0 0 1,0 0-1,0 0 0,0 0 1,-1 0-1,1 1 0,0-1 1,-1 1-1,0-1 1,1 1-1,-1 0 0,0 0 1,2 3-1,0 1 6,-1-1-1,0 1 1,0 0-1,-1 0 1,1 7 0,0-4-2,4 16-15,1 3-221,-2 0 0,0 0 0,0 34 0,-5-62 369,1-25-101,-2 15-37,1-15 2,1 0 0,1 0 0,6-25 0,-6 42 4,0-1 0,0 0 0,1 1 1,1 0-1,-1 0 0,1 0 0,1 0 0,-1 0 0,1 1 0,0 0 0,1 0 0,7-7 0,-10 11 0,1 1 0,-1 0 0,0 0 0,0 0-1,1 0 1,-1 1 0,1-1 0,-1 1 0,1 0 0,0 0-1,0 0 1,-1 0 0,1 1 0,5 0 0,-6 0-2,-1 0 0,1 0 1,0 0-1,-1 0 0,1 1 1,-1 0-1,1-1 0,-1 1 1,1 0-1,-1 0 1,1 0-1,-1 0 0,0 1 1,1-1-1,-1 1 0,0-1 1,0 1-1,0 0 0,0 0 1,2 4-1,14 25 21,-2 1 0,-1 1 0,-1 0 1,-2 1-1,10 44 0,-15-24-1597,-7-34-1989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6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 2080,'0'0'11579,"124"-19"-12187,-93 13-472,-10 0-985,-4-1-3200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7.1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56 116 672,'0'0'4718,"0"-17"-4559,1-5 15,1-13-120,-2-6 7703,0 72-7167,4 36-680,21 121 0,-15-127-750,-7-45 509,-31-16 238,-44 0 2195,104 0-1926,-17-1-167,-1 0 0,24-6 1,-23 4-815,0 0 0,24 0 0,-21 3-1676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3:59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680 1 10354,'0'0'7706,"-36"50"-7191,-23 34-226,4 4 1,3 1 0,-68 167 0,38-22 56,11 4 1,10 3-1,11 2 1,10 2-1,-10 304 1,47 3-307,11-383-28,38 203 0,-23-240-202,78 253 0,-22-170-3910,-44-123-542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00.7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2 230 864,'-2'-6'20048,"20"7"-19986,-1 0 0,0 1-1,0 1 1,0 1 0,0 1-1,0 0 1,-1 1-1,0 0 1,0 2 0,-1-1-1,0 2 1,0 0 0,-1 1-1,0 1 1,-1 0 0,0 1-1,-1 0 1,14 18-1,-25-29-59,0 0-1,0 0 1,0-1-1,0 1 0,0 0 1,0 0-1,0 0 0,0-1 1,0 1-1,0 0 1,0-1-1,0 1 0,1-1 1,-1 1-1,0-1 0,0 0 1,1 0-1,-1 1 1,0-1-1,1 0 0,-1 0 1,0 0-1,1 0 1,-1-1-1,0 1 0,0 0 1,1 0-1,-1-1 0,2 0 1,0 0 2,1-1-1,-1 0 1,0 1 0,0-1-1,1-1 1,-1 1 0,-1 0-1,6-6 1,11-15-46,-1 0 1,-1-1-1,-1-1 0,-1-1 1,15-38-1,-16 29-3717,17-67 0,-23 62-5990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05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352 440 912,'0'0'11901,"-7"1"-11575,-10 1-171,0 0 1,0 2-1,1 0 1,-1 1-1,1 0 0,0 1 1,1 1-1,-1 1 1,1 0-1,1 1 1,-1 1-1,-16 14 0,20-14-147,0 0 0,1 1-1,0 0 1,1 0 0,0 1-1,1 0 1,0 1 0,1 0-1,0 0 1,1 0 0,1 1-1,0 0 1,1 0 0,0 1-1,-1 15 1,2 8-13,2 55 1,2-90 3,-1 0 0,0-1-1,1 1 1,-1-1 0,1 1 0,0 0 0,0-1 0,0 1 0,0-1 0,0 0 0,0 1 0,1-1 0,-1 0 0,1 0 0,0 0 0,-1 0 0,1 0 0,0 0 0,0 0 0,0-1 0,1 1 0,-1-1 0,0 1 0,1-1 0,-1 0 0,0 0 0,1 0 0,-1 0 0,1 0 0,0-1 0,-1 1 0,1-1-1,0 0 1,-1 0 0,1 0 0,0 0 0,-1 0 0,1 0 0,0-1 0,-1 1 0,1-1 0,-1 0 0,1 0 0,-1 0 0,1 0 0,-1 0 0,0-1 0,4-2 0,2-2 15,-2-1-1,1 0 1,-1-1-1,0 0 1,0 0 0,-1 0-1,0 0 1,3-10 0,3-7 31,14-45 0,-14 28-38,-3 0 1,-1-1-1,2-52 0,-7-133 37,-3 124-37,1 76-9,0 0-1,-2-1 1,-1 1 0,-1 0-1,-8-28 1,12 56-1,0 0 0,0 0-1,0 0 1,0-1 0,0 1 0,0 0 0,0 0 0,0 0 0,0 0 0,0-1 0,0 1 0,0 0 0,0 0 0,0 0 0,0 0 0,0 0 0,0-1-1,0 1 1,0 0 0,0 0 0,0 0 0,-1 0 0,1-1 0,0 1 0,0 0 0,0 0 0,0 0 0,0 0 0,0 0 0,0 0 0,-1 0 0,1 0-1,0-1 1,0 1 0,0 0 0,0 0 0,0 0 0,-1 0 0,1 0 0,0 0 0,0 0 0,0 0 0,0 0 0,-1 0 0,1 0 0,0 0 0,0 0 0,0 0-1,0 0 1,-1 0 0,1 0 0,0 0 0,0 0 0,0 0 0,0 0 0,0 1 0,-1-1 0,1 0 0,0 0 0,0 0 0,-4 12-150,0 27 114,3 77 0,2-53 37,-1-25 12,3 1 1,0 0-1,3-1 1,19 71 0,-21-93-11,1-2 0,1 1 0,0 0-1,1-1 1,1-1 0,0 1 0,0-1 0,2 0 0,-1-1 0,2 0 0,0-1 0,0 0 0,1 0 0,25 16 0,-27-21-26,0-1 0,0-1 0,0 1 1,1-2-1,0 0 0,-1 0 0,1-1 1,0 0-1,1 0 0,-1-2 1,0 1-1,0-1 0,23-4 0,-27 3-45,1-1 0,-1 0 0,1 0 0,-1-1-1,0 0 1,0-1 0,0 1 0,-1-1 0,1 0 0,-1-1-1,0 0 1,0 0 0,0 0 0,-1-1 0,1 1-1,-1-1 1,-1 0 0,1-1 0,-1 1 0,5-12-1,-4 5 82,0-1 0,0 0 0,-2 0 0,1-1 0,-2 1 0,0-1 0,-1 1 0,0-1 0,-1 0-1,-1 1 1,-3-19 0,3 31 13,0-1 0,0 1 1,0 0-1,0 0 0,-1 0 0,1 0 0,-1 0 0,1 0 0,-1 1 0,0-1 0,0 0 1,0 1-1,0-1 0,0 1 0,0 0 0,0-1 0,0 1 0,0 0 0,-1 1 0,1-1 1,0 0-1,-1 0 0,1 1 0,-4-1 0,3 1 11,0-1-1,0 1 1,0 0-1,0-1 1,0 1-1,1 1 1,-1-1 0,0 0-1,0 1 1,0-1-1,0 1 1,1 0 0,-1 0-1,0 0 1,1 0-1,-1 1 1,1-1-1,-1 1 1,1-1 0,-5 5-1,4-2-8,1 1 1,-1 0-1,1-1 0,0 1 0,0 0 1,0 0-1,1 1 0,-1-1 0,1 0 0,0 10 1,1 58 228,0-62-223,1-3-24,0-1 0,1 1 0,0-1-1,0 0 1,1 0 0,-1 1 0,2-2 0,-1 1 0,1 0 0,0-1-1,0 0 1,1 0 0,0 0 0,0 0 0,0-1 0,0 0 0,1 0 0,0 0-1,13 7 1,-11-7-11,0 0 1,0-1-1,1 0 0,0 0 0,-1-1 0,1 0 0,0-1 1,1 0-1,-1 0 0,0-1 0,0 0 0,1 0 0,-1-1 0,1-1 1,-1 0-1,10-2 0,-17 3-4,1-1 0,-1 0 1,0 0-1,0-1 0,0 1 0,0 0 0,0-1 1,0 1-1,-1-1 0,1 1 0,0-1 0,-1 0 1,1 0-1,-1 0 0,0 0 0,0 0 0,1 0 1,-1 0-1,-1 0 0,1-1 0,0 1 0,0 0 1,-1-1-1,1-4 0,1-7-55,-1 0 0,0 0 0,-2-16 0,0 10 45,1-2 14,0 0 1,-2 0 0,-8-42-1,2 15-20,8 47 23,0 0 0,0-1-1,0 1 1,0-1-1,0 1 1,0-1 0,1 1-1,-1-1 1,1 1-1,0-1 1,0 1-1,0 0 1,0-1 0,0 1-1,0 0 1,0 0-1,3-3 1,0 2-5,1 0 1,0 0 0,0 0-1,0 1 1,0 0 0,1 0-1,-1 0 1,0 1 0,1-1-1,6 0 1,60-1-84,-58 3 99,-11 1-7,0-1-1,1 1 1,-1-1-1,0 1 0,1 0 1,-1 0-1,0 1 0,0-1 1,0 1-1,0-1 0,0 1 1,0 0-1,-1 0 0,1 0 1,0 1-1,-1-1 0,0 1 1,4 4-1,5 8 22,-1 0-1,12 25 1,4 5-1,-24-41-98,1 0 1,0 0-1,0 0 0,1-1 1,-1 1-1,1-1 0,-1 0 1,1 0-1,0 0 0,0 0 1,0-1-1,1 0 0,-1 0 1,1 0-1,-1 0 0,1-1 1,0 0-1,-1 1 0,1-2 1,0 1-1,0-1 0,0 1 0,8-2 1,-10 0 4,-1 1 1,0-1-1,1 0 1,-1 0-1,0 0 1,0 0-1,1 0 1,-1-1-1,0 1 1,0-1-1,-1 1 1,1-1-1,0 0 1,0 0-1,-1 1 1,1-1-1,-1-1 1,0 1-1,1 0 1,-1 0-1,0 0 1,0-1-1,0 1 1,0-4-1,4-7-260,-1-1 0,5-26 1,-6 15 21,1-39 1,-4 62 656,1 9 934,3 9-1110,1 0 1,1-1-1,0 0 1,1 0-1,0-1 0,1 0 1,13 17-1,-15-23-189,0 0 0,0 0 1,1 0-1,1-1 0,-1-1 0,1 1 0,0-1 1,0 0-1,1-1 0,0 0 0,0 0 0,0-1 0,12 4 1,17-6-1760,-29-2 157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05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1016,'0'0'888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05.9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0 184 1256,'0'0'13943,"17"15"-13795,117 118-61,-123-121-86,-10-9 11,1-1-1,0 1 1,0-1 0,0 0-1,0 1 1,0-1-1,1 0 1,-1 0 0,1-1-1,-1 1 1,1 0-1,0-1 1,-1 1-1,1-1 1,4 1 0,-6-2 121,0-3-41,-1 1 0,1-1 0,-1 0 0,0 0 0,0 0 0,0 0 0,0 0 0,-1-4 0,0-1-4,1-40 11,1 0 1,3 1-1,2-1 0,15-57 0,-21 102-210,1 0-1,0 0 1,0 0-1,0 1 1,1-1-1,-1 0 0,1 0 1,-1 0-1,4-3 1,-3 5-195,-1 0-1,1 0 1,0 0 0,-1 0 0,1 0-1,0 0 1,0 1 0,0-1 0,-1 1 0,1-1-1,0 1 1,0 0 0,0-1 0,0 1-1,0 0 1,2 1 0,5-1-1001,-1 1-1,1 0 1,-1 0 0,10 4 0,35 13 945,-10-4 2895,-32-10-1866,0 0 0,-1 0 0,0 1-1,0 0 1,0 1 0,0 0 0,-1 1 0,0 0 0,11 11 0,-7-4 96,0 1 0,-1 0 0,-1 1 1,15 28-1,-27-44-706,0 1-1,-1 0 1,1-1-1,-1 1 1,1-1-1,-1 1 1,0-1 0,1 0-1,-1 0 1,1 1-1,-1-1 1,1 0 0,-1 0-1,0-1 1,-1 1-1,1 0 18,-109 0 65,110 0-143,0 0 0,0 0 0,0 1 0,0-1 0,1 0 0,-1 1 1,0-1-1,0 1 0,0-1 0,1 1 0,-1-1 0,0 1 0,1-1 0,-1 1 1,0 0-1,1-1 0,-1 1 0,1 0 0,-1 0 0,1-1 0,-1 1 1,1 0-1,0 0 0,-1 0 0,1-1 0,0 1 0,0 0 0,0 0 1,0 0-1,-1 0 0,1 0 0,1 1 0,-2 0 0,1-1 1,0 0-1,0 1 1,0-1-1,0 1 0,1-1 1,-1 1-1,0-1 1,1 0-1,-1 1 0,1-1 1,-1 0-1,1 1 1,-1-1-1,1 0 0,0 0 1,0 1-1,0-1 1,0 0-1,0 0 0,2 2 1,7 2-28,0 0 0,0-1 0,1 0 0,0 0 0,20 3 0,-25-6-325,1 0-1,-1 0 1,1 0-1,0-1 1,-1 0 0,1 0-1,0-1 1,-1 0 0,1 0-1,-1-1 1,11-3 0,4-9-3560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0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1 432,'-2'0'15728,"-17"5"-15347,10 0-285,1 0 0,0 1 1,0 0-1,1 0 0,0 1 0,0 0 1,1 0-1,-1 1 0,-7 12 0,11-15-70,1-1 1,-1 1-1,1 0 0,0 0 0,1 0 0,-1 0 0,1 1 1,0-1-1,0 0 0,0 1 0,1-1 0,0 0 0,0 1 1,0-1-1,1 1 0,-1-1 0,2 0 0,-1 1 0,3 5 1,-2-5-37,2-1 1,-1 0 0,0 0 0,1 0 0,0-1-1,0 1 1,1-1 0,-1 0 0,1 0 0,0-1-1,0 1 1,0-1 0,0 0 0,1 0 0,-1-1-1,1 0 1,-1 0 0,1 0 0,0 0 0,9 0-1,2 1-427,0 0 0,-1-2 0,1 0 0,0-1 0,0 0 0,20-4 0,-32 3-46,1-1 0,-1 1 0,0-1 0,1 0 0,6-4 0,17-12-4552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1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1 0 120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1.4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87 120,'224'-46'1791,"-171"32"1068,-39 7-279,-2 0-1111,-5 4-1064,0 1-1,0 0 1,1 0-1,-1 1 1,0 0-1,0 0 0,1 0 1,-1 1-1,0 1 1,12 0-1,-11 1-289,0 0 0,0 1 0,0 0 0,-1 0 0,1 1 0,-1 0 0,0 0 0,13 9 0,52 46 56,-72-58-165,1-1 0,-1 0 0,0 0 0,0 0 0,1 0 0,-1 0 0,0 1 0,0-1 0,0 0 0,1 0 0,-1 0-1,0 1 1,0-1 0,0 0 0,0 0 0,0 1 0,1-1 0,-1 0 0,0 0 0,0 1 0,0-1 0,0 0 0,0 0 0,0 1 0,0-1 0,0 0 0,0 1 0,0-1 0,0 0 0,0 0 0,0 1 0,0-1 0,0 0 0,0 0 0,-1 1 0,1-1 0,0 0 0,0 0 0,0 1 0,-13 4 86,-19-2-33,30-2-37,-35 1-8,-43 8 0,66-7-14,0 0 1,0 1 0,0 0-1,1 1 1,-26 14 0,36-18 0,1 1 0,-1 0 0,1 0-1,-1 0 1,1 0 0,0 0 0,0 0 0,0 1 0,1-1 0,-1 1 0,0-1 0,-1 4 0,3-5-6,0 0 1,-1 0-1,1 0 1,0 0 0,-1 0-1,1 1 1,0-1-1,0 0 1,0 0 0,0 0-1,0 0 1,1 0-1,-1 0 1,0 1 0,0-1-1,1 0 1,-1 0-1,0 0 1,1 0 0,-1 0-1,1 0 1,0 0-1,-1 0 1,1-1 0,0 1-1,0 0 1,-1 0-1,1 0 1,0-1 0,0 1-1,0 0 1,0-1-1,0 1 1,0-1 0,1 1-1,11 5-308,0-2 1,0 1-1,0-2 0,1 0 0,-1 0 1,1-1-1,0-1 0,-1-1 1,1 0-1,0 0 0,21-4 0,-11-8-2335,-5-8-1713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1.7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211 376 328,'0'0'15439,"14"16"-15241,49 49-45,-60-63-145,1 1 0,0-1 0,-1 0-1,1 0 1,0 0 0,0 0 0,0 0 0,0-1-1,0 0 1,0 0 0,1 0 0,-1 0 0,0-1-1,0 0 1,1 0 0,-1 0 0,0 0 0,1-1-1,4 0 1,10-1 0,-15 2-8,0 0 0,0 0 0,-1-1 0,1 0 0,0 0 0,0 0 1,-1 0-1,1 0 0,-1-1 0,1 1 0,-1-1 0,0 0 0,1 0 0,-1 0 0,0-1 0,0 1 0,-1-1 0,1 0 0,0 1 0,-1-1 0,0 0 0,0-1 0,0 1 0,0 0 0,0-1 0,0 1 0,1-6 1,0-1 6,0 0 0,-1-1 0,0 1 0,0-1 0,-1 1 0,-1-1 0,0 0 0,-2-19 0,2 27 4,-1 0 0,0 0 0,0 1 0,0-1 0,-1 0-1,1 0 1,-1 1 0,1-1 0,-1 0 0,0 1 0,0 0-1,0-1 1,0 1 0,0 0 0,-1 0 0,1 0-1,-1 1 1,1-1 0,-1 0 0,0 1 0,1 0 0,-1 0-1,0 0 1,0 0 0,0 0 0,0 0 0,-4 0 0,-10-2 9,-1 1 0,0 0 0,-25 2 1,31 0-24,-9 0-286,1 0-1,0 2 1,-1 0-1,1 1 1,0 1 0,-37 13-1,26-6-1942,5-3-2261</inkml:trace>
  <inkml:trace contextRef="#ctx0" brushRef="#br0" timeOffset="1">211 376 2689</inkml:trace>
  <inkml:trace contextRef="#ctx0" brushRef="#br0" timeOffset="2">211 376 2689,'-210'-233'8121,"210"221"-6456,20-4-1025,8-3 208,10-2-328,0-4-352,-4 0-168,-6 10-64,-14 5-1040,-7 10-1577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0 6625,'0'0'11851,"-27"115"-13795,33-81-217,-2-6-2296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3.3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53 308 832,'0'0'12297,"7"15"-12209,21 50-13,-26-62-60,0 1 0,0-1-1,0 0 1,1 0 0,-1 0-1,1-1 1,-1 1 0,1 0-1,0-1 1,0 0 0,0 0-1,0 0 1,1 0 0,-1 0-1,0 0 1,1-1 0,0 0 0,3 1-1,3 0 86,-1-1 0,1 0 0,0 0-1,19-3 1,-5 1 33,-22 1-128,-1 0 0,0 0 0,0 0 0,0 0 0,0-1 0,0 1 0,0 0 1,0-1-1,0 1 0,0 0 0,0-1 0,0 1 0,0-1 0,0 0 0,0 1 0,0-1 0,-1 0 0,1 1 0,0-1 0,0 0 0,-1 0 0,2-2 1,-1 1-24,1-1 0,-1 0 0,0 0 0,0 0 0,0 0 0,-1 0 0,1 0 0,-1-4 0,1-6-360,-2 0 0,-2-24 0,-1 23 297,-1 0 0,0 0 0,0 1 0,-1 0 0,-1 0 0,-1 0 1,1 1-1,-2 0 0,0 1 0,0 0 0,-1 0 0,-22-19 0,29 28 116,0-1 0,0 1 0,0 0-1,0 0 1,-1 0 0,1 0 0,-1 1 0,1-1 0,-1 1 0,1 0 0,-1 0 0,0 0-1,0 1 1,1-1 0,-1 1 0,0 0 0,0 0 0,0 0 0,1 0 0,-1 1 0,0-1 0,0 1-1,1 0 1,-1 1 0,0-1 0,1 0 0,-1 1 0,1 0 0,0 0 0,-1 0 0,1 0-1,0 0 1,0 1 0,1 0 0,-1-1 0,0 1 0,1 0 0,0 0 0,-1 0 0,1 1-1,1-1 1,-1 0 0,0 1 0,1-1 0,0 1 0,-1 0 0,1-1 0,0 7 0,0-4 35,0-1 0,1 1 0,-1 0 0,1 0 0,1 0 0,-1 0 0,2 6 0,-1-10-57,0 0-1,-1-1 1,1 1-1,0 0 1,0 0 0,0 0-1,0-1 1,1 1-1,-1 0 1,0-1-1,1 0 1,-1 1-1,1-1 1,-1 0 0,1 1-1,0-1 1,-1 0-1,1 0 1,0 0-1,0-1 1,0 1 0,3 1-1,9 1 13,0 0 0,0-1-1,1 0 1,-1-1 0,1 0-1,14-3 1,-18 2-8,-1-1 0,0-1 0,1 0 0,-1 0 0,0-1 0,0-1 0,0 0 0,-1 0 0,10-6 0,-3 0 0,-1-1-1,0-1 1,-1-1-1,-1 0 1,19-23 0,-26 29 5,0-1 1,-1 0 0,0 0-1,-1 0 1,1-1 0,-2 1 0,1-1-1,-1 0 1,0 0 0,-1 0-1,0-1 1,1-17 0,-3 26 282,39 50-87,-32-38-189,1-1-1,0 0 0,0-1 1,15 14-1,-15-17-118,1 0 0,-1-1-1,1 1 1,0-2 0,0 1 0,1-1-1,-1-1 1,1 1 0,0-2 0,11 3 0,-17-5 36,0 1 0,0-1 1,0 0-1,1 0 1,-1 0-1,0 0 0,0-1 1,0 0-1,0 0 1,0 0-1,0 0 1,0-1-1,0 1 0,0-1 1,0 0-1,-1 0 1,1 0-1,-1-1 1,1 1-1,-1-1 0,0 0 1,0 0-1,0 0 1,-1 0-1,1-1 0,2-5 1,0-1-15,-1 0 0,0-1 0,0 0 0,-2 0 0,1 0 1,-1 0-1,-1 0 0,0 0 0,-1 0 0,-1-19 0,1 14 634,7 20 107,1 4-647,-1 1-7,1-1 0,1 0 0,-1-1 0,1 0 0,0 0 0,1-1 0,0 0 0,15 7 0,2-3-254,-1-2-1,2 0 0,39 5 0,3-8-1811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4.2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236 421 408,'0'0'10788,"-8"0"-9653,-9 1-619,0 1 0,0 0 0,0 1-1,0 1 1,0 0 0,-16 8 0,27-10-446,1 1 0,-1 0-1,1 0 1,0 0-1,0 1 1,0 0-1,0 0 1,1 0 0,-1 0-1,1 1 1,0 0-1,1 0 1,-1 0-1,1 0 1,0 1 0,0-1-1,1 1 1,-1 0-1,1 0 1,1-1-1,-3 10 1,2-5-47,1 0-1,-1 1 1,2-1 0,-1 0 0,2 0-1,-1 0 1,1 1 0,3 10-1,-3-18-24,0 0 0,0 0-1,0 0 1,0 0-1,1 0 1,0 0-1,-1 0 1,1 0-1,0-1 1,0 1 0,1-1-1,-1 1 1,0-1-1,1 0 1,0 0-1,-1 0 1,1 0-1,0-1 1,0 1 0,0-1-1,0 1 1,0-1-1,0 0 1,1 0-1,-1-1 1,0 1 0,7 0-1,-7-1 0,1 1-1,-1-1 0,0 0 1,1 0-1,-1 0 1,1-1-1,-1 1 1,1-1-1,-1 0 1,0 1-1,1-2 1,-1 1-1,0 0 1,0-1-1,0 1 0,0-1 1,0 0-1,0 0 1,4-4-1,-3 0 7,0 1 0,0 0 0,-1-1 0,1 0-1,-1 0 1,-1 0 0,1 0 0,-1 0 0,2-12-1,3-21-132,-2-1-1,-1 0 0,-3 0 0,-3-46 0,1 57-49,0 7 20,-1-1-1,-1 1 1,-1 0 0,-10-29 0,-35-80-291,17 49 421,37 117-518,5-7 549,1-2 0,2 1 0,16 26 0,54 76 6,-70-110-6,3 6-8,1 0 1,1-2 0,1 0-1,1-1 1,35 30-1,-51-49-70,0-1 0,0 1 1,1-1-1,-1 0 0,1-1 0,-1 1 0,1-1 0,6 2 0,-9-3-31,0 1-1,1-1 0,-1 0 1,0 0-1,0 0 0,1 0 1,-1 0-1,0 0 0,0-1 1,1 1-1,-1-1 0,0 0 1,0 1-1,0-1 0,0 0 1,0 0-1,0 0 0,0-1 1,0 1-1,2-2 0,1-3-78,-1 0 1,0 0-1,0 0 0,-1 0 0,0 0 0,0-1 1,0 0-1,-1 1 0,3-14 0,8-72-72,-7 39 1515,-6 53-1220,0 0 1,0-1-1,1 1 0,-1-1 0,0 1 0,0 0 0,0-1 0,0 1 0,0 0 0,1-1 0,-1 1 1,0 0-1,0-1 0,1 1 0,-1 0 0,0-1 0,0 1 0,1 0 0,-1 0 0,0-1 0,1 1 1,-1 0-1,0 0 0,1 0 0,-1-1 0,0 1 0,1 0 0,-1 0 0,1 0 0,-1 0 0,0 0 1,1 0-1,-1 0 0,1 0 0,-1 0 0,0 0 0,1 0 0,-1 0 0,1 0 0,-1 0 0,0 0 0,1 0 1,-1 1-1,0-1 0,1 0 0,17 12 469,-1 6-109,26 37 0,-31-38-310,1 0 0,0-1 0,17 15 0,-24-26-398,0 0 1,0-1-1,0 0 0,0 0 0,1-1 1,-1 1-1,1-1 0,0-1 0,0 1 1,0-1-1,0 0 0,13 1 1,9-2-6328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4.6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12683,'0'0'2896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4.9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0 6633,'0'0'9823,"-34"5"-9434,-105 22-205,135-26-178,1-1-1,0 1 1,0 0 0,0 0-1,0 0 1,0 1 0,0-1 0,0 1-1,0 0 1,1-1 0,-1 1-1,0 0 1,1 1 0,0-1-1,-1 0 1,1 1 0,0-1 0,0 1-1,0 0 1,1-1 0,-1 1-1,1 0 1,0 0 0,-1 0-1,1 0 1,0 1 0,1-1-1,-1 0 1,0 6 0,0 1 22,-2 2-10,1 1 1,1 0 0,0 1-1,0-1 1,2 0 0,0 0-1,0 0 1,1 0 0,1 0-1,0 0 1,0-1 0,2 1-1,-1-1 1,12 19 0,91 126-143,-77-119-365,-2 1 1,-2 1-1,-2 2 0,27 62 1,-48-96-25,0 0 0,-1 1 0,0-1 0,0 1 1,-1-1-1,0 1 0,0 10 0,-1-12-1723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5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1 628 200,'0'0'14131,"28"-11"-13687,94-36-180,-104 40-207,-1 0 0,0-1 0,-1-1 0,1-1 0,-2 0 0,19-16 0,-19 15-29,-3 2-77,-1-1 0,0 0 0,-1 0 1,0-1-1,16-23 0,-22 27-103,0-1 0,0 1 0,0-1 1,-1 0-1,0-1 0,-1 1 0,0 0 0,0-1 0,-1 1 1,0-1-1,0-10 0,-1 18 153,0 0 0,0-1 1,0 1-1,0-1 0,-1 1 1,1 0-1,-1-1 0,1 1 1,-1 0-1,1 0 0,-1-1 1,0 1-1,1 0 0,-1 0 1,0 0-1,0 0 0,0 0 1,0 0-1,0 0 0,0 0 1,0 0-1,-2-1 0,0 1 32,0-1-1,0 1 0,-1 0 0,1-1 1,-1 1-1,1 1 0,-1-1 1,-6 0-1,3 1 30,1 0-1,0 0 1,-1 0 0,1 1 0,-1 0-1,1 0 1,0 1 0,-1 0 0,1 0-1,-8 4 1,10-3-34,-1 0 1,1 0-1,0 1 1,0-1-1,0 1 0,1 0 1,0 0-1,-1 0 0,1 1 1,1-1-1,-1 1 1,0-1-1,1 1 0,-2 8 1,1-3-5,1 0 1,0 1 0,0-1 0,1 1-1,1 0 1,1 14 0,-1-21-19,1 1-1,0-1 1,0 1 0,0-1 0,1 0 0,0 0-1,0 0 1,0 0 0,0 0 0,0 0 0,1 0-1,0-1 1,0 1 0,0-1 0,0 0 0,0 0-1,1 0 1,-1 0 0,1 0 0,0-1-1,0 0 1,0 1 0,0-2 0,0 1 0,8 2-1,2 1-7,1-1 0,-1-1 0,1 0 0,0-1 0,0-1 0,25 0 0,-36-1 2,0-1-1,0 1 1,0-1 0,0 0 0,0 0-1,0-1 1,0 1 0,0-1-1,0 0 1,0 0 0,-1 0 0,1 0-1,-1-1 1,4-2 0,-1-1-29,-1 0 0,1-1 1,-1 1-1,0-1 1,-1 0-1,7-12 0,0-8-83,0 0 0,-2 0 1,5-31-1,-13 57 109,4-20 7,0-2 0,12-34 0,-15 52-4,0 0 0,0 0-1,1 0 1,-1 0 0,1 1 0,1-1 0,-1 1-1,0-1 1,1 1 0,0 0 0,0 1 0,6-5-1,-7 6-10,0 1-1,0-1 0,0 1 0,0 0 0,0-1 0,1 2 1,-1-1-1,1 0 0,-1 1 0,0-1 0,1 1 1,-1 0-1,1 0 0,-1 0 0,1 1 0,-1-1 0,0 1 1,1 0-1,4 2 0,-1 0-66,-1 0 0,1 0 0,0 1-1,-1 0 1,0 1 0,0-1 0,9 9 0,1 3-298,2 2-129,31 24-1,-44-38 479,1-1 0,-1 1 0,1-1 0,0 0 0,0 0-1,0-1 1,1 1 0,-1-1 0,0-1 0,1 1 0,7 0 0,-10-2 9,0 1 1,1-1 0,-1 0-1,1 0 1,-1 0 0,1-1-1,-1 1 1,0-1 0,1 0-1,-1 0 1,0-1-1,0 1 1,1-1 0,-1 0-1,-1 0 1,1-1 0,0 1-1,0-1 1,-1 1 0,0-1-1,1 0 1,-1-1 0,0 1-1,0 0 1,-1-1 0,1 0-1,1-4 1,1-1-159,0 0 0,-1 0 0,0-1 0,-1 0 0,0 1 0,0-1 0,1-15 0,-1-4 40,-1-37 1,-2 64 177,0 0-1,0 0 1,0 0 0,0 0-1,0 0 1,0 1 0,0-1-1,-1 0 1,1 0 0,-1 0-1,0 1 1,1-1 0,-1 0-1,0 0 1,0 1 0,0-1-1,0 1 1,0-1-1,-3-2 1,2 3 112,-1 0 0,0-1 0,1 2 0,-1-1-1,0 0 1,0 0 0,0 1 0,0-1 0,0 1 0,0 0-1,-5 1 1,6-1-91,1 0 0,-1 0-1,0 0 1,0 0 0,1 1-1,-1-1 1,0 1-1,1 0 1,-1-1 0,0 1-1,1 0 1,-1 0 0,1 0-1,-1 0 1,1 0 0,0 0-1,-1 0 1,1 1-1,-1 1 1,-1 0 39,1 1 1,-1 0-1,1 0 0,0 0 1,1 0-1,-1 0 0,-1 7 0,0 5 204,1-1 0,0 0 0,0 24-1,2-34-280,0 1-1,0-1 0,1 0 0,0 1 0,-1-1 0,2 0 1,-1 1-1,1-1 0,0 0 0,0 0 0,0 0 1,0 0-1,1 0 0,0-1 0,0 1 0,0-1 0,1 0 1,-1 0-1,1 0 0,0 0 0,0-1 0,1 0 1,-1 1-1,1-1 0,-1-1 0,1 1 0,0-1 0,0 0 1,11 3-1,-2-1-254,0 0 0,0-1 1,0-1-1,1 0 0,-1-1 0,1-1 1,-1 0-1,0-1 0,1 0 0,19-5 1,19-13-2419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5.9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0 135 9762,'0'0'5036,"18"-6"-5080,56-18 45,-73 23 0,1 1 1,-1-1-1,1 1 0,-1-1 1,1 1-1,-1 0 0,1 0 1,-1-1-1,1 1 0,-1 0 0,1 0 1,-1 0-1,1 1 0,-1-1 1,1 0-1,-1 1 0,1-1 0,-1 0 1,1 1-1,-1 0 0,1-1 1,-1 1-1,0 0 0,0 0 1,1 0-1,-1 0 0,0 0 0,0 0 1,0 0-1,0 0 0,0 0 1,0 0-1,0 1 0,0-1 0,1 3 1,2 3 11,9 14 19,0 1 1,-2 0-1,0 1 0,-2 0 0,13 47 1,-20-66-181,0-7 40,0-19-14,-1-35 72,-1 55 48,-1-32 0,1 13 29,-1 0-1,7-39 0,-6 55-25,1 0 0,1 0 0,-1 0 0,1 0 0,0 0 0,0 0 0,0 0 0,0 1 0,1-1 0,0 1 0,0 0 0,0 0 1,1 0-1,-1 0 0,1 0 0,7-4 0,-9 6-11,0 1 0,0-1 0,1 1 0,-1 0 1,0 0-1,1 0 0,-1 0 0,1 0 0,-1 0 1,1 1-1,0-1 0,-1 1 0,1 0 0,-1 0 0,1 0 1,0 0-1,-1 0 0,1 1 0,-1-1 0,1 1 0,-1 0 1,1-1-1,-1 1 0,1 0 0,-1 0 0,0 1 0,1-1 1,2 2-1,3 5-124,1-1 0,-1 1 0,0 1 0,-1 0 0,8 11 1,0 0-286,4 4-316,35 35 0,-19-33-616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6.4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16 968,'0'0'14011,"-11"9"-13892,-31 30-80,38-35-2,1 1 1,0-1 0,1 1 0,-1-1 0,1 1 0,0 0 0,0 0 0,0 0 0,1 0 0,0 1-1,0-1 1,0 0 0,0 1 0,1-1 0,0 0 0,1 11 0,-1-3 172,1-8-181,-1 0 0,1 0 0,-1 0 0,1 0-1,1-1 1,-1 1 0,1 0 0,0 0 0,0-1 0,0 1-1,1-1 1,-1 1 0,1-1 0,0 0 0,0 0-1,1-1 1,-1 1 0,1-1 0,0 1 0,0-1 0,0 0-1,0-1 1,1 1 0,-1-1 0,9 4 0,-2-2-124,1 0 0,-1 0 0,1-2 0,-1 1 0,1-1 0,0-1 0,0 0 0,0-1 1,0 0-1,15-3 0,-24 3-51,0-1 0,1 0 0,-1 0-1,0 0 1,1 0 0,-1 0 0,0-1 0,0 0 0,0 1 0,0-1 0,-1 0 0,1-1 0,0 1 0,-1 0 0,5-6 0,-3 3-307,-1-1 1,1 0-1,-1 1 1,0-1-1,-1-1 0,1 1 1,2-12-1,-1-6-309,-1 0-1,0 0 1,-2-36 0,-1 54 1016,-4-63 4432,4 77-4117,1-2-520,0 1 0,1-1 0,-1 0 0,1 0 0,1 0 1,-1 0-1,1 0 0,0 0 0,0-1 0,0 1 1,1-1-1,0 0 0,0 0 0,0 0 0,8 6 0,2 1-139,0 0-1,1 0 0,1-1 1,18 9-1,6-1-1279,-7-8-2254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6.8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 1112,'0'0'14718,"22"-1"-14517,72-3-117,-89 4-85,0 0 0,0 0 0,0 0 0,0 1 0,0 0 0,0 0 0,0 0 0,-1 1 0,1-1 0,0 1 0,-1 0 0,1 1 0,-1-1 0,0 1 0,0 0 0,0 0 0,0 0 0,0 0 0,-1 1-1,1-1 1,-1 1 0,0 0 0,0 0 0,0 0 0,-1 1 0,1-1 0,1 6 0,-3-9 3,0 1-1,-1-1 1,1 1 0,0-1-1,-1 0 1,1 1 0,-1-1-1,1 1 1,-1 0-1,0-1 1,1 1 0,-1-1-1,0 1 1,0-1 0,-1 3-1,1-3 2,0 0 0,-1 0 0,1 0 0,-1-1 0,1 1 0,-1 0 0,1-1 0,-1 1 0,1 0 0,-1-1 0,1 1 0,-1-1 0,0 1 0,0-1 0,1 1 0,-1-1 0,0 1 0,0-1-1,1 0 1,-1 1 0,-1-1 0,-5 1 15,-1 0-1,1 0 1,0-1-1,-1 1 0,-10-3 1,-2 1-35,-2 1 46,12-1 13,0 1-1,0 0 1,0 1-1,0 0 1,-11 3 0,18-4-17,1 1 0,0 0 0,-1 0 0,1 0 0,0 0 1,0 0-1,0 1 0,-1-1 0,1 0 0,1 1 1,-1 0-1,0 0 0,0-1 0,1 1 0,-1 0 1,1 0-1,-1 0 0,1 1 0,0-1 0,0 0 1,0 0-1,0 1 0,0-1 0,1 1 0,-1-1 0,0 3 1,1-2-20,-1 0 0,1 0-1,0 0 1,0 0 0,0 0 0,0 0 0,0 0 0,1 0 0,-1-1 0,1 1 0,0 0 0,0 0 0,0 0 0,0-1 0,1 1 0,-1 0 0,1-1 0,-1 1-1,1-1 1,0 0 0,0 0 0,2 3 0,1-1-37,0-1-1,0 0 0,0 0 1,0 0-1,1-1 1,-1 0-1,0 0 0,1 0 1,0-1-1,-1 1 1,7-1-1,68 1-2647,-48-2-933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7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 1120,'0'0'11128,"-10"7"-10468,-27 25 272,34-29-741,0 0 0,1 1-1,-1-1 1,1 0-1,0 1 1,0 0 0,0 0-1,1-1 1,-1 1 0,1 0-1,0 0 1,0 0-1,0 6 1,1 48 1044,1-45-1139,0-7-78,0-1 1,0 0-1,1 1 0,0-1 1,0 0-1,0 0 1,0 0-1,1 0 0,0-1 1,0 1-1,0-1 0,1 1 1,-1-1-1,1 0 1,0 0-1,0-1 0,1 1 1,-1-1-1,1 0 1,0 0-1,8 4 0,-3-3-149,-1 0-1,0 0 0,1-1 0,0 0 1,0 0-1,0-1 0,0 0 0,0-1 1,0-1-1,0 1 0,12-2 1,-19 1-173,0-1 0,-1 0 1,1 1-1,0-1 1,0 0-1,0 0 1,-1-1-1,1 1 1,-1-1-1,1 1 1,-1-1-1,1 0 0,-1 0 1,0 0-1,0 0 1,0 0-1,0 0 1,0-1-1,0 1 1,-1-1-1,1 1 1,1-5-1,15-27-8458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7.5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7938,'0'0'7647,"25"7"-7545,76 23-60,-96-29-36,-1 0 0,0 1 0,0 0 0,0 0 1,0 0-1,0 1 0,0-1 0,0 1 0,-1 0 0,4 3 0,-5-3 40,0-1-1,0 1 1,-1 0-1,1-1 1,-1 1-1,0 0 1,0 0-1,1 4 1,0-1 192,-2-5-213,1-1 1,-1 1 0,0-1 0,1 1 0,-1 0 0,0-1-1,0 1 1,1-1 0,-1 1 0,0 0 0,0-1 0,0 1-1,0 0 1,0-1 0,0 1 0,0 0 0,0-1 0,0 1-1,0-1 1,0 1 0,-1 0 0,1-1 0,0 1 0,0 0-1,-1-1 1,1 1 0,0-1 0,-1 1 0,1-1 0,0 1-1,-1-1 1,1 1 0,-1-1 0,1 1 0,-1-1 0,1 0-1,-1 1 1,1-1 0,-2 1 0,-27-2-350,27 0 300,-15-1-74,8 0 74,1 1 0,-1 0 0,0 0 0,1 1 0,-1 0 0,-10 2 0,16-2 27,1 1-1,0 0 0,0-1 0,0 1 0,0 0 0,0 0 1,0 1-1,0-1 0,0 0 0,0 1 0,0-1 0,1 1 1,-1-1-1,1 1 0,-1 0 0,1 0 0,0 0 0,-1-1 1,1 1-1,0 1 0,0-1 0,1 0 0,-1 0 0,0 0 1,1 0-1,-1 1 0,1-1 0,-1 5 0,0 2 16,0 0 0,1 0-1,0 1 1,0-1 0,1 1-1,0-1 1,1 0 0,4 17-1,-5-23-78,0-1-1,0 1 1,1 0 0,-1-1-1,1 1 1,0 0-1,-1-1 1,1 0-1,0 1 1,0-1-1,1 0 1,-1 0 0,0 0-1,1 0 1,-1-1-1,1 1 1,0-1-1,-1 1 1,1-1-1,0 0 1,0 0 0,0 0-1,0-1 1,0 1-1,0-1 1,0 1-1,0-1 1,0 0-1,0 0 1,6-1 0,-6 1-218,0-1 0,1 0 1,-1 1-1,0-1 1,1-1-1,-1 1 0,0 0 1,0-1-1,0 1 1,0-1-1,0 0 0,-1 0 1,1 0-1,0-1 1,-1 1-1,0 0 1,1-1-1,-1 0 0,2-3 1,18-30-8027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7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0 53 936</inkml:trace>
  <inkml:trace contextRef="#ctx0" brushRef="#br0" timeOffset="1">0 53 936,'199'53'1703,"-160"-36"3710,-38-13-4784,-1 1 0,1 0-1,0-1 1,0 1-1,0 0 1,1-1-1,-1 0 1,1 1-1,4 7 1,-3-7-459,1 0-1,-1 0 1,1 0 0,0 0 0,0 0-1,0-1 1,1 0 0,-1 0 0,1 0-1,0-1 1,0 1 0,1-1 0,-1 0-1,1-1 1,-1 1 0,1-1 0,0 0-1,0 0 1,0-1 0,7 1-1,-8-2-133,-1 0 0,0 0 0,1 0 0,-1 0 0,1-1 0,-1 0 0,0 0 0,0 0 0,0-1 0,1 1 0,-1-1 0,5-3 0,-7 3-33,0 0-1,0-1 0,0 1 0,0 0 1,0-1-1,0 0 0,-1 1 0,1-1 1,-1 0-1,0 0 0,1 0 0,-2 0 1,1 0-1,0 0 0,0 0 1,-1 0-1,0 0 0,0-5 0,1-1-40,0-1 0,-1 1-1,0 0 1,-1 0 0,0 0-1,-3-11 1,2 15-51,1 1 0,-1 0 1,0 0-1,-1 0 1,1 0-1,-1 0 0,1 0 1,-1 0-1,0 1 0,0 0 1,-1-1-1,1 1 0,-9-5 1,4 3-224,-1-1 0,0 2 0,0-1 0,0 1 1,-1 0-1,0 1 0,1 1 0,-16-4 0,-4 3-1591,-49 1 1,36 2-2005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8.3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191 249 4401,'0'0'17940,"107"-159"-17692,-76 128-128,-7 6-112,-7 4-8,-10 8-712</inkml:trace>
  <inkml:trace contextRef="#ctx0" brushRef="#br0" timeOffset="1">11 764 2897,'0'0'22300,"0"37"-22044,0-3-128,0 10-128,0 5-504,0 14-1264,-3-14-2801,-4-12-2673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18.6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15403,'0'0'13099,"11"6"-15675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2.6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70 311 1488,'0'0'9362,"3"-7"-9200,1-10 540,0-1 1,-2 0-1,0 0 1,0 0 0,-2-20-1,1-1 211,0-33-200,-1 65-683,-1 1 0,0-1 0,0 1-1,0-1 1,-1 1 0,0-1 0,-6-11 0,8 18-30,0 0 1,0 0-1,0 1 1,0-1-1,0 0 1,0 0-1,0 0 1,-1 0-1,1 1 1,0-1-1,0 0 0,0 0 1,0 0-1,0 0 1,0 0-1,-1 0 1,1 1-1,0-1 1,0 0-1,0 0 1,0 0-1,-1 0 1,1 0-1,0 0 1,0 0-1,0 0 1,0 0-1,-1 0 1,1 0-1,0 0 1,0 0-1,0 0 1,0 0-1,-1 0 1,1 0-1,0 0 1,0 0-1,0 0 1,0 0-1,-1 0 1,1 0-1,0 0 0,0 0 1,0-1-1,0 1 1,-1 0-1,1 0 1,0 0-1,0 0 1,0 0-1,0 0 1,0-1-1,0 1 1,0 0-1,-1 0 1,1 0-1,0 0 1,0-1-1,0 1 1,0 0-1,0 0 1,0 0-1,0 0 1,0-1-1,0 1 1,0 0-1,0 0 1,-2 14 20,1 24-8,2 0 0,1 0 0,2-1 0,14 59-1,-13-80-39,11 35-143,-2 2 1,-2 0-1,-3 0 0,4 77 0,-13-130 130,0 1-1,-1 0 1,1-1-1,0 1 0,0 0 1,0-1-1,-1 1 1,1 0-1,-1-1 1,1 1-1,0-1 1,-1 1-1,1-1 1,-1 1-1,1-1 1,-1 1-1,1-1 0,-1 1 1,1-1-1,-1 0 1,0 1-1,1-1 1,-1 0-1,0 1 1,1-1-1,-1 0 1,0 0-1,1 0 1,-1 0-1,-1 1 0,-29 1-689,16-2 290,8 1 245,-1 0 0,1 0 1,0 0-1,0 1 0,0 0 0,0 1 0,1-1 0,-1 1 1,0 1-1,1-1 0,-10 8 0,16-11 203,0 1 0,-1-1 1,1 0-1,0 0 0,0 0 0,0 0 0,0 0 1,0 0-1,0 0 0,0 0 0,0 1 0,0-1 0,-1 0 1,1 0-1,0 0 0,0 0 0,0 0 0,0 1 0,0-1 1,0 0-1,0 0 0,0 0 0,0 0 0,0 0 1,0 1-1,0-1 0,0 0 0,0 0 0,0 0 0,0 0 1,0 0-1,0 1 0,0-1 0,1 0 0,-1 0 0,0 0 1,0 0-1,0 0 0,0 0 0,0 1 0,0-1 1,0 0-1,0 0 0,0 0 0,1 0 0,-1 0 0,0 0 1,0 0-1,0 0 0,0 0 0,0 0 0,0 0 0,1 0 1,-1 1-1,0-1 0,0 0 0,0 0 0,0 0 1,0 0-1,1 0 0,16 2 352,21-3 157,9-8-239,-23 4-773,42-4 0,-37 9-1736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3.2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81 728,'0'0'16516,"21"-19"-16444,0 16 72,3 0-136,10 0 16,4 0-24,4-3-72,-1-1-1161,7-8-655,-13 3-640,-7 2-2562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3.6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0 1008,'0'0'13430,"-1"15"-13046,0-6-362,-1 18 409,1-1 0,3 42 0,-1-60-376,0-1-1,0 1 1,0-1-1,1 0 1,0 0-1,0 0 1,1 0-1,0 0 1,0 0-1,1 0 0,0-1 1,0 0-1,0 0 1,1 0-1,10 10 1,-11-14-54,-1 0 0,1 0 0,0 0 1,0-1-1,0 1 0,1-1 0,-1 0 0,0 0 0,0 0 1,1-1-1,5 1 0,56-3-144,-32 1-309,-28 0 307,0 1 1,0 0 0,0 1 0,0 0 0,0 0 0,0 0 0,11 4 0,-14-3 80,0 0 0,0-1-1,0 2 1,-1-1 0,1 0 0,-1 0-1,0 1 1,0-1 0,1 1 0,-2 0-1,1 0 1,0 0 0,0 0 0,-1 0-1,2 6 1,2 8-40,0 1-1,-2 0 0,0 0 1,-1 0-1,0 0 1,-2 0-1,-3 35 1,2-45 140,-1 0 0,1 0 0,-2 0 0,1 0 1,-1 0-1,0 0 0,-1-1 0,0 1 0,0-1 0,0 0 0,-1-1 1,0 1-1,0-1 0,-12 11 0,12-12-32,0-1 1,0 0-1,0-1 1,0 1-1,0-1 1,-1 0-1,0 0 1,0-1-1,1 1 1,-1-1-1,0-1 1,-1 1-1,1-1 1,0 0-1,0 0 1,-1-1-1,1 0 1,0 0-1,-13-2 1,18 2-192,0-1 0,1 1-1,-1 0 1,0-1 0,0 1 0,1 0-1,-1-1 1,0 1 0,0-1 0,1 0-1,-1 1 1,0-1 0,1 1 0,-1-1-1,1 0 1,-1 1 0,1-1-1,-1 0 1,1 0 0,0 1 0,-1-1-1,1 0 1,0 0 0,0 0 0,-1 0-1,1-1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4.1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1 481 1040,'0'0'14093,"4"-5"-14007,206-275-364,-129 154-2854,-58 86 194,-10 10-2164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4.4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1096,'0'0'14923,"17"19"-14397,56 58-191,36 23-125,-45-45-166,-41-32-536,2-1-1,1-2 1,51 32 0,-73-50-10,0 0 1,-1-1 0,2 1 0,-1-1 0,0 0 0,0 0-1,0-1 1,0 1 0,7-1 0,1 0-4723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5.0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229 1 304,'0'0'12460,"-4"11"-12012,-1 4-372,-1-2 1,-1 1-1,-1-1 0,0 0 0,0 0 0,-1-1 0,-20 20 1,-18 9 131,34-31 27,0 1 1,1 0-1,0 1 0,1 0 1,-19 27-1,29-38-228,1-1 0,-1 1 0,0 0 0,1 0-1,-1 0 1,1 0 0,-1 0 0,1 1 0,0-1 0,-1 0 0,1 0 0,0 0 0,0 0-1,0 0 1,0 0 0,0 0 0,0 1 0,0-1 0,0 0 0,0 0 0,0 0 0,1 0 0,-1 0-1,1 0 1,-1 0 0,0 0 0,1 0 0,0 0 0,-1 0 0,1 0 0,0 0 0,-1 0-1,1 0 1,0 0 0,0-1 0,0 2 0,4 0-27,0 1-1,0-1 1,0 0 0,1 0-1,-1 0 1,7 1 0,11 3-233,11 11-610,-29-13 571,1-1 1,0 0-1,-1 0 1,1-1-1,0 1 1,0-1-1,0-1 1,1 1-1,-1-1 1,0 0-1,1 0 1,-1-1-1,0 0 1,7 0-1,-12-1 232,1 1 0,-1-1 0,0 0 0,0 0-1,0 1 1,1-1 0,-1 0 0,0 0 0,0 0 0,0 0 0,-1 0-1,1 0 1,0 0 0,0-1 0,0 1 0,-1 0 0,1 0-1,-1-1 1,1 1 0,-1 0 0,1-1 0,-1-1 0,8-38-245,-5 22 1120,-5 46 3542,7 26-3966,0 0-438,1 104-2505,-5-88-1572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5.6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 1120,'0'0'13995,"0"-4"-12851,0-2-651,0 9-169,0 26-40,5 43-223,13 12-44,4 26-129,-8 12-2787,-7-40-5143,-4-65 3401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6.0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22 256,'0'0'20668,"21"-21"-20027,3 21-145,7 0-328,0 0-64,7 0-104,0 0-224,20 0-1593,-9 0-2416,-11 0-4809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7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57 680,'0'0'17118,"32"-10"-16581,98-29-185,-127 37-327,1 1 1,0 0-1,0 0 1,-1 0-1,1 1 1,0-1-1,0 1 1,0 0 0,0 0-1,0 0 1,6 2-1,-10-2-12,1 1-1,0-1 1,0 1-1,0-1 1,0 1-1,-1 0 1,1 0 0,0-1-1,0 1 1,-1 0-1,1 0 1,-1 0-1,1 0 1,-1-1-1,1 1 1,-1 0 0,1 0-1,-1 0 1,0 0-1,1 2 1,2 6 77,3 5-47,-1 0 1,0 1 0,-1-1-1,-1 1 1,0 0-1,1 22 1,-4 96 235,-1-68-230,0-45-95,0 0-1,-2 0 1,0 0 0,-1 0-1,-1 0 1,-1-1-1,-1 0 1,-10 21 0,12-30 3,0 0 0,0 0 0,-1-1 0,0 0 0,-1 0 1,0-1-1,0 0 0,-1 0 0,0 0 0,0-1 1,-1 0-1,0-1 0,0 0 0,0-1 0,-1 1 1,-18 5-1,24-9-63,0-1 1,0 0 0,0 0-1,0 0 1,0 0 0,0-1-1,0 1 1,0-1-1,-1 0 1,1-1 0,0 1-1,0-1 1,0 0 0,0 0-1,0 0 1,0 0 0,0-1-1,0 1 1,1-1-1,-1 0 1,0 0 0,1-1-1,-1 1 1,1-1 0,0 1-1,-4-6 1,3 2 26,0 0 1,0-1-1,0 0 1,1 0-1,0 0 1,0 0 0,1 0-1,0 0 1,0-1-1,1 1 1,0-1-1,0 1 1,1-13-1,0 17 81,0 0 0,0 0 0,1 1 0,-1-1 0,1 0 0,0 1 0,-1-1 0,1 0 0,0 1 0,0-1 0,1 1 0,-1-1 0,1 1 0,-1 0 0,1-1 0,0 1 0,3-3 0,-1 2 22,0 0 0,0 0 0,0 0-1,1 1 1,-1-1 0,1 1 0,0 0-1,0 1 1,5-2 0,10-1 251,1 1 1,0 1-1,36 1 1,-50 1-159,1-1-65,0 2 1,0-1 0,0 1 0,0 0-1,0 1 1,0 0 0,-1 0 0,1 1-1,-1 0 1,1 0 0,-1 1 0,0-1 0,0 2-1,0-1 1,-1 1 0,0 0 0,0 0-1,0 1 1,0 0 0,8 12 0,-6-8-108,5 5 88,1 1 0,16 13-1,-25-25-275,0 0-1,0 0 0,1 0 0,0-1 0,-1 0 0,1 0 0,0 0 0,1-1 0,-1 0 0,10 2 1,19-2-3792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8.0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118 391 856,'0'0'15940,"12"0"-15526,94-1-78,-101 0-347,-1 0 0,1 0 0,-1-1 0,1 1 0,-1-1 0,1 0 0,-1 0 0,0-1-1,0 1 1,0-1 0,-1 0 0,1 0 0,0 0 0,-1-1 0,0 1 0,0-1 0,0 0-1,0 0 1,2-5 0,1-2-168,1 0-1,-2 0 1,0-1-1,0 0 1,-1 0-1,3-13 0,-4 12 92,-1 1-1,0-1 0,-1 0 0,-1 0 0,0 1 0,0-1 0,-1 0 1,-1 0-1,-4-14 0,5 22 84,-1-1 0,0 1 0,0 0 1,-1 1-1,1-1 0,-1 0 0,0 1 0,0 0 0,-1-1 1,0 1-1,1 0 0,-1 1 0,0-1 0,-1 1 1,1 0-1,-1 0 0,1 0 0,-1 0 0,0 1 0,0 0 1,0 0-1,0 0 0,-9-1 0,7 1-41,-1 0 0,0 1 0,1-1 0,-1 2 0,0-1 0,0 1 0,0 1 0,1-1-1,-1 1 1,0 0 0,1 1 0,-1 0 0,1 0 0,-1 1 0,1 0 0,0 0 0,0 1 0,0-1 0,0 2-1,1-1 1,0 1 0,0 0 0,0 0 0,-9 11 0,8-9 52,1 0-1,0 1 1,1 0-1,-1 0 1,2 0 0,-1 1-1,1 0 1,0 0 0,-3 12-1,3-3 41,1-1-1,0 0 1,2 1-1,0 22 1,1-39-165,3 25 50,-4 50 534,-1-34-162,1-1-1,8 56 0,-5-87-248,1 1-1,0 0 1,0-1 0,1 0-1,0 0 1,1 0-1,0 0 1,0-1 0,9 12-1,-9-16-28,-1 1 0,1-1 1,0 0-1,0-1 0,0 1 0,0-1 0,1 0 0,0 0 0,0-1 0,0 1 0,0-1 0,1-1 1,-1 1-1,1-1 0,10 2 0,-8-2-46,0-1 1,0 0 0,1-1-1,-1 0 1,0 0 0,0-1-1,0 0 1,0-1 0,0 0-1,0 0 1,0-1 0,0 0-1,-1 0 1,0-1 0,1-1-1,-1 1 1,-1-1 0,1 0-1,-1-1 1,0 0-1,0 0 1,0 0 0,-1-1-1,0 0 1,-1 0 0,10-15-1,-12 16 4,0 1-1,0-1 1,-1 0-1,1 0 0,-1 0 1,-1 0-1,1 0 1,-1-1-1,0 1 0,0 0 1,-1-1-1,0 1 1,0 0-1,0-1 0,-1 1 1,-3-12-1,2 9 7,-1 0-1,-1 1 0,0 0 0,0-1 1,-1 1-1,0 1 0,0-1 0,-1 1 1,1 0-1,-13-11 0,0 1-115,-1 0 0,0 2 0,-27-17 0,41 29 84,0 0 1,-1 0 0,1 0 0,0 1 0,-1-1 0,0 2 0,0-1 0,1 0 0,-1 1 0,0 0 0,0 1 0,0-1 0,0 1 0,0 0 0,0 1 0,0-1 0,0 1 0,0 0 0,-9 4 0,11-3-59,-1 0 0,1 1 0,0 0 0,0 0-1,1 0 1,-1 1 0,1-1 0,0 1 0,-1 0 0,2 0 0,-1 0 0,0 0 0,1 0 0,-3 8 0,-3 7-232,1 0 0,-4 21 1,8-28 164,-14 59-2021,8-7-3801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8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0 461 1168,'0'0'11093,"11"-4"-9246,-2-2-1661,-1-1-1,-1 0 1,1 0-1,-1 0 1,0-1-1,10-14 1,32-60 1146,-22 36-1038,115-181-4512,-137 218 3625,-4 8 339,0-1 0,0 0 0,0 0 0,0 0 0,0 0 0,0 0 0,0 0 0,-1 0 0,1 0 0,-1 0 0,1 0 1,-1-4-1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8.9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1216,'0'0'15472,"16"10"-15018,3 3-340,-5-4-27,0 0-1,-1 1 1,0 1 0,22 24-1,10 16-311,-22-23 511,1-1 0,45 39-1,-60-60-713,-1 1 0,1-1 0,0-1 0,0 0-1,0 0 1,1-1 0,0 0 0,0-1 0,0 0-1,0 0 1,0-1 0,1-1 0,16 2 0,-8-3-4609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29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30 4889,'0'0'14754,"31"-5"-14661,100-16-87,-124 20-14,1 0 1,-1 0 0,0 1-1,0 0 1,10 1-1,-16-1 2,0 0-1,0 1 1,0-1-1,0 1 1,0-1-1,0 1 0,0-1 1,0 1-1,0 0 1,0 0-1,0-1 1,0 1-1,0 0 1,-1 0-1,1 0 0,0 0 1,0 1-1,4 4-44,-2-1-57,0 0-1,0 0 1,0 0 0,0 0-1,-1 0 1,0 1-1,0-1 1,-1 1 0,0 0-1,0-1 1,1 9 0,-1 4-218,-1-1 0,-3 28 0,1-39 267,1 0-1,-1-1 1,0 1-1,-1 0 1,1-1-1,-1 1 0,0-1 1,0 0-1,-1 0 1,1 0-1,-1 0 1,0-1-1,-1 0 1,1 0-1,-1 0 1,0 0-1,0-1 0,0 1 1,0-1-1,0 0 1,-1-1-1,0 0 1,1 0-1,-1 0 1,0 0-1,0-1 0,0 0 1,-8 1-1,14-3 57,0 0-1,0 0 1,0 0-1,0 1 1,0-1-1,0 0 0,0 0 1,0 0-1,0 0 1,0 1-1,0-1 1,1 0-1,-1 0 1,0 1-1,1-1 0,-1 0 1,1-1-1,2 0 3,0 1 0,-1-1 0,1 1 0,0-1 0,0 1 0,0 0-1,0 0 1,1 0 0,-1 1 0,0-1 0,4 1 0,40-2-140,-44 2 121,-1 0-24,0 0 1,0 0-1,0 0 0,0 1 1,0-1-1,0 1 1,0-1-1,0 1 1,0 0-1,0 0 1,-1 0-1,1 0 1,0 0-1,0 0 1,-1 1-1,1-1 0,-1 0 1,1 1-1,1 2 1,0 0-53,0 1 1,0 0-1,-1 0 0,0-1 1,0 1-1,0 1 1,2 6-1,-1 7-25,0-1 0,-1 1 0,0 26 0,-2-29 98,-3 27 307,3-41-256,-1 0 1,0 0-1,0 0 1,0 0-1,0 0 1,0 0-1,0 0 1,-1 0-1,1 0 1,0-1-1,-1 1 1,0-1-1,1 1 1,-1-1-1,0 1 1,0-1-1,-2 1 1,-73 34 985,58-29-920,0 2-1,0 0 1,1 1-1,-21 15 1,29-16-1373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42.4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3019 96,'0'0'15686,"21"-3"-13816,12 1-1232,-5 1 247,53-11-1,-65 9-756,-1 0 0,0-2 0,-1 1 0,1-2 0,-1 0 0,0-1 0,-1-1 0,1 0 0,-2 0 0,1-1 0,21-21 0,-19 14-109,-1-1 0,0 0-1,-2-1 1,0-1 0,0 0 0,-2 0-1,12-32 1,-6 5-200,-2 0-1,13-78 1,1-90-366,6-694-1024,-36 792 1252,-5 0 0,-33-175 1,17 184-795,-41-118 1,49 184 635,-1 1 0,-2 1 0,-2 0 0,-2 2 0,-1 0 0,-30-35 0,-123-114-4232,128 143 768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46.3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348 471 280,'0'0'9993,"3"-1"-8992,-2 1-808,-1 0 1,1 0-1,-1-1 0,1 1 0,0 0 0,-1 0 0,1-1 0,-1 1 0,1-1 0,-1 1 0,1-1 0,-1 1 1,1-1-1,-1 1 0,1-1 0,-1 1 0,0-1 0,1 0 0,-1 1 0,0-1 0,1 1 0,-1-1 0,0 0 0,0 1 1,0-2-1,-5-20 1409,-27-27-2478,19 31 1372,-125-174 870,108 156-602,-1 1 0,-1 2 0,-41-32 0,66 59-3194,18 12 875,20 14-3306,-12-7-2183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47.09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80 550 1712,'0'0'9773,"1"5"-8798,2 11 977,-2-35 1532,-3-20-786,0 18-3792,-31-110 1146,0 7-16,19 2 75,21 120-7,56-3 165,-19 2-5,72-15-1,-91 13-213,-9 2-19,0-1 1,0-1 0,0 0-1,19-9 1,-24 8-175,-6 4-292,-1 0-1,0-1 0,0 1 0,0-1 0,-1 0 0,1 0 1,0 0-1,-1 0 0,4-5 0,3-5-4027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49.67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12611,'0'0'4777,"79"102"-4673,-65-68 16,-4 0 64,-3 0-64,0-2-56,0-8-64,0-8-96,3-13-960,-3-3-1577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0.03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 1 8866,'0'0'4329,"-4"52"-17156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0.39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0 103 4081,'0'0'12347,"10"2"-11725,-4-1-563,-2 0-41,0-1 0,0 1 0,-1 0 0,1 0 0,0 1 0,0-1 0,-1 1 0,1-1 0,-1 1 0,1 1 0,-1-1 1,0 0-1,1 1 0,-1-1 0,-1 1 0,6 6 0,9 18 37,-1 2 0,-2 0 0,21 56 0,-35-83 49,0-17-55,-1-43-21,-1 36-17,1-1 1,1 1-1,1 0 1,1 0-1,1 0 1,6-22-1,-7 39-25,0 0 0,1 0 0,-1 0 0,1 1 0,0-1 0,0 1 0,0 0 0,1 0 0,4-5 0,-6 8 8,-1-1 0,0 1 1,1 0-1,-1 0 0,1 0 0,0 0 1,-1 0-1,1 0 0,0 0 0,0 1 1,-1-1-1,1 1 0,0-1 0,0 1 0,0 0 1,0-1-1,0 1 0,-1 0 0,1 0 1,0 1-1,0-1 0,0 0 0,0 1 1,0-1-1,-1 1 0,1-1 0,0 1 1,0 0-1,-1 0 0,4 1 0,3 6-51,0 0-1,-1 0 0,0 0 1,0 1-1,0 0 0,7 15 1,3 3-158,-7-12-12,1-1 1,22 25 0,-29-36 27,-1 0 0,1 1 0,0-1-1,0-1 1,0 1 0,0 0 0,0-1 0,1 0 0,-1 0 0,1-1-1,0 1 1,-1-1 0,1 0 0,0 0 0,7 1 0,2-6-2874,-6-11-3364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0.73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335 168 1240,'0'0'13483,"11"202"-13075,9-137-88,4-3 72,1-3-16,-1-12-256,-7-13-55,-3-12-65,-4-16-273,-10-21-3527,0-17-2986</inkml:trace>
  <inkml:trace contextRef="#ctx0" brushRef="#br0" timeOffset="1">1 162 728,'0'0'16988,"213"-87"-16844,-154 65-72,0 1-72,6 5-1144,-16 4-969,-12 9-2704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1.08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55 184 1880,'0'0'11564,"19"-10"-11248,56-37 94,-73 45-381,0 1 0,0 0-1,-1-1 1,1 0 0,0 1 0,0-1 0,-1 0 0,1 0 0,-1 1 0,0-1 0,1 0 0,-1-1 0,0 1-1,0 0 1,0 0 0,-1 0 0,1-1 0,0 1 0,-1 0 0,1-1 0,-1 1 0,0 0 0,0-1 0,0 1 0,0-1-1,0 1 1,-1 0 0,0-3 0,0-9 177,1 13-161,0-1 0,-1 0 0,1 0 0,0 0-1,-1 1 1,1-1 0,-1 0 0,1 1 0,-1-1 0,0 0 0,0 1 0,0-1 0,0 1 0,0-1 0,0 1 0,0-1-1,0 1 1,-1 0 0,1-1 0,-2 0 0,0 0 31,0 0 0,-1 0-1,1 1 1,0-1 0,-1 1-1,1 0 1,-1 0 0,0 0 0,-6-1-1,6 2-36,-1-1 0,1 1 0,0 0 0,0 0 0,-1 0 0,1 1 0,0-1 0,0 1 1,0 0-1,-1 0 0,1 1 0,0-1 0,1 1 0,-1 0 0,0 0 0,0 0 0,1 1 0,-6 3 0,5 1-11,0 0 1,0 0-1,1 1 1,-1 0-1,1-1 1,1 1-1,0 0 1,0 0-1,1 0 1,-1 0-1,2 1 1,-1-1-1,1 0 1,1 0-1,-1 1 1,1-1-1,1 0 1,0 0 0,0 0-1,0 0 1,1 0-1,0-1 1,1 1-1,-1-1 1,1 0-1,1 0 1,0 0-1,8 9 1,-5-9-55,0-1 1,0 0 0,1 0 0,0-1 0,0 0 0,1 0-1,-1-1 1,1-1 0,0 1 0,19 2 0,-22-4-307,1-1 0,0-1 0,-1 1 0,1-1 0,0-1 0,-1 0 0,1 0 0,0 0 0,-1-1 0,1 0 0,-1 0 1,0-1-1,0 0 0,0 0 0,7-5 0,26-22-6698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1.70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135 34 10954,'0'0'6424,"-22"21"-6325,-68 70 45,88-89-141,0 0 0,0 0 0,0 1-1,0-1 1,1 0 0,-1 1 0,1-1 0,-1 1-1,1 0 1,0 0 0,0-1 0,0 1 0,0 0 0,1 0-1,-1 0 1,1 0 0,0 0 0,0 0 0,0 0-1,0 0 1,0 0 0,1-1 0,-1 1 0,2 4-1,0-3 0,0 0-1,1 0 1,-1-1-1,1 0 1,0 1-1,0-1 1,0 0-1,0 0 1,0 0-1,5 2 1,-4-2-59,1 0 0,-1 0 0,1 0 0,0-1 0,0 0 0,0 0 0,0 0 0,0-1 1,0 1-1,0-1 0,1-1 0,-1 1 0,0-1 0,1 0 0,-1 0 0,0 0 0,1-1 0,-1 0 0,0 0 0,0 0 1,1 0-1,-1-1 0,0 0 0,0 0 0,-1-1 0,1 1 0,0-1 0,-1 0 0,0 0 0,1-1 0,-1 1 1,0-1-1,5-7 0,0-5 69,0-1-1,-1 0 1,-1 0 0,-1-1 0,-1 0 0,0 0 0,-1 0 0,-1-1 0,-1 1 0,-1-1 0,0-19-1,6 51 822,45 144-906,16 59-760,-58-178 861,-3 0 1,-1 1 0,3 70 0,-9-107-21,0 13 110,0-1 1,-1 1 0,0-1-1,-1 1 1,-6 20 0,7-30-86,-1-1 1,0 0-1,0 0 1,0 0 0,-1-1-1,1 1 1,-1 0-1,0-1 1,0 0-1,0 1 1,0-1 0,-1 0-1,1-1 1,-1 1-1,0-1 1,0 1 0,0-1-1,0-1 1,0 1-1,0 0 1,0-1-1,-7 2 1,5-2-24,1 0 1,-1 1-1,0-2 0,0 1 0,1-1 1,-1 0-1,0 0 0,0 0 0,1-1 0,-1 0 1,0 0-1,-10-4 0,12 3-13,0 0-1,1 0 1,-1-1-1,0 0 1,1 1-1,0-1 1,-1-1-1,1 1 1,0 0-1,1-1 1,-1 1 0,1-1-1,-1 0 1,1 0-1,0 0 1,0 0-1,-1-6 1,-5-18-133,0-1 0,2 0 0,2 0 0,-3-57 0,15-115-1673,-4 166 542,12-42 0,8-17-3228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2.23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0 339 904,'0'0'12812,"8"8"-12477,22 25 252,-30-33-572,0 0-1,0 1 1,0-1 0,0 0 0,0 0-1,0 0 1,1 0 0,-1 0 0,0 0-1,0 1 1,0-1 0,0 0 0,0 0-1,1 0 1,-1 0 0,0 0 0,0 0-1,0 0 1,0 0 0,1 0 0,-1 0-1,0 0 1,0 0 0,0 0 0,0 0-1,1 0 1,-1 0 0,0 0 0,0 0-1,0 0 1,0 0 0,1 0 0,-1 0-1,0 0 1,0 0 0,0 0 0,0 0-1,1-1 1,-1 1 0,0 0 0,0 0-1,0 0 1,0 0 0,0 0 0,0 0-1,1-1 1,-1 1 0,0 0 0,0 0-1,0 0 1,0 0 0,0 0 0,0-1-1,0 1 1,0 0 0,0 0 0,0 0-1,0-1 1,0 1 0,0 0 0,0 0-1,0 0 1,0 0 0,0-1 0,0 1-1,0 0 1,0 0 0,0 0 0,0-1-1,0-14 102,0 14-48,-4-28 87,-12-54 1,8 53-93,-4-46 0,10 58-120,1 0-1,1 0 0,3-24 1,-2 40 23,-1-1-1,1 1 1,0 0 0,0 0-1,0 0 1,0 0 0,1 0 0,-1 0-1,0 0 1,1 1 0,0-1 0,-1 0-1,1 1 1,0-1 0,0 1 0,0-1-1,0 1 1,0 0 0,0 0-1,0 0 1,0 0 0,0 1 0,0-1-1,1 0 1,3 0 0,7-1-21,-1 0 0,1 1 0,17 1 0,-25 0 46,15 0 2,-6-1 9,0 1-1,25 4 0,-35-3 29,1 0-1,0 1 1,-1 0-1,1-1 1,0 2-1,-1-1 1,0 0-1,0 1 1,0 0 0,0 0-1,6 5 1,101 107 1714,-118-116-1603,0 1-1,0-2 1,0 1 0,0-1-1,-9-3 1,9 3-120,0-1 0,-1 2 0,1-1 0,-10 0 1,10 1 20,-1 1 1,1 0-1,-1 0 1,1 1 0,0 0-1,-1 0 1,1 1-1,0 0 1,-13 5-1,16-5-26,1 0-1,0 0 0,0 1 0,0-1 0,0 1 0,0 0 0,0 0 0,1 0 0,0 0 1,-1 0-1,1 1 0,0-1 0,0 1 0,1-1 0,-1 1 0,1 0 0,0 0 0,0 0 1,-1 7-1,1-5-3,0 0 0,0 0 1,0 1-1,1-1 0,0 0 1,0 0-1,1 1 1,0-1-1,0 0 0,0 0 1,1 0-1,0 0 0,4 9 1,-4-12-20,1 1-1,-1 0 1,1-1 0,0 0 0,0 0-1,0 0 1,0 0 0,1 0 0,-1-1 0,1 1-1,0-1 1,-1 0 0,1 0 0,0 0-1,0-1 1,0 1 0,1-1 0,-1 0-1,0 0 1,5 0 0,0 0-128,-1 0 0,0-1-1,1 0 1,-1 0 0,0-1 0,0 0 0,1 0-1,-1-1 1,0 0 0,0-1 0,-1 1-1,9-5 1,-3 0-371,-1-1-1,0 0 1,0-1-1,-1 0 1,20-21-1,15-20-4425,-4-3-3867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2.5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182 1 1120,'0'0'14695,"-25"17"-13926,-76 57 55,97-71-730,1 0 1,-1 0 0,1 1 0,-1-1-1,1 1 1,0-1 0,0 1 0,1 0-1,-1 0 1,1 0 0,0 1 0,0-1-1,0 0 1,1 1 0,-1 0 0,1-1-1,-1 10 1,0-2 176,-1 0-72,1 0 0,1 0 0,0 0 1,0 0-1,1 0 0,1 0 0,0 0 0,6 23 0,-6-29-190,1-1-1,0 0 1,0 0-1,1 0 1,0 0-1,0 0 1,0-1-1,0 1 1,1-1-1,0 0 1,0 0-1,0 0 1,0-1-1,0 1 1,1-1-1,-1 0 1,1 0-1,0-1 1,0 1-1,0-1 1,8 2-1,-4-1-29,1 0-1,-1-1 0,1 0 1,0-1-1,0 0 1,0 0-1,0-1 0,0-1 1,0 1-1,11-4 1,-14 3-125,0-1 1,0-1-1,0 1 1,-1-1-1,1 0 1,-1-1-1,0 1 0,0-1 1,0-1-1,-1 1 1,1-1-1,-1 0 1,0 0-1,-1 0 1,6-8-1,1-4-1064,-1 0-1,0-1 0,-2 0 1,10-28-1,-5-7-4980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2.92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66 0 464,'0'0'14315,"24"11"-13455,76 32-50,-93-40-575,0 0 1,0 0-1,-1 0 0,1 1 1,-1-1-1,1 2 0,-1-1 1,-1 1-1,1 0 0,5 6 1,-3-3 147,-5-5-151,-3-2-194,1-1 1,0 0-1,-1 1 1,1-1-1,-1 1 1,1-1-1,-1 1 1,0-1-1,1 1 1,-1 0-1,1-1 1,-1 1-1,0-1 1,0 1 0,1 0-1,-1-1 1,0 1-1,0 0 1,0-1-1,0 2 1,-6-1 191,-32-2-242,19 0-41,-1 1 1,0 0-1,0 2 1,-36 7-1,50-7 46,1-1 0,-1 1 1,1 1-1,0-1 0,0 1 0,0 0 0,0 0 0,1 0 0,-1 1 0,1-1 0,0 1 1,0 0-1,0 1 0,0-1 0,1 1 0,0-1 0,0 1 0,0 0 0,0 0 0,1 1 1,-4 9-1,4-7 7,0-1 1,0 1 0,1-1-1,0 1 1,0 0 0,1 0-1,0 0 1,0-1 0,0 1-1,1 0 1,1 0-1,-1-1 1,4 10 0,-3-13-30,0 0 0,-1 0 1,2 0-1,-1 0 0,0-1 0,1 1 1,0 0-1,0-1 0,0 0 1,0 0-1,0 0 0,1 0 0,-1 0 1,1-1-1,0 0 0,0 1 1,0-1-1,0-1 0,0 1 0,0-1 1,0 1-1,1-1 0,8 1 1,-8-1-156,1 0 0,-1-1 0,1 0 1,0 0-1,-1 0 0,1-1 1,0 1-1,-1-1 0,1-1 0,-1 1 1,1-1-1,-1 0 0,0 0 1,9-5-1,-7 1-89,0 1 1,-1-2-1,1 1 0,-1 0 1,-1-1-1,1 0 1,-1-1-1,6-11 0,26-50-2631,-8 3-2111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3.29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0 215 1008,'0'0'11827,"8"15"-10251,25 50-300,-30-58-1173,1-1 0,0 1-1,0-1 1,1 0 0,0-1-1,0 1 1,0-1 0,0 0-1,1 0 1,0-1-1,0 0 1,0 0 0,1 0-1,0-1 1,-1 0 0,1 0-1,0 0 1,0-1 0,0 0-1,1-1 1,-1 0 0,0 0-1,1 0 1,-1-1-1,1 0 1,-1 0 0,1-1-1,-1 0 1,8-2 0,-10 2-95,-1-1 1,1 0-1,-1 1 1,1-2-1,-1 1 1,0 0-1,0-1 1,0 0-1,0 0 1,-1 0-1,1 0 1,-1 0-1,1-1 1,-1 0-1,0 0 1,-1 0-1,1 0 0,3-7 1,-2 2 0,0 0 0,0 0 0,-1 0 0,0 0-1,-1 0 1,0 0 0,0-1 0,0-16 0,-2 23-9,-4-66 73,3 63-58,0 1 1,-1-1-1,1 1 1,-1-1-1,0 1 0,-1 0 1,1 0-1,-1 0 1,0 0-1,-5-5 1,2 3 14,0 0 1,-1 0-1,0 0 0,-1 1 1,1 0-1,-1 0 0,-1 1 1,1 0-1,0 1 0,-1 0 1,-10-4-1,3 4-796,0 0 0,-1 1 0,0 1-1,1 0 1,-26 1 0,23 1-1796,-1 0-2028</inkml:trace>
  <inkml:trace contextRef="#ctx0" brushRef="#br0" timeOffset="1">0 215 784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4:53.62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838 451 784,'-145'-221'8722,"132"218"-2705,13-3-4600,0-3-185,17-7-224,17-6-488,4-6-80,7-3-288,-3 0 0,-11 0-144,-7 6-8,-14 7-304,-10 9-840,-7 9-1360,-27 12-1777,-11 16-1529</inkml:trace>
  <inkml:trace contextRef="#ctx0" brushRef="#br0" timeOffset="1">228 895 8314,'0'0'16171,"-97"205"-15843,90-143-328,-3 6-376,-28 37-528,3-14-1745,-6-11-3344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0.09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0 766 9034,'0'0'4566,"0"-27"-4371,5-89-56,-4 108-110,0 0-1,1 0 1,0 0 0,1 0 0,0 0 0,0 0 0,0 1 0,1 0-1,0-1 1,1 1 0,0 1 0,11-13 0,-5 5 45,7-8 94,2 1 1,1 1-1,1 1 0,0 1 1,1 0-1,1 2 0,1 1 0,0 1 1,1 1-1,1 1 0,54-17 1,-25 15-92,1 1 1,0 4-1,1 2 1,0 2-1,59 3 1,-66 5-76,0 1 0,74 17 0,100 36 80,-5 0-113,-111-37-22,146 7 1,111-17-622,-306-12 513,0-3-1,0-2 1,-1-2 0,0-4-1,103-35 1,-89 20 105,-2-3 1,0-3-1,129-87 0,-194 117 71,13-9 65,28-25-1,-43 35-29,-1-1-1,1 0 0,0 0 1,-1 0-1,0 0 1,0 0-1,0-1 0,-1 0 1,1 1-1,-1-1 1,0 0-1,2-9 0,-4 14-8,0-1 0,0 1 0,0-1 0,0 1 0,0-1 0,0 1 0,0-1 0,0 1 0,0-1 0,0 1 0,0-1 0,0 1 0,-1 0 0,1-1 0,0 1 0,0-1 0,-1 1 0,1 0 0,0-1 0,0 1 0,-1 0 0,1-1 0,0 1 0,-1 0 0,1-1 0,0 1-1,-1 0 1,1 0 0,-1-1 0,1 1 0,-1 0 0,1 0 0,0 0 0,-1 0 0,1 0 0,-1-1 0,1 1 0,-1 0 0,1 0 0,-1 0 0,0 0 0,-20 5 253,19-2-276,0-1-1,0 1 0,0 0 0,0 0 0,0 0 1,1 0-1,0 0 0,0 0 0,-1 0 0,2 0 0,-1 1 1,0-1-1,1 0 0,-1 1 0,1-1 0,0 0 1,0 1-1,1-1 0,-1 0 0,0 0 0,1 1 0,0-1 1,0 0-1,0 0 0,2 4 0,1-2-18,0 0 1,1 0-1,0 0 0,0-1 0,1 0 0,-1 1 0,1-2 0,0 1 1,7 3-1,63 25-19,-74-31 19,41 13-5,1-1 0,0-3-1,1-1 1,77 4 0,189-10-107,-245-4 78,359-35-31,0-35-98,27-4-73,-303 57 110,162 2 0,-123 21 177,234 36 0,-42 9 137,189 27-3675,-499-64-493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0.92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342 201 264,'0'0'13368,"-19"-30"-13068,-59-90-181,75 115-114,0 1 0,-1-1 0,1 1 0,-1 0 0,0 0-1,-1 0 1,1 0 0,-1 1 0,-8-5 0,11 7-1,-1 0-1,0 0 0,0 0 1,0 1-1,0-1 1,0 1-1,-1 0 1,1 0-1,0 0 1,-3 0-1,-6 1 1,7-1-8,0-1 0,0 2 0,0-1 0,0 0 0,0 1 1,0 0-1,0 0 0,0 1 0,0-1 0,1 1 0,-7 4 0,7-3-1,1 0 0,-1 0 0,1 1 1,0-1-1,0 1 0,0 0 0,0 0 0,1 0 0,0 0 0,0 0 0,0 1 0,-2 7 0,-2 6 5,1 1 0,0 0-1,2 0 1,-2 29 0,3 81 140,3-73-75,5 176 333,-2 107-827,-4-336 218,0-1-1,0 0 0,0 1 0,0-1 0,0 0 1,0 0-1,-1 1 0,1-1 0,-1 0 0,0 0 1,1 0-1,-1 1 0,0-1 0,0 0 1,-1 0-1,1 0 0,0-1 0,-1 1 0,1 0 1,-3 2-1,-10-2-4264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1.40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98 808,'0'0'13648,"13"-3"-13500,-1-1-126,1 1-1,-1 1 1,0 0-1,1 1 1,0 0-1,-1 1 1,23 2-1,45 12 65,-16-2-370,0-3 0,75 1 0,-131-9-116,0-2-1,1 1 1,-1-1 0,0 0 0,1-1 0,-1 0 0,0 0 0,0-1 0,14-7 0,-18 8 278,0-1-1,0 0 1,-1 0 0,1 0 0,-1 0 0,0 0 0,0-1 0,0 0 0,0 1 0,-1-1 0,1 0 0,-1 0 0,0-1 0,0 1 0,0 0 0,-1-1 0,0 1 0,0-1 0,1-5 0,-2 8 342,0 1-1,0-1 1,0 0 0,0 1-1,1-1 1,-1 0-1,0 1 1,1-1 0,-1 1-1,1-1 1,0 0 0,0 1-1,-1 0 1,1-1-1,0 1 1,1-2 0,0 4-20,-1-1 0,0 1 0,1-1 0,-1 1 1,0 0-1,0-1 0,1 1 0,-1 0 0,0 0 1,0 0-1,0 0 0,0 0 0,0 0 0,0 1 1,0 0-1,11 10-1123,2 3 958,1-1 1,0 0-1,1-2 0,1 0 1,33 19-1,-37-25-129,1 0 0,0-1 0,0-1 0,0 0 0,1 0-1,-1-2 1,1 0 0,26 0 0,-39-1 44,1-1 1,-1 0-1,0-1 0,0 1 1,0 0-1,0 0 1,0-1-1,0 0 0,0 1 1,0-1-1,-1 0 1,1 0-1,0 0 0,0 0 1,0 0-1,-1 0 0,1 0 1,-1-1-1,1 1 1,-1-1-1,1 1 0,-1-1 1,0 1-1,0-1 1,0 0-1,0 0 0,0 0 1,0 1-1,1-4 1,0-4 371,0 0 1,-1 0 0,0 1 0,-1-1-1,0-14 1,0 13 802,1 16-1108,-1 0 0,1 0 0,1 0 0,-1-1-1,1 1 1,0-1 0,0 1 0,1-1 0,-1 0-1,1 0 1,4 6 0,4 3-12,0 0 1,17 17-1,-22-26-238,-1-1 1,1 0-1,0 0 0,0 0 1,1-1-1,-1 0 0,1 0 1,-1-1-1,1 0 0,0 0 1,0 0-1,0-1 1,0 0-1,0-1 0,9 1 1,16 0-5399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1.77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0 744,'0'0'11713,"9"10"-11383,-1-3-262,0 1 0,0 0 0,-1 0 0,-1 1 0,1 0 1,-2 0-1,1 0 0,-1 1 0,0 0 0,3 11 0,-2 8 156,-5-23-181,-1 1-1,2-1 0,-1 1 1,1-1-1,0 0 0,0 0 1,1 1-1,0-2 0,0 1 0,7 10 1,-8-15-38,-1-1 1,1 1 0,0-1-1,-1 0 1,1 1 0,0-1-1,0 0 1,0 0 0,-1 0-1,1 0 1,0 0 0,0-1-1,0 1 1,-1 0 0,1-1-1,0 0 1,-1 1 0,1-1-1,0 0 1,-1 0 0,1 0-1,-1 0 1,1 0 0,-1 0-1,0 0 1,1 0 0,1-3-1,35-47 63,-31 39-24,0 2 1,1-1 0,0 1 0,1 0 0,0 1 0,0 0-1,1 0 1,13-9 0,-14 14-34,1-1 0,-1 1 0,1 1 0,0-1 1,-1 2-1,2-1 0,-1 1 0,0 1 0,0 0 0,0 0 0,1 1 0,18 2 0,-26-1-7,1 0-1,0 0 0,0 0 1,0 1-1,-1-1 1,1 1-1,0 0 1,-1-1-1,1 2 0,-1-1 1,0 0-1,0 1 1,0-1-1,0 1 0,4 5 1,4 6-2,-1 1 1,11 20-1,-1-2 12,-12-22-266,23 30 487,-29-39-655,-1 0 1,1 0-1,0-1 1,0 1 0,0-1-1,0 0 1,1 0-1,-1 1 1,0-1-1,4 1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2.1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286 13 2008,'0'0'11258,"-28"-3"-11084,-90-6 86,114 9-232,0 0 0,0 0-1,-1 0 1,1 0 0,0 1-1,0 0 1,0 0 0,1 0 0,-1 0-1,0 1 1,0-1 0,0 1-1,1 0 1,-1 0 0,1 1 0,0-1-1,0 1 1,0-1 0,-6 7-1,1-1 119,3-2-11,0 0 0,0 0-1,0 0 1,1 1 0,0 0-1,0 0 1,1 0-1,0 0 1,0 0 0,-2 10-1,3-12-89,1 0 0,0 0-1,0 0 1,1 0 0,-1 1-1,1-1 1,1 0 0,-1 0-1,0 0 1,1 1 0,0-1-1,1 0 1,-1 0 0,1 0 0,0 0-1,4 8 1,-1-7-38,0 0 0,1 0 0,-1 0 0,1-1 0,1 0 0,-1 0 0,1-1 0,-1 0 0,1 0 0,0 0 0,1-1 0,-1 0 0,1 0 0,-1-1 0,16 3 0,4-1-87,0 0 0,1-2 0,36-2 0,-56 0-75,-1-1 0,1 0 1,-1 0-1,0-1 0,1 0 1,-1 0-1,0 0 0,0-1 1,-1 0-1,12-7 0,-5 1-884,0-1-1,-1-1 1,21-21-1,0-9-4268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2.77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10 19 464,'0'0'11703,"31"-4"-10643,98-9-157,-124 12-816,0 1 1,-1-1-1,1 1 0,0 1 1,0-1-1,0 1 1,0-1-1,0 1 1,0 1-1,-1-1 1,6 3-1,-8-3-24,0 1 1,0-1-1,0 1 0,0 0 0,0 0 0,0 0 1,-1 0-1,1 0 0,-1 0 0,1 0 0,1 5 0,3 3 207,0-1-193,-1 1 0,0 0 0,0 0 0,-1 1 0,0-1 0,-1 1 0,0 0-1,-1 0 1,0 0 0,1 15 0,-3-26-28,-4-1-45,0 0 0,0 0 0,0 1 0,0-1 0,0 1 1,0 0-1,-6 1 0,-12-1-2,-5-4-13,-1 1 1,1 2-1,-1 1 0,-32 4 1,56-3 11,0 0 0,0 0 0,0 1 0,1-1 1,-1 1-1,0 0 0,1 0 0,0 0 0,-1 1 1,1-1-1,0 1 0,0-1 0,0 1 0,1 0 1,-1 0-1,1 1 0,-1-1 0,1 0 0,0 1 1,-3 7-1,4-9-17,1 0 1,-1 1-1,0-1 1,0 0-1,1 1 0,-1-1 1,1 1-1,0-1 1,0 1-1,0-1 1,0 0-1,0 1 0,1-1 1,-1 1-1,1-1 1,-1 1-1,1-1 1,0 0-1,0 0 1,0 1-1,0-1 0,0 0 1,1 0-1,-1 0 1,1 0-1,-1 0 1,1 0-1,0-1 0,0 1 1,-1 0-1,1-1 1,0 0-1,5 3 1,3 0-249,0 0 0,0 0 0,0-1 0,1 0 0,-1-1 0,1-1 0,0 1 0,0-2 0,18 0 0,-21 0-42,0-1 0,0 0-1,0 0 1,1-1-1,-1 0 1,-1 0-1,1-1 1,0 0-1,-1-1 1,1 1-1,-1-1 1,0-1 0,7-5-1,-7 5 3,-1-1 0,0 0 0,0 0 0,-1-1 0,1 0 0,-1 0 0,-1 0 0,1 0 0,-1-1 0,-1 0 0,1 0 1,3-14-1,-7 22 398,0-1 0,0 1 0,0-1 0,0 1 0,0 0 0,0-1 0,0 1 0,0-1 0,0 1 0,1-1 0,-1 1 0,0-1 0,0 1 1,1-1-1,-1 1 0,0 0 0,0-1 0,1 1 0,-1 0 0,0-1 0,1 1 0,-1 0 0,1-1 0,-1 1 0,0 0 0,1 0 0,-1-1 1,1 1-1,-1 0 0,1 0 0,-1 0 0,1 0 0,15 8 1895,12 24-147,-26-30-1724,7 11 78,1-1 1,0 0-1,1-1 0,1 0 1,-1-1-1,17 11 0,-21-17-197,1 0-1,0 0 0,0 0 1,1-1-1,-1 0 0,0-1 0,1 0 1,0 0-1,0-1 0,-1 0 1,1-1-1,13 0 0,-18-1 11,0 1 0,0-1 0,0 0-1,0 0 1,0-1 0,0 1-1,-1-1 1,1 0 0,0 0 0,-1 0-1,1-1 1,-1 1 0,0-1 0,0 0-1,0 1 1,0-1 0,0-1-1,-1 1 1,0 0 0,1-1 0,-1 1-1,0-1 1,-1 0 0,1 0 0,-1 1-1,2-6 1,2-7 50,-1 1 0,-1 0 0,0-1 0,-1 0 0,-1-25 0,-1 36 1,0 0 0,0 0 0,0 0 1,-1 0-1,0 0 0,0 1 0,0-1 1,0 0-1,-1 1 0,0-1 0,0 1 0,0 0 1,-1-1-1,1 1 0,-5-5 0,3 5-11,0 1-1,0 0 1,0 0-1,-1 0 1,1 1-1,0-1 1,-1 1-1,0 0 1,1 1-1,-1-1 0,0 1 1,0 0-1,0 0 1,0 0-1,-6 0 1,-15 0-377,0 1 0,0 0 1,0 2-1,1 1 0,-1 2 1,-33 9-1,23-4-1878,7-3-2477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3.11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0 184 11114,'0'0'5498,"204"-118"-5386,-163 93-104,-6 7 0,-18 2-16,-10 10-657,-31 9-3127,-17 19-3394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3.63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77 267 11426,'0'0'7202,"-35"171"-7202,25-106-168,-4 16-752,4-19-2097,3-15-5945</inkml:trace>
  <inkml:trace contextRef="#ctx0" brushRef="#br0" timeOffset="1">1753 0 13795,'0'0'7530,"38"146"-7538,-28-81 128,-3 4-336,-7-1-209,0-6-663,0 0-792,0-15-793,0-19-2248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4.00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53 1 8154,'0'0'5085,"33"-1"-4681,106 5-333,-136-4-76,0 0 1,1 0 0,-1 1-1,0-1 1,1 1 0,-1 0-1,0 0 1,0 1 0,0-1-1,0 0 1,0 1 0,0 0-1,0 0 1,0 0 0,-1 0-1,1 0 1,-1 0 0,0 1-1,1-1 1,-1 1 0,0 0-1,0-1 1,-1 1 0,1 0-1,-1 0 1,1 0 0,-1 0-1,0 1 1,1 3 0,1 0-32,0 1 16,-1-1-1,1 0 1,-1 0 0,-1 1-1,1 0 1,-1-1-1,-1 1 1,1-1 0,-1 1-1,-1 0 1,1-1-1,-1 1 1,-1 0 0,1-1-1,-1 0 1,-1 1-1,1-1 1,-1 0 0,-1 0-1,1 0 1,-1-1-1,0 1 1,-1-1 0,1 0-1,-1 0 1,0 0-1,-1-1 1,1 0-1,-8 6 1,-2 0 44,-1 0 1,0-1-1,0 0 0,-21 8 0,27-14-57,1-1-1,-1 0 1,1 0-1,-1 0 0,0-2 1,0 1-1,0-1 1,0-1-1,-17 0 0,26 0-81,-1 0-1,1-1 1,0 1 0,-1 0-1,1-1 1,-1 1-1,1 0 1,0-1-1,-1 0 1,1 1-1,0-1 1,0 0-1,-2-1 1,-6-17-4109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4.33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40 319 8682,'0'0'7950,"-4"-17"-7313,-3-8-446,0 0 164,0-1 0,-5-48 0,11 60-264,0-35 30,1 47-125,0-1 1,0 1-1,1 0 1,-1-1-1,1 1 1,0 0-1,-1 0 1,1-1-1,0 1 1,0 0-1,1 0 1,-1 0-1,0 0 1,1 0-1,-1 0 1,4-2-1,4-3-166,1 2 0,0-1 0,0 1 0,0 1 0,0 0 0,1 0 0,0 1 0,-1 1 0,15-2 0,-2 1-891,-1 1-1,1 2 0,38 3 1,-35 2-2188,-7 4-3856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4.68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0 321 12083,'0'0'5265,"97"176"-5257,-80-154-16,7-9-536,-3-4-1225,-4-6-2920</inkml:trace>
  <inkml:trace contextRef="#ctx0" brushRef="#br0" timeOffset="1">152 1 8618,'0'0'6241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5.35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 13803,'0'0'4345,"15"28"-4458,46 90-34,-57-111 108,-1 1 0,0 0 0,0-1 0,0 1 0,-1 0 0,0 1 0,0-1 0,-1 0 0,0 12 0,-1-15 26,0 0 1,1 0-1,0 0 1,-1-1-1,2 1 1,1 7-1,-3-11 14,1-1-1,-1 0 1,0 0-1,0 1 1,0-1-1,1 0 0,-1 0 1,0 0-1,0 1 1,1-1-1,-1 0 0,0 0 1,0 0-1,1 0 1,-1 0-1,0 0 1,1 1-1,-1-1 0,0 0 1,0 0-1,1 0 1,-1 0-1,0 0 1,1 0-1,-1 0 0,0 0 1,1 0-1,-1 0 1,0-1-1,1 1 1,-1 0-1,0 0 0,0 0 1,1 0-1,-1 0 1,0 0-1,0-1 0,1 1 1,-1 0-1,0 0 1,0 0-1,1-1 1,-1 1-1,0 0 0,0 0 1,0-1-1,0 1 1,1 0-1,-1 0 1,0-1-1,0 1 0,0 0 1,0-1-1,0 1 1,11-17-86,7-21 32,35-57-1,-45 83 34,0 1-1,0 0 0,1 1 1,0 0-1,1 0 0,0 1 1,1 0-1,0 1 0,13-7 1,-22 13-14,1 0 1,0 1-1,0 0 1,0 0-1,0 0 1,0 0-1,0 0 1,1 0 0,-1 1-1,0 0 1,0 0-1,0-1 1,1 2-1,-1-1 1,0 0-1,4 1 1,-5 0-4,0 0 0,0 0-1,0 0 1,0 0 0,0 0 0,-1 1 0,1-1 0,0 1 0,-1-1-1,1 1 1,0-1 0,-1 1 0,0 0 0,1 0 0,-1 0 0,0 0 0,0 0-1,0 0 1,0 0 0,-1 0 0,1 0 0,0 4 0,4 25-28,-1 0 1,-1 1 0,-3 52-1,-1-38 56,1-45 2,12-11-334,15-25 189,-10 12 155,2 1 1,0 0 0,32-27 0,-44 43-46,1 0 0,-1 1 0,1 0 0,0 1 0,0 0 0,0 0 0,1 1 0,0 0 0,-1 0 0,1 1 0,0 0 0,0 1 0,0 0-1,0 0 1,14 1 0,-20 0 6,-1 1 0,0-1 1,0 1-1,1 0 0,-1-1 0,0 1 0,0 0 0,0 0 0,0 0 0,0 0 0,0 1 0,-1-1 0,1 1 0,0-1 0,0 1 0,1 1 0,22 35-117,-6-9 148,-16-24-119,0-1 0,0 0 0,0 0 0,1 0 0,-1 0 0,1 0 0,0-1 0,0 0 0,1 1 0,-1-2 0,1 1 0,-1 0 0,1-1 0,0 0-1,0 0 1,0 0 0,0-1 0,0 0 0,1 0 0,-1 0 0,0 0 0,0-1 0,8 0 0,-10-1-33,0 1-1,-1-1 0,1 0 1,0 0-1,0 0 1,-1 0-1,1 0 0,-1-1 1,1 1-1,-1-1 1,0 1-1,1-1 0,-1 0 1,0 0-1,0 0 1,0 0-1,-1 0 0,1-1 1,0 1-1,-1 0 1,1-1-1,-1 1 0,1-5 1,5-9 354,0 0 1,6-27 0,-11 34 51,1-2 540,9-36 1931,-11 18 2713,3 48-5392,0 0 1,2-1 0,0 0 0,1 0 0,1-1 0,1 0 0,12 19 0,-16-28-285,0-1-1,0 0 1,1-1 0,0 1 0,0-1-1,0 0 1,1 0 0,0-1 0,0 0-1,0 0 1,1-1 0,-1 0 0,1 0-1,0-1 1,1 0 0,-1 0 0,0-1 0,10 2-1,10-3-2519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5.69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5009,'0'0'9602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6.02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166 0 2288,'0'0'11259,"52"199"-11051,-31-124-112,-4-4 136,0-3-128,-6-12-208,-1-9 64,-7-13-672,-3-12-1633</inkml:trace>
  <inkml:trace contextRef="#ctx0" brushRef="#br0" timeOffset="1">1 351 10914,'0'0'3665,"203"-62"-3113,-130 47-448,-4 2-104,10 7-160,-17 3-1280,-17 3-2617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6.40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12803,'0'0'4793,"48"192"-7706,-45-151 209,4-13-7843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6.73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0 119 3713,'0'0'12277,"19"18"-12013,62 60-197,-59-54-28,33 45 1,-43-54-128,0 1 0,1-2 0,14 14 1,-27-27 91,1-1 0,-1 0 0,0 1 1,1-1-1,-1 0 0,0 1 0,1-1 0,-1 0 1,1 1-1,-1-1 0,0 0 0,1 1 1,-1-1-1,1 0 0,-1 0 0,1 0 0,-1 0 1,1 1-1,-1-1 0,1 0 0,-1 0 0,1 0 1,-1 0-1,1 0 0,-1 0 0,1 0 0,-1-1 1,1 1-1,-1 0 0,1 0 0,-1 0 1,1 0-1,-1-1 0,1 1 0,-1 0 0,1 0 1,-1-1-1,1 1 0,-1 0 0,0-1 0,1 1 1,-1-1-1,9-19 408,-8 17-454,11-38 310,2 0 1,32-64-1,-35 86-752,1-1-1,20-24 1,-22 31-682,1 2 1,0-1 0,1 2 0,16-12 0,3 2-6296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7.10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160 0 760,'0'0'15661,"13"18"-14993,40 53-176,-40-51 758,-15-20-953,-62-8-171,51 6-139,-1-1 0,0 2-1,0 0 1,-27 1 0,37 1 8,0 0 0,1-1 0,-1 1-1,1 0 1,-1 1 0,1-1 0,0 1 0,-1-1 0,1 1 0,0 0 0,0 0 0,0 1 0,0-1-1,1 0 1,-1 1 0,1 0 0,-1 0 0,1-1 0,0 1 0,0 1 0,0-1 0,0 0 0,-1 5-1,1-2 1,1-1 0,0 1-1,0-1 1,0 1-1,0-1 1,1 1-1,1 8 1,-1-2-41,0-11 44,0 0 0,0 0 0,0 0-1,1 0 1,-1 0 0,0 0 0,0 0 0,1 0-1,-1 0 1,1 0 0,-1-1 0,1 1 0,-1 0 0,1 0-1,-1 0 1,1-1 0,0 1 0,-1 0 0,1-1 0,0 1-1,0 0 1,-1-1 0,2 1 0,27 8-77,-16-9 73,0 1 1,24-3-1,-31 0 15,0 0-1,0 0 1,0 0 0,0-1-1,-1 0 1,1 0 0,-1-1-1,0 1 1,1-1-1,-2 0 1,8-8 0,33-21 5,-43 31-14,1 1 1,0 0-1,0 0 0,0 0 1,0 0-1,0 0 0,0 0 0,0 1 1,0-1-1,0 1 0,0 0 1,0 0-1,0 0 0,0 1 0,4 0 1,-4 0 4,0 0 1,0 1 0,1 0 0,-1-1-1,0 1 1,0 0 0,0 1 0,-1-1-1,1 0 1,3 5 0,13 10-35,-10-13-27,-1 1-1,1-1 1,0-1-1,0 0 1,0 0-1,0 0 1,0-1-1,1-1 1,17 1-1,-10-1-960,0-1 0,0-1 0,0-1 0,26-6 0,3-9-7541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8.31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1 441 7682,'0'0'11029,"47"3"-10277,406 16 128,1155-17-677,-802-4-669,-757 2 377,335 10-286,-315-3 383,1 2-1,-1 4 1,104 32 0,-117-24-56,-25-9 56,40 10 0,-66-22-8,-1 1 1,1 0 0,-1-1-1,1 0 1,-1 0 0,1-1-1,-1 1 1,1-1 0,-1 0-1,0 0 1,1 0 0,5-3-1,3-2 5,0-1 0,18-13 0,6-3 23,50-22 23,161-58 0,107-2-92,-209 73-95,2 6-1,252-10 1,-212 33-1106,325 38 0,-378-17 128,48 6-3,211 2 1,-367-27 1123,-1-1-1,-1-1 1,1-2-1,0 0 1,-1-2 0,37-14-1,-19 3-121,-2-2 0,66-43 0,-1-12-2256,-17 3-3429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9.12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361 1 3569,'0'0'11512,"7"0"-10125,12 0-497,-14 0-391,-11 0 367,-20 0-520,-4 0-78,-38 4 0,58-3-262,0 1-1,0 0 1,0 1-1,1 0 1,-1 0-1,1 1 1,-17 10 0,13-6-7,1 1 1,1 0 0,0 1 0,0 1 0,1-1 0,0 2-1,1-1 1,0 1 0,1 1 0,1-1 0,0 1 0,0 1 0,1-1-1,1 1 1,-6 22 0,4-3-1,2 0-1,0 1 0,3 0 1,0-1-1,6 60 1,2-49-7,2 1 0,22 68 1,-19-77-448,-2 0 0,-1 1 1,-1 0-1,2 54 0,-9-73-159,-1 21-1194,1-37 1613,0-1 1,-1 0-1,1 1 0,-1-1 1,1 1-1,-1-1 1,0 0-1,1 1 1,-1-1-1,0 0 0,0 0 1,0 1-1,0-1 1,0 0-1,0 0 1,0 0-1,0 0 1,-1-1-1,1 1 0,0 0 1,-3 1-1,-19 3-5626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9.64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0 152 1032,'0'0'12414,"32"-4"-11081,108-11-205,54 2-213,-117 10-2448,130-24 0,-198 25 988,-1 0 0,1 0-1,-1-1 1,0 0 0,0 0-1,14-9 1,-19 10 479,0 0-1,-1 0 1,1-1 0,-1 1-1,1-1 1,-1 1-1,0-1 1,2-4 0,-2 5 330,-1-1 0,0 0 1,1 0-1,-1 0 0,-1 0 1,1 0-1,0 0 0,-1 0 1,0-1-1,1-3 0,7 10 1790,39 61-1375,-37-48-615,1 0 0,1-1 0,0 0 0,20 17 0,-25-26-83,1 0-1,0 0 1,0-1 0,1 0 0,-1-1-1,1 0 1,0 0 0,0-1-1,1 0 1,-1 0 0,1-1 0,-1-1-1,1 1 1,0-1 0,-1-1 0,1 0-1,0-1 1,0 1 0,9-3 0,-15 1-17,1 1 0,0-1 0,-1 0 1,0 0-1,1 0 0,-1-1 1,0 0-1,0 1 0,-1-1 1,1-1-1,0 1 0,-1 0 1,0-1-1,0 0 0,0 0 1,0 0-1,-1 0 0,0 0 0,1 0 1,-1-1-1,-1 1 0,1-1 1,0-4-1,3-9 429,-1 0 0,-2 0 1,0 0-1,0-33 504,-1 54-727,0 3-141,1 0 0,1 0 0,-1-1 1,1 1-1,0-1 0,0 0 0,0 0 0,7 8 1,39 40 63,-38-42-68,5 5 34,1 0 0,1-1 0,32 22 0,-42-32-290,1-1 1,-1 1-1,1-2 1,-1 0-1,10 3 1,-12-5-320,-1 0 0,1 0 0,0 0 0,-1-1 1,1 0-1,0 0 0,-1-1 0,1 0 0,6-1 1,8-8-7358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09.99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47 808,'0'0'13015,"14"6"-12435,46 25-229,-56-27-327,0-1-1,0 1 1,0-1 0,-1 1-1,1 0 1,-1 1 0,0-1-1,0 0 1,-1 1 0,0 0-1,1 0 1,-1-1 0,-1 1-1,1 0 1,1 10 0,4 7 29,-6-18-52,0-1 0,0 0 0,1 0 1,0 0-1,-1 0 0,1 0 0,3 3 0,-4-5 3,-1-1-1,1 1 1,0-1 0,-1 0-1,1 1 1,-1-1-1,1 0 1,0 1-1,-1-1 1,1 0-1,0 0 1,-1 0-1,1 0 1,0 0 0,-1 1-1,1-1 1,0 0-1,-1-1 1,1 1-1,0 0 1,-1 0-1,1 0 1,0 0-1,-1 0 1,1-1 0,0 1-1,-1 0 1,1-1-1,0 1 1,-1 0-1,1-1 1,-1 1-1,1-1 1,-1 1-1,1-1 1,-1 1 0,1-1-1,-1 1 1,0-1-1,1 1 1,-1-1-1,0 1 1,1-1-1,-1 0 1,0 1-1,1-2 1,30-54 271,-26 44-202,1 1 0,0 0-1,0 0 1,1 0 0,1 1-1,0 0 1,0 0 0,1 1-1,0 0 1,14-10 0,-16 15-30,0 0 0,-1 1-1,2 0 1,-1 0 0,10-2 0,-14 4-40,0 0 0,-1 1 0,1-1 0,0 1 0,-1 0 1,1 0-1,0 0 0,0 0 0,-1 0 0,1 0 0,0 1 0,-1 0 0,1-1 0,-1 1 0,1 0 1,0 0-1,-1 0 0,5 4 0,2 4 12,-1 1-1,0 0 1,-1 0 0,0 1 0,-1 0 0,0 1-1,7 17 1,-5-10-20,21 32 0,-28-48-60,1-1 1,0 0-1,0 0 0,0 0 1,0 0-1,0 0 1,0 0-1,1 0 0,-1-1 1,1 1-1,-1-1 1,1 0-1,-1 0 0,1 0 1,0 0-1,3 1 1,1-1-834,1 0 1,0-1-1,0 0 1,11-1 0,2-2-4906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0.3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273 1 416,'0'0'13574,"-30"5"-12451,-92 19-373,117-23-704,0 0-1,0 0 1,0 1-1,0-1 1,0 1-1,0 0 1,1 0-1,-1 1 1,1-1 0,0 1-1,-1 0 1,1 0-1,1 1 1,-1-1-1,-6 8 1,3-3 51,3-2-6,0-1 0,0 1 0,1 0-1,0 0 1,0 0 0,0 0 0,1 1 0,0-1 0,0 1 0,0 0 0,1 0-1,-1 11 1,2-13-74,0 0-1,0 0 1,0 1 0,1-1-1,-1 0 1,1 0 0,0 0-1,1 0 1,-1 0-1,1 0 1,0 0 0,0-1-1,1 1 1,-1 0-1,1-1 1,0 0 0,5 5-1,0-1-102,1-1-1,0 0 1,0-1 0,1 0-1,0 0 1,0-1-1,0 0 1,1-1 0,0 0-1,0-1 1,18 3-1,0-1-1316,-1-3 0,1 0 0,42-4 0,-17-3-3860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0.71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56 1 880,'0'0'12876,"32"23"-12742,98 73-24,-85-55-34,-31-16-40,-8-13-24,-3-5 37,0-1-1,0 1 0,0-1 0,-1 1 0,0 0 0,0 0 0,-1 0 1,1 8-1,-2-14 18,-15-18 28,8 11-63,-1 0 1,1 0 0,-1 0-1,0 1 1,-1 0-1,1 1 1,-1 0 0,0 0-1,0 1 1,0 0-1,0 1 1,-1 0 0,1 0-1,-1 1 1,1 0 0,-1 1-1,1 0 1,-1 0-1,-18 4 1,24-3 8,-1 0 1,1 1-1,0-1 1,-1 1-1,1 0 0,0 0 1,0 0-1,1 1 1,-1-1-1,0 1 0,1 0 1,0 0-1,-1 0 0,1 1 1,0-1-1,1 1 1,-4 5-1,2-3 36,1 0 0,0 1 0,0-1 0,1 1 0,-1 0 0,2 0 0,-1 0 0,1-1 0,0 1 0,0 11 0,1-15-71,0-1-1,0 1 1,1-1-1,-1 1 1,0-1-1,1 1 1,0-1-1,0 0 1,0 1 0,0-1-1,0 0 1,0 0-1,0 0 1,1 0-1,-1 0 1,1 0-1,3 3 1,-1-2-22,-1 0 0,1 0 0,0-1 0,1 0 0,-1 0 0,0 0 0,1 0-1,8 2 1,2-1-324,-1-1 0,1 0 0,0-1-1,0-1 1,20-1 0,-26 0-355,1 0 1,-1-1-1,0 0 1,1 0-1,-1-1 1,0-1-1,0 1 1,-1-1-1,13-8 1,16-18-6472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1.04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0 175 200,'0'0'12399,"13"16"-11620,44 52-359,-49-59-375,-1-1 1,1 0 0,1 0-1,0 0 1,0-1 0,0-1-1,1 0 1,-1 0 0,17 6-1,-18-9-38,-1-1 0,1 0 0,0 0 0,0-1 0,0 0 0,0 0 0,0-1 0,0 0 0,0 0 0,0-1 0,0 0-1,9-3 1,-14 3-40,0 0 0,0 0-1,0-1 1,0 1-1,0-1 1,0 0-1,0 0 1,-1 0 0,1 0-1,-1-1 1,1 1-1,-1-1 1,0 1-1,0-1 1,0 0 0,0 0-1,-1 1 1,1-1-1,-1-1 1,0 1-1,1 0 1,-2 0 0,2-4-1,0-3-159,0 1 0,-1-1 0,0 0 0,0 0 0,-1 0 0,-2-17 0,1 23 225,0 0 0,0 1 0,-1-1 1,1 0-1,-1 1 0,0-1 1,0 1-1,0 0 0,0 0 0,-1-1 1,0 2-1,1-1 0,-1 0 1,0 0-1,0 1 0,0 0 0,-6-4 1,-8-4 251,-2 0 0,-22-8 1,10 4-203,24 10-227,0 0-1,1 0 1,-1-1-1,1 1 1,0-1 0,0-1-1,1 1 1,-1-1 0,1 0-1,-6-10 1,-1-3-3753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1.39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1 149 720,'0'0'15932,"93"-18"-15812,-38-1-120,-3-3-104,-11 1-1433,-6-7-359,-11 3-913,-17 9-3832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1.74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 1 1824,'0'0'17492,"0"167"-16644,0-117-728,0-3-120,0-1-24,0 1-776,0-13-1600,-3-12-3082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2.86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394 541 496,'0'0'13970,"-10"0"-12993,-41-1-345,-126 3 1296,170-1-1886,0 0 1,0 0 0,-1 1 0,1 0 0,0 0-1,1 0 1,-1 1 0,0 0 0,1 1 0,-1-1-1,1 1 1,0 1 0,1-1 0,-1 1 0,1 0-1,0 0 1,0 0 0,0 1 0,1 0 0,-1 0-1,2 0 1,-1 0 0,1 1 0,0-1 0,0 1-1,0 0 1,1 0 0,0 0 0,1 0 0,0 0-1,-1 11 1,2-16-47,0 1 0,0 0 1,1-1-1,-1 1 0,1 0 0,-1-1 0,1 1 1,0-1-1,0 1 0,0-1 0,0 1 0,1-1 0,-1 0 1,1 1-1,-1-1 0,1 0 0,0 0 0,0 0 1,0 0-1,0-1 0,0 1 0,0 0 0,0-1 0,1 1 1,-1-1-1,1 0 0,-1 0 0,1 0 0,4 1 0,5 1-50,1 0 0,0-2-1,1 1 1,23-2-1,-24 0-54,-1-1 0,0 0 1,0-1-1,-1 0 0,1-1 0,0-1 0,-1 0 0,1 0 0,-1-1 0,13-8 0,-9 4-61,-1-1 0,0-1-1,0 0 1,-1-1 0,-1-1 0,17-20 0,-11 9 98,-2-1 1,-1-1 0,-1 0-1,-1 0 1,-1-2 0,-1 1 0,-2-1-1,8-36 1,-8 5 532,-3-1 0,-2-101-1,-4 142-356,0 13-58,-2-28 126,2 33-170,0 0 0,0 0 0,0 0 0,-1 0 0,1 0 0,0 0 0,-1 0 0,1 0 1,-1 0-1,1 1 0,-1-1 0,1 0 0,-1 0 0,1 0 0,-1 0 0,0 1 0,1-1 0,-1 0 0,0 1 0,0-1 0,0 0 0,0 1 1,0-1-1,1 1 0,-3-1 0,3 1-5,0 0 0,0 0 0,-1 0 1,1 0-1,0 0 0,0 0 0,-1 0 1,1 0-1,0 0 0,0 0 0,-1 0 0,1 0 1,0 0-1,0 0 0,-1 0 0,1 0 1,0 0-1,0 0 0,-1 0 0,1 1 1,0-1-1,0 0 0,0 0 0,-1 0 0,1 0 1,0 1-1,0-1 0,0 0 0,0 0 1,-1 0-1,1 1 0,0-1 0,0 0 0,0 0 1,0 1-1,-3 13-137,3-12 125,-13 119 18,6 1-1,8 128 1,-1-242-8,1 0 1,0 1-1,1-1 0,-1 0 1,1 0-1,1 0 1,0 0-1,0-1 0,0 1 1,1-1-1,0 1 0,1-1 1,-1 0-1,1-1 0,1 1 1,-1-1-1,1 0 0,0-1 1,1 1-1,-1-1 0,1 0 1,0-1-1,0 0 1,1 0-1,-1 0 0,1-1 1,0 0-1,0-1 0,0 1 1,0-2-1,0 1 0,12 0 1,-10-1-78,0-1 1,0 0-1,1-1 0,-1 0 1,0 0-1,0-1 1,0 0-1,0-1 1,0 0-1,15-8 1,-20 8 42,0 0 0,0 0 1,-1-1-1,1 1 0,-1-1 1,0 0-1,0-1 0,0 1 1,0-1-1,-1 1 1,0-1-1,0 0 0,0-1 1,-1 1-1,0 0 0,0-1 1,0 1-1,0-1 1,-1 0-1,1-7 0,-1 6 85,0 0 0,-1 0 0,0 1 0,0-1 1,-1 0-1,1 0 0,-1 0 0,-1 0 0,0 0 0,0 1 0,0-1 0,0 1 0,-5-8 0,5 11-20,0 0-1,0 0 1,0 1 0,0-1 0,-1 1-1,1-1 1,-1 1 0,1 0-1,-1 0 1,0 0 0,0 0 0,0 1-1,0-1 1,0 1 0,0 0 0,0 0-1,-1 0 1,1 0 0,0 0 0,-1 1-1,1-1 1,0 1 0,-1 0 0,1 0-1,0 0 1,-1 1 0,1-1 0,-6 3-1,7-3-20,0 1-1,0 0 0,0 0 1,0 0-1,1 1 1,-1-1-1,1 0 0,-1 1 1,1-1-1,-1 0 1,1 1-1,0 0 0,0-1 1,-1 1-1,1 0 0,1 0 1,-1 0-1,0-1 1,0 1-1,1 0 0,-1 0 1,1 0-1,-1 0 1,1 0-1,0 3 0,-2 10-3,1-1 1,1 22-1,0-21-13,1-7 6,0 1 1,0-1-1,0 1 1,1-1-1,0 1 1,1-1 0,0 0-1,0 0 1,1 0-1,0-1 1,0 1-1,1-1 1,0 0-1,0 0 1,0-1 0,1 1-1,11 8 1,-9-8-36,0-1 1,1 0 0,0 0-1,0-1 1,0 0 0,0 0-1,1-1 1,0-1 0,0 0-1,0 0 1,0 0 0,1-2 0,-1 1-1,13-1 1,-17-1-75,1 0 1,-1 0-1,1 0 1,-1-1 0,0 0-1,1-1 1,-1 1-1,0-1 1,0-1-1,9-4 1,-10 4-6,-1 0 0,0-1 0,0 1 1,0-1-1,0 0 0,-1-1 0,1 1 0,-1-1 1,0 1-1,0-1 0,-1 0 0,3-7 0,0-4 250,0 0 0,-2-1 0,0 1-1,-1-1 1,-1 0 0,0 1 0,-1-1 0,-4-26-1,-2 20 1528,7 23-1633,0-1 0,0 1-1,0-1 1,-1 1 0,1 0 0,0-1 0,0 1 0,0 0-1,0 0 1,0 0 0,0-1 0,0 1 0,0 0 0,0 0-1,0 0 1,0 0 0,1 1 0,-1-1 0,269 0-2292,-269 0 2285,0 1 1,0-1 0,0 1-1,0-1 1,0 1 0,0 0-1,-1-1 1,1 1-1,0 0 1,0 0 0,0 0-1,-1-1 1,1 1 0,0 0-1,-1 0 1,1 0-1,-1 0 1,1 0 0,-1 0-1,0 0 1,1 0-1,-1 1 1,0-1 0,0 0-1,1 1 1,0 4 76,6 15 5,-2-6-39,0 0 0,1-1 0,0 1 0,15 23 0,-18-34-62,0 0 0,0-1 0,1 1 0,-1-1 0,1 0 0,-1 0 0,1 0 0,0 0 0,0 0 0,1-1 0,-1 0 0,0 0 0,1 0 0,-1-1 0,1 1 0,0-1 0,-1 0 0,1 0 0,0-1 0,5 1 0,-1 0-282,0 0 0,0-1 0,0 0-1,0 0 1,0-1 0,-1 0-1,1-1 1,0 0 0,0 0 0,-1-1-1,1 0 1,12-7 0,14-14-4655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3.21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1 326 9570,'0'0'5057,"100"183"-5057,-66-149-96,-2-12 32,5-22-976,-5 0-1081,-12-3-5352</inkml:trace>
  <inkml:trace contextRef="#ctx0" brushRef="#br0" timeOffset="1">273 0 8650,'0'0'8138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3.7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0 116 11690,'0'0'3633,"14"29"-3546,45 96-52,-46-98 49,0-1 1,33 47-1,-45-71-81,0 0 0,0 0 0,1-1 0,-1 1-1,0 0 1,1-1 0,0 1 0,-1-1 0,1 0 0,0 1 0,0-1 0,-1 0-1,1 0 1,4 1 0,-5-2-1,0 0 0,0 0 0,0 0 0,0 0 0,0 0 0,0 0 0,0 0 0,0 0 1,0-1-1,0 1 0,0 0 0,0-1 0,0 1 0,0-1 0,0 1 0,-1-1 0,1 1 0,0-1 0,0 0 0,0 1 0,-1-1 0,2-1 0,2-5 3,1 0 0,-1 0 0,0 0 0,-1-1 1,5-15-1,-5 16-13,23-71-145,-15 40-739,2 1 0,1 0-1,29-51 1,-39 82 192,0 0 0,1 1 0,-1 0 0,1 0 0,0 0 0,0 0 0,1 1 0,-1 0 0,1 0-1,13-6 1,-17 9 543,0 0 0,1 0 0,-1 0-1,1 0 1,-1 1 0,1-1-1,-1 1 1,1 0 0,-1 0 0,1 0-1,-1 0 1,1 0 0,-1 0 0,1 1-1,-1-1 1,1 1 0,2 1 0,-3-1 303,0 0-1,0 0 1,0 1 0,0-1 0,0 1 0,0-1 0,0 1 0,-1 0 0,1 0 0,-1 0 0,1 0 0,-1 0 0,1 3 0,26 48 2801,-17-28-1725,2 1 0,0-2 0,2 0 0,0-1 0,2-1 0,37 39 0,-43-51-555,-15-13 456,-24-19-170,16 15-845,1 2 1,-1-1-1,0 2 0,-1-1 1,1 2-1,-1-1 0,0 2 1,0 0-1,1 0 0,-1 1 1,0 1-1,-16 1 0,25 0-73,1-1 0,-1 1 0,0-1 0,1 1-1,-1 0 1,1 0 0,-1 1 0,1-1-1,-1 1 1,1-1 0,0 1 0,0 0-1,0 1 1,0-1 0,0 0 0,0 1 0,1-1-1,-1 1 1,1 0 0,0 0 0,0 0-1,0 0 1,0 1 0,0-1 0,1 0-1,-1 1 1,1-1 0,0 1 0,0-1 0,0 1-1,1 0 1,-1-1 0,1 1 0,0 0-1,0-1 1,0 1 0,1 0 0,-1 0-1,1-1 1,0 1 0,1 3 0,-1-4-41,0-1 1,0 0-1,0 1 0,1-1 1,-1 0-1,0 0 0,1 0 1,0 0-1,-1 0 1,1-1-1,0 1 0,0 0 1,0-1-1,0 1 0,5 1 1,-1 0-91,0 0 0,0-1-1,1 0 1,-1 0 0,13 1 0,3-1-672,0-1 0,34-3-1,-55 2 716,12-1-974,0-1 0,24-5 0,20-16-3691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4.58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270 531 4297,'0'0'12136,"-8"-1"-11972,-41-13-26,37 10-73,-1-1 0,0 2 1,0 0-1,0 0 0,-1 1 0,1 1 0,-1 0 0,1 1 0,-18 2 0,27-1-50,1 1-1,0-1 1,0 0-1,0 1 1,0 0-1,0 0 0,0-1 1,1 2-1,-1-1 1,1 0-1,-1 1 1,1-1-1,0 1 1,0-1-1,0 1 0,0 0 1,0 0-1,1 0 1,-1 0-1,1 0 1,0 0-1,0 1 1,0-1-1,0 6 0,-3 9 62,2 0-1,1 1 0,0 22 0,1-37-74,0 1-9,0 0-1,0 0 1,0 0-1,1 0 0,0 0 1,0 0-1,0 0 1,1 0-1,0-1 1,-1 1-1,2 0 1,-1-1-1,0 0 1,1 1-1,0-1 1,0 0-1,0 0 0,1-1 1,-1 1-1,1-1 1,0 0-1,0 1 1,0-2-1,0 1 1,1 0-1,-1-1 1,1 0-1,-1 0 0,1 0 1,0-1-1,10 2 1,-8-1-42,0-1 0,0 0 1,1-1-1,-1 1 0,0-2 1,1 1-1,-1-1 0,0 0 1,0 0-1,8-4 0,-10 4 27,0-2-1,0 1 0,-1 0 1,1-1-1,-1 0 0,0 0 1,0-1-1,0 1 0,0-1 1,0 0-1,-1 1 0,0-2 1,1 1-1,4-9 0,-1-3-115,0 0-1,0 0 1,-2-1 0,0 1-1,0-1 1,-2 0-1,2-18 1,0-125-35,-5 127 180,-4-43-123,-22-126 0,12 106-290,13 92 177,1 36 73,-1 10 125,1 1 0,2-1 0,3 0 0,17 81 0,-8-79 54,21 45 1,-28-74-178,0 0 0,2-1 0,-1 0 1,2 0-1,0-1 0,16 17 0,-24-27-139,0-1-1,0 0 1,1 0-1,-1 0 1,1 0-1,-1-1 1,1 1-1,-1-1 1,1 1 0,0-1-1,0 0 1,-1 0-1,1 0 1,0 0-1,0-1 1,0 1-1,0-1 1,0 0-1,0 0 1,0 0-1,0 0 1,0 0-1,0-1 1,0 1 0,0-1-1,0 0 1,0 0-1,0 0 1,4-3-1,-2 1-223,0 0 0,0-1-1,0 1 1,-1-1 0,0 0-1,0-1 1,6-6 0,11-22 578,-17 23 891,1 1-1,0 0 1,0 0 0,1 1-1,0-1 1,1 1-1,-1 1 1,2-1 0,8-7-1,-15 15-826,-1-1 1,1 1-1,0-1 0,0 1 1,-1 0-1,1-1 1,0 1-1,0-1 0,-1 1 1,1 0-1,0 0 0,0 0 1,0-1-1,0 1 0,0 0 1,-1 0-1,1 0 0,0 0 1,0 0-1,0 1 0,0-1 1,-1 0-1,1 0 0,0 0 1,0 1-1,0-1 0,-1 0 1,1 1-1,0-1 0,0 1 1,-1-1-1,1 1 0,0-1 1,-1 1-1,1 0 0,-1-1 1,1 1-1,-1 0 0,1-1 1,0 2-1,2 3 134,-1 0 0,0 1 0,0-1 0,0 1 0,1 6 0,2 4 140,45 89 577,-49-102-929,-2-4-41,1-1 1,-1 1 0,1-1 0,-1 1 0,0-1 0,1 1 0,-1 0 0,0-1-1,0 1 1,0 0 0,0 0 0,0-1 0,-1 1 0,1 0 0,0 0 0,0 0 0,-2 0-1,-29-18 28,26 15 3,-1 0-4,-1 0-1,1 1 1,-1 0-1,0 0 0,0 1 1,0 0-1,0 0 1,0 1-1,0 0 1,-1 1-1,1-1 0,0 2 1,-15 1-1,21-1-6,0 0 0,0 0 1,0 0-1,0 0 0,0 0 0,0 1 0,0-1 0,0 1 0,1-1 0,-1 1 0,1 0 0,-1-1 0,1 1 0,0 0 0,-1 0 1,1 0-1,0 0 0,0 0 0,1 1 0,-1-1 0,0 0 0,1 0 0,-1 1 0,1-1 0,0 0 0,0 0 0,0 5 0,-1-1 7,1-1-1,0 1 1,0 0-1,1 0 1,0 0-1,0-1 1,0 1-1,1 0 1,0-1-1,3 9 1,-1-8-32,0-1 1,1 0 0,-1 0 0,1 0 0,0-1 0,0 1 0,1-1 0,-1 0 0,1-1 0,0 1 0,0-1 0,0-1-1,0 1 1,0-1 0,1 0 0,8 2 0,-1-1-43,1-1 1,-1 0-1,1-1 0,-1-1 1,1 0-1,24-4 0,-32 3-301,1-1 0,-1 0-1,0 0 1,-1-1-1,1 0 1,10-6 0,17-13-4140,-12 6-3727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5.63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56 311 280,'0'0'17081,"0"11"-15550,0-2-1371,0-1 0,1 0 0,0 0 0,0 1 0,1-1 0,0 0 0,4 12 0,-3-15-148,-1-1 1,1 1 0,0-1-1,0 0 1,0 1-1,0-2 1,1 1-1,-1 0 1,1-1 0,0 1-1,1-1 1,-1 0-1,0 0 1,5 2-1,0-1-13,-1-1 0,1 1 0,0-1 0,0 0 0,0-1 0,0 0 0,0-1-1,0 0 1,0 0 0,1-1 0,-1 0 0,13-2 0,-16 1-50,-1 0-1,1-1 1,-1 1-1,1-1 1,-1 0 0,0-1-1,0 1 1,0-1 0,0 0-1,0 0 1,-1-1 0,1 1-1,-1-1 1,0 0 0,0 0-1,0 0 1,-1-1 0,1 1-1,-1-1 1,0 0-1,2-6 1,-1 1-41,-1 1 0,1-2-1,-2 1 1,0 0 0,0 0 0,-1-1-1,0 1 1,0-1 0,-1 1 0,-1-1-1,0 1 1,0-1 0,-1 1 0,-1-1-1,0 1 1,0 0 0,0 0 0,-2 1 0,1-1-1,-1 1 1,0 0 0,-1 0 0,-12-14-1,10 15 54,-1 0 0,1 1 0,-1 0 0,-1 1 0,1-1 0,-1 2-1,0 0 1,0 0 0,-1 1 0,0 0 0,1 0 0,-1 2 0,0-1 0,-1 1 0,1 1-1,0 0 1,-13 0 0,19 1 25,0 1 0,1-1-1,-1 1 1,0 0 0,1 0 0,-1 0 0,1 0-1,-1 1 1,1 0 0,-1 0 0,1 0-1,0 0 1,0 1 0,0-1 0,1 1-1,-1 0 1,0 0 0,1 1 0,0-1 0,-4 7-1,2-4 17,2 1 0,-1-1-1,1 1 1,0 0 0,0 0-1,1 1 1,0-1 0,0 1-1,1-1 1,0 1-1,0-1 1,1 9 0,0-13 0,0 0 1,0 0-1,0-1 1,1 1-1,-1-1 1,1 1-1,0 0 1,-1-1-1,1 1 1,1-1-1,-1 1 1,0-1 0,0 0-1,1 0 1,0 0-1,-1 1 1,5 2-1,-3-2 14,1 0 0,0 0 0,0-1 0,1 0 0,-1 0 0,0 0 0,1 0 0,-1 0 0,7 0 0,9 2 87,-1-2-1,1 0 0,35-2 1,-52 0-91,10-2 2,0 0-1,0 0 1,-1-2 0,1 1 0,-1-1 0,0-1 0,0 0 0,0-1 0,-1 0 0,0-1 0,0 0 0,-1-1 0,0 0 0,0-1 0,9-10 0,5-7-209,-1-1 1,-1-1-1,-1 0 1,22-44-1,-42 70 191,0 0 0,0 1 0,-1-1 0,1 1 0,0-1 0,0 1 0,0-1 0,1 1 1,-1-1-1,0 1 0,3-2 0,-3 4 22,-1-1 0,1 1 0,0 0 1,0-1-1,-1 1 0,1 0 0,0-1 0,-1 1 1,1 0-1,0 0 0,-1 0 0,1 0 1,-1 0-1,1 0 0,-1-1 0,0 1 0,0 0 1,1 0-1,-1 0 0,0 0 0,0 2 0,5 13 120,1 0 0,1 0 0,0-1 0,1 0-1,0 0 1,19 24 0,-21-33-121,0 1 0,0-2 0,0 1 0,1 0 0,0-1 0,0-1 0,0 1 0,1-1 0,-1 0 0,1 0 0,0-1 0,0-1 0,0 1 0,1-1 0,11 2 0,-8-3-35,0 1 1,0-2 0,0 0 0,0 0-1,0-1 1,1 0 0,12-4 0,-18 3-50,1-1 1,0 0-1,-1 0 1,0-1-1,1 0 1,-1 0-1,-1-1 1,1 0-1,-1 0 1,0 0-1,7-8 1,-5 3 0,0 1 0,-1-1 0,0 0 0,-1-1 0,0 1 0,4-13 0,-10 23 100,1 0 0,-1-1-1,0 1 1,1 0 0,-1-1-1,1 1 1,-1 0 0,0 0 0,1-1-1,-1 1 1,1 0 0,-1 0-1,0 0 1,1 0 0,-1 0 0,1 0-1,-1-1 1,1 1 0,-1 0-1,1 0 1,-1 0 0,0 0 0,1 1-1,-1-1 1,1 0 0,-1 0 0,1 0-1,-1 0 1,1 0 0,-1 1-1,0-1 1,1 0 0,-1 0 0,1 0-1,-1 1 1,0-1 0,1 0-1,-1 1 1,0-1 0,0 0 0,1 1-1,-1-1 1,0 1 0,0-1-1,1 0 1,-1 1 0,0 0 0,19 23-188,-16-21 249,10 14-110,1-2 0,0 0-1,1 0 1,28 20 0,-28-25-900,0 0 1,1-1 0,18 8-1,-8-9-3975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7.1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240 546 880,'0'0'10245,"-30"6"-9438,-93 25-26,119-31-732,1 1 0,-1 0-1,1 1 1,0-1 0,0 1-1,-1-1 1,1 1 0,0 0-1,0 0 1,1 1 0,-1-1-1,0 0 1,1 1 0,-1 0-1,1-1 1,0 1 0,0 0-1,0 0 1,0 1 0,1-1-1,-1 0 1,1 0 0,-2 7-1,-1 1 183,-1 4-37,1-1 0,1 0-1,0 1 1,1 0 0,1-1-1,0 1 1,1 0-1,0 0 1,3 16 0,-2-28-188,0 0 1,0 1 0,0-1-1,0 0 1,1 0-1,0 0 1,-1-1 0,1 1-1,0 0 1,0-1-1,0 1 1,1-1 0,-1 1-1,1-1 1,-1 0-1,1 0 1,0 0 0,0-1-1,3 3 1,-4-3 0,1 0 1,-1 0 0,1 0-1,-1 0 1,1-1-1,-1 1 1,1 0-1,0-1 1,-1 0-1,1 0 1,0 0 0,-1 0-1,1 0 1,-1 0-1,1-1 1,0 1-1,-1-1 1,1 0-1,-1 0 1,1 0 0,-1 0-1,1 0 1,-1-1-1,0 1 1,0 0-1,3-3 1,1-3 11,0 0 1,-1 0-1,1-1 1,-1 0-1,-1 0 1,0 0-1,0-1 1,0 1-1,-1-1 1,-1 0-1,3-13 1,2-13 11,3-61 0,-12-498 68,0 566-102,3 60-43,-1 13 67,1 18 5,3 0 0,3 0 0,2 0 0,4-1 0,1-1 1,4 0-1,41 96 0,-53-143-4,1-1 0,1 0 0,0 0 1,14 16-1,-19-25-23,1 0 1,0 0-1,-1-1 0,1 1 1,1-1-1,-1 0 1,0 0-1,1-1 0,0 1 1,-1-1-1,1 0 1,0 0-1,0-1 0,0 1 1,10 0-1,-9-1 3,1-1 0,-1 0-1,0 0 1,1 0 0,-1-1-1,0 0 1,0 0 0,0 0-1,0-1 1,0 0 0,0 0-1,0-1 1,10-5 0,-9 2-64,0 0 1,-1 0-1,1 0 1,-1-1-1,0 1 0,-1-1 1,0-1-1,0 1 1,5-13-1,-5 9-103,0 0 0,-1-1-1,-1 0 1,0 0 0,0 0 0,-2 0-1,1 0 1,-1 0 0,-1 0 0,-2-20-1,2 29 164,-1 0 0,1 0-1,-1 1 1,0-1-1,0 0 1,0 1-1,-1-1 1,1 0-1,0 1 1,-1 0-1,0-1 1,1 1-1,-1 0 1,0 0-1,0 0 1,0 0-1,-1 0 1,1 0 0,0 1-1,-1-1 1,1 1-1,-1 0 1,0-1-1,1 1 1,-1 0-1,0 1 1,1-1-1,-7-1 1,7 2 7,0 0 0,-1-1 0,1 1 1,0 0-1,-1 0 0,1 0 0,-1 0 0,1 0 0,0 1 1,-1-1-1,1 1 0,0 0 0,-1-1 0,1 1 0,0 0 1,0 0-1,0 1 0,0-1 0,0 0 0,0 1 0,0-1 1,0 1-1,1 0 0,-1-1 0,0 1 0,1 0 0,0 0 1,-1 0-1,1 0 0,0 0 0,0 0 0,0 1 0,0-1 1,-1 5-1,0 5 7,0 0-1,1 1 1,0-1 0,1 0 0,1 1 0,0-1-1,0 0 1,1 1 0,1-1 0,0 0-1,0-1 1,1 1 0,1 0 0,0-1 0,9 14-1,-9-16 6,1-1 1,0-1-1,0 1 0,0-1 0,1 0 0,0-1 0,1 1 0,-1-1 0,1-1 0,0 0 0,1 0 0,-1 0 0,1-1 0,0 0 0,0-1 0,0 0 0,1 0 0,-1-1 0,1 0 1,10 0-1,-12-1-18,-1-1 1,1 0-1,-1 0 0,1-1 1,-1 0-1,0 0 1,1 0-1,-1-1 1,0 0-1,0-1 1,0 0-1,7-3 0,-9 2-20,-1 1-1,0-1 0,1 1 0,-1-1 0,-1 0 0,1-1 0,-1 1 1,1-1-1,-1 1 0,0-1 0,-1 0 0,1 0 0,-1 0 0,0-1 1,0 1-1,1-9 0,-1 8 5,-1 0 1,0 0-1,0-1 1,0 1-1,-1 0 1,0 0-1,0-1 1,-1 1-1,1 0 1,-3-9-1,2 13 52,0 0 1,0 0-1,0 0 1,0 0-1,-1 0 1,1 0-1,-1 0 1,1 0-1,-1 0 1,1 1-1,-1-1 1,0 1-1,0-1 1,0 1-1,0 0 1,0 0-1,0-1 1,0 2-1,0-1 1,-1 0-1,1 0 1,0 1-1,-1-1 1,1 1-1,0-1 1,-1 1-1,1 0 1,0 0-1,-3 1 1,10 8 21,-2-6-59,0 0 1,1-1-1,-1 0 0,1 0 0,0 0 0,0 0 1,-1 0-1,1-1 0,0 0 0,0 0 1,1 0-1,-1 0 0,6 0 0,62 0-9,-47-1 3,-13-1-20,-1 0 0,0-1 0,0 0-1,0-1 1,0 0 0,0-1 0,0 0 0,-1-1 0,13-7 0,30-13-59,-51 24 93,0 1 0,-1-1 0,1 0 0,0 1 1,-1 0-1,1-1 0,0 1 0,0 0 0,-1 0 0,1 0 0,0 0 0,0 0 0,0 0 1,-1 0-1,1 0 0,0 1 0,-1-1 0,1 1 0,0 0 0,-1-1 0,1 1 0,0 0 1,-1 0-1,1 0 0,-1 0 0,0 0 0,1 0 0,-1 0 0,2 3 0,1 2 37,0 1 0,0-1-1,-1 1 1,0 0-1,4 13 1,1 3-11,-5-18-26,9 26 92,22 35 0,-30-58-101,0-1 1,1 0-1,0 0 1,1-1-1,-1 1 1,1-1-1,1 0 1,-1-1-1,1 1 1,10 5-1,-15-9-55,0-1 0,1 0 0,-1 1 0,1-1 0,0 0 0,-1-1 0,1 1 0,0 0 0,-1-1 0,1 1 0,0-1 0,0 0 0,0 0 0,-1 0 0,1 0 0,0-1 0,0 1 0,-1-1 0,1 1 0,0-1 0,-1 0 0,1 0 0,0 0 0,-1-1 0,1 1 0,-1-1 0,0 1 0,0-1 0,1 0 0,-1 0 0,0 1 0,0-2 0,-1 1 0,1 0 0,0 0 0,2-5 0,4-8-353,-1 0-1,0-1 1,-2 0-1,1 0 1,2-17-1,-2 9 422,-4 17 53,14-35-252,-15 41 227,-1 0-1,1 0 1,-1 0-1,1 0 1,-1 0-1,1 0 1,-1 1-1,1-1 1,0 0-1,-1 0 1,1 1-1,0-1 1,0 1-1,0-1 1,0 0-1,-1 1 1,1 0-1,0-1 1,0 1-1,0-1 1,0 1-1,0 0 1,0 0-1,0 0 1,0-1-1,0 1 1,0 0-1,0 0 1,0 0-1,0 1 1,0-1-1,0 0 1,0 0-1,0 0 1,0 1-1,0-1 1,0 1-1,0-1 1,1 1-1,1 2 107,-1 0 0,1 0 0,0 1 0,-1-1-1,0 0 1,0 1 0,0 0 0,0-1 0,-1 1 0,1 0 0,1 7-1,5 11 74,-5-16-282,4 10 217,0-1 1,18 27-1,-22-38-395,0 0-1,0-1 0,1 1 1,-1-1-1,1 1 0,0-1 1,-1 0-1,1-1 0,1 1 1,-1-1-1,0 0 1,1 0-1,-1 0 0,1 0 1,4 0-1,12 0-5504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7.45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9434,'0'0'736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7.86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84 2136,'0'0'9361,"25"29"-8595,77 95 75,-90-109-617,-1 0-1,0 1 1,-2 0-1,12 25 1,-16-31-75,0 0 0,0-1 1,10 14-1,-15-22-137,1 1 0,0-1 1,0 0-1,0 0 0,0 0 0,0 0 0,0 0 0,0 0 1,0 0-1,0 0 0,0 0 0,0 0 0,1-1 0,-1 1 1,0 0-1,1-1 0,-1 1 0,0-1 0,1 0 0,-1 1 0,1-1 1,2 0-1,-3 0 0,1-1 0,-1 1 0,0-1 0,1 0 0,-1 1 0,0-1 0,1 0 0,-1 0 0,0 0 0,0 0 0,0 0 0,0 0-1,0 0 1,0-1 0,0 1 0,0 0 0,1-3 0,4-7 48,-1-1-1,-1 0 1,7-24-1,-9 28-45,7-27-134,2-5 189,27-68 1,-34 98-343,0 1 0,1-1-1,0 1 1,1 1 0,0-1-1,0 1 1,1 0 0,0 0-1,0 1 1,1 0 0,0 0-1,13-8 1,-18 13 59,1 0 0,-1 1 0,1-1 0,-1 1 0,1 0 0,0 0 0,-1 0 0,1 0 0,0 0 0,0 1 0,0 0-1,0 0 1,-1 0 0,1 0 0,0 0 0,0 1 0,0 0 0,7 2 0,-6 0 136,1-1 0,-1 1 0,0 1 0,0-1 0,-1 1 0,1-1 0,-1 1 0,1 1 0,-1-1 0,0 1 0,3 5 1,9 14 1537,15 31 0,-19-31 764,23 33 0,-23-49-1151,-12-8-1053,0 0 1,1 0-1,-1 0 0,0 0 0,0-1 1,0 1-1,0 0 0,1 0 1,-1 0-1,0-1 0,0 1 1,0 0-1,0 0 0,0-1 0,1 1 1,-1 0-1,0 0 0,0-1 1,0 1-1,0 0 0,0 0 1,0-1-1,0 1 0,0 0 0,0 0 1,0-1-1,0 1 0,0 0 1,0 0-1,0-1 0,0 1 1,-1 0-1,1 0 0,0-1 0,0 1 1,0 0-1,0 0 0,0 0 1,0-1-1,-1 1 0,1 0 0,0 0 1,0 0-1,0-1 0,-1 1 1,1 0-1,0 0 0,0 0 1,0 0-1,-1-1 0,-2-2-4,0-1 0,0 1-1,-1-1 1,1 1 0,-1 0-1,0 0 1,0 1 0,0-1-1,0 1 1,0 0 0,-1 0-1,1 0 1,-1 1 0,-5-2-1,6 2-8,0 0-1,1 0 1,-1 0-1,0 1 1,0 0-1,0 0 1,1 0-1,-1 0 1,0 0-1,0 1 1,1-1-1,-1 1 1,0 0-1,1 0 1,-1 1 0,0-1-1,1 1 1,0 0-1,-4 2 1,2 0 11,1 0 0,1 0 0,-1 1 1,1 0-1,-1-1 0,2 1 0,-1 0 1,0 0-1,1 1 0,0-1 0,-3 11 0,2-2 135,1 0 0,0 0 0,0 27 0,2-38-146,0 0 0,0 1 1,0-1-1,1 1 0,-1-1 0,1 0 0,0 1 0,0-1 0,0 0 0,1 0 0,-1 0 0,1 1 0,0-2 0,0 1 0,0 0 0,0 0 0,0-1 0,0 1 0,1-1 0,-1 1 0,1-1 0,0 0 0,0 0 0,0 0 0,5 2 0,1-1-66,1 1 0,0-1 0,0-1 0,-1 0 0,1-1 0,0 1 0,20-2 0,-23 0-26,-1 0 0,1-1-1,-1 0 1,0 0 0,1-1-1,-1 0 1,0 0 0,0 0 0,0-1-1,0 0 1,8-5 0,1-4-674,0 1 1,20-22 0,-26 25 271,34-36-3387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8.37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415 437 16,'0'0'13303,"-17"-2"-13118,-200-14 931,210 16-1034,0 1 0,0 0 0,0 0 0,0 0 0,0 1 0,1 0 0,-1 1 0,0 0 0,1 0-1,0 0 1,0 1 0,0-1 0,0 1 0,1 1 0,-1-1 0,1 1 0,0 0 0,1 0 0,-1 1-1,-6 9 1,5-5 34,0 0-1,0 1 0,1 0 0,0 0 1,1 0-1,0 1 0,1 0 1,0-1-1,1 1 0,1 0 0,-1 17 1,2-26-116,0 0 1,1 0 0,0 0-1,-1 0 1,1 0 0,0 0-1,0 0 1,1 0-1,-1-1 1,1 1 0,-1 0-1,1-1 1,0 1 0,0-1-1,0 1 1,0-1 0,0 0-1,1 0 1,-1 0-1,0 0 1,1-1 0,0 1-1,-1-1 1,1 1 0,0-1-1,0 0 1,0 0-1,0 0 1,0 0 0,0-1-1,4 1 1,-1 0-1,0 0 1,0 0-1,1-1 0,-1 0 1,0 0-1,0-1 0,0 1 1,0-1-1,0-1 0,0 1 1,0-1-1,-1 0 0,1 0 0,0-1 1,9-6-1,-6 1 16,0-1-1,0 0 1,-1 0 0,0-1-1,-1 0 1,0-1 0,0 0-1,-2 0 1,1 0 0,-1 0-1,-1-1 1,5-20 0,-1 0-7,-2-1 1,-1 0-1,1-53 1,-9-270-107,2 436-138,4-1-1,23 142 1,-26-217 195,9 34-570,15 47 0,-20-75 448,0 0 0,0 0-1,1 0 1,0-1 0,1 0 0,0 0 0,0 0 0,1-1 0,13 13 0,-16-19-165,-1 1-1,2 0 0,-1-1 1,0 0-1,0 0 1,1 0-1,-1-1 1,1 1-1,-1-1 1,1 0-1,-1 0 0,1-1 1,0 0-1,0 1 1,-1-1-1,1-1 1,0 1-1,-1-1 1,1 0-1,0 0 1,-1 0-1,7-3 0,18-17-4349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8.72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1 3 3777</inkml:trace>
  <inkml:trace contextRef="#ctx0" brushRef="#br0" timeOffset="1">1 3 3777,'208'-2'1906,"-140"1"1780,-66 1-3535,-1 0 0,1 1 0,0-1 0,0 0 0,-1 1 0,1-1 0,0 1 0,-1 0 0,1-1 0,-1 1 0,1 0 0,-1 0 0,1 0 0,-1 0 1,1 0-1,-1 1 0,3 2 0,-1-1 83,0 2 0,-1-1 1,1 0-1,-1 0 1,0 1-1,3 6 0,-2 0 116,0 0 0,0 0 1,-1 1-1,0-1 0,-1 14 0,0-24-282,-1 1 1,0-1 0,0 1 0,0-1-1,0 1 1,0-1 0,-1 1 0,1-1-1,0 1 1,-1-1 0,1 1 0,-1-1-1,1 0 1,-1 1 0,0-1 0,1 0-1,-1 1 1,-1 0 0,0-1-25,0 0 1,1-1 0,-1 1-1,0-1 1,0 1 0,0-1-1,0 0 1,1 0-1,-1 0 1,0 0 0,0 0-1,-2 0 1,-8 0-138,5-1 108,1 0 0,-1 0-1,0 0 1,1-1 0,0 0-1,-11-4 1,11 3-1,0 1 1,-1-1-1,1 2 0,-1-1 1,1 1-1,-12-1 0,17 2-6,0 0 0,0 0 0,0 0 0,0 0 0,0 1 0,0-1 0,0 0 0,0 1 0,0-1 0,0 1 0,0-1-1,1 1 1,-1-1 0,0 1 0,0-1 0,0 1 0,1 0 0,-1 0 0,0-1 0,1 1 0,-1 0 0,1 0 0,-2 1 0,1 1 24,0 1-1,-1-1 1,1 0 0,1 0 0,-1 1-1,0-1 1,1 6 0,-1-4-4,1 0 0,0-1 1,0 1-1,1 0 0,-1-1 1,1 1-1,0 0 0,1-1 0,-1 1 1,1-1-1,3 8 0,-1-9-20,-1 1-1,1-1 0,-1 0 1,1 0-1,0-1 1,0 1-1,1-1 0,-1 0 1,0 0-1,1 0 1,0 0-1,-1-1 0,1 0 1,0 0-1,7 1 1,10 0 15,1-1 1,23-2 0,-32 0-22,7-1-321,0-1 0,-1-2 0,1 0 0,-1 0 0,31-15 0,24-6-1937,-52 21-2517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19.65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80 267 1032,'0'0'15521,"-8"17"-14513,-23 55-432,30-70-552,0-1 0,0 1 0,1 0 0,-1 0 0,1 0 0,0-1 1,0 1-1,-1 0 0,1 0 0,0 0 0,0 0 0,1 0 0,-1 0 0,0-1 0,1 1 0,-1 0 0,1 0 0,0 0 0,-1-1 0,1 1 0,0 0 0,0-1 0,0 1 0,0-1 0,0 1 0,0-1 0,1 1 0,-1-1 0,1 0 1,-1 0-1,1 1 0,2 0 0,1 1-11,-1-1 1,1 0-1,0 0 1,0 0-1,0-1 1,0 0-1,0 0 1,8 1-1,-9-2-16,0 1-1,0-1 0,0 0 1,0 0-1,0 0 1,-1 0-1,1-1 1,0 0-1,0 0 1,0 0-1,-1 0 1,1 0-1,0-1 0,-1 0 1,0 1-1,1-1 1,-1-1-1,0 1 1,0 0-1,0-1 1,0 0-1,0 1 1,-1-1-1,1 0 0,-1 0 1,0-1-1,0 1 1,0 0-1,0-1 1,0 1-1,1-7 1,1-2-115,-1-1 0,-1 0 0,0 0 1,-1 0-1,0 0 0,-1 0 0,-1-18 0,0 24 24,1 0 51,-1 1-1,0-1 0,-1 0 0,1 0 1,-2 1-1,1-1 0,-1 1 0,1 0 0,-2-1 1,1 1-1,-1 1 0,0-1 0,0 0 1,0 1-1,-1 0 0,-10-9 0,10 10 27,1 1-1,-1-1 0,0 1 0,0 0 0,0 1 1,0-1-1,0 1 0,-1 0 0,1 0 0,-1 1 1,1 0-1,-1 0 0,0 0 0,1 0 1,-1 1-1,0 0 0,0 0 0,1 1 0,-1-1 1,-9 4-1,13-4 16,-1 2 1,1-1-1,0 0 1,0 0-1,0 1 1,0-1-1,0 1 1,0-1-1,0 1 1,0 0-1,1 0 1,-1 0-1,1 0 1,-1 0-1,1 0 0,0 0 1,0 0-1,0 1 1,0-1-1,0 0 1,0 3-1,-1 4 14,0-1 0,1 1 0,0 0 1,0 13-1,1-20-8,0-1 1,1 1-1,-1 0 1,1-1-1,-1 1 0,1 0 1,-1-1-1,1 1 1,0 0-1,0-1 1,0 1-1,0-1 1,0 0-1,0 1 1,0-1-1,1 0 1,-1 0-1,0 0 1,1 0-1,-1 0 1,1 0-1,-1 0 1,1 0-1,-1 0 1,1-1-1,0 1 1,-1-1-1,1 1 0,0-1 1,3 1-1,7 1 25,0-1 0,0 0 0,16 0 0,-23-1-27,7-1-66,-1 1 1,0-2-1,0 0 1,0 0-1,0-1 1,0 0-1,-1-1 1,1 0 0,-1-1-1,0 0 1,18-12-1,-9 3-120,-2-1 0,1 0-1,-2-1 1,27-34 0,-36 41 124,0-1 1,-1 0 0,0 0-1,-1-1 1,7-17 0,-13 33 137,0 0 0,0 0 0,1 0 0,0 0 0,0 0 1,0 0-1,0 0 0,1 0 0,0 0 0,0 0 0,0-1 1,1 1-1,-1 0 0,1-1 0,0 1 0,1-1 1,-1 1-1,6 6 0,-1-1-41,0 0 1,1-1 0,0 0-1,0 0 1,1-1-1,1 0 1,10 7-1,-8-8-52,0-1 0,1 1 0,-1-2 0,2 0 0,-1-1 0,0 0 0,1-1 0,0 0 0,0-1 0,0-1 1,0 0-1,18-2 0,-28 1-1,0 0 1,1 0-1,-1 0 1,0-1-1,0 0 1,0 0 0,0 0-1,0 0 1,0-1-1,0 0 1,0 0-1,-1 0 1,1 0 0,-1 0-1,1-1 1,-1 1-1,0-1 1,0 0-1,4-5 1,0-2 2,0-1 0,0 0 1,-2-1-1,10-22 0,-3 4 120,-11 29-91,-1 1 0,1-1 0,-1 1-1,1-1 1,0 1 0,-1-1 0,1 1 0,0-1-1,-1 1 1,1-1 0,0 1 0,0 0 0,-1-1-1,1 1 1,0 0 0,0 0 0,0 0 0,-1 0-1,1 0 1,0 0 0,0 0 0,0 0 0,-1 0-1,1 0 1,0 0 0,0 0 0,0 0 0,-1 1-1,1-1 1,0 0 0,0 1 0,-1-1 0,1 0-1,1 1 1,24 14-99,0 2-1255,51 25-1,-72-40 974,27 14-3399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0.54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425 364 992,'0'0'13672,"-31"-3"-13071,-101-7-328,118 8-222,0 2 0,0-1 0,0 2 0,0 0 0,1 0 0,-1 1 0,0 1 0,-24 8 0,31-7 26,0-1 1,1 1-1,-1 1 0,1-1 0,0 1 1,1 0-1,-1 1 0,1-1 0,0 1 1,0 0-1,0 0 0,1 1 0,0-1 0,-4 10 1,3-3 59,0 0 1,1 1 0,0-1-1,1 1 1,1 0 0,0 0-1,1 0 1,1 26 0,0-36-135,0-1 0,0 1 1,0-1-1,0 1 0,1-1 1,0 1-1,0-1 1,0 0-1,0 1 0,0-1 1,1 0-1,-1 0 1,1 0-1,0 0 0,0 0 1,0 0-1,0 0 0,1-1 1,-1 1-1,1-1 1,-1 0-1,4 3 0,0-2-2,0 0-1,0-1 0,0 1 1,0-1-1,1-1 0,-1 1 1,1-1-1,-1 0 0,1 0 1,12-1-1,-14 0-3,0 0 1,-1-1-1,1 0 1,0 0-1,-1 0 1,1 0-1,-1-1 0,1 1 1,-1-1-1,1 0 1,-1-1-1,0 1 1,0-1-1,6-4 1,-4 0-11,1 1 1,-1-1-1,-1 0 1,1-1-1,-1 1 1,0-1-1,4-10 1,2-7-47,-1-1 1,-2-1-1,0 1 1,4-34-1,-5 6-128,-3 0 1,-3-62-1,-1 80 110,0 15 64,-2-1 1,0 1 0,-1 0-1,-1 0 1,-1 0-1,-9-25 1,13 43 41,5 53-33,1 1-1,4-1 0,1 0 1,22 65-1,-6-23 0,-14-46-46,-3-5-109,2-1 0,1-1 0,2 0-1,21 39 1,-34-75 59,0-1 1,0 0-1,1 1 0,-1-1 0,1 0 0,-1 0 0,1 0 1,0 0-1,0 0 0,0-1 0,0 1 0,0 0 1,0-1-1,0 0 0,1 1 0,-1-1 0,0 0 1,1 0-1,-1 0 0,1-1 0,-1 1 0,1-1 0,0 1 1,-1-1-1,1 0 0,0 0 0,-1 0 0,1 0 1,-1 0-1,1-1 0,0 1 0,-1-1 0,1 0 0,-1 1 1,1-1-1,-1 0 0,0-1 0,1 1 0,-1 0 1,0-1-1,0 1 0,0-1 0,0 0 0,0 1 0,0-1 1,2-3-1,4-6-567,0 0 1,-1 0-1,-1-1 1,1 0-1,7-23 0,18-72-819,-22 68 2530,-10 38-942,1 0 0,-1 1 1,0-1-1,0 0 1,1 0-1,-1 0 1,0 0-1,1 0 1,-1 0-1,1 1 1,-1-1-1,1 0 1,0 0-1,-1 1 0,1-1 1,0 0-1,-1 1 1,1-1-1,1 0 1,-1 1-18,-1 0 1,1 0-1,0 0 1,-1 0-1,1 0 1,-1 0-1,1 0 1,0 0-1,-1 0 1,1 0-1,-1 1 0,1-1 1,0 0-1,-1 0 1,1 1-1,-1-1 1,1 0-1,-1 1 1,1-1-1,-1 0 1,1 2-1,22 32 1555,-6-2-1247,5 10-423,1-2-1,38 53 0,-58-90-203,-1 0-1,1 0 0,0 0 1,0 0-1,0-1 0,1 1 0,-1-1 1,1 0-1,-1 0 0,1 0 1,4 2-1,4-3-3424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0.88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2481,'0'0'7617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1.2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190 1 3273,'0'0'13516,"-22"26"-13069,-8 9-271,-30 47 1,56-75-125,0 1-1,1-1 1,-1 1 0,2 0 0,-1 0-1,1 0 1,0 0 0,1 0-1,0 0 1,0 0 0,1 1-1,0-1 1,1 0 0,-1 1 0,5 14-1,-3-6 12,9 42 66,20 67 1,-17-76-78,-2 0 0,8 71 1,-19-112-55,1 14-127,-1 0-1,0 0 1,-2 0 0,-4 27 0,5-48-40,-1 0 1,0 1-1,0-1 1,-1 0-1,1 0 1,0 0 0,-1 0-1,1 0 1,-1 0-1,1-1 1,-1 1-1,0 0 1,0-1 0,0 1-1,0-1 1,0 0-1,0 0 1,0 0-1,0 0 1,-1 0 0,1 0-1,0 0 1,-1-1-1,1 1 1,0-1-1,-1 0 1,1 1 0,-1-1-1,1 0 1,0-1-1,-1 1 1,1 0-1,-1-1 1,1 1 0,0-1-1,-1 0 1,1 0-1,0 0 1,0 0 0,-4-2-1,-1-7-724,0 0 0,1 0 0,0 0 0,0-1 0,1 0 0,-5-16 0,-5-25-3205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1.66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0 393 856,'0'0'13977,"15"0"-13276,59 1-379,138-1 49,-197-2-378,0 0-1,0-2 0,0 0 0,0 0 0,-1-2 1,0 0-1,0 0 0,0-1 0,17-12 0,-14 6-11,0 1-1,-1-2 0,0 0 1,-1-1-1,0-1 0,15-22 0,-25 31 9,0-1-1,-1 0 0,0 0 0,0 0 0,-1 0 1,1-1-1,-2 1 0,0-1 0,0 0 0,0 0 1,-1 0-1,0-9 0,-1 17 18,0 0 0,0 0 0,-1 0 0,1 1-1,0-1 1,0 0 0,-1 0 0,1 0 0,-1 0 0,1 0 0,-1 1-1,1-1 1,-1 0 0,1 0 0,-1 1 0,0-1 0,1 0 0,-1 1 0,0-1-1,1 1 1,-1-1 0,0 1 0,0-1 0,0 1 0,0-1 0,0 1 0,1 0-1,-1 0 1,-2-1 0,-29-3 116,27 4-120,-3 0 33,-1-1 0,0 1-1,1 0 1,-1 1 0,1 0 0,-1 0 0,1 1-1,-1 0 1,1 1 0,0 0 0,0 0-1,0 0 1,1 1 0,-1 1 0,1-1 0,0 1-1,0 0 1,0 1 0,1-1 0,0 1 0,0 1-1,0-1 1,1 1 0,-8 13 0,7-10 124,0 1 1,0 0-1,1 0 1,1 0 0,0 1-1,1 0 1,-4 20-1,6-27-134,0 0 0,1 0-1,0 0 1,-1 0 0,2 0-1,-1 0 1,1 0 0,-1 0-1,1 0 1,1 0 0,-1 0 0,1 0-1,-1 0 1,1-1 0,1 1-1,-1-1 1,1 1 0,0-1-1,0 0 1,7 7 0,-4-6-22,0 0 0,1-1 1,0 0-1,0 0 0,0-1 0,1 1 1,-1-2-1,1 1 0,-1-1 1,12 2-1,2-2-12,1 0 0,36-2 0,-51 0-26,-1-1 0,1 0 1,-1-1-1,1 0 0,-1 0 0,0 0 1,1-1-1,-1 0 0,-1 0 0,1 0 1,0-1-1,-1 0 0,0 0 0,1 0 1,-2-1-1,7-6 0,7-11-283,0 0 0,22-41 1,-9 15 35,-28 44 271,3-5 3,1 0-1,0 0 1,0 0-1,16-14 0,-21 22 10,0-1 0,0 1-1,0-1 1,0 1 0,0 0-1,1 0 1,-1 0 0,0 0-1,0 0 1,1 1-1,-1-1 1,0 1 0,1-1-1,-1 1 1,1 0 0,-1 0-1,1 0 1,-1 0 0,0 0-1,1 1 1,-1-1-1,1 1 1,-1-1 0,0 1-1,0 0 1,1 0 0,-1 0-1,0 0 1,4 3 0,3 4 4,0 0 0,-1 1 0,0 0 1,0 0-1,-1 0 0,7 13 0,13 17 83,-12-21-88,1 0 0,1-1 0,0-1-1,1 0 1,0-1 0,23 13 0,-33-23-3,0-1 0,0 1 0,1-1-1,0-1 1,0 0 0,0 0 0,0 0 0,0-1-1,0-1 1,1 1 0,-1-2 0,1 1 0,-1-1-1,1-1 1,-1 0 0,0 0 0,1-1 0,8-2-1,-10 0-38,0 0-1,0 0 0,-1-1 0,0 1 0,0-2 1,0 1-1,0-1 0,-1 0 0,0 0 0,0-1 1,-1 0-1,0 0 0,0 0 0,7-16 1,-3 6-46,-1-1 1,-1 0 0,0 0-1,-2-1 1,6-33 0,-8 31 78,0 0 1,-2 0-1,-1 0 1,-3-39-1,2 58 32,0 0 0,0 0 0,0 0 0,0 0 0,0 0 0,0 1 1,0-1-1,-1 0 0,1 1 0,0-1 0,-1 0 0,0 1 0,1 0 0,-1-1 0,0 1 0,0 0 0,1 0 0,-1 0 0,0 0 0,0 0 0,0 1 0,0-1 1,-1 0-1,1 1 0,0 0 0,0-1 0,0 1 0,0 0 0,0 0 0,-1 0 0,1 0 0,0 1 0,0-1 0,0 1 0,0-1 0,0 1 0,0 0 1,0-1-1,0 1 0,0 0 0,0 1 0,0-1 0,-2 2 0,-1 2 44,1 0 0,0 0 0,0 0 0,0 0 0,0 1 0,1-1-1,0 1 1,0 0 0,1 0 0,0 0 0,0 0 0,-2 10 0,1 3 140,0 0 0,1 0 0,1 20 0,1-30-183,0-1 1,0 0 0,1 1 0,1-1-1,-1 0 1,1 0 0,0 0 0,1 0 0,4 8-1,-5-11-28,1-1-1,0 0 0,1 1 1,-1-1-1,1 0 0,-1 0 1,1-1-1,0 1 0,1-1 1,-1 0-1,1 0 1,-1 0-1,1-1 0,0 0 1,6 3-1,-4-3-148,0 0 1,0 0-1,0 0 0,0-1 0,0 0 1,0-1-1,0 1 0,0-1 1,0-1-1,0 1 0,1-1 0,-1-1 1,11-3-1,-11 3-350,0-1 1,0 0 0,0 0-1,-1-1 1,0 0-1,1 0 1,-2-1-1,7-5 1,20-23-4973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2.02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31 680,'0'0'14835,"20"13"-14573,63 46-105,-79-56-150,0 0 0,-1 0 0,1 1 1,-1 0-1,1 0 0,-1 0 0,0 0 0,-1 0 0,1 1 0,-1-1 0,0 1 0,0-1 1,0 1-1,0 0 0,-1 0 0,0 0 0,0 0 0,0 0 0,-1 0 0,0 9 0,1 0-4,-1 44 54,9-73-163,-8 11 107,15-32 12,1 1 0,34-51 1,-47 79-15,2-1 0,-1 1 0,1 0 0,0 0 0,1 0 0,0 1 0,0 0 0,0 0 0,0 1 0,1 0 0,0 0 0,0 1 0,0 0 0,1 0 1,0 1-1,-1 0 0,11-1 0,-17 3 2,0 1-1,0 0 1,-1 0 0,1 0 0,0 0-1,0 0 1,0 1 0,-1-1 0,1 0-1,0 1 1,0-1 0,-1 1 0,1 0-1,0 0 1,-1-1 0,1 1 0,-1 0-1,1 0 1,-1 1 0,0-1 0,1 0-1,-1 0 1,0 1 0,0-1 0,0 0-1,0 1 1,2 2 0,0 3 4,0 0 1,-1 1-1,1-1 0,-1 1 1,1 8-1,0 1 14,3 8 30,-3-9-40,0 0 0,1 0-1,1-1 1,12 25 0,-16-38-17,0 0-1,1 0 0,-1 0 1,0 0-1,1 0 0,-1-1 1,1 1-1,0-1 1,-1 1-1,1-1 0,0 1 1,0-1-1,0 0 1,0 0-1,0 0 0,4 1 1,36 1-1393,-30-3 509,16 0-3053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2.42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191 50 960,'0'0'15341,"-20"-1"-14801,-62 3 35,78-1-517,0 0 1,0 0 0,0 0 0,1 1-1,-1-1 1,0 1 0,0 0-1,1 0 1,0 1 0,-1-1 0,1 1-1,0 0 1,0 0 0,0 0-1,1 0 1,-1 0 0,1 0 0,-1 1-1,1-1 1,0 1 0,0 0-1,1-1 1,-1 1 0,1 0 0,-2 7-1,2-7-25,-2 6 35,0 1-1,1 0 1,0 0 0,1 0 0,0 0 0,1 0 0,0 0 0,2 13 0,-1-21-64,-1 0 1,1 0 0,-1 0 0,1 0 0,0 0 0,0-1 0,1 1 0,-1 0-1,0 0 1,1-1 0,0 1 0,-1-1 0,1 1 0,0-1 0,0 0-1,1 0 1,3 3 0,-1-1-3,0-1 0,1 0-1,0 0 1,-1-1 0,1 1-1,0-1 1,0 0 0,7 0-1,10 2-19,0-2 0,0-1 0,37-2 0,-48-1-32,0 0 0,0 0 0,0-1-1,0-1 1,-1 0 0,0-1 0,0 0 0,0-1 0,0 0-1,-1 0 1,0-1 0,0-1 0,-1 1 0,0-2-1,0 1 1,13-18 0,-13 14 21,0 0 0,0 0-1,-1-1 1,-1 0 0,0-1-1,-1 0 1,0 0 0,-1 0 0,-1-1-1,0 1 1,-1-1 0,0 0 0,0-19-1,-3 34 51,0 0 1,0 0-1,1 0 0,-1 0 0,0-1 0,1 1 0,-1 0 0,0 0 1,1 0-1,-1 0 0,0 0 0,1 0 0,-1 0 0,0 0 0,1 0 0,-1 0 1,0 0-1,1 1 0,-1-1 0,0 0 0,1 0 0,-1 0 0,0 0 1,0 0-1,1 1 0,-1-1 0,0 0 0,0 0 0,1 0 0,-1 1 1,0-1-1,0 0 0,0 1 0,1-1 0,-1 0 0,0 0 0,0 1 1,0-1-1,1 1 0,11 27 122,12 45 0,4 9-18,-15-49-153,26 56-416,-34-81 290,-1 0 0,1 0 0,1 0-1,-1-1 1,1 0 0,1 0 0,13 11 0,7-2-3047,-5-13-2709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3.02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57 447 9522,'0'0'7915,"19"20"-7596,58 63 338,-74-79-538,0-1 0,0 1-1,0 0 1,-1 0 0,1 0-1,-1 1 1,0-1 0,0 1-1,0-1 1,-1 1 0,1-1-1,-1 1 1,0 0 0,-1 0-1,1 0 1,-1-1-1,0 1 1,0 0 0,-2 9-1,1 8 543,-21-26-694,11-2 12,0 2 0,0 0 0,-1 0 0,1 1 0,-24-3 0,33 5 19,-1 1 0,1 0 0,-1 0 0,1 0 0,-1 0 0,1 0 0,0 1 0,-1-1 0,1 1 0,-1 0 0,1 0 0,0-1 0,0 1 0,-1 1 0,1-1-1,0 0 1,0 0 0,0 1 0,0 0 0,1-1 0,-1 1 0,0 0 0,1 0 0,-1-1 0,1 1 0,-1 1 0,1-1 0,0 0 0,0 0 0,0 0 0,0 1 0,0-1 0,1 0 0,-1 1 0,1-1 0,-1 3 0,0 1 3,0-1 0,1 1 1,-1 0-1,1-1 0,0 1 1,1-1-1,-1 1 0,1 0 1,1-1-1,-1 0 0,1 1 1,-1-1-1,1 0 0,1 0 1,-1 1-1,1-2 0,0 1 1,0 0-1,0-1 0,1 1 1,0-1-1,0 0 0,0 0 1,0-1-1,0 1 0,1-1 1,0 0-1,-1 0 0,1 0 1,0-1-1,1 0 0,-1 0 1,0 0-1,9 2 0,-6-2-22,0-1 0,1 1 0,-1-1-1,1-1 1,-1 1 0,1-2 0,-1 1 0,1-1 0,-1 0-1,1-1 1,-1 0 0,16-6 0,-13 3-65,0 0 1,-1-2-1,1 1 1,-1-1-1,0 0 1,-1-1-1,0-1 1,9-9-1,6-13-253,-1 0-1,-1-2 0,-2 0 1,24-56-1,-27 51 309,-1-1-1,-3 0 1,-1-1 0,-2 0-1,-1-1 1,-3 0 0,-1 0-1,-2-1 1,-3-55 0,0 93 69,0-1 0,-1 1 1,1 0-1,-1-1 0,0 1 0,0 0 1,0 0-1,-1-1 0,0 1 1,1 0-1,-1 0 0,-1 1 1,1-1-1,-5-5 0,5 6 27,-1 1 0,1 0 0,-1 0 0,0 1 0,0-1 0,0 0 0,0 1 0,0 0 0,0-1 0,0 1 0,0 0 0,-1 1 0,1-1 0,0 1 0,-1-1 0,1 1-1,0 0 1,-1 0 0,-3 1 0,2 0-13,1 0 0,0 0 0,0 0 0,0 1 0,0-1 0,0 1 0,1 0 0,-1 0 0,0 0 0,1 1 0,-1-1 0,1 1 0,0 0 0,0 0 0,0 0 0,0 0 0,-3 6 0,-4 6 168,1 0-1,-13 31 1,11-20 105,1 1 0,2 1 0,1 0-1,0 0 1,3 0 0,0 1-1,2-1 1,1 1 0,4 53 0,-1-72-299,-1 0 1,1 0-1,1-1 1,0 1-1,0-1 1,1 0-1,0 0 1,1 0-1,0 0 1,0-1-1,1 0 1,0 0-1,0 0 1,1-1-1,0 0 1,0 0-1,0-1 1,1 0-1,0 0 1,1-1-1,-1 0 1,1 0-1,13 5 1,1-2-40,-1-1 0,1-1 1,0-1-1,1-1 0,-1-1 0,1 0 1,-1-2-1,40-3 0,-56 1-93,1 0-1,-1 1 1,0-2-1,0 1 1,0-1-1,-1 0 1,1-1-1,0 0 1,-1 0 0,1 0-1,-1-1 1,0 0-1,0 0 1,-1 0-1,1-1 1,-1 0-1,0 0 1,8-10-1,-9 9-567,0-1-1,-1 1 0,0-1 1,0 0-1,0 0 0,-1 0 0,0-1 1,0 1-1,-1-1 0,0 1 0,0-9 1,0-22-7654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3.34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21885,'0'0'4353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4.51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0 880,'0'0'288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4.9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46 103 696,'6'-99'448,"-9"99"-352,0 0 8,-1 0-88,1 0 64,-1 0 8,4-3-16,-3 3-72,-4 0 56,0 0-56,0 0 0,0 0-872,4 0 88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5.25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10 24,'40'-9'21266,"-3"9"-22362,-31 0 1737,68 0-2345,10 0-6595,-67 0 2804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6.56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0 321 1192,'0'0'13258,"2"6"-12322,0-1-818,-1 0 0,1-1 0,0 0 0,1 1 1,-1-1-1,1 0 0,0 0 0,0 0 0,0 0 0,0-1 0,1 1 1,-1-1-1,1 0 0,0 0 0,0 0 0,0-1 0,0 1 0,6 1 0,2 1-63,0-1 0,0 0-1,1-1 1,-1 0 0,1-1 0,0-1-1,0 0 1,0 0 0,25-4-1,-33 3-49,0 0-1,0-1 1,0 0 0,0 0-1,0-1 1,0 1-1,-1-1 1,1 0 0,-1 0-1,1-1 1,-1 1-1,0-1 1,0 0 0,0 0-1,0 0 1,0-1 0,-1 1-1,1-1 1,3-6-1,-3 4 5,0-1-1,-1 1 1,1-1 0,-1 0-1,0 0 1,-1-1-1,0 1 1,0-1-1,-1 1 1,0-1-1,0-15 1,0 20 12,-1-1 0,0 0 0,0 0-1,0 0 1,-1 0 0,1 0 0,-1 0 0,0 1 0,0-1 0,0 0-1,0 1 1,-1-1 0,0 0 0,0 1 0,0 0 0,0-1 0,0 1-1,0 0 1,-1 0 0,0 1 0,1-1 0,-1 0 0,0 1 0,-1-1-1,1 1 1,0 0 0,-6-2 0,-4-4-58,0 1 0,-1 0 0,0 1 0,0 1 1,0 0-1,-1 1 0,0 0 0,0 2 0,0-1 0,0 2 0,-23 0 0,36 1 40,1 1-1,0-1 1,-1 1-1,1-1 1,0 1-1,-1 0 1,1-1-1,0 1 1,0 0-1,0 0 1,0 0-1,0 0 1,0 0 0,0 0-1,0 0 1,0 0-1,0 0 1,1 1-1,-1-1 1,0 0-1,1 0 1,-1 1-1,1-1 1,0 1-1,-1-1 1,1 0-1,0 1 1,0-1-1,0 0 1,0 1-1,0-1 1,0 1-1,0 1 1,0 0 4,0 0 0,0 0 1,0 1-1,0-1 0,1 0 0,-1 0 1,1 0-1,0 0 0,0 0 0,0 0 1,0 0-1,1 0 0,-1 0 0,1-1 0,2 4 1,-1-3-5,1-1 0,0 0 1,0 0-1,-1 0 0,1 0 1,1 0-1,-1-1 0,0 0 1,0 0-1,0 0 0,1 0 1,-1-1-1,0 0 0,1 0 1,-1 0-1,0 0 0,1 0 1,4-2-1,1 0 16,0 0 0,-1-1 0,1 0 0,-1-1 0,1 1 0,14-10 0,20-13-32,-2-2 0,-1-2 0,-1-1 0,36-38 1,-61 56 49,-15 13-35,0 0 1,0 0-1,0-1 0,0 1 0,1 0 0,-1 0 0,0 0 0,0 0 0,0 0 0,0 0 0,0 0 0,0 0 0,0 0 0,1 0 1,-1 0-1,0 0 0,0 0 0,0 0 0,0 0 0,0 0 0,1 0 0,-1 0 0,0 0 0,0 0 0,0 0 0,0 0 0,0 0 0,0 0 1,1 0-1,-1 0 0,0 0 0,0 0 0,0 0 0,0 0 0,0 0 0,0 0 0,0 0 0,1 0 0,-1 1 0,0-1 0,0 0 1,0 0-1,0 0 0,0 0 0,0 0 0,0 0 0,0 0 0,0 1 0,0-1 0,0 0 0,0 0 0,-5 27 215,-1-3-261,5-16 40,0-1 0,1 1 0,-1 0 0,2-1-1,-1 1 1,1 0 0,0-1 0,3 11 0,-3-14-2,1-1 1,0 1 0,0-1 0,0 1-1,1-1 1,-1 0 0,1 0 0,-1 0 0,1 0-1,0 0 1,0-1 0,0 1 0,1-1-1,-1 0 1,0 0 0,1 0 0,5 2-1,-1-1 0,1 0-1,0 0 0,0-1 1,0 0-1,0-1 0,17 1 1,-22-2 5,0 1 1,0-1 0,1-1-1,-1 1 1,0-1-1,0 0 1,0 0 0,0 0-1,0 0 1,0 0-1,0-1 1,0 0 0,0 0-1,-1 0 1,1-1-1,3-2 1,-2-1 13,0 0-1,0 0 1,-1 0 0,0 0-1,0-1 1,-1 0 0,0 0-1,0 0 1,-1 0 0,0 0-1,0-1 1,0 1 0,0-15-1,-2 20 86,0 10 289,0 15-352,-1 5-12,2 0-1,0 0 1,2-1 0,9 38-1,-10-57-37,1 1 0,-1-1 0,2 0 0,-1-1 0,1 1 0,1-1 0,-1 1 0,1-1 0,0-1 0,1 1 0,0-1 0,0 0 0,0 0 0,1 0 0,-1-1 0,1 0 0,1-1 0,-1 1 0,11 3-1,0-2-442,0 0-1,1-1 1,0-2-1,0 1 1,34 0-1,13-3-3388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7.06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156 1 13395,'0'0'6444,"31"17"-6289,95 56-94,-82-41 22,-43-32-72,0 1 0,0 0 0,0 0 0,0 0 0,-1 0-1,1 1 1,-1-1 0,1 0 0,-1 0 0,1 0 0,-1 0 0,1 1-1,-1-1 1,0 1 0,2 7 95,-1-8-103,-1 0 0,0-1 0,1 1 0,-1 0 0,0-1 0,0 1 0,0 0 0,0-1 0,0 1 0,0 0 0,0 0 0,0-1 0,0 1 0,0 0 0,0-1 0,0 1 0,0 0 0,-1-1 0,1 1 0,0 0 0,0-1 0,-1 1 0,1 0 0,0-1 0,-1 1 0,1-1 0,-1 1 0,1-1 0,-1 1 0,1-1 0,-1 1 0,1-1 0,-1 1 0,0-1 1,1 0-1,-1 1 0,1-1 0,-1 0 0,0 0 0,1 1 0,-1-1 0,0 0 0,1 0 0,-2 0 0,-39 0 105,23-1-91,-217-3 67,233 4-64,-1 0-1,0 0 0,1 0 1,-1 1-1,0-1 0,1 0 0,-1 1 1,0 0-1,1 0 0,-1 0 1,1 0-1,-1 0 0,1 0 0,0 0 1,-1 1-1,1-1 0,0 1 0,-2 2 1,2-2-14,1 1 0,-1-1 0,1 1 0,0-1 0,0 1 0,0-1 0,0 1 0,1 0 0,-1 0 0,1-1 0,-1 1 0,1 0 0,0 0 0,0 0 0,0-1 0,1 1 0,0 3 0,0-2-9,0 0 0,1 0 0,-1 0 0,1 0 0,0 0 0,0 0 0,0 0 1,1-1-1,0 1 0,-1-1 0,1 0 0,0 1 0,1-1 0,-1-1 0,0 1 0,1 0 0,4 1 0,3 3-140,0 0-1,1-1 1,0-1 0,20 7 0,-20-9-374,1 0 0,-1-1 1,1 0-1,0-1 0,14 0 1,-21-1-37,1 0 0,-1-1 1,1 0-1,0 0 0,-1-1 0,0 1 1,1-1-1,-1-1 0,0 1 0,0-1 1,7-5-1,17-16-4739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7.44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1040,'0'0'17332,"22"23"-17212,67 76-15,-85-96-99,-1 1 0,0 0 0,1 0-1,-2 0 1,1 0 0,0 1-1,-1-1 1,0 1 0,0-1 0,0 1-1,-1 0 1,1 0 0,0 9 0,1 1 21,0 20-1,-3-30-24,0 0 0,0 0 1,0 0-1,1 0 0,0 0 1,0 0-1,4 9 0,-5-14 1,0 0 0,0 0 0,0 0 0,0 0 0,0 0-1,0 0 1,0 1 0,1-1 0,-1 0 0,0 0 0,0 0-1,0 0 1,0 0 0,0 0 0,1 0 0,-1 0 0,0 0-1,0 0 1,0 0 0,0 0 0,1 0 0,-1 0 0,0 0-1,0 0 1,0 0 0,0 0 0,0 0 0,1 0 0,-1 0 0,0 0-1,0 0 1,0 0 0,0 0 0,1 0 0,-1 0 0,0 0-1,0 0 1,0-1 0,0 1 0,0 0 0,0 0 0,1 0-1,-1 0 1,0 0 0,0-1 0,8-9 53,5-11 8,-10 14-52,43-84 55,-40 82-71,0-1 1,0 1 0,1 1 0,0-1 0,0 1 0,17-14 0,-23 21 3,0 0-1,1 0 0,-1 0 0,0 0 0,0 0 1,0 1-1,1-1 0,-1 1 0,0-1 0,1 1 1,-1-1-1,1 1 0,-1 0 0,1-1 0,-1 1 1,0 0-1,1 0 0,-1 0 0,1 0 0,-1 1 1,1-1-1,-1 0 0,0 0 0,1 1 0,-1-1 1,1 1-1,-1-1 0,0 1 0,0 0 0,1 0 1,-1-1-1,0 1 0,0 0 0,0 0 0,0 0 1,0 0-1,0 0 0,0 0 0,1 2 0,3 5 10,-1 0-1,1 1 0,-2-1 0,1 1 0,2 9 0,-1-2-14,19 51 16,21 50-279,-43-114 91,-1 0-1,1 0 0,-1 0 0,1 0 0,0 0 1,0-1-1,1 1 0,-1-1 0,0 1 0,1-1 1,0 0-1,-1 0 0,1 0 0,3 2 0,-2-3-649,0 1 0,0-1-1,0 0 1,0 0 0,0 0-1,7 0 1,11-1-7965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7.78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9794,'0'0'5049,"0"174"-5041,3-115 184,1 3 32,-1 0 264,1 0-208,-1-9-184,-3-3-96,3-16-328,-3-13-472,0-8-1720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8.1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1 100 4481,'0'0'11834,"214"-44"-11593,-149 29-233,1 2-16,-8-2-201,1 9-471,-14 0-1328,-18 6-3617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8.48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1 342 10402,'0'0'8178,"21"111"-8130,-4-76 104,0-1-200,0-6 48,4-7-56,-4-8-1096,7-13-913,-3 0-1079</inkml:trace>
  <inkml:trace contextRef="#ctx0" brushRef="#br0" timeOffset="1">180 0 1640,'0'0'11843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28.81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32 0 656,'0'0'19660,"-31"7"-19212,58-7-448,8 0 297,6 0-297,4 0-497,14 0-1311,-11 0-961,-10 3-2376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30.13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390 534 1712,'0'0'12558,"-3"-6"-12007,1 3-511,-1-1 1,1 1 0,0 0 0,-1 0-1,0 0 1,0 0 0,0 1 0,0-1-1,0 1 1,0 0 0,-1 0 0,1 0-1,-1 0 1,0 0 0,1 1 0,-1 0-1,0 0 1,0 0 0,0 0 0,0 0 0,0 1-1,-5-1 1,-10 0 129,-1 0 0,0 0 1,1 2-1,-1 1 0,1 0 0,-36 10 0,47-10-141,1 1 0,-1 0-1,1 0 1,0 1-1,0 0 1,0 0-1,1 0 1,0 1 0,0 0-1,0 1 1,0-1-1,1 1 1,0 0 0,0 1-1,0-1 1,1 1-1,0 0 1,0 0-1,-4 13 1,5-13-27,1 0 0,0 0 0,0 0 0,1 1 0,0-1 0,0 1 0,1-1-1,0 1 1,0-1 0,3 15 0,-2-17-18,0-1 1,0 0-1,1 0 0,0 1 1,0-1-1,0 0 0,0-1 0,0 1 1,1 0-1,0-1 0,0 1 0,0-1 1,0 0-1,0 0 0,1 0 1,-1-1-1,1 1 0,0-1 0,5 3 1,1 0-19,1-1 0,-1 0 0,0-1-1,1 0 1,0-1 0,0 0 0,0-1 0,0 0 0,0-1 0,0 0 0,0-1 0,-1 0 0,1 0 0,0-1 0,0-1 0,-1 0 0,1 0 0,-1-1 0,0-1 0,0 1 0,0-2-1,-1 1 1,1-1 0,-2-1 0,1 1 0,-1-2 0,11-11 0,-6 3 36,-2-1-1,0 0 1,-1-1-1,-1 0 1,-1-1-1,0 0 1,-1 0-1,-1-1 1,-1 1-1,4-37 1,-4 2 96,-2 0 0,-8-99 0,-5 63-20,4 51-468,0-48 0,6 84-511,0 19-154,0 476 2470,0-475-1390,1-1 1,0 1 0,1 0-1,1-1 1,8 26-1,-9-37-83,-1 0 1,1-1-1,0 1 0,0-1 0,0 0 0,1 1 1,-1-1-1,1 0 0,0 0 0,1-1 1,-1 1-1,1-1 0,-1 1 0,1-1 0,0 0 1,0 0-1,0-1 0,1 0 0,-1 1 0,0-1 1,1 0-1,0-1 0,7 2 0,-3-2-469,0 0-1,0 0 1,0-2-1,0 1 1,0-1-1,0 0 0,0-1 1,0 0-1,0 0 1,0-1-1,-1 0 1,1-1-1,-1 0 0,0 0 1,0 0-1,-1-1 1,1-1-1,13-11 1,-13 9 259,0-1 1,-1 1 0,1-1 0,-1-1 0,-1 1-1,7-15 1,-8 14 915,-1 0-1,0-1 0,0 1 1,-1-1-1,-1 0 0,3-19 0,-4 17 80,0 1 0,-1-1 0,0 1 0,-1-1 0,0 1-1,-3-15 1,3 25-624,0-1 0,0 1 0,0 0-1,0 0 1,0-1 0,0 1 0,-1 0 0,1 0-1,-1 0 1,1 0 0,-1 1 0,0-1 0,1 0-1,-1 1 1,-3-3 0,2 3-59,0 0-1,0 0 1,0 0 0,0 0-1,0 0 1,-1 1 0,1 0-1,0-1 1,0 1-1,0 0 1,0 0 0,-1 1-1,1-1 1,0 1 0,-3 1-1,3-1-16,0 0 0,1 0 0,-1 1 0,1-1 0,-1 1 0,1 0 0,0 0 0,0 0 1,-1 0-1,1 0 0,1 1 0,-1-1 0,0 1 0,0-1 0,1 1 0,0-1 0,-1 1 0,1 0 0,0 0 0,0-1 0,1 1 0,-1 0 0,0 4 0,-2 11 206,0 0 0,1 27 0,2-44-228,0 3 3,-2 25 64,2-1 1,1 1-1,7 44 0,-6-65-65,0 0 0,0 0 0,1 0 0,0-1 0,0 1 0,1-1 0,0 1 0,0-1 0,1 0 0,-1-1 0,2 1 0,-1-1 0,1 0 1,0 0-1,0-1 0,0 0 0,9 6 0,-9-8-47,0 0-1,-1 0 1,1-1 0,0 1 0,0-1 0,1-1 0,-1 1-1,0-1 1,1 0 0,-1-1 0,0 1 0,1-1 0,-1 0 0,0-1-1,1 0 1,-1 0 0,0 0 0,1-1 0,7-3 0,-6 2-50,1-1 0,-1-1 0,1 1 0,-1-2 0,-1 1 0,1-1 0,-1 0 0,0 0 0,0-1 0,-1 0 0,1 0 0,5-10 0,-7 8-26,0 0 0,0 0 0,-1-1 0,0 1 0,-1-1 0,0 0 0,0 0 0,1-12-1,-1-8 691,-2-44-1,-1 51 276,0 24-783,1-1 1,-1 1-1,0-1 0,1 1 1,-1-1-1,0 1 0,1-1 1,-1 1-1,1-1 0,-1 1 1,0-1-1,1 1 0,-1-1 0,1 0 1,-1 1-1,1-1 0,0 0 1,-1 1-1,1-1 0,-1 0 1,1 0-1,0 0 0,-1 1 1,1-1-1,0 0 0,30 5 302,33-3-449,-42-2 106,-12 1-1,0 0 0,-1-1 0,1-1 0,0 0 0,-1 0-1,1 0 1,-1-2 0,15-4 0,-23 6-24,1 0 0,0 1 0,0-1 0,-1 0 0,1 0 0,0 1 0,0-1 0,0 1 0,0 0-1,0-1 1,-1 1 0,1 0 0,2 0 0,-3 5 29,-2 33 350,0-15-275,0 0-1,2 0 1,0 0 0,8 34-1,-8-53-102,0 0-1,0 1 0,0-1 0,1 0 1,0 1-1,0-1 0,0 0 0,0 0 1,1 0-1,-1-1 0,1 1 0,0-1 1,0 1-1,0-1 0,1 0 0,-1 0 1,1-1-1,0 1 0,0-1 0,-1 1 1,2-1-1,-1 0 0,0-1 0,0 1 1,1-1-1,-1 0 0,0 0 0,8 1 1,-5-2-115,0 1 0,-1-1 0,1 0 0,-1-1 0,1 0 0,-1 0 0,1 0 0,-1-1 0,1 0 1,-1 0-1,0 0 0,0-1 0,0 0 0,9-6 0,-7 2-121,0 0 1,-1 0-1,1 0 0,-2-1 1,1 0-1,-1-1 0,0 1 0,8-16 1,-8 11 350,0 0 0,0 0 0,-2-1 0,1 0 0,-2 1 0,0-1 0,0 0 0,-1-1 0,-1-20 444,-1 52-123,0 13-315,2-1-1,7 49 0,-7-69-128,0 0-1,0 0 0,1-1 1,0 1-1,1-1 1,0 0-1,0 1 0,0-2 1,1 1-1,0 0 1,1-1-1,0 0 0,8 7 1,-11-12-304,0 1 0,1-1 0,-1 0 0,1 0 0,-1 0 0,1-1 0,0 0 0,0 1 0,0-1-1,0 0 1,0-1 0,4 1 0,10 0-6565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30.47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7826,'0'0'9146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30.82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0 228 2585,'0'0'11839,"24"17"-11294,75 53-309,-91-63-219,-1-1 0,1 1 0,-1 0 1,0 1-1,-1 0 0,0 0 0,0 0 1,-1 1-1,8 16 0,1 3-1,-3-7 6,14 22 32,-24-42-51,1 1 0,-1 0 0,0-1 1,1 1-1,-1-1 0,1 0 0,0 1 0,-1-1 1,1 0-1,0 0 0,0 0 0,0 0 0,0-1 1,0 1-1,0 0 0,0-1 0,0 1 0,0-1 0,2 0 1,-2 0 4,0-1 0,-1 1 1,1-1-1,0 0 0,-1 1 1,1-1-1,-1 0 0,1 0 1,-1 0-1,1 0 0,-1 0 1,0-1-1,0 1 0,1 0 1,-1-1-1,0 1 0,0-1 1,0 1-1,-1-1 0,2-2 1,19-43 274,-15 31-108,37-88 465,-24 54-551,1 1-1,3 1 1,2 0-1,34-46 1,-56 90-213,1-1 1,0 1-1,0 0 0,0 0 0,0 0 1,7-3-1,-10 6-40,0 1-1,-1-1 1,1 0 0,0 1 0,0-1 0,0 1-1,0-1 1,0 1 0,0 0 0,0 0-1,0-1 1,0 1 0,0 0 0,0 0 0,1 0-1,-1 0 1,0 0 0,0 0 0,0 0-1,0 0 1,0 1 0,0-1 0,0 0-1,0 1 1,0-1 0,0 1 0,0-1 0,0 1-1,0-1 1,0 1 0,-1-1 0,1 1-1,0 0 1,0 0 0,0-1 0,-1 1 0,1 0-1,0 2 1,8 19-5085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31.18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98 0 800,'0'0'14394,"20"13"-13083,59 42-232,-72-51-856,-1 0 0,0 1 0,0 0 0,-1 0 0,1 1 0,-1-1 0,-1 1 0,1 0 0,-1 0 1,6 12-1,-5-10 169,-5-7-378,0-1 1,1 0 0,-1 0-1,0 1 1,0-1-1,0 0 1,0 0 0,1 1-1,-1-1 1,0 0-1,0 1 1,0-1 0,0 0-1,0 1 1,0-1-1,0 0 1,0 1 0,0-1-1,0 0 1,0 1-1,0-1 1,0 0 0,0 1-1,0-1 1,0 0-1,0 1 1,0-1 0,0 0-1,-1 1 1,1-1-1,0 0 1,0 1 0,0-1-1,-1 0 1,1 0-1,0 1 1,0-1 0,-1 0-1,1 0 1,0 0 0,0 1-1,-1-1 1,1 0-1,0 0 1,-1 0 0,1 0-1,0 0 1,-1 1-1,1-1 1,0 0 0,-1 0-1,1 0 1,0 0-1,-1 0 1,1 0 0,0 0-1,-1 0 1,1 0-1,0 0 1,-1 0 0,1-1-1,0 1 1,-1 0-1,1 0 1,0 0 0,0 0-1,-1 0 1,1-1-1,-34-8-166,26 6 237,-3 0-87,0 0 1,0 0-1,-1 2 1,1-1 0,-1 1-1,1 1 1,-1 0-1,0 0 1,-16 4-1,23-3 2,1 0 0,0 0-1,0 1 1,0-1 0,0 1 0,0 0 0,1 0-1,-1 0 1,1 1 0,-1-1 0,1 1-1,0 0 1,0 0 0,0 0 0,0 0 0,0 1-1,1-1 1,-1 1 0,1 0 0,0-1-1,0 1 1,1 0 0,-1 0 0,1 0-1,0 1 1,0-1 0,0 0 0,0 5 0,0-1-12,0-1 1,0 1-1,1 0 1,0-1-1,1 1 1,-1 0-1,2-1 1,3 15-1,-4-19-36,0 0 0,1 0 0,0 0-1,-1 0 1,1 0 0,0-1 0,0 1-1,1-1 1,-1 1 0,0-1 0,1 0 0,0 0-1,-1 0 1,1 0 0,0-1 0,0 1 0,0-1-1,0 0 1,0 1 0,0-1 0,0-1 0,5 2-1,4 0-224,0 0-1,0-1 1,0 0-1,0-1 0,0-1 1,0 0-1,0 0 1,0-1-1,0-1 0,21-7 1,-12 2-724,0-2 0,-1 0 0,0-2 0,31-23 1,14-15-5698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31.7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375 723 1400,'0'0'14945,"-6"-6"-14682,-1 1-182,0-1 0,0 1 0,-1 1 0,1-1 0,-1 1 0,0 1 0,0-1 0,0 1 0,-1 1 0,1-1 0,-1 1 0,1 1 0,-13-1 0,7 1 33,-1 0-1,0 2 0,0 0 0,-26 5 0,34-4-1,-1 0 0,1 1 1,1-1-1,-1 2 0,0-1 0,1 1 0,-1 0 0,1 0 0,0 1 0,1 0 0,-7 7 1,5-5-60,1 0 0,0 0 1,1 1-1,0 0 1,0 0-1,1 1 0,0-1 1,0 1-1,1 0 1,0 0-1,0 0 0,1 1 1,0-1-1,1 0 1,0 1-1,1-1 1,0 1-1,0-1 0,3 17 1,-2-24-55,0 0 1,0 1 0,1-1-1,-1 0 1,1 0-1,-1 0 1,1 0 0,-1 0-1,1 0 1,0 0-1,0 0 1,0-1 0,0 1-1,0-1 1,1 0-1,-1 1 1,0-1 0,1 0-1,-1 0 1,0-1-1,1 1 1,-1 0 0,1-1-1,0 1 1,-1-1-1,1 0 1,4 0 0,0 0 20,0 0 1,0 0 0,0-1 0,0 0 0,0 0 0,0-1 0,0 0-1,0 0 1,8-4 0,-4-1-2,-1 1 1,-1-2-1,1 0 0,-1 0 1,-1 0-1,0-1 0,0 0 1,0-1-1,-1 0 0,8-15 0,-3 2-23,0-2 0,-1 1 0,12-46 0,-5-5-5,14-121 1,-10-77 60,-21 249-35,3-94-122,-5 142 66,-6 35 0,-1 7 26,3 206 53,6-179-21,-2-46-133,3 0 1,2 0 0,2 0-1,1-1 1,3 0 0,27 78-1,-35-120-70,-1-1-1,1 1 1,0 0 0,0 0-1,0-1 1,0 0-1,1 1 1,-1-1-1,1 0 1,0 0-1,0 0 1,0 0 0,7 4-1,-6-6-518,0 1 1,0 0-1,0-1 0,0 0 0,0 0 0,0 0 1,1 0-1,5-1 0,18 1-6385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32.0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229 0 864,'0'0'17411,"7"26"-16550,3 8-573,20 87 783,-25-79-188,-5-41-811,-2-21-176,1 14 79,-1 0 0,0 1 0,0 0 0,0-1 0,-1 1 0,0 0 0,0 0 0,0 0-1,0 0 1,-1 1 0,0 0 0,0-1 0,0 1 0,0 1 0,-1-1 0,0 1 0,0-1 0,0 1 0,0 1 0,0-1 0,0 1 0,-1 0 0,-6-2 0,7 2 24,0 1 0,0-1 1,0 1-1,-1 0 0,1 0 0,0 1 1,-1 0-1,1 0 0,0 0 1,-1 1-1,1-1 0,0 1 0,-1 0 1,1 1-1,0-1 0,0 1 0,0 0 1,0 1-1,1-1 0,-1 1 0,0 0 1,1 0-1,0 0 0,0 0 1,-6 7-1,4-1 58,0 0 0,1 1 0,0 0 0,0 0 0,1 0 0,1 0 0,-1 1 0,2-1 0,-1 1 1,2 0-1,-1 0 0,2 0 0,-1-1 0,3 21 0,-2-27-45,0 1 1,1-1-1,0 1 1,0-1-1,0 1 1,0-1-1,1 0 1,-1 1-1,1-1 1,0 0-1,1 0 1,-1 0-1,1 0 1,-1-1-1,1 1 1,0-1 0,1 0-1,-1 0 1,1 0-1,-1 0 1,1 0-1,0-1 1,0 1-1,0-1 1,0 0-1,0-1 1,5 2-1,4 1 33,0 0-1,0-2 1,1 0-1,-1 0 1,1-1 0,0-1-1,26-2 1,-33 1-66,0 0 1,-1 0-1,1-1 0,0 0 1,-1 0-1,1-1 0,-1 0 1,0 0-1,0 0 1,0-1-1,-1 0 0,1 0 1,-1 0-1,9-10 0,-8 3-654,-14 6-767,-22 6-1718,25 0 2736,-45 7-3851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47.7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35 675 728,'0'0'12019,"-4"3"-11138,2-1-792,0 0 0,0 0-1,0 0 1,0-1 0,0 1-1,0-1 1,0 0 0,-1 1-1,1-1 1,0 0 0,-5 1-1,8-14 163,11-18-175,2-1 0,0 2 0,27-40 0,-9 16-53,108-174-186,11-18-3450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48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3593,'0'0'10242,"5"9"-9786,28 45 544,53 64 0,-46-66-843,-4-4-348,2-2 0,2-2 0,1-2 1,3-2-1,90 65 0,-130-102-535,1 0 0,0 0 0,0-1 0,0 0-1,11 4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49.2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37 416,'0'0'17072,"0"-6"-16748,0-18-264,4 18-43,3 10-5,-4-1 1,0-1 0,0 1 0,0 0 0,-1 1 1,1-1-1,-1 0 0,1 1 0,-1-1 0,0 1 0,-1 0 0,1 0 0,-1-1 0,1 1 0,-1 0 0,1 7 0,1 7 80,0 1-1,0 19 0,-2 101-236,-1-155 126,1 0 0,0 0-1,2 0 1,-1 1 0,2-1 0,8-21 0,-9 28 15,1 0 0,1 0 0,0 0-1,0 1 1,0-1 0,1 1 0,1 1 0,-1-1-1,1 1 1,0 0 0,1 1 0,8-6 0,-12 9-6,1 0 0,0 0 1,0 0-1,0 1 1,0 0-1,1 0 1,-1 1-1,1-1 1,-1 1-1,1 0 0,-1 1 1,1-1-1,-1 1 1,1 0-1,0 1 1,7 0-1,-11 0 7,-1 0 0,1 0-1,-1 0 1,1 0 0,-1 0 0,0 1 0,0-1-1,0 0 1,0 0 0,0 1 0,0-1-1,0 1 1,0-1 0,0 1 0,-1-1-1,1 1 1,0-1 0,-1 1 0,0 0-1,1-1 1,-1 1 0,0 0 0,0 0 0,0-1-1,0 1 1,0 1 0,1 4 1,2 39-23,-2 53 1,3 38-1087,-3-121 352,2-1 0,0 1 0,1-1-1,0 0 1,1 0 0,12 24 0,0-10-4517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1.8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264 644 800,'0'0'13236,"13"-4"-12199,43-8-224,-43 9 957,-16-3-514,-7 4-1236,-1 0 0,0 1-1,0 0 1,1 1 0,-21 2-1,10-1-5,12 0-8,-1 1 0,0 0 0,1 0 0,-1 1 0,1 0 0,0 0 0,0 1 0,0 1 0,0-1 0,1 2 0,0-1 0,0 1 0,0 0 0,1 0 0,0 1 0,0 0 0,-10 14 0,8-9-3,1 1 0,0-1 0,0 1 0,1 0 0,1 1 0,0 0-1,1 0 1,1 0 0,0 1 0,1-1 0,-1 17 0,2-20-3,2-1 0,0 1 0,0-1 1,1 0-1,0 1 0,1-1 0,3 12 0,-4-19 1,0 1 0,0-1 0,1 0-1,0 0 1,0 0 0,0 0 0,0 0 0,0 0-1,0-1 1,1 1 0,-1-1 0,1 1 0,0-1-1,0 0 1,0 0 0,0 0 0,0-1 0,0 1-1,0-1 1,1 1 0,-1-1 0,1 0 0,-1 0-1,4 0 1,0 0 2,0 0-1,0-1 1,-1 0-1,1 0 1,0 0 0,0-1-1,-1 0 1,1 0-1,0-1 1,-1 1 0,1-2-1,-1 1 1,0-1-1,0 0 1,0 0 0,0 0-1,0-1 1,-1 0-1,1 0 1,-1-1 0,0 1-1,0-1 1,-1 0-1,0-1 1,6-7 0,3-8-3,-1 0 0,-1-1 0,-1-1 0,0 1 0,11-46 0,-7 7-138,-2 0 0,5-70-1,-4-128-1896,-10 185 1251,0-127-484,-3 198 752,-1 8 343,1 0 0,-1 0 0,1 0 0,0 1 1,0-1-1,1 8 0,0 10 162,17 671 929,-8-573-1026,-7-105-741,0-1-1,1 1 1,1-1-1,0 0 0,9 19 1,0-15-5460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2.2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0 444 1840,'0'0'12666,"12"-5"-12014,-3 1-527,-1 2-39,-1-1 1,1-1-1,-1 0 0,0 0 1,0 0-1,0-1 0,-1 0 0,0 0 1,10-10-1,4-9 76,27-30-334,-3-2 0,54-88-1,-94 138-236,-2-1 0,1 1 0,-1-1 0,0 0-1,0 1 1,0-1 0,-1 0 0,0 0 0,-1 0-1,0 0 1,0-8 0,0-2-3583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2.5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8770,'0'0'7930,"197"146"-7530,-139-103-328,4 4-56,-6-4-16,-12 1-736,-9 2-969,-14-9-1344,-15-9-6361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5.0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1 7938,'0'0'13808,"-7"0"-13724,-23 0-77,22 0-49,8 1 40,0-1-1,0 1 0,0-1 0,1 1 1,-1 0-1,0-1 0,0 1 0,0 0 1,0-1-1,1 1 0,-1-1 1,0 1-1,1-1 0,-1 1 0,0-1 1,1 1-1,-1-1 0,1 1 0,-1-1 1,2 1-1,8 3-26,1-1 0,0-1-1,1 0 1,-1 0 0,0-1 0,1-1-1,19-1 1,-11 1-220,45 1-1200,80-4-5845,-104-5 1431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5.3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4 680,'0'0'18516,"35"-4"-18468,13 4 8,7 0-112,21 0-1400,-14 0-1105,-10 0-2600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8.6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 1072,'0'0'12792,"11"1"-12425,-4-1-267,-5 0-67,1 0 1,0 0-1,-1 0 1,1 0-1,0 0 0,-1 0 1,1 1-1,-1-1 1,1 1-1,-1 0 0,1 0 1,-1 0-1,0 0 1,1 0-1,-1 1 0,0-1 1,0 0-1,0 1 1,0 0-1,0 0 0,0-1 1,0 1-1,2 4 1,2 6 231,-1 0 1,0 0 0,-1 0-1,-1 1 1,0-1 0,0 1-1,0 21 1,-2 98 276,-3-68-472,2 14-130,0-77 0,4-14-156,6-71-367,-5 37 413,14-63 0,-15 96 163,-1 1 0,2 0 0,0 1 0,0-1 0,1 1 0,1 0 0,0 0 0,1 1 0,12-15 0,-16 22 5,0 0-1,1 0 1,-1 1 0,1 0-1,0-1 1,0 2 0,0-1-1,1 0 1,9-2 0,-12 4-1,-1 0 0,0 1 1,0-1-1,1 1 0,-1-1 0,0 1 1,0 0-1,1 0 0,-1 0 1,0 0-1,1 1 0,-1-1 1,0 1-1,0-1 0,1 1 1,-1 0-1,0 0 0,0 0 0,0 0 1,0 0-1,0 0 0,0 0 1,0 1-1,-1-1 0,1 1 1,0-1-1,2 4 0,3 7 6,0 0-1,-1 0 1,-1 0 0,0 1-1,4 15 1,14 74 21,-12-51-9,5 11-33,4 15-484,-12-26-2894,-8-32-647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9.0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1 200,'0'0'15803,"0"24"-15681,4 154 19,-3-84-271,3 56-97,7-51-4537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9.3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1 824,'0'0'15339,"59"0"-15251,-21 0-8,0 0-160,17 0-376,-10 0-1056,-11 0-1561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9.7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 1 10986,'0'0'6024,"0"16"-5949,0-8-67,6 215 87,8 41-769,-14-263 557,-5-2-58,0 0 106,0 0-1,0 0 1,0 0-1,0-1 1,1 0 0,-1 0-1,0 0 1,1-1-1,-9-5 1,-14-8 219,123 15 684,43 1-3899,-103 0-540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7.3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0 444 264,'1'14'13894,"5"-23"-13656,1-1 0,0 2-1,14-14 1,0 0-101,33-44-32,-2-3 1,60-107-1,-105 164-284,-3 7-95,-1 0-1,0 0 0,0 0 0,-1-1 1,1 1-1,-1-1 0,0 0 0,-1 1 1,2-11-1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5:57.8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0 912,'0'0'16584,"10"7"-16460,36 29 69,-3 2 0,0 2 0,42 54 0,-44-48-985,1-2 0,2-1 0,71 52 1,-74-69-1637,-13-12-2167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0.6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 1488,'0'0'15824,"11"-2"-14820,39-5 165,87 0 1,66 11-594,-126-1-578,358 1-525,-134-2-1291,-218 2 424,103 19-1,-151-22-2019,-21-1-2073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1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17 824,'0'0'15449,"5"4"-15081,4 6-277,0 0 1,-1 0-1,0 0 1,-1 1-1,0 1 1,-1-1-1,0 1 1,-1 0-1,0 1 1,0-1-1,-2 1 0,0 0 1,2 15-1,2 24-128,-1 104 0,-6-155 38,0 0-212,1-19-373,-2 9 477,1 6 91,-1-35-79,2 1 1,2 0-1,9-49 0,-10 76 94,1 0 0,0 0 0,0 0 0,1 1-1,0-1 1,1 1 0,0 0 0,0 0 0,1 1 0,1-1-1,-1 1 1,1 1 0,0-1 0,1 1 0,0 0 0,0 1-1,10-6 1,-11 8 2,-1 1 0,1 0-1,0 1 1,0 0 0,1 0-1,-1 0 1,8 0 0,-11 2-1,0-1 0,1 1 1,-1 0-1,0 0 0,0 0 0,0 1 1,0-1-1,0 1 0,0 0 0,0 0 1,0 1-1,0-1 0,-1 1 0,7 3 1,-4 0-2,-2 1 1,1-1 0,0 1-1,-1 0 1,0 0 0,0 0 0,-1 0-1,0 1 1,0 0 0,3 12 0,3 12 7,5 32 1,-1 23-48,8 36-63,-16-104-1079,0 0 0,10 21 0,-5-21-3111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1.8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9450,'0'0'5801,"0"118"-5801,0-81 192,0 7-184,0-1-8,0 1 8,0-1-16,0-6-104,0 1-784,0-10-1296,0-10-3562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2.1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32 880,'0'0'17532,"-10"0"-17524,24 0 56,10 0-64,7 0 0,7-3-72,10-6-1264,-3-1-1209,-11 1-2408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2.6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107 4 3833,'0'0'11625,"0"-4"-11540,10 228 1688,-2-1-1879,-9-185-166,1-37 159,-123-14 1341,122 13-957,18 0-159,30 1-191,-17 0-905,1-1 0,-1-2 1,48-8-1,-35-1-2852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3.4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1 960,'0'0'13917,"0"5"-13803,15 289 2069,0-75-5049,-14-143-2923,-1-52-842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3.8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10202,'0'0'8298,"42"-15"-8242,-8 15-56,4 0 0,7 6 0,0-3-280,6 0-752,18-3-649,-10 0-1239,-11 0-4466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4.2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373 13 936,'0'0'16429,"-31"-3"-15956,-102-6 136,129 9-564,-1-1 1,1 1-1,0 1 1,0-1 0,-1 0-1,1 1 1,0 0 0,0 0-1,0 0 1,0 1 0,0-1-1,0 1 1,0 0-1,1 0 1,-1 0 0,0 1-1,1-1 1,0 1 0,0 0-1,0 0 1,0 0-1,-3 4 1,-1 2 121,-5 5-11,0 0 0,2 1 0,0 1 0,0 0 0,2 0 1,0 1-1,1 0 0,1 1 0,-7 27 0,8-21-124,1 0 1,1 0-1,1 0 0,1 1 0,1-1 1,6 44-1,-5-62-29,0 1 0,1 0 0,0-1 0,0 1 0,0-1 0,1 1 0,0-1 0,1 0 0,-1 0 1,1-1-1,0 1 0,0-1 0,1 1 0,-1-1 0,11 8 0,-6-7 15,0 0 1,0-1-1,1 0 1,0-1 0,0 0-1,0 0 1,0-1-1,0 0 1,15 1-1,2-1-258,0-1 0,-1-1 0,1-2 0,0-1 0,0-1 0,-1-1 0,30-8 0,-30 4-1821,35-16 0,11-10-5011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8.65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1 728,'0'0'13835,"55"109"-13843,-41-69 16,-4 3 0,1 4-8,-1 3 0,-3 2-280,0 14-808,3-17-769,-3-8-2968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9.30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3681,'0'0'10122,"4"15"-10075,67 268-38,-65-260-237,15 64 133,-3-31-4786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09.96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1 202 544,'0'0'13939,"8"0"-13168,3 1-654,0 0 0,0 0 1,0 1-1,0 0 0,0 1 0,-1 0 1,1 0-1,-1 1 0,0 1 0,0 0 1,17 12-1,-18-12-98,9 6-14,-1-2 1,2 1-1,31 10 0,-49-20 4,0 1 0,0-1-1,0 0 1,0 0 0,1 0 0,-1 0 0,0 0-1,0 0 1,0 0 0,0 0 0,1 0 0,-1 0-1,0-1 1,0 1 0,0 0 0,0-1 0,0 1 0,0-1-1,0 1 1,0-1 0,0 0 0,0 1 0,0-1-1,0 0 1,0 0 0,-1 1 0,1-1 0,0 0-1,0-2 1,2-2 45,0 0 0,-1 0 1,0 0-1,-1 0 0,2-7 0,5-14 68,2 5-156,1 0 0,0 1 0,2 0 0,0 1 0,1 0 0,27-27 0,-30 36-916,1 0 1,0 0-1,21-11 0,-11 10-3615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0.95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7394,'0'0'10354,"80"78"-10354,-63-47 0,0 3-72,0-3-384,-3-3-1001,7-6-247,-7-7-993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1.3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1 880,'0'0'15411,"83"139"-15355,-62-114-56,-1-6-48,12 0-1368,-8-7-1440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1.66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173 1 3041,'0'0'12893,"-20"9"-12561,-67 33-84,83-40-204,-1 1 0,1 0 0,0 0 1,0 0-1,0 1 0,0 0 0,0-1 0,1 1 0,0 0 0,-1 1 0,2-1 0,-1 0 0,0 1 1,1 0-1,-3 8 0,2-3 82,1 0 0,1 0 0,0 0 0,0 0-1,2 17 1,-1-10-84,0-12-80,1 1-1,-1-1 1,1 1 0,0-1-1,0 0 1,1 1-1,0-1 1,0 0-1,0 0 1,1 0 0,-1 0-1,1-1 1,0 1-1,1-1 1,6 8 0,5 2-276,0-1 0,1 0 0,20 11 0,-24-16 154,1 0-1,-1 1 1,-1 0 0,1 1-1,-2 0 1,14 16 0,-22-23 149,0 0 0,0 1 1,0-1-1,-1 0 0,1 1 1,-1-1-1,0 1 1,0-1-1,0 1 0,0 0 1,-1-1-1,1 1 1,-1 0-1,0 0 0,0-1 1,-1 7-1,-1-4 3,1-1 0,-1 0 0,0 0 0,0 0 0,-1 0 0,0 0 0,1-1 0,-1 1 0,-1-1 0,-4 6-1,-8 6 3,-1-1 0,-1-1 0,0 0 0,-27 14 0,32-20 7,0 1-147,8-5-379,-1-1 0,1 1 0,-1-1-1,0 0 1,0-1 0,-12 5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2.04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0 121 960,'0'0'13380,"18"27"-13165,55 84-103,-70-107-105,-1 0 1,1-1-1,0 0 0,0 1 1,0-1-1,1-1 0,-1 1 0,1 0 1,-1-1-1,1 0 0,6 3 1,-7-4 3,0 0 0,0 0 0,0-1 1,0 0-1,1 0 0,-1 0 0,0 0 0,0 0 1,4-1-1,8 0 44,-13 1-47,0 0 0,0 0 0,1-1 0,-1 1 1,0 0-1,0-1 0,0 1 0,1-1 0,-1 0 0,0 0 0,0 0 1,0 0-1,0 0 0,0 0 0,0-1 0,-1 1 0,1 0 0,0-1 1,-1 0-1,1 1 0,-1-1 0,1 0 0,-1 0 0,0 0 0,0 0 1,0 0-1,0 0 0,0 0 0,0 0 0,-1 0 0,1 0 0,0-3 1,1-8 10,-1 1 0,0-1 0,-1 0 0,-2-21 0,1 15-12,0 12-5,0-1 1,0 1 0,-1 0 0,0 0 0,0 0 0,-1 0 0,0 1-1,0-1 1,-1 1 0,0 0 0,0 0 0,0 0 0,-1 0 0,1 1 0,-1-1-1,-7-4 1,8 6-13,0 1 0,-1-1 0,1 1 0,-1 0 0,0 0 0,0 1 0,0 0 0,0 0 0,0 0 0,0 0 0,0 1 0,-1-1 0,1 2 0,-1-1 0,1 0 0,-1 1 0,1 0 0,-1 0 0,1 1 0,0 0 0,-1 0 0,-7 2 0,11-2-24,-1 1 1,1-1-1,-1 1 0,1-1 0,0 1 0,0 0 0,0 0 0,0 0 1,0 0-1,0 0 0,0 1 0,1-1 0,-1 0 0,1 1 0,0-1 1,-1 1-1,1 0 0,0-1 0,1 1 0,-1 0 0,0 0 0,0 5 1,0 2-807,0 1 0,1 0 0,0 0 0,3 19 0,6 2-6076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2.65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0 161 2577,'0'0'9760,"21"23"-9678,64 72-66,-79-88-10,-1 0 0,1 0 0,-1 0 0,-1 1 1,0-1-1,0 1 0,4 11 0,-6-13 119,-1 0 1,0 1-1,-1-1 0,1 1 0,-1-1 0,-1 8 1,1 6 559,0-20-673,0 1 1,0 0 0,1 0 0,-1 0 0,0-1-1,0 1 1,0 0 0,0 0 0,0 0 0,-1-1-1,1 1 1,0 0 0,0 0 0,0 0-1,-1-1 1,1 1 0,0 0 0,-1 0 0,1-1-1,-1 1 1,1 0 0,-1-1 0,1 1 0,-1-1-1,1 1 1,-1-1 0,0 1 0,1-1-1,-1 1 1,0-1 0,1 1 0,-1-1 0,0 0-1,0 1 1,1-1 0,-1 0 0,0 0 0,0 1-1,0-1 1,0 0 0,1 0 0,-1 0-1,0 0 1,0 0 0,0 0 0,1-1 0,-1 1-1,0 0 1,0 0 0,0-1 0,-1 1-12,1 0-11,0 0 1,1-1-1,-1 1 0,0-1 1,1 1-1,-1-1 0,1 1 1,-1-1-1,1 0 0,-1 1 1,1-1-1,-1 0 0,1 1 1,-1-1-1,1 0 0,0 1 1,-1-1-1,1 0 0,0 0 1,0 1-1,-1-1 0,1 0 1,0 0-1,0 0 0,0 0 1,0 1-1,0-1 0,0-1 1,0-31-303,0 27 241,0-17-87,-1 2 65,2 1-1,3-25 1,-3 38 91,1-1 1,0 1-1,1-1 0,-1 1 1,1 0-1,1 0 1,-1 0-1,1 0 0,7-8 1,-8 10-7,1 0 0,1-1 1,-1 1-1,1 1 1,0-1-1,0 1 1,0 0-1,1 0 1,-1 0-1,1 1 0,0 0 1,0 0-1,0 0 1,1 1-1,-1 0 1,0 0-1,1 0 1,0 1-1,-1 0 0,1 1 1,0-1-1,-1 1 1,8 1-1,-10 0 5,-1 0 0,1 0 1,-1 0-1,1 0 0,-1 1 0,0-1 0,1 1 0,-1 0 1,0 0-1,0 0 0,-1 0 0,1 1 0,0-1 0,-1 1 0,1-1 1,3 6-1,6 9 35,18 34 1,-11-19-23,-13-18-9,-5-11 7,1 0-1,-1 0 1,0 0-1,1-1 0,-1 1 1,1 0-1,0-1 0,4 5 1,-3-6-67,-2-22-649,-1-9 673,2-1 0,1 0 0,1 1 1,2 0-1,1 0 0,12-33 0,-18 61 77,-1 0 1,1 0-1,0-1 0,0 1 1,0 0-1,0 0 0,1 0 1,-1 0-1,1 0 0,-1 1 1,1-1-1,-1 0 0,1 1 1,0-1-1,0 1 0,0-1 1,0 1-1,0 0 0,0 0 1,0 0-1,0 0 0,0 0 1,1 1-1,-1-1 0,0 0 1,0 1-1,1 0 0,2 0 1,-2 0 0,1 1 0,0 0 0,0-1 0,-1 2 0,1-1 0,-1 0 0,1 1 0,-1 0 0,0 0 0,0 0 0,1 0 0,-1 0 0,-1 1 0,1-1 0,0 1 0,3 4 0,20 25 5,-1 2 0,-2 0 1,24 47-1,-10 3-3587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3.15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139 0 440,'0'0'13404,"23"16"-13384,76 53-10,-90-63-17,0 1-1,0 0 1,-1 1 0,0 0 0,0 0 0,11 17 0,-16-20 196,0 0 1,-1 0-1,0 0 0,0 0 0,-1 0 1,1 1-1,-1-1 0,0 0 1,0 1-1,-1-1 0,0 8 0,0-13-174,0 1-1,0-1 1,0 0-1,-1 1 1,1-1-1,0 0 1,0 1-1,0-1 1,-1 0-1,1 1 1,0-1-1,-1 0 1,1 1-1,0-1 1,0 0-1,-1 0 1,1 0-1,0 1 1,-1-1-1,1 0 1,0 0-1,-1 0 1,1 0-1,-1 0 1,1 0-1,0 1 1,-1-1-1,1 0 1,-1 0-1,1 0 1,-1 0-1,-18-1-72,13 1 89,-91-6-121,61 2 169,-44 2 0,76 2-52,0 1 0,0-1 1,0 1-1,0 0 1,0 0-1,0 0 1,0 1-1,0-1 1,0 1-1,1 0 1,-1 0-1,1 0 1,-1 1-1,1-1 1,0 1-1,0 0 1,0 0-1,0 0 1,0 0-1,1 0 1,-1 1-1,-2 5 0,2-3 61,0 1 0,0 0 0,1 0 0,0 0 0,0 0-1,1 1 1,0-1 0,0 0 0,0 1 0,1-1-1,2 14 1,-1-17-83,0-1 0,0 0 0,0 0 0,0 1 0,1-1 0,-1 0 0,1 0 0,0 0-1,0-1 1,0 1 0,0 0 0,1-1 0,-1 0 0,1 1 0,0-1 0,-1 0 0,1 0 0,0 0 0,0-1-1,0 1 1,0-1 0,1 0 0,-1 1 0,0-1 0,0-1 0,5 2 0,9 1-281,0 0 0,0-1 0,32 0 0,-44-2 149,-1 0 0,1-1-1,0 1 1,-1-1 0,1 0-1,-1-1 1,1 1 0,-1-1-1,0 0 1,1 0 0,-1 0-1,0 0 1,0-1 0,6-5-1,0-2-735,0 0-1,-1-1 0,12-17 0,-16 22 241,24-38-6806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3.50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110 0 800,'0'0'13223,"-17"10"-12914,-53 34 201,68-43-460,0 1-1,1 0 1,-1-1 0,0 1-1,1 0 1,-1 0 0,1-1 0,0 1-1,0 0 1,-1 1 0,1-1 0,1 0-1,-1 0 1,0 0 0,0 1-1,1-1 1,-1 0 0,1 0 0,0 1-1,0-1 1,0 1 0,0-1-1,0 0 1,0 1 0,1 1 0,0 8 311,-1-2-152,0 1 0,0-1 0,2 1 0,-1-1 1,6 19-1,-5-24-183,0 1 0,1-1 1,0 0-1,0 0 0,1 0 1,-1 0-1,1 0 0,0-1 1,0 0-1,1 0 0,7 6 1,-5-5-33,1 0 0,-1 0 1,1-1-1,0 0 0,0 0 1,1-1-1,-1 0 1,1-1-1,-1 0 0,1 0 1,0-1-1,14 1 0,-17-2-229,0 0 0,0 0-1,-1-1 1,1 0-1,0 0 1,0-1 0,0 1-1,-1-1 1,1 0-1,-1-1 1,0 1 0,1-1-1,-1 0 1,0 0-1,-1-1 1,1 0 0,-1 0-1,1 0 1,4-6-1,10-21-4255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3.93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1 101 1608,'195'-83'935,"-150"66"1740,-34 16 138,-2 3-1373,-2-3-1124,-1 1-1,1 0 1,0 0-1,0 1 1,0 0-1,-1 0 1,1 0-1,0 1 1,-1 0-1,1 0 1,-1 1-1,0 0 1,0 0-1,0 0 1,9 7-1,-3-1-54,1 1-1,-1 1 1,-1 0-1,0 0 1,0 1-1,-1 1 1,-1-1-1,0 2 1,-1-1 0,9 19-1,-17-32-257,0 1-1,0-1 1,0 0 0,0 0 0,0 1-1,1-1 1,-1 0 0,0 1-1,0-1 1,0 0 0,0 1 0,0-1-1,0 0 1,0 1 0,0-1-1,0 0 1,0 1 0,0-1 0,0 0-1,-1 0 1,1 1 0,0-1-1,0 0 1,0 1 0,0-1 0,0 0-1,-1 1 1,1-1 0,0 0-1,0 0 1,0 0 0,-1 1 0,1-1-1,0 0 1,0 0 0,-1 0-1,1 1 1,0-1 0,-1 0-1,1 0 1,0 0 0,0 0 0,-1 0-1,1 0 1,0 0 0,-1 1-1,1-1 1,0 0 0,-1 0 0,1 0-1,0 0 1,-1-1 0,-19-2 101,20 3-104,-39-13 23,31 9-13,0 1 1,0 0 0,0 1-1,0 0 1,-1 0 0,-15-1-1,19 3-8,1 0 0,0 0-1,-1 0 1,1 1-1,0-1 1,-1 1-1,1 0 1,0 1-1,0-1 1,0 1 0,0 0-1,0-1 1,0 2-1,-4 2 1,5-2-2,1 0 1,-1 0-1,1 0 0,0 0 1,0 0-1,0 1 1,0-1-1,1 1 1,-1-1-1,1 1 1,0-1-1,0 1 0,0 0 1,0 0-1,1 0 1,0 6-1,-1-2-3,0 0 0,1 0-1,0-1 1,1 1 0,0 0-1,3 12 1,-4-18-5,1 0-1,0 0 1,1 0-1,-1 0 1,0 0-1,1 0 1,-1 0-1,1 0 1,-1-1-1,1 1 1,0-1-1,0 1 1,0-1-1,0 1 1,0-1-1,0 0 1,0 0-1,0 0 1,0-1-1,0 1 1,1 0-1,-1-1 1,0 1-1,0-1 1,5 0-1,-2 1-213,0 0 0,1-1 0,-1 0 1,0 0-1,0 0 0,0-1 0,0 0 0,0 0 0,0 0 0,0-1 0,0 1 0,-1-1 0,1 0 1,0-1-1,-1 1 0,1-1 0,-1 0 0,0 0 0,0 0 0,0 0 0,-1-1 0,1 1 1,-1-1-1,0 0 0,4-6 0,15-21-4332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4.27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142 165 696,'0'0'17668,"5"12"-17129,19 40-241,-22-49-285,-1 0 0,1-1 0,0 1 0,0-1 0,1 0 0,-1 1-1,0-1 1,1 0 0,0 0 0,-1-1 0,1 1 0,0 0 0,0-1 0,0 0-1,0 0 1,0 0 0,0 0 0,0 0 0,6 0 0,0 0 3,0-1 0,0 0 0,1 0 0,14-3 0,-22 2-12,0 1 0,0-1 1,0 0-1,0 0 0,0 0 1,0 0-1,0 0 0,0-1 1,0 1-1,-1 0 0,1-1 1,0 0-1,-1 1 0,0-1 1,1 0-1,-1 0 0,0 1 1,0-1-1,0 0 0,0 0 1,0 0-1,0-1 0,0 1 1,-1 0-1,1 0 0,-1 0 0,1-3 1,1-9 0,-1-1 1,0 1-1,-1-17 0,-1 16-31,1 11 6,0-1 0,0 1 0,-1 0 1,1 0-1,-1-1 0,0 1 0,-1 0 1,1 0-1,-1 0 0,1 0 0,-1 0 0,0 1 1,-1-1-1,1 1 0,-1-1 0,-3-3 0,1 3-17,0-1 0,0 1 0,-1 0 0,1 1 0,-1-1-1,0 1 1,0 0 0,-1 0 0,-8-2 0,-8 0-691,0 0-1,-1 1 1,0 2 0,-41 0 0,7 2-4146,37 0 195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4.65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97 66 984,'0'0'17884,"103"-19"-17756,-72 7-120,-3-1-8,-7 1 0,-8 2-1152</inkml:trace>
  <inkml:trace contextRef="#ctx0" brushRef="#br0" timeOffset="1">0 783 11178,'0'0'7770,"48"177"-7698,-44-143-72,-1 0-48,1 0-304,3-6-2049,-4-12-3456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5.14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4545,'0'0'16700,"52"50"-16628,-49-16 40,-3 0-64,0 4-96,0-7-753,0 3-1183,0-9-2121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5.52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25 4993,'0'0'16308,"62"-25"-16132,-59 50 136,-3 6-256,4 6-112,-4 4 8,0 2-953,0 13-1367,0-12-2161,0-10-8170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8.14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0 800,'0'0'13559,"0"11"-13003,2 86 2616,1-43-3084,3 0 0,14 62 0,-10-71-925,-3 0 1,2 59-1,-8-69-2224,-6 58 0,4-82 231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8.82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 0 544,'0'0'11745,"-4"2"-11011,-16 6 1637,33-8-581,94 0 712,52 0-3512,-159 24-4284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19.9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18 6 968,'0'0'15246,"0"-6"-13616,0 16-1361,0 88 692,-14 101 0,12-167-1324,0 37 1,2-49-1532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20.53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37 904,'0'0'15403,"2"-1"-14976,17-6-172,0 0-1,0 1 1,0 2 0,1-1-1,0 2 1,0 1-1,0 0 1,21 2-1,25 0-163,-66 0-162,25 0-9292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28.0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291 7 6041,'0'0'9185,"-14"-7"-6698,9 7-2485,0 1 0,0-1 0,0 1-1,0-1 1,0 2 0,1-1 0,-1 0 0,0 1-1,0 0 1,1 0 0,-1 0 0,1 1 0,0-1 0,0 1-1,0 0 1,0 1 0,0-1 0,1 0 0,-1 1-1,1 0 1,-4 6 0,-10 13 138,1 2 0,1 0 0,1 1 0,2 0 0,-16 45 1,26-64-39,-14 39 280,2 2-1,2-1 1,2 2-1,-5 78 1,9 204 432,6-222-606,2-66-100,1-1 1,15 67-1,29 84-15,-37-158-115,79 344 90,-71-296-47,9 117 1,-25-165-21,10 235 24,-14-253-26,0 0-1,-1-1 0,-1 0 0,0 0 0,-1 0 0,-13 28 0,3-16 8,0 0 1,-31 42-1,15-26 8,17-21-3398,-24 25-1,25-32-1535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47.0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266 6 2537,'0'0'16083,"0"-6"-16075,0 25 80,0 3-8,0 5 232,0 5-56,-24 8-32,-10 6-224,-8 7-88,-20 25-1000,7-10-1777,7-12-2496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48.8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0 108 3241,'0'0'10629,"8"-2"-10556,24-7 16,-30 9-81,0 0 0,-1-1 0,1 1 0,0 0 0,0 0 0,-1 1 0,1-1 0,0 0 0,0 0 0,-1 1 0,1-1 0,0 1 0,-1-1-1,1 1 1,0 0 0,-1 0 0,1 0 0,-1 0 0,1 0 0,-1 0 0,0 0 0,1 0 0,-1 1 0,0-1 0,0 0 0,0 1 0,0-1 0,0 1 0,0-1 0,1 3-1,1 4 80,0 0 0,0 0 0,-1 0-1,3 14 1,-4-16-20,2 16 25,2 41 1,1 16-60,-6-80-34,1 1 1,-1 0 0,0 0-1,0-1 1,0 1 0,1 0 0,-1 0-1,0-1 1,0 1 0,0 0-1,1 0 1,-1 0 0,0-1 0,0 1-1,1 0 1,-1 0 0,0 0-1,1 0 1,-1 0 0,0 0 0,0 0-1,1-1 1,-1 1 0,0 0-1,1 0 1,-1 0 0,0 0 0,1 0-1,-1 0 1,0 1 0,1-1 0,-1 0-1,0 0 1,0 0 0,1 0-1,-1 0 1,0 0 0,1 0 0,-1 1-1,0-1 1,0 0 0,1 0-1,-1 0 1,0 1 0,0-1 0,0 0-1,1 0 1,-1 1 0,0-1-1,0 0 1,0 0 0,0 1 0,1-1-1,-1 0 1,0 1 0,0-1-1,0 0 1,0 0 0,0 1 0,0-1-1,0 0 1,0 1 0,0-1-1,0 0 1,0 1 0,0-1 0,0 0-1,0 0 1,0 1 0,14-24 113,-13 22-106,23-46 19,52-70 0,-58 94-33,0 1 0,2 0-1,0 2 1,39-30 0,-55 46 5,1 1 0,1 0 1,-1 0-1,0 0 1,1 0-1,5-1 1,-10 3 0,0 1 0,1 0 0,-1-1 1,0 1-1,0 0 0,0 0 1,0 0-1,0 0 0,1 0 1,-1 0-1,0 0 0,0 0 1,0 0-1,0 1 0,0-1 0,0 0 1,0 1-1,0-1 0,1 1 1,-1-1-1,0 1 0,-1 0 1,1-1-1,0 1 0,0 0 1,0 0-1,0-1 0,0 1 0,-1 0 1,1 0-1,0 0 0,-1 0 1,1 0-1,-1 0 0,1 0 1,-1 0-1,1 2 0,5 22 19,0 1-1,-2 0 1,0 0-1,-2 0 1,-2 34-1,0-29-12,1-1 0,1 1 0,11 46 1,-12-72-140,0-1 1,1 1-1,0-1 1,0 0-1,0 1 1,0-1-1,1 0 1,-1 0 0,1-1-1,0 1 1,0-1-1,1 1 1,-1-1-1,1 0 1,-1 0 0,7 4-1,8 0-2636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49.3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7394,'0'0'6977,"10"0"-6833,11 0 168,3 0-168,10 0-48,1 0-96,6 0 0,1 0-168,3 0-688,6 3-832,-9-3-873,-11 0-2168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49.9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5505,'0'0'7258,"34"-6"-7002,-2 6-200,-1 0 32,3 0-88,1 0-72,3 0-176,10 0-784,-10 6-777,-4-3-3112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50.4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259 1 5673,'0'0'7298,"-72"189"-7058,51-120 112,1 5-344,-8 7 72,4 0-80,0-4 0,-1-2-80,8-7-48,3 0-608,4-15-857,7-16-983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51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8794,'0'0'4489,"104"0"-5953,-63 0-9,-10 0-127,0 0-1297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6:51.9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141 4 1840,'0'0'9610,"0"-3"-9319,1 73 1362,-2 244-1355,-9-233-290,10-80-1,0-1 1,-130 3 2039,285-3-2906,-54 0-5793,-75 0-503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3.2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33 189 7642,'0'0'4939,"2"9"-4835,0 5-64,2 7 325,0 0 0,1-1-1,14 36 1,-17-50-332,1-1 0,-1 0 0,1 0-1,0 0 1,0-1 0,1 1 0,-1-1-1,1 1 1,0-1 0,0 0 0,1-1 0,-1 1-1,1-1 1,0 0 0,0 0 0,0 0-1,0-1 1,0 0 0,0 0 0,9 2 0,-3-1-31,0-1 1,1-1 0,0 0-1,-1-1 1,1 0 0,-1 0-1,24-5 1,-31 4-4,0 0 0,-1 0-1,1-1 1,0 1 0,-1-1 0,1 0-1,-1 0 1,1 0 0,-1 0 0,0-1-1,0 1 1,0-1 0,0 0 0,-1 0-1,1 0 1,-1 0 0,0 0 0,1-1-1,-2 1 1,1-1 0,0 0 0,-1 1 0,1-1-1,-1 0 1,0 0 0,1-5 0,-1 3 4,0 0 1,0 0 0,0 0-1,-1 0 1,0 0 0,0 0-1,-1 0 1,1 0 0,-1 0 0,0 1-1,-1-1 1,0 0 0,1 0-1,-2 1 1,1-1 0,-1 1 0,0 0-1,0 0 1,0 0 0,-1 0-1,0 0 1,-4-4 0,-7-4-41,0 0 1,-1 1 0,0 1-1,-1 1 1,0 0-1,-1 1 1,0 1-1,0 1 1,-1 0-1,0 2 1,0 0-1,-1 1 1,1 0 0,-34 0-1,53 4 35,-1 0 0,1 0-1,-1 0 1,1 0 0,-1 1 0,0-1 0,1 0-1,-1 0 1,1 0 0,-1 1 0,1-1-1,-1 0 1,1 1 0,-1-1 0,1 0-1,0 1 1,-1-1 0,1 1 0,-1-1 0,1 0-1,0 1 1,-1-1 0,1 1 0,0-1-1,0 1 1,-1-1 0,1 1 0,0-1 0,0 1-1,0 0 1,0-1 0,0 1 0,-1-1-1,1 1 1,0-1 0,1 2 0,-1-1 2,0 0 1,0 0-1,0 0 1,0 1-1,0-1 1,1 0-1,-1 0 1,1 0-1,-1 0 1,1 0-1,-1 0 1,1 0-1,0 0 1,-1 0-1,1 0 1,0 0-1,0 0 1,-1 0-1,1 0 1,2 0-1,11 8-8,1-2-1,0 0 0,0-1 1,0 0-1,1-1 1,0-1-1,19 3 1,5-1-740,74-1 1,-104-5 749,0 0 1,-1-1-1,1 0 0,0-1 1,-1-1-1,0 1 0,1-1 1,-1-1-1,0 1 0,0-2 0,-1 1 1,0-1-1,1-1 0,-1 1 1,-1-1-1,1-1 0,-1 1 1,-1-1-1,1 0 0,-1-1 1,0 0-1,-1 0 0,1 0 0,-2 0 1,7-16-1,-4-8 784,-6 26-238,4 22-510,-3-8-142,2 0 0,-1 1-1,1-2 1,0 1 0,0 0-1,1-1 1,0 0 0,0 0-1,1 0 1,0-1 0,0 0-1,1 0 1,-1 0-1,1-1 1,1 0 0,-1-1-1,1 1 1,10 3 0,-7-3-174,1-1 1,-1 0 0,1-1-1,0 0 1,0-1 0,0 0-1,0-1 1,1 0 0,-1-1-1,0-1 1,0 0 0,21-4 0,-26 3 161,0-1 1,0 1 0,0-1-1,0-1 1,-1 1 0,1-1 0,-1 0-1,0-1 1,0 0 0,7-7-1,-8 7 274,-1 0 0,1-1-1,-2 1 1,1-1-1,3-6 1,-5 8 334,0 0-1,-1 0 1,1 0 0,-1-1-1,0 1 1,0 0-1,-1-1 1,1-5 0,11 22 164,-1 4-945,1-1 0,0 0-1,1-1 1,0-1 0,1 0 0,1 0 0,0-2 0,1 0-1,0 0 1,31 14 0,6-2-5048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3.78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0 360,'0'0'15507,"0"6"-15411,0 16 288,0 9-143,0 6-137,0 7-104,0 3-104,0-4-377,0-3-351,0-2-416,0-20-912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4.12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8466,'0'0'2352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4.48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3505,'0'0'10375,"10"14"-10319,33 47 6,-38-53-60,0 1 1,-1 0 0,0-1-1,0 2 1,-1-1-1,-1 0 1,1 1 0,-1-1-1,-1 1 1,1 11 0,6 30-11,-8-50 8,0-1 1,0 0 0,0 1-1,0-1 1,1 0-1,-1 1 1,0-1-1,0 0 1,0 1-1,1-1 1,-1 0-1,0 0 1,0 1-1,1-1 1,-1 0-1,0 0 1,0 0-1,1 1 1,-1-1-1,0 0 1,1 0-1,-1 0 1,0 0-1,1 0 1,-1 0-1,0 1 1,1-1-1,-1 0 1,0 0-1,1 0 1,-1 0-1,0 0 1,1 0-1,-1 0 1,0-1-1,1 1 1,-1 0-1,0 0 1,1 0-1,-1 0 1,0 0-1,1 0 1,-1-1-1,0 1 1,0 0-1,1 0 1,-1 0-1,0-1 1,0 1-1,1 0 1,-1 0-1,0-1 1,15-15 36,-10 6-14,12-21 99,31-43-1,-42 66-102,1 1 1,-1-1-1,1 1 0,0 0 1,1 1-1,-1 0 0,1 0 1,1 0-1,-1 1 0,14-5 1,-21 9-23,1 0 0,-1 0 1,1 0-1,0 1 0,-1-1 1,1 1-1,0-1 0,0 1 1,0 0-1,-1 0 0,1 0 1,0 0-1,0 0 0,0 0 0,-1 0 1,1 0-1,0 1 0,0-1 1,-1 1-1,1-1 0,0 1 1,-1 0-1,1 0 0,0-1 1,-1 1-1,1 0 0,-1 1 1,0-1-1,1 0 0,-1 0 0,0 0 1,0 1-1,0-1 0,1 1 1,-1 1-1,3 5-23,-1 0 0,0 1 0,-1-1 0,1 1-1,-2 0 1,1 9 0,3 7-145,-5-22 122,2 9-79,1 0 0,0 0 0,0 0 0,1-1 0,7 15 0,-9-23 61,-1-1 0,1 1 1,0-1-1,-1 0 0,1 0 1,0 0-1,0 0 0,0 0 1,1 0-1,-1 0 0,0-1 0,1 1 1,-1-1-1,1 1 0,-1-1 1,1 0-1,0 0 0,0 0 1,-1-1-1,1 1 0,0-1 1,0 1-1,0-1 0,0 0 0,0 0 1,-1 0-1,1-1 0,4 0 1,-3 1-352,1-1-1,0-1 1,0 1 0,-1-1 0,1 0 0,7-4-1,26-24-6205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4.81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284 1 1368,'0'0'13091,"-18"217"-13083,18-140 0,0-2-8,11 0 8,6-7-8,0-9-8,-6-6-960,-8-16 512,-3-12-1065</inkml:trace>
  <inkml:trace contextRef="#ctx0" brushRef="#br0" timeOffset="1">1 109 4233,'0'0'12651,"231"0"-12555,-145 0-96,18 13-1033,-22-1-1351,-20 0-2393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5.23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153 1 5649,'0'0'8970,"-152"158"-8890,155-121-40,28-5-40,14-8-240,7-8-408,3-10-8,7-6-552,7-3-185,-7-28-831,-17-3-1769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5.5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0 199 9458,'0'0'3161,"214"-162"-5130,-173 141-6969,-10 5 7418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5.93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232 52 8450,'0'0'7175,"-21"-10"-7103,-64-27-15,82 36-52,0 0 0,0 0 0,1 0 0,-1 1 0,0-1 0,0 1 0,0 0 0,0 0 0,0 0 0,1 0 0,-1 1 0,0-1 0,0 1 0,0 0 0,0 0 0,1 0 0,-1 0 0,0 0 0,-4 3 0,2 0 33,1 0-1,-1 0 0,1 0 0,0 1 1,0 0-1,-4 6 0,3-4 30,1-2-47,1 0 0,0 1 0,0-1 0,1 1 0,0-1 0,0 1-1,0 0 1,1 0 0,-1 0 0,1 0 0,1 0 0,-1 0 0,1 9 0,0-13-32,1 0-1,-1 0 1,0 0 0,0-1-1,1 1 1,-1 0 0,1 0 0,-1-1-1,1 1 1,0 0 0,0-1-1,0 1 1,0 0 0,0-1 0,0 1-1,0-1 1,0 0 0,1 1-1,-1-1 1,1 0 0,-1 0 0,1 0-1,-1 0 1,1 0 0,-1 0-1,1 0 1,0-1 0,-1 1 0,1-1-1,3 2 1,6 0-241,0-1 0,0 0 1,0 0-1,13-1 0,-13 0-43,-3 0 57,0-1 0,1 0 0,-1 0 0,0-1 0,0 0-1,0 0 1,0-1 0,-1 0 0,13-6 0,-1-3-11,0 0 0,19-18 0,-4 4 882,-34 26-599,0-1 0,0 1 0,0 0 0,0 0 1,1-1-1,-1 1 0,0 0 0,0 0 0,1 0 1,-1-1-1,0 1 0,0 0 0,1 0 0,-1 0 1,0 0-1,0 0 0,1-1 0,-1 1 0,0 0 1,1 0-1,-1 0 0,0 0 0,1 0 0,-1 0 1,0 0-1,0 0 0,1 0 0,-1 0 0,0 0 1,1 0-1,-1 1 0,0-1 0,1 0 0,-1 0 1,0 0-1,0 0 0,1 0 0,-1 1 0,0-1 1,0 0-1,1 0 0,-1 0 0,0 1 1,0-1-1,0 0 0,1 0 0,-1 1 0,0-1 1,0 0-1,2 18 151,-1-11-145,4 53-102,-2 0 0,-11 119 0,3-140 124,-2 0 0,-1 0 0,-2-1 0,-2 0 0,-26 56 0,32-82 119,0 0 1,0-1-1,-1-1 1,-1 1-1,-11 13 1,16-21-133,1-1 0,-1 1 0,0 0-1,0-1 1,0 0 0,0 0 0,0 0 0,-1 0 0,1 0 0,0-1 0,-1 1 0,0-1 0,1 0 0,-1 0 0,0-1 0,1 1 0,-1-1 0,0 1 0,0-1 0,1 0 0,-1-1 0,0 1 0,-4-1 0,6 0-60,-1 0 0,1-1-1,-1 1 1,1 0 0,0-1 0,-1 1 0,1-1 0,0 0-1,0 1 1,0-1 0,0 0 0,1-1 0,-1 1 0,0 0 0,1 0-1,-1-1 1,1 1 0,0-1 0,0 1 0,-1-6 0,-2-5-169,1 0 1,-3-27 0,5 33 109,-4-29-505,3 0 1,2-55-1,1 75 378,1 0 0,0 0 0,1 0 0,1 1 1,1 0-1,0-1 0,15-27 0,26-30-1672,0 17-2611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6.40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1 193 6793,'0'0'6777,"0"6"-6660,0 15 283,0-46 460,-1 17-865,1 1 0,1 0 0,-1-1 0,1 1-1,0 0 1,1-1 0,0 1 0,0 0 0,1 0-1,-1 0 1,2 1 0,-1-1 0,1 1 0,0 0 0,0-1-1,0 2 1,1-1 0,0 0 0,0 1 0,1 0 0,-1 0-1,1 1 1,0 0 0,0 0 0,1 0 0,-1 1 0,1-1-1,0 2 1,0-1 0,0 1 0,0 0 0,10-1-1,36-5-195,0 3-1,61 2 0,-112 4 231,0-1 0,0 1 0,0 0 0,0 0 0,0 0-1,0 0 1,-1 0 0,1 1 0,0-1 0,-1 1 0,1-1 0,0 1 0,-1-1 0,0 1 0,1 0 0,-1 0-1,0-1 1,0 1 0,0 0 0,0 0 0,0 0 0,0 4 0,18 51 452,-19-54-500,9 52 163,2 14-49,-9-64-91,-1-1 1,0 1 0,1-1-1,0 1 1,0-1 0,0 0-1,1 1 1,0-1 0,-1 0-1,1-1 1,4 5 0,-4-6-81,-1-1 0,1 1-1,-1-1 1,1 1 0,-1-1 0,1 0 0,0 0 0,0 0 0,-1-1 0,1 1 0,0-1 0,3 1 0,21-4-4793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7:47.71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323 431 1232,'0'0'15449,"-19"-1"-12991,-8-4-2387,-1 2 0,0 1 0,-44 3 0,65 0-69,-1 0 0,1 0 1,-1 0-1,1 1 0,0 0 1,0 1-1,0 0 0,0 0 1,0 0-1,1 1 0,-1 0 1,1 0-1,0 0 0,0 1 0,1 0 1,-1 0-1,1 1 0,-7 9 1,10-11-11,-1 0 1,1 0-1,0 1 1,0-1 0,1 1-1,-1 0 1,1-1-1,0 1 1,0 7-1,1-10-27,0-1 0,-1 1-1,1 0 1,0 0 0,1 0-1,-1 0 1,0 0 0,0-1 0,1 1-1,-1 0 1,1 0 0,0-1-1,-1 1 1,1 0 0,0-1-1,0 1 1,0-1 0,0 1 0,0-1-1,0 1 1,1-1 0,-1 0-1,0 1 1,1-1 0,-1 0 0,1 0-1,2 1 1,9 1-277,0 0-1,0 0 1,0-2-1,0 0 1,1 0 0,-1-1-1,0-1 1,1 0-1,-1-1 1,0 0 0,22-8-1,-26 6 475,0 0 0,-1-1 1,0 0-1,0-1 0,0 0 0,7-7 0,-12 10-59,0 0 0,0 1-1,0-1 1,0 0 0,-1 0-1,1-1 1,-1 1 0,0-1-1,0 1 1,0-1 0,-1 1-1,1-1 1,1-5 0,-3 14-109,1-1 1,0 1 0,0-1 0,1 0-1,-1 0 1,1 1 0,0-1-1,0 0 1,1 0 0,-1-1 0,1 1-1,0 0 1,0-1 0,0 0 0,0 0-1,0 0 1,1 0 0,0 0-1,-1 0 1,1-1 0,0 0 0,7 3-1,3 2-25,0-1 1,1 0-1,0-1 0,0-1 0,23 4 0,-22-5-29,0 0 0,1-2 0,0 0 0,-1-1-1,1 0 1,0-2 0,-1 0 0,1-1 0,-1 0 0,0-1 0,0-1 0,0-1 0,-1 0 0,1-1 0,18-12-1,-19 9 47,0-1-1,-1 0 0,0-1 0,-1-1 0,0 0 0,-1-1 0,-1 0 0,0-1 1,-1 0-1,0-1 0,-2 0 0,0 0 0,0-1 0,-2 0 0,0 0 0,-1-1 1,0 0-1,-2 0 0,2-23 0,-4 35 20,2-19 19,-2-1 0,0 1 0,-2 0 0,-5-40 0,5 62-26,-1-1-1,1 0 1,-1 0-1,1 1 1,-1-1 0,0 1-1,-1 0 1,1-1-1,0 1 1,-1 0-1,0 0 1,0 0-1,0 1 1,0-1-1,0 1 1,0 0-1,-1 0 1,1 0-1,-1 0 1,1 0-1,-1 1 1,0-1-1,0 1 1,1 0 0,-1 1-1,0-1 1,-5 0-1,4 1 15,0-1 0,-1 1 0,1 0 0,0 0 0,-1 1 1,1 0-1,0 0 0,0 0 0,-1 1 0,1-1 0,0 1 0,0 0 0,1 1 0,-1-1 0,0 1 0,1 0 0,0 0 0,-1 1 0,-4 5 0,0 2 101,2 0-1,-1 0 1,2 1-1,-1 0 0,2 1 1,-1-1-1,2 1 1,0 0-1,0 0 0,-2 21 1,3-5-2,1 0-1,1 0 1,6 56-1,-3-69-102,1-1 0,1 1-1,0-1 1,1 1-1,0-1 1,2-1-1,-1 1 1,2-1-1,0 0 1,1-1 0,0 0-1,1 0 1,0-1-1,1 0 1,0-1-1,1 0 1,1-1-1,-1-1 1,2 0 0,-1 0-1,1-1 1,0-1-1,1 0 1,0-1-1,0-1 1,0 0-1,0-1 1,1-1 0,17 2-1,-28-5-11,13 2-569,0 0 1,0-2-1,0 0 0,-1-1 1,1-1-1,27-5 0,-16-7-5445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3.2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1 496,'0'0'14714,"2"7"-14685,6 50 174,-1 0 0,-3 110 0,-4-104-69,2 0 1,14 89-1,-13-136-128,1 1-1,1-1 1,0-1-1,1 1 1,1-1-1,0 0 1,1-1-1,17 24 0,-20-31-11,1 0-1,-1-1 1,2 0-1,-1-1 1,1 1-1,-1-1 0,1 0 1,1-1-1,-1 0 1,1 0-1,0 0 0,-1-1 1,2 0-1,-1-1 1,0 0-1,0 0 1,1-1-1,12 1 0,-9-1-2,1-1-1,-1-1 0,1 0 0,-1-1 0,0 0 0,22-8 0,-28 8-191,-1 0 0,1-1 1,-1 0-1,1 0 0,-1 0 1,8-8-1,-9 8-287,-1-1 1,0 1 0,0-1-1,0 0 1,-1 1-1,1-2 1,-1 1-1,0 0 1,3-8-1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3.5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8618,'0'0'7249,"104"-44"-7193,-70 44-56,4 0 0,0 9-480,-3 10-688,-8-3-1120,-13-4-3282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3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0 153 3385,'0'0'12866,"135"-125"-12858,-77 110-8,8 6-8,31 5-968,-15 4-1472,-16 0-6394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4.2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30 500 1176,'0'0'10225,"-6"2"-9926,-11-1-13,16-1-259,1 0 0,0-1 0,-1 1 1,1 0-1,0 0 0,-1-1 0,1 1 1,0 0-1,-1 0 0,1-1 0,0 1 1,0 0-1,-1-1 0,1 1 0,0 0 0,0-1 1,-1 1-1,1 0 0,0-1 0,0 1 1,0-1-1,0 1 0,0 0 0,0-1 1,0 1-1,0-1 0,0-2 88,0 0 0,1 0 1,0 0-1,0-1 0,0 1 0,0 1 0,0-1 0,1 0 1,-1 0-1,1 0 0,2-2 0,32-45 576,64-68 0,6-7-1573,-19 5-3288,-61 77-206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4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1 880,'0'0'14659,"114"34"-14643,-73 3 216,4 7-224,0-1-8,-7 0-424,10 13-792,-13-9-824,-11-10-2265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4.9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56,'0'0'14124,"0"7"-13930,-1 39 10,3 76 507,-1-109-658,0-1 1,1 1-1,1 0 1,0-1-1,1 0 1,1 0-1,7 17 1,-10-26-53,1 1 1,-1-1-1,1 1 1,-1-1-1,1 0 0,0 0 1,0 0-1,1 0 1,-1-1-1,1 1 1,-1-1-1,1 0 1,0 0-1,-1 0 1,1-1-1,0 1 0,7 1 1,3-1-30,1 0 1,-1-1-1,27 0 1,-22-2-41,-10 1-352,-1-1 0,0 0 0,1 0 0,-1-1 0,0 0 0,0 0 0,0-1 0,0 0 0,0-1 0,8-5 0,3-3-4724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5.3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34 4281,'0'0'10578,"90"-24"-10578,-63 24 0,4 0-432,4-7-760,-8 4-1849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5.6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6017,'0'0'7522,"162"-25"-11435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6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50 334 704,'0'0'12787,"-2"-7"-12476,-17-67 35,12 54-319,1 0 0,2 0 0,0 0 0,-3-37 0,7 38 25,-1 11-36,1 1 1,0-1-1,0 1 0,1 0 0,0-1 1,4-12-1,-4 18-16,0 0-1,0 0 1,0 0 0,0 0 0,0 0-1,1 1 1,-1-1 0,1 0 0,-1 1-1,1 0 1,0-1 0,0 1 0,-1 0-1,1 0 1,0-1 0,0 2 0,0-1-1,0 0 1,0 0 0,1 1 0,-1-1-1,0 1 1,0-1 0,0 1 0,0 0-1,1 0 1,-1 0 0,2 0 0,2 0-24,5 0-6,1 0 0,0 1 0,-1 0 0,16 4 0,-23-4 33,1 1 0,-1 0-1,1 0 1,-1 0 0,0 0 0,0 1 0,0 0-1,-1 0 1,1 0 0,-1 0 0,1 0-1,-1 1 1,5 6 0,0 3 10,0 0 0,-1 1-1,0-1 1,7 24 0,-14-37-12,0 0 1,0 0-1,0 0 0,0 0 0,0 0 1,0 0-1,0 1 0,0-1 0,0 0 0,0 0 1,1 0-1,-1 0 0,0 0 0,0 0 1,0 0-1,0 0 0,0 1 0,0-1 1,0 0-1,0 0 0,0 0 0,0 0 1,1 0-1,-1 0 0,0 0 0,0 0 1,0 0-1,0 0 0,0 0 0,0 0 1,0 0-1,1 0 0,-1 0 0,0 0 0,0 0 1,0 0-1,0 0 0,0 0 0,0 0 1,0 0-1,1 0 0,-1 0 0,0 0 1,0 0-1,0 0 0,0 0 0,0 0 1,0 0-1,0 0 0,1 0 0,-1 0 1,0 0-1,6-9 12,4-14-23,-9 21 14,1-2-5,0-1 0,0 1-1,0 0 1,0 0 0,1 0-1,0 0 1,-1 0 0,1 1-1,1-1 1,-1 1-1,1 0 1,-1 0 0,1 0-1,0 0 1,0 1 0,5-3-1,-1 2-15,0 0-1,1 1 0,-1 0 1,1 0-1,-1 1 1,1 0-1,16 0 0,-20 2-12,0 0-1,0 0 0,0 1 0,0 0 0,-1-1 1,1 1-1,-1 1 0,1-1 0,-1 1 0,0 0 1,0 0-1,0 0 0,0 0 0,-1 1 0,1-1 1,-1 1-1,0 0 0,0 0 0,3 6 0,3 3-45,-1 1 0,0 0 0,-1 0-1,-1 1 1,5 15 0,-3 25-1825,-8-33-971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6.3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1 888,'0'0'10955,"56"189"-10947,-50-145 24,-2-1 64,-1-9-192,-3 1 24,0-11-1017,0-11-3184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6.6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42 520,'0'0'9816,"30"-9"-9771,92-22-85,-120 31 39,0-1 0,0 1 1,0 0-1,0-1 0,0 1 1,0 0-1,0 0 0,0 0 0,0 1 1,0-1-1,-1 0 0,1 1 0,0-1 1,0 1-1,0 0 0,0 0 1,-1-1-1,1 1 0,0 0 0,-1 1 1,4 1-1,-4-1 1,0 0 0,0-1 0,0 1 0,0 0 0,0 0 0,-1 0 1,1 1-1,-1-1 0,1 0 0,-1 0 0,1 4 0,-1 0-1,2 7-2,0 0 1,-1 0-1,-1 0 1,0 0-1,-1 1 1,-3 16-1,3-22 8,-1-1 0,-1 0 0,1 1-1,-1-1 1,-1 0 0,1 0-1,-1 0 1,0-1 0,-1 1 0,0-1-1,0 0 1,-7 6 0,-4 2-150,0-1 1,-24 14-1,8-10-2268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7.0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1320,'0'0'13326,"4"5"-13041,0 1-212,0 1-1,0-1 1,-1 1-1,0 0 1,0 0-1,-1 1 1,1-1-1,-2 1 1,3 13-1,-2 8 56,-2 39 0,-1-44-61,1 0 1,6 43-1,-5-64-67,0 1-1,0-1 1,0 1-1,0-1 1,0 0-1,1 0 1,0 0-1,-1 0 1,1 0-1,0 0 1,1 0-1,-1 0 1,0-1-1,1 1 1,-1-1-1,1 1 1,0-1-1,0 0 1,0 0-1,0-1 1,0 1-1,0-1 1,1 1-1,-1-1 1,0 0-1,6 1 1,7 0-91,1 0 0,-1-1 0,0 0 1,28-4-1,-15 1-358,41 0-3583,-45 2-1165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7.4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77 211 808,'0'0'13178,"4"4"-12893,25 23 14,-11-9-140,30 22 1,-40-35-127,-1 0-1,1 0 0,0-1 0,0 0 0,1-1 1,-1 0-1,1 0 0,10 2 0,-6-3-5,-1 0 0,1-1 0,-1 0 0,1-1 0,0 0 0,-1-1 0,1 0 0,-1-1 0,15-4 0,-20 3-33,-1 1 0,1-1-1,-1 0 1,0-1 0,0 1-1,0-1 1,-1 0 0,1-1-1,-1 1 1,0-1 0,0 0-1,0-1 1,-1 1 0,0-1-1,0 0 1,0 0 0,4-11-1,-4 9 21,-1 1 0,-1-1 0,0 0 0,0 0 0,0 0 0,-1 0 0,0 0 0,0 0 0,-1 0 0,0 0-1,-3-15 1,2 18 28,0-1-1,-1 1 0,1 0 1,-1 0-1,-1-1 0,1 1 1,-1 1-1,1-1 0,-1 0 1,-1 1-1,1-1 0,-1 1 1,1 0-1,-1 0 0,-1 1 0,1-1 1,-9-5-1,-2 2-15,0 0 0,-1 1-1,0 1 1,0 0 0,0 1 0,-1 0-1,1 2 1,-1 0 0,0 1 0,0 0-1,0 2 1,-26 3 0,34-3-111,0 1 0,1 0 0,-1 0-1,0 1 1,1 0 0,0 0 0,0 1 0,0 0 0,0 1 0,-9 6 0,0 3-1585,-1 1 0,-24 28 1,5 1-7575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7.9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0 576,'0'0'14983,"0"9"-14831,19 260 1021,-6-125-1746,-7-2-3519,-6-113-509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8.3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25 2833,'0'0'13723,"179"0"-13123,-124 0-400,7 0-120,0 0-80,0 0-712,14-3-801,-17-6-1367,-14-4-4650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18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0 224 1016,'0'0'13675,"31"-109"-13755,-3 81 8,-4 3-440,-10-3-624,-4 10-489,-10 2-2784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25.4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1438 1296,'0'0'12622,"2"-20"-12522,13-132 425,-9 61 679,-7-116 0,0 139-945,-8-122-109,1-49-90,8 203-67,-1-2-14,8-64-1,-6 93 61,0 1 1,0-1-1,-1 1 0,0-1 0,-1 0 0,0 1 0,0-1 0,-5-14 0,5 19-33,0 0 0,1 0 0,-1 0 0,1 0 0,0 0 0,0-7-1,0 7 3,0 0 0,0 0-1,0 0 1,-1 0 0,1 0-1,-2-5 1,7 7 162,0 1 0,1 0 0,-1 1 0,0-1 0,1 1 0,-1 0 0,10 2 0,349 5 226,-245-10-622,124-21 0,-210 20 64,424-48-929,-409 48 1160,84-20 0,-91 15-176,0 2 0,76-4 0,-116 11 244,0 0-85,-1 0 23,1 0 0,-1 0 0,1 0 0,-1 0 0,0 0 0,1 1 0,-1-1 0,1 0 0,-1 0 0,1 0 0,-1 1 0,1-1 0,-1 0 0,0 1 0,1-1 0,-1 0 0,0 1 0,1-1 0,-1 1 0,0-1 0,1 1 0,-1-1 0,0 0 0,0 1 0,0-1 0,1 1-1,-1-1 1,0 1 0,0-1 0,0 1 0,0-1 0,0 1 0,0 0 0,0 23-437,-1-14 551,1 128-108,24 586-100,-15-638-6,-3-14 11,31 140 0,-36-210-5,-1-2 45,0 0 1,-1 0 0,1 0 0,0 0 0,0 0-1,0 0 1,-1 0 0,1 0 0,0 0-1,0 0 1,-1 0 0,1 0 0,0 0 0,0 0-1,0 0 1,-1 0 0,1 0 0,0 0-1,0 0 1,0 0 0,-1 0 0,1 0 0,0 0-1,0 1 1,0-1 0,0 0 0,-1 0-1,1 0 1,0 0 0,0 0 0,0 1 0,0-1-1,0 0 1,-1 0 0,1 0 0,0 0-1,0 1 1,0-1 0,0 0 0,0 0 0,0 0-1,0 1 1,0-1 0,0 0 0,0 0-1,0 0 1,0 1 0,0-1 0,0 0 0,0 0-1,0 0 1,0 1 0,0-1 0,0 0-1,0 0 1,0 0 0,0 1 0,0-1 0,0 0-1,1 0 1,-1 0 0,0 1 0,0-1 0,0 0-1,0 0 1,0 0 0,1 0 0,-12 0-301,0 0 279,-30 0 116,0 1 0,-45 8 0,-832 90 1067,565-71-1245,154-3-3031,121-10-2875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26.2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690 0 2697,'0'0'13090,"-148"242"-12714,93-111 145,-18 46 175,-17 37-24,8-9-376,13-38-200,24-52 48,14-31-288,0 6 96,3 16-1472,4-16-1641,10-31-4369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28.8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1 328 10506,'0'0'8149,"0"-3"-7881,0 8-267,1 14 55,1 0 0,0 0 0,2-1 0,0 1 0,1-1 1,1 0-1,1 0 0,0 0 0,1-1 0,15 22 0,-16-27-45,0-1 0,0-1 0,2 1-1,-1-1 1,1-1 0,1 0 0,0 0 0,0-1 0,0 0 0,1 0-1,1-1 1,-1-1 0,1 0 0,0-1 0,0 0 0,18 4 0,-18-6-7,1-1 0,0 0 0,0-1 0,0 0 0,0-1 0,0-1 0,0 0 0,-1-1 0,25-6 0,-29 5-3,-1 0 0,0 0 0,1-1-1,-1 0 1,-1 0 0,1-1 0,0 1-1,-1-2 1,0 1 0,0-1 0,-1 0-1,0 0 1,0 0 0,0-1-1,-1 0 1,7-14 0,-5 8-11,0-1 0,-2 0 0,0 0 0,0-1 0,-1 1 0,1-19 0,-2-93-47,-2 126 57,0-17-24,-1 1 0,-1-1 0,0 1 0,-2 0 0,1 0 0,-2 0 0,0 0 0,-1 1 0,-1 0 0,0 0-1,-1 0 1,-1 1 0,0 0 0,0 1 0,-2 0 0,0 1 0,0 0 0,-1 0 0,0 1 0,-16-10 0,20 16-82,0 0 0,0 1 1,0 0-1,-1 1 0,0-1 1,0 1-1,0 1 0,0 0 1,0 0-1,0 1 0,0 0 1,-1 1-1,1 0 0,0 0 1,0 1-1,-1 0 0,1 0 1,0 1-1,-13 5 0,14-4 17,0 1 0,1 0 0,-1 0 1,1 1-1,0-1 0,0 2 0,1-1 0,0 1 0,0 0 0,0 0 0,0 1 0,1-1 0,0 1 0,1 1 0,0-1 0,0 0 0,0 1 0,1 0 0,0 0 0,1 0 1,-4 16-1,1 24-630,2 0 1,1 1-1,8 69 1,12-3-3531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29.3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1 728,'0'0'13819,"4"31"-13543,26 193 124,-19-90-110,-7 157 0,-5-178-2,2-121-276,0 0 0,1 0 0,0 0-1,1 0 1,-1 0 0,1 1 0,1-1-1,0 1 1,0 0 0,0 0 0,1 0 0,8-9-1,6-7-15,2 1 1,26-22-1,-32 31-3,0 1 0,1 1 0,23-13 0,-33 20 0,0 1 0,0 1 1,0-1-1,1 1 0,-1 0 1,1 0-1,-1 1 0,1 0 1,0 0-1,-1 1 0,1 0 1,0 0-1,9 1 0,-14 0 1,0-1 1,0 1-1,-1 0 0,1 0 0,0 0 0,0 0 0,0 0 0,-1 0 0,1 0 0,0 0 0,-1 1 0,1-1 0,-1 1 0,0-1 0,1 1 0,-1 0 0,0-1 0,0 1 0,0 0 0,0 0 0,0 0 0,-1 0 0,1 0 1,0 0-1,-1 0 0,1 2 0,1 8 6,-1-1-1,0 1 1,-2 18 0,1-12-11,-1-3 19,0 1 0,-1-1 0,0 1 0,-1-1 0,-1 0-1,-1 0 1,0 0 0,0-1 0,-2 0 0,-8 16-1,2-11-6,1 0-1,-2-1 1,-1-1-1,0 0 1,-1-1-1,-25 20 1,33-29-161,-1-1 1,-1-1-1,1 0 1,-1 0-1,0 0 1,0-1-1,0-1 1,-1 0-1,1 0 1,-1-1-1,0 0 1,1-1-1,-1-1 1,-13 0-1,-19 1-4074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29.7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1592,'0'0'12075,"0"239"-10987,7-140-472,3 10-160,0-1-360,1-8-96,-1-13-72,1-13-912,-8-21-1160,0-22-3698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0.1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9658,'0'0'4249,"183"3"-4001,-96 3-48,37-6-200,-17 3-1248,-21-3-2017</inkml:trace>
  <inkml:trace contextRef="#ctx0" brushRef="#br0" timeOffset="1">828 305 1088,'0'0'13378,"-27"2"-13238,-87 9 20,109-11-123,0 1 1,0 0-1,0 1 1,0-1-1,0 1 1,1 0-1,-1 0 0,1 1 1,-1-1-1,1 1 1,0 0-1,0 0 1,0 1-1,0-1 1,1 1-1,-1-1 0,1 1 1,-5 7-1,1-2 93,0 1-9,1 0 0,0 0-1,0 0 1,1 1-1,0-1 1,1 1-1,0 0 1,1 1 0,-2 12-1,4-18-105,0 1-1,0-1 1,1 1 0,0-1-1,0 1 1,0-1 0,1 1-1,0-1 1,0 1 0,1-1-1,0 1 1,0-1 0,0 0-1,1 0 1,0 0 0,0-1-1,8 11 1,-3-7-75,0-1 0,1 0 0,0-1 0,0 0-1,1-1 1,0 0 0,0 0 0,1-1 0,-1 0 0,1-1 0,13 3 0,4 1-833,1-2 1,0-1-1,35 1 0,1-5-3354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0.4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1 177 1384,'0'0'11795,"224"-130"-11795,-179 105-1280,-11 3-3730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0.8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0 232 416,'0'0'12821,"3"11"-12591,6 28-6,-6-30 2953,1-44-2975,12-50 1,-12 71-196,0 0 0,1 0 1,0 1-1,1-1 0,1 1 0,11-17 1,-14 25-18,0 0 1,0 1-1,1 0 1,0 0 0,-1 0-1,1 0 1,1 1-1,-1 0 1,0 0-1,1 0 1,0 0 0,-1 1-1,1 0 1,0 1-1,10-3 1,6 1-808,1 2 1,44 1-1,-28 1-1554,0-1-3124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1.2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163 0 832,'0'0'17220,"12"0"-16461,40 3-357,-51-3-381,1 0 0,-1 1-1,0-1 1,0 1 0,0-1-1,1 1 1,-1-1-1,0 1 1,0 0 0,0-1-1,0 1 1,0 0 0,0 0-1,0 0 1,-1 0-1,1 0 1,0 0 0,0 0-1,-1 0 1,1 0 0,-1 0-1,1 0 1,-1 0 0,1 1-1,-1-1 1,0 0-1,1 0 1,-1 1 0,0-1-1,0 2 1,2 4 21,2 15 47,0 1 0,1 41 0,-5-47-96,1 0 1,1-1-1,0 1 1,1-1-1,1 1 1,0-1-1,8 17 1,-7-19-392,-15-18-131,3 0 479,-10-3-42,-1 0 0,0 0-1,0 2 1,0 0 0,-1 1 0,0 1-1,1 1 1,-35 0 0,48 2 97,0 0 0,0 1 0,1-1 0,-1 1 0,0 0 0,0 0 1,0 1-1,1-1 0,-1 1 0,-7 4 0,11-5-2,-1 0-1,0 1 1,0-1-1,1 1 1,-1-1 0,1 1-1,-1-1 1,1 1-1,0 0 1,0 0-1,0 0 1,0 0-1,0 0 1,0 0-1,0 0 1,1 0 0,-1 0-1,1 0 1,-1 0-1,1 0 1,0 1-1,0-1 1,0 0-1,0 0 1,0 0-1,1 3 1,-1-4-3,0 0 0,0 0 1,1 0-1,-1 0 0,0 0 0,1 0 0,-1 0 1,0 0-1,1 0 0,-1-1 0,1 1 0,0 0 1,-1 0-1,1 0 0,0-1 0,-1 1 0,1 0 0,0-1 1,0 1-1,-1 0 0,1-1 0,0 1 0,0-1 1,0 0-1,0 1 0,1 0 0,21 4-405,0 0-1,0-1 1,0-2 0,25 1-1,25-2-3421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1.5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380 13 10218,'0'0'7210,"-207"-12"-6370,162 33-344,4 20-232,6 15 176,8 18-440,10 22 208,10 10-200,7 12-16,3-3-376,42 28-1072,-4-35-1449,-6-21-8617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1.9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0 224 1432,'0'0'13227,"34"-14"-12552,109-42-310,-134 52-333,1 1 0,-1 0 0,0 1 0,1 0-1,-1 0 1,1 1 0,0 1 0,12 0 0,4 0 17,2-1-338,0-1 0,0-1-1,-1-1 1,0-2-1,0 0 1,40-16 0,-64 21 202,0-1 0,-1 1-1,1 0 1,0-1 0,-1 0 0,0 1 0,1-1 0,-1 0 0,0 0 0,0-1 0,0 1 0,0 0 0,-1-1 0,1 1-1,2-6 1,-3 5 392,0-1 0,0 0 0,0 0 0,0 0 0,-1 0 0,1-8 0,-2 12-244,1 0-1,-1 0 1,1 0-1,0 0 1,-1 0 0,1 0-1,0 0 1,-1 0-1,1 0 1,0 0 0,-1 0-1,1 0 1,-1 0-1,1 0 1,0 0-1,-1 1 1,1-1 0,0 0-1,-1 0 1,1 0-1,0 0 1,-1 1 0,1-1-1,0 0 1,0 0-1,-1 1 1,1 0 0,-2 5-36,0 0 1,1 0 0,0 1 0,1-1 0,-1 1 0,1-1 0,0 1 0,2 7 0,-1 11-2,-1-19-52,1 1 1,-1-1-1,2 0 1,-1 1-1,1-1 1,0 0-1,0 0 0,0 0 1,1 0-1,0-1 1,0 1-1,1-1 1,0 0-1,-1 0 1,2 0-1,-1 0 1,0-1-1,1 1 0,0-1 1,0 0-1,0-1 1,1 1-1,-1-1 1,1 0-1,7 2 1,-2 0-207,0-1 0,1 0 1,-1-1-1,1 0 0,0-1 1,0 0-1,0-1 0,0-1 0,0 0 1,0 0-1,0-1 0,23-5 1,-28 4 167,0 0-1,0-1 1,-1 0 0,1-1 0,-1 1 0,0-1 0,0 0 0,0-1-1,-1 1 1,1-1 0,-1 0 0,0-1 0,0 1 0,-1-1-1,0 0 1,0 0 0,0 0 0,-1-1 0,0 1 0,3-8 0,0-4 742,-1 0 0,0 0 0,-1 0 1,-1-1-1,-1 1 0,0-32 0,-2 49-283,2 4-293,58 133 145,-54-126-378,5 12 208,1 0 1,1-1 0,17 20 0,-25-36-413,-1 0 0,1 0 0,0 0 0,0-1 1,1 0-1,-1 0 0,1 0 0,0-1 0,0 1 0,1-1 0,-1-1 1,0 1-1,1-1 0,0-1 0,10 3 0,5-3-6483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2.3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 11466,'0'0'5382,"22"23"-5368,65 70-16,-80-86-1,-1 1 1,1-1-1,-1 1 1,-1 1-1,8 14 1,-12-19 14,1 1 0,-1-1 0,0 1 1,-1 0-1,1-1 0,-1 1 0,0 8 0,0-6 12,0-7-20,1 0 1,-1 0-1,1 0 0,-1 0 0,1 0 0,-1 0 0,1 0 0,-1 0 0,1 0 0,-1 0 0,1 0 1,-1 0-1,0 0 0,1-1 0,-1 1 0,1 0 0,-1 0 0,1 0 0,-1-1 0,0 1 0,1 0 1,-1-1-1,0 1 0,1 0 0,0-1 0,14-20 70,21-35 0,-25 36-71,1 1 0,1 0 0,19-21 0,-23 30-3,1 0 1,20-15-1,-27 23-11,1 0 0,-1 0 0,1 0 0,0 0 0,-1 1 0,1-1 0,0 1 1,0 0-1,0 0 0,0 0 0,0 1 0,0 0 0,7-1 0,-9 2 4,0-1 1,-1 1-1,1 0 0,-1-1 0,1 1 1,0 0-1,-1 0 0,0 0 0,1 0 1,-1 0-1,0 0 0,1 0 1,-1 0-1,0 1 0,0-1 0,0 0 1,0 1-1,0-1 0,0 1 0,0-1 1,-1 1-1,1-1 0,-1 1 1,1 0-1,0 1 0,9 48-38,-9-43 17,4 41-440,-3-22 204,7 35 0,-7-55-177,-1 0 0,1 0 1,1 0-1,0-1 0,0 1 0,0-1 0,0 1 0,1-1 0,8 10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2.7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360 37 968,'0'0'13367,"-24"-6"-12523,-75-19-90,95 23-632,-1 1 0,1 0 0,-1 0 1,1 1-1,-1-1 0,0 1 0,1 0 0,-1 0 1,1 1-1,-1 0 0,0-1 0,1 1 1,-1 1-1,1-1 0,0 1 0,-1-1 0,1 1 1,0 1-1,0-1 0,0 0 0,0 1 1,-5 4-1,-4 3 281,4-4-300,0 1 0,1-1 0,0 1 0,0 1 0,0-1 0,1 1 0,0 1 0,0-1 0,1 1 0,1 0 0,-1 1 0,1 0 0,1-1 0,0 1 0,0 1 0,1-1 0,0 1 0,1-1 0,0 1 0,1 0 1,0-1-1,1 12 0,0-16-101,0-1 0,1 1 0,-1 0 0,1-1 0,0 1 0,1-1 0,-1 1 0,1-1 0,0 0 0,1 0 0,-1 0 0,1 0 0,0 0 0,0 0 0,6 5 0,-3-4-55,0-1-1,0 1 1,1-1-1,0 0 1,0-1-1,0 0 0,0 0 1,1-1-1,11 4 1,6 0-346,1-1-1,0-1 1,0-1 0,0-2 0,36 0 0,45-2-2575,-14 0-1741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3.0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177 0 9794,'0'0'5743,"28"27"-5705,86 84-14,-75-67-14,-38-43-8,0 0 0,0 1 0,-1-1 0,1 1 0,0-1 1,-1 1-1,1-1 0,-1 1 0,0-1 0,1 1 1,-1 2-1,1 5 29,-1-8-12,0-1 0,0 1 0,0 0 0,0 0 0,0-1 0,-1 1 0,1 0 0,0 0 0,0-1 0,-1 1 0,1 0 1,0-1-1,-1 1 0,1 0 0,-1-1 0,1 1 0,-1-1 0,1 1 0,-1 0 0,1-1 0,-1 1 0,1-1 0,-1 0 0,0 1 0,1-1 0,-1 1 0,0-1 0,0 0 0,1 0 0,-1 1 0,0-1 0,0 0 0,1 0 0,-1 0 1,0 0-1,0 0 0,1 0 0,-1 0 0,0 0 0,0 0 0,-42-3 86,37 2-77,-67-12 23,50 8-40,0 0 0,-45-1 0,50 5 9,10 1-5,-1 0 0,1 0 0,0 0 0,-16 4 0,23-4-13,-1 1-1,0 0 1,0-1-1,1 1 1,-1 0 0,0 0-1,1 0 1,-1 0-1,1 0 1,0 0-1,-1 0 1,1 0-1,0 1 1,-1-1-1,1 1 1,0-1 0,0 1-1,0-1 1,0 1-1,1-1 1,-1 1-1,0 0 1,1-1-1,-1 1 1,1 0-1,-1 3 1,1-2-49,-1 0 1,1-1-1,0 1 0,0 0 1,0 0-1,0-1 0,0 1 0,1 0 1,-1 0-1,1-1 0,0 1 1,0 0-1,0-1 0,0 1 1,0-1-1,0 1 0,1-1 1,-1 0-1,1 1 0,0-1 1,0 0-1,-1 0 0,5 3 1,2 0-440,0 0 1,1-1-1,-1 1 1,1-2-1,15 5 1,-4 0-538,29 8-4481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3.4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1 209 1072,'0'0'16226,"8"20"-16131,32 66-60,-38-83-28,0 0-1,1 0 1,-1 0 0,0-1 0,1 1 0,-1 0 0,1-1-1,0 0 1,0 1 0,0-1 0,0 0 0,1-1 0,-1 1-1,0-1 1,7 3 0,-2-2 18,0-1-1,0 0 1,-1-1-1,1 0 1,8 0-1,-1 0 40,-8 0-46,1 0-10,1 1 0,-1-1 1,1-1-1,-1 1 0,1-2 0,-1 1 0,1-1 0,-1 0 0,0-1 0,0 0 1,0 0-1,12-7 0,-12 5-4,0-1 0,0 0-1,0 0 1,-1-1 0,1 0 0,-2 0 0,1-1 0,-1 0 0,0 0 0,-1-1 0,0 1 0,0-1-1,-1 0 1,0 0 0,-1-1 0,1 1 0,-2-1 0,0 0 0,0 1 0,0-1 0,-2 0-1,1 0 1,-2-19 0,1 26 3,-1 0-1,1-1 0,-1 1 1,0 0-1,0-1 1,0 1-1,0 0 0,0 0 1,-1 0-1,0 0 0,1 0 1,-1 0-1,0 0 1,0 1-1,-1-1 0,-3-3 1,0 2-5,1-1 0,-2 1 1,1 0-1,0 1 0,-1 0 1,1 0-1,-11-3 1,-5 0-337,0 1 0,-1 1 0,-42-2 0,10 4-1783,9 0-1897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3.7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1 128 12819,'0'0'8041,"210"-99"-8033,-155 83-8,-13 4-632,-18 12-864,-10 0-2369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4.1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0 9514,'0'0'12539,"-17"214"-12323,3-151-216,-7-5-192,-6 11-744,3-13-2873,6-19-1977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4.5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0 220 12499,'0'0'8842,"118"105"-8842,-105-49 0,-9 6-8,-4 3-144,0 0-737,-21-6-63,-6-6-800,2-12-2401,8-20-2120</inkml:trace>
  <inkml:trace contextRef="#ctx0" brushRef="#br0" timeOffset="1">42 86 80,'0'0'15893,"35"-16"-15585,111-46-151,-143 61-155,0 0 1,1 0-1,-1 0 0,0 0 0,1 0 1,-1 0-1,1 1 0,-1 0 0,1 0 1,-1 0-1,1 0 0,-1 0 0,1 1 1,-1-1-1,0 1 0,5 1 0,-7 0-1,1-1-1,0 0 0,0 1 1,-1-1-1,1 1 1,0 0-1,-1 0 0,0-1 1,1 1-1,-1 0 1,0 0-1,0 0 1,1 4-1,0-1 3,2 4-4,-1 0 0,-1 0 0,0 0 1,0 0-1,-1 0 0,0 1 0,0-1 0,-1 0 1,-1 1-1,1-1 0,-2 0 0,1 1 0,-1-1 1,0 0-1,-1 0 0,0 0 0,-1-1 0,0 1 1,0-1-1,-1 0 0,0 0 0,0 0 0,-1-1 1,-6 8-1,-4 1 27,-1 0 1,-1-1-1,-23 15 0,34-25-132,-1 0 0,0-1 0,0 1 0,0-2 0,-1 1 0,0-1 0,1 0 0,-1-1-1,0 0 1,-16 1 0,13-5-2469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4.8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0 370 11522,'0'0'7109,"3"9"-6757,6 18 78,-8-32-41,-4-21-223,-3-28-105,2-73 0,4 120-73,0 1 1,1-1 0,0 0 0,0 1-1,0-1 1,1 1 0,0 0 0,0-1 0,1 1-1,0 0 1,0 0 0,0 0 0,0 1-1,8-9 1,-5 7-33,1 1 0,0 0 0,0 0-1,0 0 1,1 1 0,0 0 0,0 0 0,0 1-1,13-4 1,5 0-145,1 1 0,-1 1-1,1 1 1,1 1 0,-1 2 0,30 1 0,-50 1-314,0 0 1,1 1 0,-1 0 0,0 0 0,1 1 0,8 3 0,20 12-5236,-14-4-2724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5.2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0 234 472,'0'0'14203,"24"167"-13891,-13-120-112,2-4-192,22-9-8,-8-9-808,1-15-1720</inkml:trace>
  <inkml:trace contextRef="#ctx0" brushRef="#br0" timeOffset="1">290 1 12227,'0'0'2888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5.9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1 153 9434,'0'0'6889,"22"10"-6819,69 40-3,-87-48-67,-1 1 1,0-1-1,0 1 1,0 0 0,0 0-1,-1 0 1,1 1-1,-1-1 1,0 0 0,0 1-1,0 0 1,-1-1 0,1 1-1,-1 0 1,0 0-1,0 0 1,0 0 0,0 0-1,-1 0 1,1 0 0,-1 0-1,0 1 1,-1-1-1,0 6 1,0 5 2,3 61 75,5-95-73,0 1 0,1-1 0,1 2 0,0-1 0,20-25 0,-8 15-5,1 1-1,37-35 1,-47 51-12,0 0 0,1 1 0,1 0 0,20-10-1,-27 16-2,1 0-1,0 1 1,0 0-1,0 1 0,0 0 1,0 0-1,1 1 1,-1 0-1,1 0 0,11 1 1,-18 0 7,0 1 1,1 0-1,-1-1 1,0 1-1,1 0 1,-1 0-1,0 0 1,0 0-1,0 1 0,0-1 1,0 1-1,0-1 1,0 1-1,-1 0 1,1-1-1,0 1 1,-1 0-1,1 0 1,-1 0-1,0 0 1,0 1-1,0-1 1,0 0-1,0 0 0,0 1 1,-1-1-1,2 4 1,1 11 10,0-1 0,-1 1 0,0 17 0,0-12 57,-1 7-36,5 25 127,-6-53-144,0 0 0,0 0-1,1 0 1,-1-1 0,1 1 0,-1 0 0,1 0 0,-1 0 0,1-1 0,-1 1-1,1 0 1,0 0 0,-1-1 0,1 1 0,0-1 0,-1 1 0,1-1 0,0 1-1,0-1 1,0 1 0,0-1 0,-1 0 0,1 1 0,0-1 0,0 0 0,0 0-1,0 1 1,0-1 0,0 0 0,0 0 0,0 0 0,0 0 0,0 0 0,-1-1-1,1 1 1,0 0 0,0 0 0,0-1 0,0 1 0,0 0 0,0-1 0,1 0-1,2-1 15,0 0 0,1 0-1,-1 0 1,0-1 0,0 0-1,7-6 1,20-25 84,35-52-1,-47 58-116,1 2 0,2 0-1,0 2 1,34-30 0,-55 53 8,1 0 1,-1 0-1,1 0 1,-1 0-1,1 0 1,-1 0-1,1 0 1,0 0-1,-1 1 1,1-1-1,0 1 1,0-1-1,-1 1 1,1 0-1,2-1 1,-3 1 3,0 1 1,0-1-1,-1 0 1,1 0 0,0 1-1,0-1 1,-1 1 0,1-1-1,0 0 1,-1 1 0,1-1-1,-1 1 1,1 0 0,0-1-1,-1 1 1,1-1 0,-1 1-1,0 0 1,1-1 0,-1 1-1,1 0 1,-1 0 0,0 1-1,2 6 22,0 0-1,-1 0 1,0 1-1,-1-1 1,0 12-1,0 2 27,1-3-35,1-1-1,1 1 1,10 34-1,-12-48-22,0-1 0,1 1-1,0-1 1,0 1-1,0-1 1,0 0-1,1 0 1,0 0-1,0 0 1,0 0-1,0-1 1,1 1-1,-1-1 1,1 0-1,0 0 1,-1 0-1,2-1 1,-1 1 0,0-1-1,8 3 1,-6-3-162,0 0 1,1-1 0,-1 1 0,0-1 0,0-1-1,1 1 1,-1-1 0,0 0 0,1-1 0,-1 1-1,0-1 1,1 0 0,-1-1 0,0 0-1,0 0 1,0 0 0,0 0 0,-1-1 0,1 0-1,-1-1 1,1 1 0,-1-1 0,0 0 0,0 0-1,-1 0 1,1-1 0,-1 0 0,5-7 0,3-7 150,-2 0 0,0-1 1,-1 0-1,-1-1 0,6-22 1,-14 41 120,0 1 0,1-1 0,-1 0 0,1 1 0,0-1 0,-1 1 0,1-1 0,0 1 0,0-1 0,0 1 1,0-1-1,0 1 0,0 0 0,0 0 0,2-2 0,-3 3-73,1 0 1,-1 0-1,1 0 1,0 0-1,-1 0 1,1 0-1,-1 0 1,1 0-1,-1 0 1,1 0-1,-1 0 1,1 0-1,-1 0 1,1 1-1,-1-1 0,1 0 1,-1 0-1,1 0 1,-1 1-1,1-1 1,-1 0-1,1 1 1,-1-1-1,1 1 1,-1-1-1,0 0 1,1 1-1,-1-1 1,1 1-1,4 7 50,0 1 1,-1-1-1,1 1 1,2 9-1,1 1-6,-1-5-103,1 0 0,0-1 0,1 1 0,1-2 1,0 1-1,1-1 0,18 16 0,-17-19-490,-1-1 1,1 0-1,1 0 0,-1-2 1,16 7-1,22 2-3301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6.3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7098,'0'0'10290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6.7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1 4785,'0'0'14043,"21"71"-13707,-4-9-152,1 16 0,-1 6 112,-7 6-288,-3-6 40,-3-7-40,-1-15-16,0-9-1456,-3-19-1369,0-18-3120</inkml:trace>
  <inkml:trace contextRef="#ctx0" brushRef="#br0" timeOffset="1">1 296 3777,'0'0'14291,"214"-16"-14291,-114 4-520,-17 2-1713,-14-2-2312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7.0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7138,'0'0'12714,"3"211"-12434,15-155-280,13-4-464,-7-14-1520,-3-14-3009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7.3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1 265 12187,'0'0'10367,"8"18"-10287,77 164-21,-82-176-61,1 0 0,-1 0 1,1 0-1,0-1 0,0 1 0,1-1 1,-1 0-1,1 0 0,0-1 0,11 8 0,-13-11-3,-1 1-1,1-1 1,-1 0-1,1 0 1,-1 0-1,1 0 0,0-1 1,-1 1-1,1-1 1,0 0-1,0 0 1,-1 0-1,1 0 0,0 0 1,-1 0-1,1-1 1,0 1-1,-1-1 1,1 0-1,0 0 0,-1 0 1,1 0-1,-1 0 1,1 0-1,-1-1 1,0 1-1,0-1 1,0 0-1,0 0 0,3-2 1,4-6-9,-1 0 0,0 0 1,0-1-1,-1 0 0,-1 0 0,9-21 0,26-78-117,-36 94 76,10-29-272,32-89-1695,-36 109-168,19-34 0,-6 25-3145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7.7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267 1 3729,'0'0'16949,"7"21"-16406,20 66-321,-25-83-205,-1-1 0,0 1 0,0-1 0,0 1 0,-1-1 0,0 1 0,1 0 0,-1 5 0,0 3 460,-21-24-523,14 6-3,0 0 0,-1 1 0,0 0 0,0 0 0,0 1-1,0 0 1,-1 1 0,1-1 0,-1 2 0,0-1 0,0 1-1,0 0 1,-1 1 0,-14 0 0,18 1 32,-1 0-1,1 0 1,-1 1 0,1 0-1,-1 0 1,1 1 0,0 0-1,-1 0 1,1 0 0,0 1-1,1 0 1,-1 0-1,0 0 1,-9 8 0,11-7 7,0 1 0,0-1-1,0 1 1,1 0 0,0 0 0,0 0 0,0 0 0,1 0 0,-1 1 0,1-1 0,0 1-1,1 0 1,0-1 0,0 1 0,0 0 0,0 10 0,0-11 7,1 0-1,0 0 1,0-1 0,0 1 0,0 0-1,1 0 1,0-1 0,0 1 0,0 0-1,0-1 1,1 1 0,0-1-1,0 1 1,0-1 0,0 0 0,1 0-1,0 0 1,-1 0 0,1-1 0,1 1-1,-1-1 1,1 1 0,-1-1 0,1 0-1,0-1 1,0 1 0,0-1 0,0 1-1,1-1 1,-1-1 0,1 1 0,-1 0-1,9 0 1,0 2 15,1-2 0,0 0 1,0 0-1,0-1 0,0-1 0,0-1 0,25-3 1,0-4 56,53-19 1,-56 16-100,-22 6-96,1 2 1,0 0-1,0 0 0,0 1 1,16 1-1,-21 1-502,-1 1 0,0 0 0,1 0 0,-1 1 0,14 4 0,15 12-3601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8.5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416 423 1536,'0'0'18164,"-5"3"-17474,-6 3-564,0 0-1,0-1 1,-1 0 0,0-1 0,1-1 0,-2 1-1,1-2 1,-17 2 0,-42 11-85,55-10-31,-1 1-1,1 1 0,0 0 1,0 1-1,1 1 1,-24 17-1,32-20-11,0-1-1,1 2 1,-1-1 0,1 0 0,1 1-1,-1 0 1,1 1 0,1-1 0,-1 1-1,1 0 1,1 0 0,-1 0-1,1 1 1,1-1 0,-2 10 0,2-8-4,1 0 0,0 0 0,0 1 0,1-1 1,1 0-1,0 0 0,3 14 0,-3-20-5,0 0 1,0 0-1,0-1 1,1 1-1,0 0 1,0-1-1,0 0 1,0 1-1,0-1 1,1 0-1,-1 0 0,1 0 1,0-1-1,0 1 1,0-1-1,0 1 1,0-1-1,1 0 1,-1 0-1,1 0 0,5 1 1,-2 0 3,-1-1 0,1 0 1,0-1-1,0 0 0,0 0 0,0 0 1,0-1-1,0 0 0,0-1 0,0 1 1,0-1-1,0-1 0,0 1 0,0-1 0,-1 0 1,1-1-1,-1 0 0,1 0 0,-1 0 1,0-1-1,0 1 0,0-2 0,-1 1 1,1-1-1,-1 1 0,0-1 0,-1-1 1,8-10-1,3-6 34,-1-1 0,-1 0 0,-1-1 0,-2-1 0,0 1 0,-1-2 0,-2 1-1,6-36 1,-1-26-37,1-106 0,2-11-643,-14 197 563,-2 5 50,1 1 1,0-1-1,1 0 0,-1 1 1,0-1-1,0 1 1,1-1-1,-1 1 0,0-1 1,1 1-1,0-1 1,-1 1-1,1-1 1,0 1-1,0 0 0,0-1 1,1 0-1,2 9-485,1 27 373,3 45 0,-1 4 164,2-15-128,2 0 0,3-1 0,4 0 0,28 71 0,-41-124-191,2-1-1,0 0 1,1 0 0,0 0 0,0-1 0,2 0 0,19 19 0,-20-23-491,0 0 0,0-1 0,1-1 0,0 1 0,1-2 0,12 6 0,33 5-6941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8.9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366 1 4113,'0'0'10511,"6"27"-10331,16 81 153,-20-82-145,-7-20-11,-12-3-101,-1-1 1,1 0-1,-1-1 0,1-1 0,-20-3 1,-13 2-31,15 0-13,-47 1 99,75 1-65,1 0-1,-1 0 1,0 0-1,0 1 1,1 0 0,-1 0-1,1 1 1,0 0-1,-8 4 1,12-5-41,0-1 1,0 1 0,0 0-1,0 0 1,0 0-1,1 0 1,-1 0-1,1 0 1,-1 1-1,1-1 1,0 0-1,-1 1 1,1-1-1,1 1 1,-1-1 0,0 1-1,1 0 1,-1-1-1,1 1 1,0-1-1,0 1 1,0 0-1,0 0 1,0-1-1,0 1 1,1-1-1,-1 1 1,1 0-1,0-1 1,0 1 0,0-1-1,0 1 1,0-1-1,1 0 1,-1 0-1,1 1 1,-1-1-1,4 2 1,2 2-121,0-1 1,1 0 0,0-1 0,0 0-1,0 0 1,1-1 0,-1 0-1,1-1 1,0 1 0,14 0-1,10 1-388,51-2-1,-72-2 510,-1-1-12,0 0-1,0-1 1,0 0-1,0-1 1,0 0-1,11-5 1,36-9 13,-3 9-823,86-1 1,-49 5-2461,-29 0-1505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39.9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569 1 1384,'0'0'16509,"-10"0"-15587,-11 0-733,-10-1-49,1 2 1,0 0 0,0 2-1,-46 11 1,53-6-72,1 0-1,0 2 1,1 0 0,0 1-1,1 1 1,1 1 0,-1 1-1,2 1 1,-19 19 0,26-22-21,-1 1 1,1 1 0,1 0-1,1 0 1,0 1 0,0 0-1,2 1 1,0 0 0,1 0-1,0 0 1,1 1 0,1 0-1,-2 19 1,2 3-46,2 0-1,2 0 0,2 0 1,1 0-1,2 0 1,1-1-1,3 0 0,1 0 1,17 43-1,-15-49-74,36 109-1057,-41-116 286,-1 1 1,-1 0-1,2 44 1,-6-65 564,-1 0 0,1 1 0,-1-1 0,-1 1 0,1-1 0,-1 1 0,0-1 0,0 0 0,-1 1 0,0-1 0,0 0 0,0 0 0,0 0 0,-1 0 0,-3 4 0,-20 15-3432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0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1 201 11690,'0'0'7497,"31"0"-7078,-9 1-377,183 7 81,-184-7-106,33 3-1010,-1-2 0,90-8 0,-138 5 902,1 1 0,-1-1 1,0-1-1,0 1 0,0-1 0,0 0 1,0 0-1,0 0 0,-1 0 0,1-1 1,-1 0-1,1 0 0,-1 0 0,0-1 0,0 1 1,-1-1-1,1 0 0,-1 0 0,1 0 1,-1-1-1,-1 1 0,1-1 0,-1 1 1,1-1-1,-1 0 0,-1 0 0,1 0 1,-1 0-1,0 0 0,0-1 0,0 1 0,-1 0 1,0-9-1,0-8 48,0 15 388,0 18 1139,0 5-1414,0 3-6,0-1-1,1 1 1,5 21 0,-5-33-60,1-1-1,0 1 1,1-1 0,-1 0-1,1 1 1,1-1 0,-1-1 0,1 1-1,0-1 1,0 1 0,0-1-1,9 7 1,-7-6-82,0-2 0,0 1 0,1-1 0,-1 0 0,1 0-1,0-1 1,0 0 0,1 0 0,-1 0 0,1-1 0,-1 0 0,1-1 0,-1 0 0,14 1-1,-16-2 25,0-1 0,0 1-1,0-1 1,0 0 0,0 0-1,0 0 1,0-1-1,-1 1 1,1-1 0,0 0-1,-1-1 1,0 1 0,0-1-1,1 0 1,-2 0 0,1 0-1,0-1 1,-1 1-1,1-1 1,-1 0 0,0 0-1,0 0 1,3-6 0,-1-1 37,0-1 1,0 1 0,-2-1 0,1 0-1,-1 0 1,2-22 0,-2-76 1585,-3 79-389,0 31-1153,1 0 1,-1 0 0,1 0-1,-1 0 1,1-1-1,-1 1 1,1 0-1,-1 0 1,1 0 0,-1 0-1,1 1 1,-1-1-1,1 0 1,-1 0 0,1 0-1,-1 0 1,1 0-1,-1 1 1,1-1 0,-1 0-1,1 0 1,-1 1-1,1-1 1,-1 0-1,0 1 1,1-1 0,-1 1-1,0-1 1,1 0-1,-1 1 1,1 0 0,11 17 194,-1 1 0,0 1 0,13 35 1,2 2-152,-13-30-288,-6-11 336,1-1 1,18 29-1,-23-41-394,-1 1 0,1-1 0,-1 0 0,1-1 0,0 1-1,0 0 1,0-1 0,1 0 0,-1 1 0,0-1-1,1-1 1,0 1 0,-1 0 0,1-1 0,0 0-1,0 0 1,7 1 0,8-1-4859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0.7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2905,'0'0'13265,"28"22"-13114,86 68-98,-105-83-111,-1 0-1,0 1 0,0 0 1,-1 0-1,0 0 0,10 18 1,-14-18-31,1 0 0,-2 0 0,1 0 0,-1 0 0,2 16 0,-4-21 77,0-7 20,0 1-1,0-1 1,1 0 0,-1 0-1,1 0 1,0 0 0,0 1 0,0-1-1,0 0 1,1 1 0,2-6-1,2-1 4,-1 1 0,2 0-1,-1 0 1,12-12-1,-13 15-19,1 0 0,0 0 0,0 0-1,0 1 1,1 0 0,0 0 0,0 1-1,0 0 1,1 0 0,-1 1 0,1 0-1,0 0 1,0 1 0,0 0 0,14-2-1,-20 4 6,1 1 1,-1-1-1,1 1 0,-1 0 0,0 0 0,0 0 0,0 0 0,1 0 0,-1 0 1,0 0-1,0 1 0,0-1 0,-1 1 0,1-1 0,0 1 0,-1 0 1,1 0-1,-1 0 0,1 0 0,-1 0 0,0 0 0,0 0 0,0 0 0,1 4 1,4 9 21,0 1 0,4 25 0,-5-25 8,10 56-58,-13-52-236,2 0 1,0-1-1,2 0 1,0 0 0,1 0-1,14 27 1,-5-27-3279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1.1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218 22 1768,'0'0'14454,"-23"-4"-14114,-70-12 98,90 15-388,1 1 1,-1 0-1,1-1 1,-1 1-1,0 1 1,1-1 0,-1 0-1,1 1 1,-1-1-1,1 1 1,-1 0-1,1-1 1,-1 1 0,1 1-1,0-1 1,0 0-1,-1 0 1,1 1-1,0-1 1,0 1 0,0 0-1,1 0 1,-1 0-1,0 0 1,1 0-1,-1 0 1,1 0 0,-2 2-1,-1 2 87,0 1-83,0-1 1,0 0-1,1 1 0,0 0 1,0 0-1,0 0 1,1 0-1,0 0 1,0 1-1,1-1 0,0 1 1,0-1-1,1 1 1,0-1-1,0 1 1,1-1-1,0 1 0,0-1 1,1 1-1,0-1 1,0 0-1,1 0 1,0 0-1,0 0 0,0 0 1,1-1-1,0 0 1,1 1-1,-1-1 1,1-1-1,0 1 0,0-1 1,1 0-1,0 0 1,0 0-1,0-1 1,13 7-1,-6-5-274,1 0-1,0-1 1,0-1 0,1 0-1,-1-1 1,1 0 0,-1-2-1,24 1 1,-24-2-418,1-1 0,0 0 0,-1-1 0,1-1 0,-1 0 0,0-1 0,0-1-1,19-8 1,31-24-5442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1.5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129 1 1856,'0'0'14949,"30"16"-14625,92 53-137,-117-66-160,0 0 0,0 0-1,-1 1 1,1 0 0,-1 0 0,6 7 0,-9-9-16,0 0 0,0-1 0,0 1 1,0 0-1,0 0 0,-1 0 0,1 0 0,-1 0 0,1 0 0,-1 2 1,2 7 30,1 2 66,0-1 0,-1 1-1,-1-1 1,1 17 0,-3-29-101,0 1 1,1 0 0,-1-1-1,0 1 1,1-1 0,-1 1-1,0 0 1,0-1-1,0 0 1,0 1 0,1-1-1,-1 1 1,0-1-1,0 0 1,0 0 0,0 0-1,0 1 1,0-1-1,0 0 1,0 0 0,0 0-1,0 0 1,0 0-1,1-1 1,-1 1 0,0 0-1,-2-1 1,-3 1 2,-3-1 14,-1 0 1,1-1 0,0 0 0,0 0 0,0-1 0,0 0 0,-14-8 0,14 7-15,-1 0 0,0 0-1,0 1 1,0 0 0,-19-3 0,22 5-7,0 1-1,0 0 1,0 0-1,-1 0 0,1 1 1,0 0-1,0 0 1,0 1-1,1 0 1,-1 0-1,-9 5 0,12-5 12,1 0-1,0 1 1,-1-1-1,1 1 1,0 0-1,0 0 0,1 1 1,-1-1-1,1 0 1,-1 1-1,1-1 0,0 1 1,0 0-1,1 0 1,-1 0-1,1 0 0,0 0 1,0 0-1,0 0 1,0 6-1,0-4-5,1-1 0,-1 1 0,1-1 0,0 1 0,0 0 0,1-1 0,0 1 0,0-1-1,0 1 1,0-1 0,1 0 0,0 1 0,0-1 0,0 0 0,1 0 0,0-1 0,4 6 0,-3-5-95,0-1 0,1 0 0,0 0 0,0 0 1,0-1-1,1 1 0,-1-2 0,1 1 0,-1 0 0,1-1 0,0 0 1,0 0-1,0-1 0,0 0 0,10 1 0,-7-1-126,0 0 0,0 0 0,1-1 0,-1-1 0,0 0 0,0 0 1,0 0-1,0-1 0,0-1 0,0 1 0,11-7 0,-5 1-386,-1 0 0,-1-1 0,1-1 0,-2 0 0,18-18 0,13-16-3867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1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1296,'0'0'10500,"8"23"-9213,28 76-518,-32-90-711,-1 0-1,2 0 1,-1 0-1,1-1 1,0 1-1,1-1 1,0-1-1,0 1 1,0-1-1,1 0 1,1 0-1,-1-1 1,1 0-1,0 0 1,0-1-1,14 7 1,-15-9-27,0 0 0,0-1 0,0 1 0,1-1 0,-1 0 1,1-1-1,0 0 0,-1 0 0,1-1 0,0 0 0,14-2 0,-17 1-42,-1 0-1,1 0 0,0 0 1,-1-1-1,1 0 0,-1 0 1,1 0-1,-1-1 0,0 1 1,0-1-1,0 0 0,-1 0 1,1 0-1,-1-1 0,1 1 1,-1-1-1,0 0 0,0 0 1,2-5-1,0 0-18,-1-1 0,0 1 0,-1-1 1,0 0-1,0 0 0,-1 0 0,0-1 0,-1 1 1,0 0-1,-1-1 0,0 1 0,-1-1 0,-2-15 0,2 23-21,-1 1-1,0-1 1,0 0-1,0 0 1,0 1-1,0-1 1,0 1-1,-1 0 1,1-1-1,-1 1 0,0 0 1,1 1-1,-1-1 1,0 0-1,0 1 1,0-1-1,0 1 1,-6-1-1,-3-3-701,-12-5-1433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2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162 252 1096</inkml:trace>
  <inkml:trace contextRef="#ctx0" brushRef="#br0" timeOffset="1">162 252 1096,'-162'-186'544,"162"173"345,0-2 1087,0-1-1184,0 4-720,0 6-72,0 3-448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2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1 153 3689,'0'0'18588,"217"-41"-18356,-141 17-152,-7-1-160,-14 3-8,-13 3-328,-18 7-480,-17 3-265,-28 9-2135,-20 6-753,-8 12-3353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3.0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16452,'0'0'7097,"0"177"-6593,0-109-336,0 7-168,0 0-88,7 15-160,-3-19-2000,-1-18-3770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3.4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418 77 10538,'0'0'10559,"-21"-12"-9977,-75-38-7,89 48-503,0-1 1,0 1-1,0 0 0,0 0 1,0 1-1,-1 0 0,1 0 1,0 0-1,-1 1 0,1 1 1,-10 0-1,-1 1 128,9-1-152,1-1 0,0 2-1,0-1 1,0 1 0,0 0 0,0 1-1,0 0 1,0 0 0,1 1 0,-1 0-1,1 0 1,0 1 0,1 0-1,-1 0 1,1 0 0,0 1 0,0 0-1,0 0 1,1 1 0,0-1-1,1 1 1,-1 0 0,1 1 0,0-1-1,1 1 1,0-1 0,0 1-1,1 0 1,0 0 0,0 1 0,-1 15-1,1-1-55,1 0 0,1 0 0,1 1-1,1-1 1,1 0 0,1-1-1,1 1 1,1-1 0,13 33 0,94 270-1695,-102-280 868,-1 1 0,-2 1 0,-2-1 0,-2 1-1,-4 64 1,0-101 468,0-1 0,-1 1-1,-1 0 1,0-1 0,0 1 0,0-1-1,-2 0 1,1 0 0,-1 0 0,0 0-1,-1 0 1,-9 13 0,-24 13-3294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3.7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14123,'0'0'8730,"175"0"-8362,-92-3-360,0 0-8,0 0-80,24 0-520,-24 0-2153,-14 0-2800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49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0 14475,'0'0'12411,"118"137"-12355,-112-72 176,-6 6-160,0-2-144,-24-4 0,-10-12-408,-28-13-1137,10-15-1255,4-13-3498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1.3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176 46 864,'0'0'12579,"0"-7"-11838,0-20-111,-1 27-499,1-1 1,0 0 0,0 1-1,-1-1 1,1 1 0,0-1-1,-1 0 1,1 1 0,-1-1-1,1 1 1,-1-1 0,1 1-1,-1-1 1,1 1 0,-1-1-1,1 1 1,-1 0-1,0-1 1,1 1 0,-1 0-1,0 0 1,1-1 0,-1 1-1,0 0 1,1 0 0,-1 0-1,0 0 1,1 0 0,-1 0-1,0 0 1,1 0 0,-1 0-1,0 0 1,0 0-1,0 1 1,-23 3 842,20-2-936,0 0 0,0 1 1,0 0-1,1 0 0,-1 0 0,1 0 0,0 1 1,0-1-1,0 1 0,0 0 0,-2 4 0,-24 49-14,25-48-7,-7 17-11,2 0 0,1 0 0,1 1 0,1 1 0,-4 40 0,6-2-31,5 79 0,-1-132-106,1-1-1,1 1 0,0-1 0,1 1 1,0-1-1,1 0 0,0 0 0,1 0 0,0-1 1,1 0-1,0 0 0,9 12 0,-8-14-722,1 0 1,1 0-1,0 0 0,0-1 1,0-1-1,1 0 0,19 11 0,17 1-7518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1.7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0 503 4153,'0'0'15603,"14"-81"-15595,10 47-8,7-6 0,7-10-24,7-6-48,-4 1-976,-3-1-720,-13-3-633,-8 15-408,-17 16-4320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2.0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4033,'0'0'15987,"176"78"-15979,-124-29-8,0 10 0,-4 0-72,-10 7-1304,-3 21-857,-15-19-759,-6-15-2929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2.4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 1 11090,'0'0'6354,"120"161"-5826,-88-108-472,-5 3-96,-10 3 120,-6 0-160,-11-3 120,0-1-40,-18-2 0,-26 3-56,-5 0-96,-23 18-1673,17-15-375,10-9-3017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2.7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35 261 4945,'0'0'17476,"114"-12"-17476,-73 12-216,4 0-680,14 0-985,-11 6-2112,-6-6-264</inkml:trace>
  <inkml:trace contextRef="#ctx0" brushRef="#br0" timeOffset="1">1 19 1744,'0'0'20085,"31"-18"-19565,3 18-264,8 6-208,6 0-96,31-6-408,-13 0-1593,-11 0-3544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8.5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3 254 3713,'1'-1'14075,"2"-12"-14043,10-227-1162,-13 254 599,0 24 546,1 1 0,1-1 0,3 1 0,12 50 0,21 33 1,9 38 14,-40-129-17,-1 0 0,-2 0-1,0 44 1,-3-64-13,-4 20 9,2-30-10,0 0 1,0 0-1,1 1 1,-1-1-1,0 0 1,0 0-1,0 0 1,0 0-1,0 0 1,-1 0-1,1 0 1,0 0 0,0-1-1,0 1 1,-1 0-1,1-1 1,0 1-1,-1-1 1,-2 1-1,-8 2 2,-1-1-1,0-1 1,0 0-1,1 0 1,-18-2-1,-1 0-27,158 0 349,83-1-3958,-206 1 2809,1 2 1,-1-1-1,0 0 0,0 1 1,1-1-1,-1 1 0,7 3 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9.0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42 389 7274,'0'0'6126,"3"11"-5578,0 1-406,0-1 0,1 0 0,1 0 0,0-1 0,0 1 0,1-1-1,0 0 1,1 0 0,0-1 0,1 0 0,-1 0 0,18 14 0,-16-17-36,1 0 1,-1-1 0,1-1-1,0 1 1,0-2 0,0 1 0,0-1-1,1-1 1,14 2 0,3-2 80,0 0 1,39-4-1,-60 1-180,1 0-1,-1 0 0,0 0 1,1-1-1,-1 0 0,0 0 0,0-1 1,0 0-1,-1 0 0,1-1 1,-1 1-1,0-1 0,0-1 0,0 1 1,0-1-1,-1 0 0,8-9 1,-7 6-2,-1 0 1,0-1 0,0 0 0,-1 1 0,0-1 0,0-1 0,-1 1-1,0-1 1,-1 1 0,0-1 0,-1 0 0,1-18 0,-1 12 7,0 0 0,-2 0 0,0 0 1,0 0-1,-2 0 0,0 0 0,-1 0 0,0 1 1,-13-29-1,8 27-13,-1 0 0,-1 0-1,0 1 1,-1 0 0,-1 1 0,-23-21 0,28 28-4,-1 1 0,0 0 0,-1 1 0,1 0 0,-1 1 0,-1 0 0,1 1 0,-1 0 0,1 0 0,-1 1 0,0 0-1,-22-2 1,19 4-22,1 0 0,-1 1 0,0 1 0,1 0-1,-1 1 1,1 0 0,-20 6 0,26-5 2,-1 0 1,1 1-1,0 0 1,0 0-1,0 0 1,1 1-1,0 0 0,0 1 1,0-1-1,0 1 1,1 0-1,0 0 1,0 1-1,-4 7 1,4-5-25,0 0 0,1 0 0,0 1 0,0 0 0,1 0 0,1 0 0,0 0 0,0 0 0,0 0 0,2 0 0,-1 1 0,1-1 0,2 14 0,0-10-220,0-1 0,2 1 0,-1-1 1,2 0-1,-1 0 0,2 0 0,0-1 0,0 0 0,12 16 1,35 39-2629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9.5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0 457 8490,'0'0'5961,"73"-50"-5641,-42 19-184,0-6 56,3-4-184,4-8 40,-3-1-48,-1-3-304,-3 7-304,-7-1-1224,-10 13 127,-10 15-1551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8:59.9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10746,'0'0'5145,"193"130"-4969,-134-92-128,-4 5-32,-3 1-32,-7 2-8,-4 1 24,-6-7-552,13-12-712,-10-13-1321,-7-8-4736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0.4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159 0 3545,'0'0'9323,"-8"16"-9046,-14 24-124,-47 66-1,66-103-123,-35 52 442,35-50-435,1 0 1,-1 0 0,1 0 0,0 0 0,0 1 0,1-1 0,0 0 0,0 1 0,-1 9 0,2-13-37,1-1 0,-1 0 0,0 0-1,0 0 1,1 0 0,-1 1 0,1-1 0,-1 0 0,1 0 0,-1 0 0,1 0-1,0 0 1,0 0 0,-1 0 0,1 0 0,0-1 0,0 1 0,0 0-1,0 0 1,0-1 0,0 1 0,0 0 0,0-1 0,0 1 0,0-1-1,0 1 1,1-1 0,-1 0 0,0 0 0,0 1 0,0-1 0,3 0-1,48 0 91,-36 0-46,3 1 17,35-2 1,-52 1-72,0 0 1,0-1 0,0 1 0,1-1 0,-1 1-1,0-1 1,0 0 0,0 0 0,0 0 0,0 0 0,0 0-1,0 0 1,-1 0 0,1-1 0,0 1 0,-1-1 0,1 1-1,-1-1 1,2-2 0,-2 1-21,0 0 1,0-1-1,0 1 1,-1 0-1,0-1 0,0 1 1,0 0-1,0-1 1,-1-5-1,0-11-58,10 49 284,-3-13-123,2 7-300,2 1-1,0-1 0,21 32 0,-26-46-82,19 29-2427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0.7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8282,'0'0'5457,"0"205"-5457,0-146 56,4 0-56,-1 3 0,4-6 0,-3-6 24,-1-10-72,-3-9-312,0-15-888,0-7-1969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1.1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 7466,'0'0'9914,"169"-22"-9690,-110 22-200,3 0-24,21 0-1425,-18-3-1527,-9-3-8115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1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110 71 6361,'0'0'10033,"0"-15"-9210,0-37-132,0 49-398,0 7-39,0 39-30,4 33-123,4 0 0,20 95 0,4 21-1032,-28-114-950,-4-77 1868,0 0 1,0-1-1,0 1 0,-1 0 0,1-1 1,0 1-1,0 0 0,-1-1 0,1 1 1,0-1-1,-1 1 0,1 0 0,-1-1 1,1 1-1,-1-1 0,1 1 0,-1-1 1,1 0-1,-1 1 0,1-1 0,-1 1 1,1-1-1,-1 0 0,0 0 0,1 1 1,-1-1-1,0 0 0,1 0 0,-1 0 1,0 0-1,1 1 0,-1-1 0,-1 0 1,-29-1 0,21 1-63,-8-1 164,1 0 0,0-1 0,0-1 0,-21-5 0,23 5 214,9 2 851,97 1-1221,36 1-1623,-43-2-2360,-24-2-4462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2.2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 7642,'0'0'7672,"35"3"-7488,111 15-151,-141-17-33,0-1 0,0 1 0,-1 1 0,1-1 1,-1 1-1,1 0 0,-1 0 0,1 0 0,-1 0 0,0 1 0,0 0 0,0-1 0,-1 2 0,1-1 0,-1 0 0,1 1 0,-1-1 0,0 1 0,0 0 0,3 6 0,1 2 2,1 1 8,-1 0 1,0 0-1,-1 1 0,-1 0 1,0 0-1,-1 0 0,0 1 1,-1 0-1,1 15 0,-2 2 15,-1 0 0,-1 0 0,-5 39 0,3-60-24,-1 0 0,0 1 0,0-1 0,-1 0 0,0-1 1,-1 1-1,0-1 0,-1 0 0,0 0 0,-1 0 0,0-1 0,0 0 0,-1 0 1,0-1-1,0 0 0,-16 11 0,11-10 0,1-1-1,-1-1 1,0 1-1,0-2 1,-1 0-1,0-1 1,0 0 0,0-1-1,-1-1 1,0 0-1,1-1 1,-22 1-1,34-3-7,0 0 0,0 0 0,0 0 0,0 0-1,0 0 1,1 0 0,-1 0 0,0-1 0,0 1 0,0-1-1,1 0 1,-1 1 0,0-1 0,0 0 0,1 0-1,-1 0 1,1 0 0,-1 0 0,1 0 0,-1-1 0,1 1-1,0 0 1,0-1 0,-1 1 0,0-4 0,0 1-91,1-1-1,0 0 1,0 0 0,0 1 0,1-1 0,-1 0 0,1 0 0,1-9 0,0 10 35,0 0 0,0 0 1,0 0-1,1 0 0,0 0 1,-1 1-1,1-1 0,0 1 0,1-1 1,-1 1-1,1-1 0,-1 1 1,1 0-1,0 0 0,0 1 1,0-1-1,1 1 0,-1-1 0,1 1 1,-1 0-1,1 0 0,0 1 1,0-1-1,4 0 0,5-3 39,0 1 0,0 0 0,0 1 1,0 1-1,1 0 0,17 0 0,-25 3 56,-1-1 1,1 1-1,0 0 0,-1 0 1,1 1-1,-1 0 1,1 0-1,-1 0 0,0 0 1,0 1-1,0 0 1,8 6-1,4 5-48,-1 1 0,15 17 0,-4-4-137,-11-12-367,2 0-1,-1-1 1,31 19 0,-39-29 315,0-1 0,0 1 0,1-1 0,-1-1 1,1 0-1,0 0 0,0-1 0,0 0 0,0 0 0,15-1 1,-21-1 265,1 0 1,-1 0 0,1 0-1,-1 0 1,0-1 0,1 0-1,-1 0 1,0 0 0,1-1-1,-1 1 1,7-5 0,-8 3 129,1 0 0,-1 0 1,1-1-1,-1 0 0,0 1 0,-1-1 1,1 0-1,-1 0 0,1-1 1,2-8-1,9-21 270,1 1 1,2 0-1,1 1 0,2 1 0,1 1 1,33-37-1,43-22-287,15-16-3077,-102 92-47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2.6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7906,'0'0'8498,"201"181"-8450,-160-138-40,0 0-16,-3-2-257,-3-7-255,-4-6-392,3 6-680,-10-9-825,-3-3-4488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3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67 3329,'0'0'14395,"30"-13"-14067,94-35-119,-121 47-205,-1 0-1,0 0 1,1 0-1,-1 1 1,1-1-1,-1 1 1,1 0-1,-1 0 1,1 0-1,-1 0 1,1 0-1,-1 0 1,1 1-1,-1-1 1,0 1-1,1-1 1,-1 1-1,0 0 1,1 0-1,-1 0 1,0 1-1,0-1 1,0 0-1,0 1 1,0-1-1,0 1 1,0 0-1,0 0 1,-1-1-1,1 1 1,-1 0-1,1 1 1,-1-1-1,0 0 1,2 4-1,1 1 6,1 2-10,-1 0 0,1 1 0,-2-1 1,1 1-1,-1 0 0,-1-1 0,0 1 0,1 15 0,-1 5-122,-3 46-1,1-72 117,-1 0 1,1 0-1,-1 0 0,0 0 1,-1-1-1,1 1 0,0 0 0,-1 0 1,0-1-1,0 1 0,0-1 1,-1 0-1,1 0 0,-1 1 0,1-1 1,-1-1-1,0 1 0,0 0 0,0-1 1,-1 0-1,1 1 0,-1-1 1,1-1-1,-7 4 0,-1-1 39,0-1 1,-1 1-1,1-2 0,-1 1 1,0-2-1,1 0 1,-15 0-1,25-1-15,23 0-98,7 0 141,-9-1-496,-1 1 0,0 0 0,1 2 0,-1 0 0,24 7 0,-39-8 355,0 0-1,0 1 0,1 0 1,-1 0-1,0 0 0,0 0 1,-1 1-1,1-1 0,-1 1 1,1 0-1,-1 0 0,0 0 1,0 1-1,0-1 0,0 1 1,-1 0-1,1-1 0,-1 1 1,0 0-1,0 0 0,0 1 1,-1-1-1,0 0 0,1 1 1,-2-1-1,1 0 0,0 1 1,-1 5-1,1-2 62,-1 41 465,-1-46-397,1 0 0,-1 0 0,0-1-1,1 1 1,-1 0 0,0-1 0,-1 1 0,1-1 0,0 1 0,-1-1 0,1 0 0,-1 1-1,0-1 1,0 0 0,-2 2 0,-28 20-396,-1-2 0,-42 21 0,54-32-4785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3.5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9522,'0'0'8202,"14"143"-8098,0-90 48,-4 9-32,0 0-184,1-6 72,-8-3-16,4-10-680,0-9-929,0-9-1111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03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9450,'0'0'9602,"207"-50"-9322,-156 50-8,-2 0-272,-4 0-8,17 0-1128,-14 0-1641,-7 0-3584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6.1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146 123 9010,'0'0'5138,"-5"-18"-5040,-13-54-8,10 39 2725,11 62-2160,7 128-605,0-18-33,-6 177-136,-8-315 94,1 0-1,-1 0 0,0 0 0,0-1 1,1 1-1,-1-1 0,0 0 0,0 0 1,0 0-1,-3-1 0,0 1-41,-82-7-519,89 7 480,12 1-121,138 4-681,-52-12-2446,-38-4-1996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6.5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 1632,'0'0'16020,"83"-19"-16012,-48 16-8,3 3 72,-4 0-168,1 0-424,-11 0-809,-14 0-839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6.9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79 1 10154,'-47'9'2898,"45"-9"-2787,1 1-1,-1-1 0,1 1 1,-1 0-1,1 0 1,-1 0-1,1-1 0,0 1 1,-1 0-1,1 1 1,0-1-1,0 0 0,0 0 1,0 0-1,0 1 1,0-1-1,0 1 0,0-1 1,0 0-1,1 1 1,-2 2-1,-2 33 441,4-28-332,0 182 475,0-189-692,0-1 1,1 1 0,-1 0-1,0 0 1,1 0-1,0-1 1,-1 1-1,1 0 1,0-1-1,0 1 1,0-1-1,0 1 1,0-1-1,1 1 1,-1-1 0,0 0-1,1 1 1,-1-1-1,1 0 1,-1 0-1,1 0 1,-1 0-1,1 0 1,0-1-1,-1 1 1,1 0-1,0-1 1,0 1-1,2 0 1,7 0-1,0 0 0,-1 0 0,1 0-1,11-2 1,-3 0 36,26 0 7,-20 0-109,-1 1-1,39 4 1,-58-3 13,0 1 0,0-1 0,0 1 0,0 0 0,-1 0 0,1 1 0,-1-1 0,1 1 0,-1 0 0,0 0 0,0 0 0,0 1 0,-1 0 0,1-1 0,-1 1 0,0 1 0,0-1 0,0 0 0,0 1 0,-1-1 0,0 1 1,0 0-1,0 0 0,0 0 0,0 6 0,3 11-8,-1 0 0,-1 1 0,-1 0 0,-1 29 1,-2-47 82,1 0-1,-1 0 1,0 0 0,0-1 0,0 1 0,0 0 0,-1 0 0,0-1 0,0 1 0,0-1 0,-1 1-1,1-1 1,-1 0 0,0 0 0,0 0 0,-1 0 0,1-1 0,-1 0 0,0 1 0,0-1 0,-7 4 0,5-3-137,-1-1 1,1 0 0,0 0 0,-1-1 0,0 0 0,0 0-1,1 0 1,-11 0 0,11-1-461,-1-1-1,0 0 0,1 0 1,-1-1-1,-8-1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7.3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1 475 8506,'0'0'10002,"86"-167"-10002,-45 126 0,1-5-144,2-1-488,-2 1-1033,-4-7-439,-11 10-1041,-13 11-4080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7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6729,'0'0'10203,"121"128"-10011,-83-85 288,-4 4-336,7-4-16,-3 1-120,7-10-8,-3-3-32,6 0-856,-7-10-1337,-13-8-2512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8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 63 3689,'0'0'11492,"34"-11"-11034,104-33-228,-133 42-222,1 1 1,0 0 0,-1 0 0,1 0-1,0 0 1,0 1 0,0 0 0,7 1-1,-11-1 0,-1 0 1,1 1-1,0-1 0,0 1 0,-1 0 0,1-1 0,-1 1 0,1 0 0,-1 0 0,1 0 0,-1 0 0,1 0 0,-1 0 0,0 0 0,0 1 0,1-1 0,1 3 0,-1 1 25,-1 0 0,1 0 0,-1 0 0,0 0 0,0 0 0,0 1 0,-1-1 0,0 0 0,0 0 0,0 1 0,-2 6 0,1 9 108,0-11-116,-1 0 1,0 0 0,0 0-1,-1 0 1,0 0-1,-1 0 1,0-1 0,-1 0-1,0 0 1,0 0-1,-1 0 1,0-1 0,-1 0-1,0 0 1,-14 13-1,3-5-61,0-1-1,0-1 0,-2 0 0,0-1 1,0-2-1,-23 11 0,40-21-37,-1 1 0,1 0 0,-1-1 1,1 0-1,-1 0 0,0 0 0,0 0 0,0-1 0,1 1 1,-1-1-1,0 0 0,0 0 0,-4-1 0,7 0 25,1 0-1,-1 0 0,0 0 1,1 0-1,-1 0 0,1 0 1,0-1-1,-1 1 0,1 0 1,0 0-1,0 0 0,0 0 1,0-1-1,0 1 0,0 0 1,0 0-1,0 0 0,0 0 1,1-2-1,-1-1-89,0-1 103,0-1-1,0 0 1,0 0 0,1 0-1,0 0 1,0 0 0,1 1-1,2-9 1,-2 12 31,-1 0 1,1 0-1,-1 0 1,1 0-1,0 0 1,0 0-1,0 0 0,0 0 1,0 1-1,0-1 1,0 1-1,1-1 0,-1 1 1,0 0-1,1 0 1,-1 0-1,1 0 0,-1 1 1,1-1-1,0 0 1,2 1-1,0-1 3,1-1 1,-1 1-1,1 1 0,-1-1 0,0 1 1,1 0-1,-1 1 0,1-1 1,-1 1-1,1 0 0,-1 0 0,0 1 1,0-1-1,1 1 0,-1 0 0,0 1 1,-1-1-1,1 1 0,0 0 1,-1 0-1,0 0 0,1 1 0,5 6 1,39 52-568,25 28-3874,-32-51-2891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8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204 0 384,'0'0'19428,"62"177"-19428,-48-118 0,0 0-8,-8 0 8,-6 0-8,0-3-592,0-6-504,0 6-1129,-13-13-575,2-15-4186</inkml:trace>
  <inkml:trace contextRef="#ctx0" brushRef="#br0" timeOffset="1">0 332 2865,'0'0'16467,"190"-6"-16331,-124 0-88,-4 0-96,17 6-824,-17 0-1753,-17 0-2464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9.3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153 324 9330,'0'0'8619,"35"-3"-8391,113-12-149,-134 13-78,0 0 0,0-1 0,0-1 0,20-7 1,-28 8-93,1-1 1,-1 0-1,0 0 0,0 0 1,0-1-1,7-7 1,-10 8 31,1 0 0,-1-1 1,1 0-1,-1 1 0,-1-1 0,1 0 1,-1-1-1,0 1 0,0 0 1,0-1-1,-1 1 0,1-1 0,-2 1 1,1-1-1,0 1 0,-1-1 1,0 0-1,-1 1 0,1-1 0,-1 0 1,0 1-1,0-1 0,-1 1 1,1 0-1,-1-1 0,-1 1 0,1 0 1,-1 0-1,0 0 0,0 0 1,0 1-1,-1-1 0,1 1 0,-6-5 1,-2 1-48,0 1 1,-1 1-1,0 0 1,0 0-1,0 1 1,0 1-1,-1 0 1,0 1-1,-22-4 0,-9 3-220,-67 1 0,94 3 336,9 0 11,0 0-1,-1 0 1,1 1-1,0 1 1,0-1-1,-1 1 1,1 1-1,1 0 1,-1 0-1,-14 7 1,19-7 8,-1 0 0,0 0-1,1 0 1,-1 0 0,1 0 0,0 1 0,0-1-1,0 1 1,1 0 0,-1 0 0,1 0 0,0 0-1,0 1 1,0-1 0,1 0 0,0 1 0,-1 0-1,2-1 1,-1 1 0,0 7 0,0-4-24,0 0 1,1 0-1,0 0 1,1 0-1,-1 1 0,2-1 1,-1-1-1,1 1 1,0 0-1,1 0 1,-1-1-1,2 1 0,7 13 1,-8-14 72,1 1 1,-2 0-1,1 0 1,-1 0-1,0 0 1,-1 1-1,0-1 0,0 0 1,-1 1-1,0-1 1,0 0-1,-2 12 1,1 42 492,4-47-429,-1 0 0,2 0 1,0 0-1,0 0 0,2-1 0,0 0 1,0 0-1,2 0 0,-1-1 0,13 17 1,-13-22-123,0 0 0,1 0 0,-1 0 0,1-1 0,1 0 0,0 0 0,0-1 0,0 0 0,0-1 0,1 0 0,0 0 0,0-1 0,0-1 0,1 1 1,12 1-1,-9-3-102,0 0 0,1-1 0,-1 0 0,0-1 0,0-1 0,0 0 0,24-5 0,-29 3-77,-1 1 0,0-1-1,0-1 1,-1 1 0,1-2-1,-1 1 1,1-1 0,-1 0-1,-1 0 1,1-1 0,-1 0-1,0 0 1,9-12 0,-9 10 82,-1-1 1,0-1-1,0 1 1,-1-1 0,0 1-1,-1-1 1,0 0-1,0-1 1,1-15-1,-3 19 85,0 1 0,-1-1-1,0 0 1,0 1-1,0-1 1,-1 0 0,0 1-1,-1-1 1,1 1 0,-1-1-1,0 1 1,-1 0-1,1 0 1,-1 0 0,-1 0-1,-3-6 1,-1 4 7,0 0 1,-1 0 0,0 1 0,0 0-1,0 1 1,-1 0 0,0 1-1,0 0 1,0 0 0,-1 1-1,0 1 1,1-1 0,-1 2-1,-14-2 1,-15-1-16,0 1 1,-64 4-1,98 0-12,-1 0 0,1 1 1,0 0-1,-1 0 0,1 0 0,0 1 1,0-1-1,0 2 0,0-1 0,-10 6 1,13-5-59,-1 0 1,0 0 0,1 0 0,0 1-1,-1 0 1,1-1 0,1 1-1,-1 0 1,1 0 0,-1 0 0,1 1-1,0-1 1,1 1 0,-2 4 0,-8 38-2343,6-3-2661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19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0 488 12107,'0'0'4297,"207"-196"-4305,-166 146-57,1-2-39,-8 5-784,-6 4-496,-4 9-640,-7 2-1017,-17 11-4721,0 8 6634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20.2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3241,'0'0'17683,"31"56"-17258,-3-25-41,9 9-264,1 4-88,4 2-32,3 1-128,0-7-1009,17 1-959,-14-13-1921,-10-16-1856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20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2865,'0'0'11162,"5"5"-10781,-1-1-303,-1 1 0,1-1 0,-1 1 0,0 0 0,0 0 0,0 0 0,-1 1 0,0-1 0,0 1 0,0-1 0,-1 1 0,0 0 0,0-1 0,0 1 0,-1 0 0,0 9 0,4 222 822,-4-135-3094,0-34-1886,0-57-159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21.2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7 536,'0'0'19716,"10"-6"-19580,32 12-136,9-3 104,5-3-152,9 0 48,1 0-880,23 0-1224,-16 0-801,-15 0-4192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22.9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 1 9498,'0'0'11473,"-7"0"-11231,-17 0-222,50 0-12,59 0-7,247 0-2848,-330 18 2567,-5 11 287,0-1 1,-2 0 0,-1 0 0,-1-1 0,-14 37 0,-13 50 13,21-60-2087,3 1 0,-6 109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23.3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12363,'0'0'6729,"117"22"-6625,-58-22-104,34 0-488,-14 0-1816,-13-13-2305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36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 0 11723,'0'0'7681,"-14"10"-10946,-10-4-5464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1 520,'0'0'12555,"3"102"-12075,-3-52 120,0 6-160,0 12 80,0 6-240,0 7-168,0-6-112,0-4 88,0-9-176,0-9-1008,0-13-1328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2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 8746,'0'0'3687,"33"-14"-3559,106-40-74,-133 52-43,0 0 0,0 0 1,0 1-1,0-1 0,0 1 1,1 1-1,-1-1 0,0 1 1,9 1-1,-13-1 0,0 1 0,0-1 0,-1 1 0,1-1 0,0 1 0,0 0 0,0 0 0,0 0 0,-1 0 0,1 0 0,0 0 0,-1 0 0,1 1 0,-1-1 0,0 0 0,1 1 0,-1-1 0,0 1 0,2 2 0,-1 3 28,0 0 0,0 1 0,0-1 0,-1 0 0,0 1 0,-1-1 0,1 1 0,-1-1 0,-1 1 0,-1 8-1,1 11 13,0-17-29,0 1 0,0-1 0,-1 1 0,0-1 1,-1 1-1,0-1 0,-1 0 0,0-1 0,-1 1 0,0-1 0,0 1 0,-1-1 1,0-1-1,-10 12 0,-4 1-459,0-1 0,-2-1-1,0-1 1,-29 18 0,60-34 217,0-1 0,1 2 0,-1-1 0,0 1 0,13 7 0,-13-5 441,1 2 1,-1-1-1,-1 1 0,1 1 1,-1 0-1,13 16 0,35 59 671,-40-56-663,28 35 0,-37-54-208,-1-1 0,1 0 0,1 0 0,0-1 0,0 1 0,0-2-1,0 1 1,14 6 0,-14-9-165,0-1-1,0 0 1,0 0-1,0 0 1,0-1-1,0 0 0,13-1 1,-8 0-1798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2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0 880,'0'0'11667,"0"16"-11350,1-9-279,-1 14 97,1 0-1,2-1 1,0 1-1,7 22 1,-8-35-61,1-1 0,0 1-1,0-1 1,1 0 0,0 0 0,0 0 0,0 0 0,1-1-1,0 0 1,1 0 0,-1 0 0,1 0 0,9 5 0,-8-6-45,1-1 0,0 0 0,0 0 0,0-1 1,1 0-1,-1-1 0,1 0 0,-1 0 1,1-1-1,0 0 0,17 0 0,-12-1-33,1 0 0,-1-1 1,0-1-1,1-1 0,-1 1 0,0-2 0,0 0 0,16-8 1,-15 7-225,23-11-664,-36 15 592,-1 0 0,0 0-1,0 1 1,0-1-1,1 0 1,-1 0 0,0 0-1,0 0 1,0-1 0,0 1-1,-1 0 1,3-3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3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35 536,'0'0'13395,"83"-34"-13387,-62 34 0,-8 0-8,1 0-360,-3 0-376,-5 0-1297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3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66 239 4073,'-65'-227'5881,"78"221"-4697,5 3-263,6 0-153,0 3-280,7 0-280,7 0-208,17 0-48,-10 9-1753,-4-2-2992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3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2256,'0'0'11147,"-7"1"-10846,-9 2-4,0 1 0,0 1-1,1 0 1,0 1-1,0 1 1,-25 15 0,39-21-288,0 0 1,-1-1 0,1 1-1,0 0 1,1 0 0,-1 0-1,0 1 1,0-1 0,0 0-1,1 0 1,-1 0 0,0 1-1,1-1 1,-1 0 0,1 0-1,0 1 1,-1-1 0,1 0-1,0 1 1,0-1 0,0 1-1,0-1 1,0 0 0,0 1-1,0-1 1,0 0 0,1 1-1,-1-1 1,1 3 0,0-2-16,0 0 0,1 1 0,-1-1 0,0 0 1,1 0-1,0 0 0,-1 0 0,1 0 0,0-1 1,0 1-1,0 0 0,0-1 0,0 0 0,3 2 0,54 22-366,-37-16 87,0 1 0,0 0 0,28 20 0,-49-30 274,1 1 0,-1 0 0,1 0 1,-1 1-1,1-1 0,-1 0 0,0 0 0,0 1 0,0-1 0,0 1 0,0-1 1,0 1-1,0-1 0,0 1 0,0 0 0,-1-1 0,1 1 0,0 0 0,-1 0 1,0-1-1,1 1 0,-1 0 0,0 0 0,0 0 0,0-1 0,0 1 0,0 0 1,-1 0-1,1 0 0,-1-1 0,1 1 0,-1 0 0,1-1 0,-2 3 0,0 0-10,0-1-1,-1 0 1,1 0 0,0 0-1,-1-1 1,0 1-1,0 0 1,0-1-1,0 0 1,0 0-1,0 0 1,-1 0-1,1 0 1,-6 1-1,-13 4-191,0-2 0,-1 0 0,-43 2-1,7-5-2776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4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66 177 624,'0'0'12244,"25"13"-11625,80 39-264,-101-49-329,1-1 0,1 0 1,-1 0-1,0 0 0,1-1 1,-1 0-1,0 0 1,1 0-1,-1-1 0,1 0 1,0 0-1,6-1 0,6 0 26,-12 1-48,1-1 0,-1 0 0,1 0 1,-1 0-1,0-1 0,0 0 0,0 0 0,0 0 0,0-1 0,0 0 0,0 0 0,-1-1 0,0 0 0,1 1 0,-1-2 0,-1 1 0,1-1 0,-1 1 0,1-1 0,-2 0 0,1-1 0,0 1 0,-1-1 0,0 0 0,0 1 0,-1-1 0,0-1 0,0 1 1,0 0-1,-1 0 0,1-1 0,-2 1 0,1-1 0,-1-9 0,0 13 0,0 0 0,0 0 0,-1-1 0,1 1 0,-1 0 0,0 0 0,0 0 0,0 0 0,0 0 0,0 0 0,-1 0 0,1 0 0,-1 0 0,0 1 0,0-1 0,0 0 0,-3-2 0,1 2 12,-1-1-1,0 1 1,0-1 0,0 1-1,0 1 1,-1-1-1,1 1 1,-11-3 0,-5 0 24,1 1-1,-1 1 1,0 1 0,-27 1 0,41 1-41,-13 0-69,0 1 1,-31 4-1,45-4 34,0 1 0,0-1 0,1 1 0,-1 0 0,1 0 0,-1 1 0,1 0 0,0 0 0,0 0-1,0 0 1,1 1 0,-1 0 0,-4 5 0,3-2-228,1 1 1,0 0-1,0-1 0,1 2 1,0-1-1,0 0 0,1 1 0,0 0 1,0 0-1,-1 13 0,2 22-4037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4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1568,'0'0'13599,"0"-9"-13283,-1 2-332,1-16 283,3 21-119,5 15-87,-5-1-20,1 1-1,-2 0 0,1 0 1,-2 0-1,0 0 0,0 0 1,-1 0-1,-3 18 0,2 12 16,-10 73-40,13-115-22,0 0 0,0 0 0,-1 0 0,1-1 0,0 1-1,0-1 1,0 1 0,0-1 0,0 0 0,0 0 0,0 0 0,0 0 0,0 0-1,0 0 1,3-1 0,0 1 1,240-10-1920,-195 10-2675,-32 0-1845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5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1008,'0'0'15828,"4"16"-15519,15 52-188,-16-60-98,1 0-1,-1 0 1,1-1-1,1 1 1,0-1 0,0 0-1,0-1 1,1 1-1,0-1 1,0 0-1,0-1 1,1 1-1,8 4 1,-4-1-29,-4-3 16,1-1 1,-1 0 0,1-1-1,-1 1 1,1-1-1,0-1 1,1 0-1,-1 0 1,1 0 0,-1-1-1,1 0 1,0-1-1,-1 0 1,1-1 0,0 1-1,11-2 1,-18 0-8,0 0 1,0 1-1,0-1 1,0 0-1,0 0 1,0 0-1,0 0 1,-1 0-1,1-1 1,0 1-1,-1-1 0,1 1 1,-1-1-1,1 1 1,-1-1-1,0 0 1,0 0-1,0 1 1,0-1-1,0 0 1,1-3-1,16-49 24,-16 44-16,7-29-713,5-57 0,-6 34-3653,-4 30-2155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5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66 1040,'0'0'15388,"-4"0"-15140,-10-2-137,1 1 1,-1 1-1,0 0 1,0 1 0,1 1-1,-1 0 1,0 1-1,1 0 1,-22 9-1,29-10-40,0 1 0,0-1 0,0 2 0,1-1 0,-1 1 0,1 0 0,0 0 0,0 0 0,0 1 0,0-1 0,1 1 0,0 1 0,0-1-1,0 0 1,1 1 0,-1 0 0,1 0 0,1 0 0,-1 0 0,1 0 0,0 1 0,-1 10 0,2-10-66,0 1-1,0 0 1,1 0 0,0-1 0,1 1 0,0 0-1,0-1 1,1 1 0,-1-1 0,2 1 0,-1-1-1,1 0 1,0 0 0,1 0 0,-1 0-1,7 7 1,-4-6-21,0-1-1,1-1 0,0 1 1,0-1-1,0 0 1,1-1-1,0 0 0,0 0 1,0 0-1,1-1 0,0-1 1,17 6-1,-14-6-82,1 1 0,0-2 0,0 0-1,0-1 1,0 0 0,0-1 0,0 0 0,0-1 0,23-4 0,-27 3-47,0-1 0,0 0 0,0-1 0,0 0 1,0 0-1,-1-1 0,0 0 0,0-1 0,0 1 1,0-2-1,-1 1 0,0-1 0,10-13 0,-8 7 39,-1 0 0,-1-1-1,0-1 1,-1 1 0,0-1-1,-1 0 1,-1 0 0,0-1-1,2-23 1,-2 15-16,1 1 1,15-44-1,-18 63 78,-1 1 0,0 0 1,1-1-1,0 1 0,0 0 0,0 0 1,0 0-1,0 0 0,1 1 0,-1-1 1,1 1-1,0-1 0,0 1 0,0 0 1,0 0-1,0 0 0,0 0 0,0 1 1,0-1-1,1 1 0,-1 0 0,1 0 1,-1 0-1,1 0 0,0 1 0,-1 0 0,1-1 1,-1 1-1,1 0 0,0 1 0,-1-1 1,1 1-1,-1 0 0,1-1 0,-1 1 1,1 1-1,-1-1 0,1 1 0,-1-1 1,0 1-1,0 0 0,0 0 0,0 0 1,0 0-1,-1 1 0,1-1 0,0 1 1,-1 0-1,0 0 0,0 0 0,2 3 1,27 47-147,-2 1 1,-2 1 0,21 68-1,-7 5-3843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6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1088,'0'0'15484,"31"0"-15388,7-6-88,3-4-16,4 4 8,3 0-128,14 3-489,-13 0-1911,-8 3-3906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6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31 178 1136,'0'0'14565,"4"10"-14208,1 0-300,-1 0 1,1-1-1,1 1 0,0-1 0,13 15 1,-14-19-45,0 0 0,0 1 0,1-2-1,0 1 1,0-1 0,0 0 0,0 0 0,1 0 0,-1-1 0,1 0 0,10 3 0,-10-4-8,0 0-1,1-1 1,-1 0 0,0 0 0,0-1 0,1 0-1,-1 0 1,0-1 0,0 0 0,1 0 0,6-2-1,-10 1 0,0 1 0,-1-1-1,1 0 1,-1 0-1,1 0 1,-1-1 0,1 1-1,-1-1 1,0 0 0,0 0-1,-1 0 1,1 0-1,-1-1 1,1 1 0,-1-1-1,0 1 1,0-1-1,-1 0 1,1 0 0,1-5-1,1-7 59,-1 0 0,-1-1-1,0 0 1,-1 1 0,-1-21-1,0 27-19,0 6-4,0-1-1,0 1 1,-1-1 0,0 1-1,0 0 1,0-1-1,0 1 1,0 0-1,-1 0 1,0 0-1,0 0 1,0 0 0,0 0-1,-1 1 1,1-1-1,-1 1 1,0-1-1,0 1 1,0 0-1,-1 0 1,-5-4 0,2 3-9,-1 0 0,0 0 1,0 1-1,0 0 1,0 0-1,0 1 0,-1 0 1,1 1-1,-1 0 1,-13 0-1,9 0-89,0 1 1,0 0-1,0 1 0,-20 4 0,28-3-151,0-1-1,0 1 1,0 1-1,0-1 0,0 1 1,0-1-1,1 1 1,-1 1-1,1-1 1,0 1-1,0-1 0,0 1 1,-4 6-1,-9 15-3523,8-6-4192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6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38 280,'0'0'19556,"183"-34"-19556,-132 31-72,-6 3-72,-10 0-2176,-15 0-2105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47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0 12635,'0'0'5945,"11"168"-5945,-25-121-1528,-3-10-1097,3-12-6201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55.2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205 28 4489,'0'0'12676,"-9"-5"-11940,3 1-598,-1 1-1,0 0 1,0 0-1,0 0 0,-1 1 1,-7-1-1,12 2-114,0 1 0,0 0-1,0 0 1,0 0 0,0 0 0,0 0-1,0 1 1,0-1 0,0 1-1,0 0 1,0 0 0,0 0-1,1 0 1,-1 0 0,0 1 0,1-1-1,-1 1 1,1 0 0,0 0-1,-1 0 1,1 0 0,-3 3-1,-3 6-15,0 1-1,1 0 1,0 0-1,0 1 1,1 0-1,1 0 1,1 0-1,-1 0 0,2 1 1,0 0-1,-1 15 1,-1 24 5,4 86-1,2-72 66,2-4-70,1 0 0,19 87 1,42 124-25,3 10-40,-68-281 55,85 570-208,-83-553 172,1 15 27,-2 0 0,-4 44 0,2-68-62,0 0-1,-2-1 1,1 1 0,-1-1-1,-1 1 1,1-1 0,-2 0-1,0 0 1,0-1 0,0 0-1,-12 15 1,4-10-936,0 0 0,0-1 1,-2-1-1,-29 20 0,-6-8-5902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39:58.8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265 19 2593,'0'0'12445,"1"-4"-11340,-3-11 430,-7 17 1250,-17 27-1070,-12 22-1551,3 1 0,-37 73-1,58-96-203,1 0-1,2 2 1,0-1-1,2 1 1,2 1 0,-6 42-1,10-41-128,1 1 0,4 60 0,-1-81 34,1-1 0,1 1-1,0-1 1,1 0-1,0 0 1,1 0-1,0 0 1,0-1 0,2 1-1,13 18 1,14 8-1262,1-3 0,1 0 0,64 45 0,-5-15-5619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00.1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113 36 80,'0'0'12460,"1"-8"-11408,-1 0-950,2-12 989,-1 38-265,-1 5-694,-1 32 136,3 1 1,11 70 0,0-47-285,-4-1 0,-1 107 0,-8-185-9,0 1 1,-1 0-1,1-1 1,-1 1-1,1 0 0,-1-1 1,1 1-1,-1-1 1,1 1-1,-1 0 1,0-1-1,1 0 1,-1 1-1,0-1 0,1 1 1,-1-1-1,0 0 1,0 0-1,1 1 1,-1-1-1,-1 0 0,-23 7-341,18-6 171,6 0 148,-11 1-216,0 1 1,0 1-1,0 0 1,0 0 0,1 1-1,0 1 1,-18 11-1,29-17 266,0 0-1,0 1 1,0-1 0,0 0-1,-1 0 1,1 0 0,0 0-1,0 0 1,0 0 0,0 0-1,0 1 1,0-1-1,-1 0 1,1 0 0,0 0-1,0 0 1,0 0 0,0 1-1,0-1 1,0 0 0,0 0-1,0 0 1,0 0-1,0 1 1,0-1 0,0 0-1,0 0 1,0 0 0,0 0-1,0 1 1,0-1 0,0 0-1,0 0 1,0 0-1,0 0 1,0 1 0,0-1-1,0 0 1,0 0 0,0 0-1,0 0 1,1 1 0,8 2 211,15-3 295,-21 0-420,28 0 366,21 0-737,83 9 1,-110-6-2891,-7-2-4277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00.8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33 231 16,'0'0'14162,"-4"0"-13569,2 1-530,0-1 0,1 1 0,-1 0 0,1-1 0,0 1 0,-1 0 0,1 0 0,0 0 0,-1 0 0,1 0 0,0 0 0,0 1 0,0-1 0,0 0 0,0 1 0,0-1 0,0 0 0,1 1 0,-1-1 0,0 1 0,1-1 0,-1 1 0,1 0 0,0-1 0,-1 1 0,1-1 0,0 1 0,0 2 0,-1 63 1408,1-44-1179,1-16-247,-1-1 0,0 1-1,1 0 1,1-1 0,-1 1 0,1-1-1,0 1 1,0-1 0,1 0-1,0 0 1,0 0 0,0 0 0,1 0-1,8 9 1,-6-8-31,1 0 1,1-1-1,-1 0 0,1 0 0,0-1 1,0 0-1,0 0 0,1-1 1,16 5-1,-10-4-20,1-1-1,-1 0 1,1-1 0,0-1 0,0-1-1,1 0 1,-1-1 0,0-1-1,0-1 1,0 0 0,0-1 0,23-7-1,-21 3-40,-1 0 0,1-2 0,-1 0-1,-1-1 1,0-1 0,29-25 0,-37 30 47,-1-1 1,0-1-1,0 1 1,0-1-1,-1 0 1,-1-1-1,1 0 1,-1 1 0,-1-2-1,1 1 1,-2 0-1,1-1 1,-1 0-1,3-18 1,-5 20 8,0 0 1,-1 1-1,1-1 1,-2 0-1,1 0 1,-1 0-1,0 0 1,0 1-1,-1-1 1,0 0-1,-1 1 1,0-1-1,0 1 1,0 0-1,-1 0 1,0 0-1,0 1 1,-1 0 0,0-1-1,0 1 1,-7-5-1,-2-3 11,-2 0 1,0 2-1,0-1 0,-2 2 0,1 1 1,-26-12-1,30 16-115,-1 1 1,1 1 0,0 0-1,-1 1 1,0 1 0,0 0-1,0 1 1,0 0 0,0 1-1,-17 2 1,24-1-112,-1 1-1,1 0 1,0 0-1,1 0 1,-1 1 0,0 0-1,1 0 1,0 1 0,-1 0-1,1 0 1,1 1 0,-1-1-1,1 1 1,0 0 0,-8 10-1,-2 5-1299,0 2 0,2-1 0,-12 26 0,-3 13-5276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07.2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0 453 440,'0'0'12703,"1"8"-11608,-1-7-1087,0-1-1,0 0 0,0 0 1,0 0-1,0 0 1,-1 1-1,1-1 0,0 0 1,0 0-1,0 0 0,0 0 1,1 1-1,-1-1 1,0 0-1,0 0 0,0 0 1,0 0-1,0 1 0,0-1 1,0 0-1,0 0 1,0 0-1,0 0 0,0 0 1,0 1-1,1-1 0,-1 0 1,0 0-1,0 0 1,0 0-1,0 0 0,0 0 1,0 0-1,1 0 0,-1 1 1,0-1-1,0 0 1,0 0-1,0 0 0,1 0 1,-1 0-1,0 0 0,0 0 1,0 0-1,0 0 1,1 0-1,-1 0 0,0 0 1,0 0-1,0 0 0,1 0 1,15-14 158,0-1 0,-1 0 0,19-24 0,1-2-103,268-300-621,-301 339 218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07.6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0 488,'0'0'13659,"114"131"-13195,-83-91-64,4-3-304,2 4-40,1-7-56,4 0 0,3 3-656,-7-9-1280,-11-6-3025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08.5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232 1 176,'0'0'8993,"-3"9"-8633,-10 20 110,-1 0 0,-1-1 0,-37 51 1,-73 78 1539,115-139-1597,10-18-403,0 0 1,0 1-1,0-1 0,1 0 1,-1 1-1,0-1 0,0 1 1,0-1-1,0 0 0,0 1 0,0-1 1,1 0-1,-1 1 0,0-1 1,0 0-1,0 1 0,1-1 1,-1 0-1,0 0 0,1 1 1,-1-1-1,0 0 0,0 0 0,1 1 1,-1-1-1,0 0 0,1 0 1,3 1 33,0 0 0,0 0-1,0-1 1,0 0 0,0 1 0,7-2 0,-2 1-1,27-1 8,-17 0-29,0 1 0,0 1 1,25 4-1,-38-3-129,1-1-1,-1 1 0,0 0 0,0 1 1,0-1-1,-1 1 0,1 1 0,0-1 1,-1 1-1,0 0 0,0 0 1,0 0-1,8 10 0,-10-11-111,-2-1-4,0 0 0,0-1 0,0 1 0,0-1 0,0 0 0,1 1 0,-1-1 0,1 0-1,-1 0 1,1 0 0,-1 0 0,1 0 0,0 0 0,-1 0 0,1-1 0,0 1-1,-1-1 1,1 1 0,2 0 0,-4-21-13,0-113 3977,1 141-3688,0 0 0,0 0 0,-1-1 0,0 1 0,-1 11-1,-1 8-6,2 111-2623,0-100-1720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0.6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 11634,'0'0'7386,"0"-11"-7275,-1 75-201,3 118 288,11-60-3005,-7-67-432,-5-18-3226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0.9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19 536,'0'0'19004,"38"-3"-18924,7 3-80,41 0-456,-10-6-1816,-7-3-2930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1.3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109 1 1304,'0'0'10523,"-3"18"-10417,-3 27-81,2 0 0,2 0 0,1 0 1,8 58-1,3-41-78,7 127 0,-18-187 54,1-1 0,-1 1-1,1 0 1,-1-1-1,1 1 1,-1-1 0,0 1-1,0-1 1,0 1 0,0-1-1,0 1 1,0-1 0,0 0-1,-1 0 1,1 0-1,0 0 1,-1 1 0,1-2-1,0 1 1,-1 0 0,1 0-1,-1 0 1,0-1 0,1 1-1,-1-1 1,0 1 0,1-1-1,-1 0 1,0 1-1,1-1 1,-3 0 0,-12 1 240,0 0 0,-23-1 1,24 0 464,72-2 1662,-11 0-2839,49-9 0,-34-3-1367,-7-1-1816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1.9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53 440,'0'0'13328,"35"-9"-13272,111-28-24,-141 35-21,0 1-1,0 0 1,0 0-1,0 0 1,0 0-1,0 1 1,0 0-1,0 0 1,0 1-1,0-1 1,0 1-1,-1 0 0,1 0 1,0 1-1,0-1 1,-1 1-1,9 4 1,-9-2 34,1 0 0,-2 0 0,1 1 0,0-1 0,-1 1 0,0 0 0,0-1 0,0 1 0,-1 1 0,3 5 0,0-1 69,1 6-52,0 0 0,-1 1 0,0-1 0,-2 1 0,0 0 0,1 19 0,-2-3-50,-2-1-1,-5 43 0,2-59-1,0-2-1,-1 1 1,0 0 0,-1-1 0,-1 0 0,0 0-1,-1 0 1,0-1 0,-15 19 0,14-20-2,-1-2 0,0 1-1,0-1 1,-1 0 0,-1-1 0,1-1 0,-1 1 0,-1-1 0,0-1 0,-21 10 0,27-15-33,-1 0 1,0 0-1,0 0 0,0-1 0,0 0 0,0 0 1,0 0-1,-7-1 0,11 0 14,1-1 0,-1 1-1,0 0 1,1-1 0,-1 0 0,1 1 0,-1-1 0,1 0 0,0 0-1,-1-1 1,1 1 0,0 0 0,0-1 0,0 1 0,0-1 0,0 0-1,0 1 1,0-1 0,0 0 0,1 0 0,-1-1 0,1 1 0,-2-3-1,-1-4-7,1 1 0,0-1 0,1 0 0,-1 0 0,2 0 0,-1 0-1,1 0 1,1 0 0,0 0 0,0 0 0,1-1 0,0 1-1,0 0 1,1 0 0,5-15 0,-4 17 8,0 1 1,-1 0-1,2-1 1,-1 1-1,1 0 1,0 1-1,0-1 0,1 1 1,-1 0-1,1 0 1,0 0-1,1 1 1,-1-1-1,1 1 1,0 1-1,0-1 0,0 1 1,0 0-1,1 0 1,-1 1-1,8-2 1,-9 3 10,1-1-1,-1 1 1,0 1 0,0-1 0,1 1 0,-1 0 0,0 0 0,0 1 0,1-1-1,-1 1 1,0 0 0,0 0 0,6 3 0,-6-1 2,1 0 0,-1 0 0,0 1-1,0 0 1,0 0 0,0 0 0,-1 1 0,0 0 0,0-1 0,5 8-1,8 12 15,2-1 0,31 31-1,-40-45-36,1-1 0,-1 0 1,1 0-1,0-1 0,1 0 0,0-1 0,20 7 0,-15-7-442,0-2 0,20 3 0,24-2-3482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4.7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4 406 440,'0'0'11900,"-4"-14"-8697,5 11-3143,-1 0-1,0 0 1,1 0 0,0 0-1,0 0 1,-1 0-1,2 1 1,-1-1-1,0 0 1,1 1-1,-1-1 1,1 1 0,2-3-1,30-31 29,-15 17-47,163-185-395,-111 113-3001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5.0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1504,'0'0'14683,"107"75"-14122,-70-51-145,8 4-216,0-3-96,3 0-88,1-6-16,-1-1-48,-3-5-720,-4-1-409,-13-2-1135,-11-7-1601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5.5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8466,'0'0'7700,"20"4"-7509,61 15-90,-79-18-98,1 0 0,0 0 0,-1 1-1,1-1 1,-1 1 0,1 0 0,-1 0 0,0-1-1,0 2 1,0-1 0,0 0 0,0 0-1,0 1 1,0-1 0,-1 1 0,1-1 0,-1 1-1,0 0 1,0-1 0,0 1 0,0 0 0,0 0-1,-1 0 1,1 0 0,-1 0 0,0 0 0,0 0-1,0 0 1,0-1 0,-1 5 0,1 4 1,1-6-8,0 1 1,-1 0-1,0 0 1,0 0-1,0-1 1,-1 1-1,0 0 1,0 0-1,-1-1 1,1 1-1,-1-1 1,0 1 0,-1-1-1,1 0 1,-1 0-1,0 0 1,0 0-1,-1 0 1,0-1-1,1 0 1,-1 1-1,-1-1 1,1-1-1,-1 1 1,-5 3-1,2-1-42,5-4 17,0 1 0,0-1 0,0 1 1,0-1-1,-1 0 0,1-1 0,-1 1 0,0 0 0,1-1 0,-8 2 0,18-14-204,0 6 233,1 0 0,0 0 1,0 1-1,0 0 0,1 0 1,-1 0-1,1 2 0,0-1 1,0 1-1,0 0 0,0 1 0,0 0 1,0 0-1,0 1 0,1 0 1,16 3-1,-22-2-11,-1 0-1,0 1 1,0-1-1,0 1 1,0 0-1,0 0 1,0 0-1,0 0 1,-1 0 0,1 1-1,-1-1 1,1 1-1,-1 0 1,0 0-1,0 0 1,0 0-1,-1 0 1,1 0-1,-1 0 1,1 0 0,-1 1-1,0-1 1,-1 0-1,2 6 1,1 9-59,-1 0 1,0 0-1,-1 24 0,-1-38 78,0 4 1,0-1 1,0 1-1,0-1 1,-1 1 0,0-1-1,-1 1 1,0-1 0,0 0-1,0 0 1,-1 0-1,0 0 1,0 0 0,-1 0-1,0-1 1,0 0 0,-1 0-1,1 0 1,-1 0-1,-1-1 1,1 1 0,-1-2-1,0 1 1,0 0 0,0-1-1,-1 0 1,1-1-1,-11 5 1,13-6-127,0-1 0,0 1 0,0-1 0,0 0 0,0 0 0,0-1-1,0 1 1,0-1 0,-1 0 0,1 0 0,0 0 0,0-1 0,-5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7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5 11386,'0'0'8928,"-4"-1"-8838,4 0-89,0 1 0,-1 0 0,1-1 0,0 1 0,-1 0 0,1 0 0,-1-1-1,1 1 1,-1 0 0,1 0 0,-1 0 0,1 0 0,-1-1 0,1 1 0,0 0 0,-1 0-1,1 0 1,-1 0 0,1 0 0,-1 0 0,1 0 0,-1 0 0,1 1 0,-1-1-1,1 0 1,-1 0 0,1 0 0,-1 0 0,1 1 0,-1-1 0,1 0 0,0 0 0,-1 1-1,1-1 1,-1 0 0,1 1 0,0-1 0,-1 0 0,1 1 0,0-1 0,0 1 0,-1-1-1,1 1 1,0-1 0,0 0 0,0 1 0,-1-1 0,1 1 0,0-1 0,0 1-1,0-1 1,0 1 0,0-1 0,0 1 0,0-1 0,0 1 0,0-1 0,0 1 0,0-1-1,0 1 1,1-1 0,-1 1 0,0-1 0,0 1 0,0-1 0,1 1 0,-1 0 3,6 178-104,5-59-3375,-7-59-2777,-4-44-372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8.1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1 600,'0'0'17532,"124"0"-17484,-48 3-48,-11 0-1304,-3-3-2913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19.6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93 10 1664,'0'0'14357,"-5"13"-14336,2-4-20,0-1 3,0 1 0,0-1 0,1 1 0,0-1 0,0 1 0,1 0 0,1 0 0,-1-1 0,3 18 0,13 67 9,-4-31-7,6 123-1,-17-37-146,0-146 131,0-1-1,0 0 1,0 1 0,-1-1-1,1 0 1,0 0-1,-1 1 1,1-1 0,-1 0-1,1 0 1,-1 0-1,0 0 1,0 0 0,1 0-1,-1 0 1,0 0-1,0 0 1,0 0 0,0 0-1,0 0 1,0 0 0,0-1-1,0 1 1,-1-1-1,1 1 1,0 0 0,0-1-1,-1 0 1,1 1-1,0-1 1,0 0 0,-1 0-1,1 0 1,0 0-1,-1 0 1,1 0 0,0 0-1,-1 0 1,0 0 0,-10-1 19,0-1 0,1 0 1,-17-5-1,16 4 312,40 5-684,1-2-1,37-3 1,-45 1-888,1-1-1,28-8 1,8-6-4236,-45 13 3827,37-11-1586</inkml:trace>
  <inkml:trace contextRef="#ctx0" brushRef="#br0" timeOffset="1">493 59 384,'0'0'16324,"117"-52"-16324,-82 52 0,-1 0-152,-3 0-1017,-3-7-1879</inkml:trace>
  <inkml:trace contextRef="#ctx0" brushRef="#br0" timeOffset="2">413 84 656,'0'0'14665,"-1"22"-14588,-4 105 84,5-125-127,0-1 0,1 1-1,-1 0 1,1 0 0,0 0-1,-1 0 1,1-1 0,0 1-1,0 0 1,0-1 0,0 1-1,0-1 1,1 1 0,-1-1-1,0 1 1,1-1 0,-1 0-1,1 0 1,0 0 0,-1 1-1,1-2 1,0 1 0,-1 0-1,3 1 1,55 17 93,-34-12-143,26 12-1422,0 3 1,60 36 0,-106-55 1349,-1 0 0,1 1 0,0 0 0,-1-1-1,0 2 1,0-1 0,0 0 0,-1 1 0,1-1 0,-1 1 0,0 0 0,0 0 0,-1 1-1,1-1 1,-1 0 0,2 9 0,-3-9 215,0 0 1,-1 0-1,1 0 0,-1 0 1,0 0-1,0 0 0,0 1 1,-1-1-1,0 0 0,0 0 1,0 0-1,-1 0 0,1-1 1,-1 1-1,-1 0 0,1-1 1,0 1-1,-7 7 0,0-1 173,-1-1-1,0 0 0,-1-1 0,0 0 0,0 0 0,-1-1 0,-15 7 1,0-1 159,-1-2 0,-37 11 1,59-21-588,1 0 1,-1-1-1,0 0 1,0 0-1,-11-1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1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24 500 600,'0'0'12285,"-4"2"-11650,-12 9-105,12-9-96,24-7 381,-3-3-685,0-1 1,0 0-1,-1-1 0,0-1 0,16-14 0,68-69-203,-59 49-1513,-1-1 0,-2-3-1,54-91 1,-91 138 1457,2-3-298,0 1 1,0-1 0,-1 0-1,0-1 1,0 1 0,0 0-1,0-1 1,-1 1-1,1-11 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1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2 536,'0'0'15011,"-5"-1"-14112,52 33 59,51 43 1,-64-46-1554,2-1 1,1-2-1,60 32 1,-87-54-524,-1 0 1,1 0 0,0-1-1,1-1 1,14 3 0,1-4-6660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2.2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14 8786,'0'0'4306,"31"-4"-3886,101-5-84,-128 8-306,0 1 0,1 0 1,-1 1-1,1-1 0,-1 1 0,0-1 0,1 1 0,-1 1 0,0-1 0,5 3 0,-8-3-1,1 0 0,0 0 0,-1 1 0,1-1 0,-1 1 0,0-1 0,1 1 0,-1-1 0,0 1 0,0 0 0,2 3 0,1 3 95,1 1 9,0 1-1,-1-1 1,-1 0-1,1 1 1,-2 0-1,1 0 1,-1 0-1,0 11 0,1 85 447,-4-65-480,0-27-85,0-1 0,-1 1 1,0 0-1,-1-1 0,-1 0 1,0 1-1,-1-1 0,0-1 0,-1 1 1,0-1-1,-15 22 0,11-21-7,0-1-1,0 0 0,-1 0 1,-1-1-1,0 0 0,0-1 1,-1-1-1,0 0 1,-1 0-1,-16 6 0,22-11-55,0-1 0,0-1 0,0 0 0,-14 2 0,21-3 9,-1-1 0,1 1 0,-1-1 0,1 0 0,-1 0 0,1 0 0,-1 0 0,0 0 0,1 0 0,-1 0 1,1 0-1,-1-1 0,1 1 0,-1-1 0,1 1 0,-1-1 0,1 0 0,0 1 0,-1-1 0,1 0 0,0 0 0,-1 0 1,1 0-1,0 0 0,0 0 0,0 0 0,0 0 0,0-1 0,0 1 0,0 0 0,-1-3 0,0-4-159,1 0 0,0 0 0,0 0-1,0 0 1,1 0 0,0 0 0,1 0 0,2-15-1,-2 18 150,1 0-1,-1 0 0,1 0 0,0 0 0,0 1 0,0-1 1,0 1-1,1-1 0,0 1 0,0 0 0,0 0 1,1 0-1,-1 0 0,1 1 0,4-4 0,-3 3 92,0 1 0,0 0 0,1 1-1,-1-1 1,0 1 0,1 0 0,0 0-1,-1 0 1,1 1 0,0 0 0,0 0-1,0 1 1,0 0 0,0 0 0,-1 0 0,10 2-1,-7-1 20,-1 2 0,0-1 0,1 1 0,-1 0 0,0 0 0,0 1 0,0 0 0,-1 0 0,0 1 0,1 0 0,8 9 0,-3-2-107,22 21-850,40 31 0,-42-40-2682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5.0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 1 368,'0'0'17224,"-3"4"-16865,1-1-335,0 1 1,0 0 0,0 0 0,0 0 0,1 0-1,0 0 1,0 0 0,0 0 0,0 1 0,1-1 0,-1 5-1,2 58 42,0-32-19,-1-6-4,1 0 0,2 0-1,1 0 1,1 0 0,1-1-1,13 34 1,-13-45-83,14 44-1377,-15-18-2735,-5-21 95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5.3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1720,'0'0'15644,"17"-18"-14892,14 12-168,7-1-352,10 4-64,11 0-96,3 3-144,38-3-840,-14 3-1649,-17-6-3352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6.1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221 388 3649,'0'0'14788,"13"0"-14776,5 1-10,5 0-3,-1-1-1,33-3 1,-51 2-1,0-1 1,0 1 0,-1-1-1,1 0 1,-1 1-1,1-2 1,-1 1 0,0 0-1,0-1 1,0 1 0,0-1-1,0 0 1,-1 0 0,1 0-1,-1 0 1,0-1-1,0 1 1,0 0 0,0-1-1,-1 0 1,3-5 0,0-3-14,0-1 1,-1 1 0,0-1-1,-1 0 1,1-19 0,-2 17-19,-1 0 1,-1-1-1,0 1 1,0 0 0,-6-22-1,5 31 33,-1 0-1,1 0 0,-1 0 1,0 1-1,0-1 1,0 1-1,-1 0 1,0 0-1,0 0 0,0 0 1,-1 1-1,1 0 1,-1 0-1,0 0 1,0 0-1,-7-3 1,4 3 2,0 0 1,1 0 0,-1 1 0,-1 0 0,1 0 0,0 1 0,-1 0 0,1 1 0,-1 0 0,1 0-1,-1 1 1,0 0 0,1 0 0,-1 1 0,0 0 0,1 0 0,0 1 0,-1 1 0,1-1-1,0 1 1,0 0 0,0 1 0,0 0 0,1 0 0,-1 1 0,1 0 0,1 0 0,-1 1 0,1 0-1,-1 0 1,2 0 0,-1 1 0,1 0 0,-9 14 0,9-12-1,0 1 0,1 0 1,0-1-1,0 1 0,1 1 0,1-1 1,0 0-1,-1 12 0,1-1-68,1 1-1,4 41 1,-2-60-67,-1 0 1,0 1-1,1-1 0,0 0 1,0 1-1,0-1 0,0 0 0,0 0 1,1 0-1,-1 0 0,1 0 1,0 0-1,0 0 0,0 0 0,0-1 1,1 1-1,-1-1 0,1 0 1,-1 1-1,1-1 0,0 0 0,0-1 1,0 1-1,0 0 0,0-1 1,0 0-1,0 0 0,0 0 0,1 0 1,-1 0-1,0-1 0,1 1 1,-1-1-1,5 0 0,-10 0 550,1 0-390,0 0 1,-1 0 0,1 0-1,0 0 1,-1 0 0,1 1-1,0-1 1,-1 0-1,1 1 1,0-1 0,0 1-1,-1-1 1,1 1-1,0 0 1,0-1 0,0 1-1,0 0 1,0 0-1,0 0 1,0 0 0,0 0-1,0 0 1,0 0-1,-1 2 1,-3 5 58,-1 1 0,1 0 0,0 0 0,1 1 0,0 0 0,1-1 0,0 1 0,0 0 0,-2 19 0,2 4 267,2 59 0,2-84-330,-1-1 1,1 0-1,0 0 1,1 0-1,-1 0 1,1 0 0,1 0-1,-1 0 1,1 0-1,1-1 1,-1 0-1,1 1 1,0-1-1,0-1 1,1 1-1,0-1 1,0 1-1,0-1 1,1-1 0,-1 1-1,9 5 1,-2-4-55,0 0 1,1 0 0,-1-1 0,1-1 0,0 0 0,0-1 0,0 0 0,0-1 0,1 0 0,22-1-1,-28-1-72,-1-1-1,1 0 0,0 0 0,-1-1 0,1 0 0,-1 0 0,0-1 0,0 1 0,0-2 1,0 1-1,0-1 0,-1 0 0,1 0 0,-1-1 0,0 0 0,0 0 0,-1 0 0,0-1 1,0 0-1,0 0 0,5-8 0,-5 5 46,0-1 0,0 1-1,0-1 1,-1 0 0,-1 0 0,0-1 0,0 1 0,-1-1-1,0 1 1,-1-1 0,0 0 0,-1 0 0,0 0 0,-3-20-1,1 26 94,0 0-1,0 0 0,0 0 0,0 0 0,-1 1 0,0-1 0,0 1 1,0 0-1,0 0 0,-1 0 0,1 0 0,-1 0 0,0 1 1,-1 0-1,1 0 0,0 0 0,-1 0 0,1 1 0,-1 0 0,0 0 1,0 0-1,-5-1 0,-9-3 19,0 0 0,0 2 0,0 1 0,-33-2 0,35 3-42,-1 2-1,1 1 1,-25 3-1,35-3-67,1 1 0,-1 0-1,0 0 1,0 1 0,1-1 0,-1 2-1,1-1 1,0 1 0,0 0-1,-8 7 1,4-2-554,0 0 0,1 0-1,1 1 1,0 1 0,0-1-1,1 1 1,-9 17 0,2 19-8067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9.2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122 501 200,'0'0'732,"-33"18"6683,28-15-7048,0-1 412,1 0 0,-1-1 1,1 0-1,-1 1 0,0-2 0,-7 2 1,7-2-319,-18 8 311,8-2-282,21-13-417,62-46-104,-1-3 1,98-108-1,7-44-4589,-149 175 2560,-10 9-988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29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2777,'0'0'14691,"121"65"-14355,-73-31-176,4 4-160,-4-1 0,-3 0-120,-7-3-872,-7-6-97,-7-6-703,1-10-969,6-8-8449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0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100 8 384,'0'0'13326,"0"-4"-13221,1 0-87,1 10 14,6 27 56,6 48 31,-9-46-181,0-6-117,2 52 0,-32-80 37,-91-1-4,115 0 109,10 0-109,158-12 378,-96 4-2923,-54 6 1282,5-1-4111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2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13 1696,'0'0'11979,"-6"-13"-8377,5 20-2860,13 263-631,10-154-3883,-15-89 28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3.1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31 288,'0'0'18068,"3"-6"-17884,18 6-128,10 0 40,11 0-88,9 0 32,8 0-40,6 0-640,1-3-1024,0-6-681,3 2-904,-18 1-5593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3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13 1112,'0'0'17124,"-6"-2"-16509,-9-5-344,15 7-267,0 0 1,0 0-1,0 0 1,0 0-1,0 0 1,0 0-1,0 0 1,0 0-1,0 0 0,0 0 1,0 0-1,0 0 1,1 0-1,-1 0 1,0 0-1,0 0 1,0 0-1,0 0 1,0 0-1,0 0 1,0 0-1,0 0 0,0 0 1,0 0-1,0-1 1,0 1-1,0 0 1,0 0-1,0 0 1,0 0-1,0 0 1,0 0-1,0 0 1,0 0-1,0 0 0,0 0 1,0 0-1,0 0 1,0-1-1,0 1 1,0 0-1,0 0 1,0 0-1,0 0 1,0 0-1,0 0 1,0 0-1,0 0 0,0 0 1,0 0-1,0 0 1,0 0-1,0 0 1,0-1-1,0 1 1,0 0-1,0 0 1,0 0-1,0 0 1,0 0-1,-1 0 0,1 0 1,0 0-1,0 0 1,0 0-1,0 0 1,32-1 417,-7 2-439,67-1 89,121 0-3813,-212 20 3739,-3 13 615,-11 63-1,6-58-334,-2 46 0,9 230-249,0-308-151,3 66-414,-3-68 350,1 0 1,-1-1-1,1 1 1,0 0-1,0-1 1,0 1-1,1-1 1,-1 1-1,1-1 1,0 1-1,0-1 1,0 0-1,0 0 1,0 0 0,4 3-1,-1-4-2040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4.2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66 368,'0'0'19132,"10"-22"-19044,25 16-16,9-3-8,5-1-8,-1 1-80,-3 3 24,0 3-104,3 3-1104,-14 0-1257,-9 0-2704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7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0 485 512,'0'0'11443,"0"0"-11386,0 0 0,0 1 0,0-1 0,1 0 0,-1 0 0,0 0 0,0 0 0,0 1 0,0-1 0,0 0 0,0 0 0,0 0 0,0 0 0,1 1 0,-1-1 0,0 0 0,0 0 0,0 0 0,0 0 0,0 0 0,1 0 0,-1 1 0,0-1 0,0 0 0,0 0 0,1 0 0,-1 0 0,0 0 0,0 0 0,0 0 0,1 0 0,-1 0 0,0 0 0,0 0 0,0 0 0,1 0 0,-1 0 0,0 0 0,0 0 0,0 0 0,0 0 0,1 0 0,-1 0 0,0-1 0,0 1 0,0 0 0,1 0 0,-1 0 0,0 0 0,0 0 0,0 0 0,0-1 0,0 1 1,1 0-1,-1 0 0,0 0 0,28-21 2,0 0 1,-1-1 0,25-28 0,66-83-708,-84 93-1003,-3 0 0,51-89 0,-66 99-1863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8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0 592,'0'0'15030,"5"1"-14313,4 2-526,-1-1 0,0 1-1,-1 1 1,1-1 0,-1 1-1,1 1 1,6 5-1,54 44 360,-44-34-425,0 0-48,6 6-86,1-1-1,1-2 0,1 0 1,65 31-1,-93-52-282,16 7-884,-13 1-2960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38.9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64 257 576,'0'0'12416,"0"6"-12034,0-2-271,0 1 1,1-1 0,0 0-1,0 1 1,0-1 0,0 0 0,1 1-1,-1-1 1,1 0 0,0 0 0,1-1-1,-1 1 1,0 0 0,1-1-1,0 1 1,0-1 0,0 0 0,1 0-1,-1 0 1,1 0 0,-1-1 0,1 1-1,0-1 1,0 0 0,0 0-1,8 2 1,-5-2-91,1 0-1,-1-1 1,1 0-1,0 0 0,-1 0 1,1-1-1,0-1 1,0 1-1,14-4 1,-18 3-30,-1 0-1,1 0 1,-1-1 0,1 1 0,-1-1 0,0 0-1,0 0 1,1 0 0,-1 0 0,-1 0 0,1-1 0,0 0-1,0 1 1,-1-1 0,0 0 0,1 0 0,-1 0 0,-1-1-1,1 1 1,0 0 0,2-7 0,0-7 12,0 0 0,-2 0 0,1 0 0,-2 0 0,-1 0-1,0-1 1,-1 1 0,0 0 0,-8-33 0,7 45-47,1-1 0,-1 1 0,1 0 0,-1 0 0,-1 1 0,1-1 0,-1 0 0,0 1 0,0-1 0,0 1 0,0 0 0,-1 0 0,0 0 0,0 1 0,0-1 0,0 1 0,-1 0 0,1 0 0,-1 0 0,1 1 0,-1 0 0,0 0 0,0 0 0,0 0 0,0 1 0,-1 0 0,1 0 0,0 0 0,0 1 0,-1-1 0,1 1 0,0 1 0,-1-1 0,-8 3 0,7-2 6,1 1 1,0 0-1,0 1 1,0 0 0,0 0-1,0 0 1,0 0-1,1 1 1,0 0-1,0 0 1,0 1-1,0-1 1,0 1-1,1 0 1,0 0 0,0 1-1,1-1 1,-6 10-1,3-3-104,0 0 0,0 0 0,1 1 0,1-1-1,0 1 1,1 0 0,0 1 0,-1 19 0,3-23-330,1-1 1,0 1 0,1-1 0,-1 1-1,2-1 1,-1 1 0,5 10 0,12 7-3633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41.8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1 11234,'0'0'11730,"17"26"-11389,6 11-272,78 128 95,-81-128-306,-2 1-1,-1 1 1,-2 0-1,-2 1 1,-2 0 0,-1 1-1,-2 0 1,-2 1-1,-2 0 1,-2 0-1,-4 68 1,-1-90-30,-1-1 1,0 1 0,-1-1-1,-1 0 1,-1-1 0,-1 1-1,-1-1 1,0-1 0,-1 0 0,-1 0-1,0-1 1,-2 0 0,0-1-1,-16 15 1,-5 1-770,-1-2 1,-1-1 0,-1-2-1,-2-1 1,-42 20-1,39-25-4585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42.8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366 469 2537,'0'0'12394,"-7"-7"-12335,4 5-47,0-1 24,0 0 0,0 0-1,-1 0 1,1 1 0,-1 0-1,1-1 1,-1 1 0,0 1-1,0-1 1,0 0 0,0 1-1,0 0 1,0 0 0,0 0-1,-1 0 1,-5 1 0,-6 0 219,0 0 0,0 1 0,1 1 0,-1 1 0,-28 8 0,34-7-169,0 0 0,1 1 0,-1 0 0,1 1 1,0 0-1,1 0 0,-1 1 0,1 0 0,-12 14 0,13-13-44,0 1 0,1 1 0,0-1 1,1 1-1,0 0 0,0 0 0,1 0 0,0 1 0,1 0 1,0-1-1,1 1 0,0 0 0,1 0 0,0 1 0,2 20 1,-1-27-44,0 0 0,1 1 0,0-1 0,0 0-1,0 0 1,1 0 0,0 0 0,0 0 0,0 0 0,0 0 0,1-1 0,0 1 0,0-1 0,0 0 0,0 0 0,1 0 0,0 0 0,-1 0 0,1-1 0,1 0 0,-1 0 0,0 0 0,8 3 0,-4-2-20,-1-1-1,1 1 1,0-2 0,0 1 0,1-1 0,-1-1-1,0 1 1,1-1 0,-1-1 0,1 0 0,-1 0-1,1 0 1,-1-1 0,15-3 0,-18 1 21,1 1 1,0-1-1,-1 0 1,1 0-1,-1 0 0,0-1 1,0 0-1,0 0 1,-1 0-1,1 0 1,-1-1-1,0 0 0,0 0 1,-1 0-1,1 0 1,2-6-1,4-10 18,0 0 0,-1-1 1,6-23-1,-7 14-1,0-1 0,-3-1 0,3-55 1,-9-101 38,-3 149-96,-1 1-1,-1 0 1,-3 0-1,-21-62 1,22 89-204,4 21 30,2 21 99,1 6 113,2 1-1,1-1 0,2 1 1,1-1-1,13 41 0,18 35-95,51 192-4529,-67-217 150,-13-60 486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43.2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0 423 144,'0'0'14714,"2"-6"-12704,10-17-1792,2 1 1,0 1-1,1 0 1,1 1 0,35-33-1,-6 4-210,-7 8-336,37-45-2570,-66 74 817,-1 0 0,13-24 0,-13 16-4645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0:43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10026,'0'0'9450,"156"146"-9354,-112-112 32,1 0-128,-3-6 0,-1-3-48,-3-7-1056,0-8-904,-10-4-1185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24.9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24 1168,'0'0'17836,"-8"-3"-16944,-22-12-177,23 12-49,10 2-663,-1 0 1,1 1 0,-1-1-1,1 1 1,0 0 0,-1 0-1,1 0 1,0 1 0,3-1-1,8 2-3,22-2-80,118 0-2372,0 2-3326,-100-1 593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25.3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2409,'0'0'12906,"20"-31"-12786,1 31-112,7 13 64,6-1-72,25 0-232,-4-5-776,-3-4-2105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26.7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1176,'0'0'8674,"176"-4"-8666,-121 4 88,0 0-88,0 0-16,4 0-72,7 0-256,-11 0-1544,-17 0-3313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27.1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1112,'0'0'15308,"86"-9"-15228,4 40-233,-11 0-983,-3-9-3177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39.49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324 8 3809,'0'0'11810,"-18"-2"-11182,-60-4-70,74 7-482,0-1 0,-1 1 0,1 0 0,0 0 0,-1 1 1,1-1-1,0 1 0,0 0 0,0 0 0,1 0 0,-1 1 0,0-1 0,1 1 0,-1 0 0,1 0 1,0 0-1,0 0 0,0 1 0,1-1 0,-1 1 0,-2 4 0,-3 3 129,-5 8-29,1 0-1,1 0 1,1 1 0,1 0-1,0 1 1,2 0 0,0 0-1,1 1 1,-5 44 0,6-12-71,2 1 0,9 106 0,-1-118-99,2 1-1,24 80 1,43 82-9,2 6-3,-60-145-8,-2 0 0,-3 1-1,-3 1 1,-1 123-1,-8-173 0,0-1 1,-2 1-1,0 0 0,-1 0 0,0-1 0,-2 0 0,0 0 0,-1 0 0,-1-1 0,-1 0 0,-13 19 0,10-17-577,-2-1 0,0-1 0,-26 25-1,23-27-1282,-1-1-1,0 0 1,-30 16-1,13-13-7374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2.2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25 453 2841,'0'0'7205,"-4"3"-7035,-16 12 5475,21-18-5606,0 0 0,0 0 0,0 0 0,1 0 0,-1 0 0,1 0 0,0 1 1,0-1-1,0 0 0,1 1 0,-1-1 0,0 1 0,1 0 0,-1 0 0,5-2 0,8-10 8,36-36 11,26-25-2178,130-165 0,-204 236 1845,-1 1-5,0 0 0,0 1 1,0-1-1,0 0 0,-1 0 0,1 0 0,-1 0 0,1-1 0,-1 1 0,0 0 1,-1-1-1,2-3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2.6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 5281,'0'0'10773,"8"-2"-10043,-5 1-639,1 0 0,0 0 0,0 1 0,0 0 0,0-1 0,0 1 0,0 1 0,0-1 0,0 0 0,6 3 0,-2-1 20,-1 1-1,0 0 1,0 0-1,0 1 1,12 9-1,179 150 428,-49-36-1348,-132-114 78,0-1-1,1-1 1,1 0-1,0-1 1,0-1 0,36 11-1,-12-9-2898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3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53 6913,'0'0'5478,"18"19"-5360,58 63-71,-72-77-22,0 0 1,0 0-1,0 1 0,-1-1 0,0 1 1,0 0-1,0 0 0,-1 0 1,0 0-1,0 0 0,0 0 0,-1 1 1,0-1-1,0 0 0,-1 1 1,0 7-1,1 6 134,0 24 139,-1-43-279,4-19 63,2-5-41,1 0 0,1 0 0,2 0-1,0 2 1,1-1 0,18-25 0,-22 36-17,1 1 1,0 0-1,0 0 1,1 1-1,0 0 1,1 0-1,0 1 1,0 0-1,0 1 1,1 1-1,1-1 0,-1 2 1,22-8-1,-32 12-16,1 0-1,0 0 0,0 1 1,0-1-1,0 1 0,1-1 0,-1 1 1,0 0-1,0 0 0,0 0 1,0 0-1,0 0 0,0 1 0,0-1 1,0 1-1,0-1 0,0 1 1,0 0-1,0-1 0,0 1 1,0 0-1,0 0 0,-1 0 0,1 1 1,0-1-1,2 3 0,-1 1 15,0 0 0,0 1 1,-1-1-1,0 1 0,0 0 0,0 0 0,1 10 0,-1-10-29,14 70 11,33 121-4043,-36-164 120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6.85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191 521 1328,'0'0'11480,"11"-2"-10744,32-9-233,-32 9 1663,-13 1-1980,0 0-1,0 0 1,0 0 0,0 1 0,-1-1 0,1 1 0,0-1-1,0 1 1,-5 0 0,2 0-14,-13-3-170,-1 1 1,1 1 0,0 0 0,-1 2 0,-33 4 0,48-4 6,0 1-1,0 0 1,0-1 0,0 2 0,0-1 0,0 0-1,1 1 1,-1-1 0,1 1 0,0 0 0,0 0-1,0 0 1,0 1 0,0-1 0,1 1-1,-1 0 1,1-1 0,0 1 0,0 0 0,0 0-1,1 0 1,0 1 0,-2 6 0,-1 9 12,2 0 1,0 0-1,1 37 0,1-39-61,0-11 21,0-1 1,0 1-1,1 0 0,0-1 0,0 1 1,1 0-1,0-1 0,0 1 1,0-1-1,1 0 0,0 0 1,0 0-1,1 0 0,5 7 0,-5-9-3,0 0 0,0-1 0,1 1-1,-1-1 1,1 1 0,0-1-1,0-1 1,0 1 0,0-1 0,0 0-1,1 0 1,-1 0 0,1-1 0,-1 0-1,1 0 1,0 0 0,8-1-1,-9 0 22,1 0-1,0 0 1,-1-1-1,1 0 0,0 0 1,-1-1-1,0 1 1,1-1-1,-1 0 0,0-1 1,0 1-1,7-5 1,-4 1 1,0 0 1,-1 0 0,0-1 0,0 0 0,0-1-1,8-12 1,-1-1 22,-2-1 1,0-1-1,-2 1 0,14-44 1,-13 28-9,-2 0 0,-2 0 1,4-67-1,-15-117 75,1 195-75,-1 0 1,-2 0 0,-1 0-1,-15-38 1,18 57-105,25 46-10,-2 1 0,-2 1 1,-2 1-1,-1 0 0,-2 1 1,10 73-1,-8 15-97,7 52 164,-15-153-1916,18 57 1,-16-66-2737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7.21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1 391 2601,'0'0'13088,"5"-8"-13070,36-49 284,3 1-1,68-66 1,-2 1-4974,-97 105 2030,-11 5-1431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7.56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8426,'0'0'9522,"183"109"-9466,-142-75 8,-3 7-64,-4-1 8,-2-3-56,-5 0-688,-6-2-225,10-11-1039,-7-8-985,-3-7-4784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7.9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41 13083,'0'0'7505,"207"-9"-7489,-165 9-32,-1 0 16,0-6-232,-3 3-880,7-7-976,-7 4-721,-14 0-2184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48.26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72 11362,'0'0'10315,"189"-66"-10211,-130 60-104,-7 6-304,13 0-1201,-13 25-2336,-14-3-1600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6.5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0 606 160,'0'0'8746,"17"-14"-8074,57-47-248,-48 38-120,-2-1-1,0-2 1,32-46 0,-4 6-164,180-223-3202,-227 283 2621,-4 5 162,0 0 0,0 0 1,0-1-1,0 1 0,0 0 1,-1-1-1,1 1 0,0-1 0,0 1 1,-1-1-1,1 1 0,-1-1 0,0 1 1,1-3-1,-25 3-3394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6.8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9594,'0'0'7679,"20"18"-7507,-2-3-146,121 98 87,170 127-1247,-294-228 131,1-2 0,0 0 0,0-1 0,23 9-1,-16-13-1980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7.5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0 336,'0'0'13238,"16"5"-13173,-5-2-27,-7-2-24,1 0 1,-1 0 0,0 0 0,0 1-1,1-1 1,-1 1 0,0 0 0,-1 0 0,1 0-1,0 1 1,-1-1 0,1 1 0,-1 0-1,0 0 1,0 0 0,0 0 0,0 1 0,0-1-1,-1 1 1,0 0 0,4 7 0,6 27 398,12 77 0,-17-71-405,16 49 1,-23-93-19,-1 0 1,1 0 0,0 0-1,0 0 1,0 0 0,0 0-1,0 1 1,0-1 0,0 0-1,0 0 1,0 0-1,0 0 1,0 0 0,0 0-1,0 1 1,0-1 0,0 0-1,0 0 1,0 0 0,1 0-1,-1 0 1,0 0 0,0 1-1,0-1 1,0 0 0,0 0-1,0 0 1,0 0 0,0 0-1,0 0 1,0 0 0,0 0-1,1 0 1,-1 1 0,0-1-1,0 0 1,0 0 0,0 0-1,0 0 1,0 0 0,1 0-1,-1 0 1,0 0 0,0 0-1,0 0 1,0 0 0,0 0-1,0 0 1,1 0 0,-1 0-1,0 0 1,0 0 0,0 0-1,0 0 1,0 0 0,0 0-1,1 0 1,-1 0 0,0 0-1,0-1 1,0 1 0,0 0-1,0 0 1,5-12-152,0-18 104,-5 29 31,3-21 18,1 1 1,1 0-1,1 0 1,1 0-1,1 0 1,0 1-1,2 1 1,17-28-1,-21 39 22,-1 0 0,2 0-1,-1 1 1,1-1 0,0 2-1,0-1 1,1 1 0,0 0 0,0 0-1,1 1 1,-1 0 0,1 1-1,0 0 1,0 0 0,1 1 0,-1 0-1,1 1 1,-1 0 0,1 0-1,19 0 1,-26 2-2,1 0 0,-1 1 0,1-1 0,-1 1 0,0-1 1,1 1-1,-1 0 0,0 1 0,0-1 0,1 0 0,-1 1 0,0 0 0,-1 0 0,1-1 0,0 2 0,0-1 1,-1 0-1,1 1 0,-1-1 0,0 1 0,0 0 0,0-1 0,0 1 0,3 6 0,0 5 15,1 0 0,-2 0 0,0 1 0,4 22-1,-5-20-35,4 21-640,2 0 0,1 0 0,25 57 1,-27-77-2141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7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3273,'0'0'9455,"3"8"-9300,4 17 303,-1 1 0,-2-1 0,0 1 0,0 53 0,-4-49-417,2 0 0,1 0 0,1-1 0,12 40 0,-15-64-446,1 0-1,0 0 1,0 0-1,1-1 1,-1 1-1,1-1 1,5 6 0,2-2-3288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8.2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29 432,'0'0'15291,"100"-25"-14907,-73 22 177,4 3-425,0 0-40,7 0-96,11 0-144,-11 0-1377,-4 0-2640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8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81 128,'0'0'10377,"5"-14"-9589,13-39 340,-13 39-183,-3 75 258,13 68 1,-7-69-1712,1 68-1,-10-96 70,0-22 104,0 0-1,1 0 0,0 0 0,3 18 1,-30-32-328,11-4 743,-35-12 705,15 15 2815,205 14-5393,-112-9-1082,-4 0-3161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9.1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80,'0'0'0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1:59.4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25 252 128,'23'3'380,"-69"-5"15644,45 1-15619,6-2 504,50-5 420,105 1 0,-135 7-1185,70-2 297,642-19-2699,-1-57-6744,-671 66 8584,1-4-1,-2-2 1,-1-3 0,65-31 0,-99 38-4287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0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 9218,'0'0'8299,"11"18"-8271,-2-5-28,5 6-3,-2 1-1,0 0 1,-1 1 0,-1 0-1,9 28 1,-15-29 4,-1 0-1,-1 0 1,-1 1-1,-2 22 1,0-11 9,1-18-486,-1-27 207,2-32 18,3 31 240,0 0 0,1 1 0,1-1-1,0 1 1,1 0 0,0 1 0,1 0 0,14-17-1,-6 10 12,1 0 0,1 1 0,0 1 0,24-17 0,-32 27 3,1-1 0,0 2 0,0 0 0,1 0 0,0 1 0,0 0 0,0 1 0,0 0 0,1 1 0,-1 1 0,1 0 0,0 0 0,15 1 1,-24 2-6,0-1 1,0 1-1,0 0 0,0 0 1,0 0-1,-1 1 1,1-1-1,0 1 1,-1 0-1,1 0 1,-1 1-1,0-1 1,1 0-1,-1 1 1,-1 0-1,1 0 1,0 0-1,-1 0 1,1 0-1,-1 1 1,0-1-1,0 1 1,2 4-1,6 12-41,-2 1 0,13 43-1,-17-50 13,50 185-5531,-45-171 1159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0.4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12819,'0'0'4273,"4"170"-4225,6-120-40,1 3-16,2-3-72,-2-1-368,-4 1-1073,-4-13-847,-3-9-3113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0.8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 7186,'0'0'10354,"148"-16"-10186,-100 16-104,0 0-64,32 0-200,-18-3-1633,-7-3-2167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1.2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 1 8634,'0'0'5720,"4"1"-5131,-1 2-523,0-1-1,0 1 0,0-1 1,0 1-1,0 0 0,-1 0 1,1 0-1,-1 0 0,0 1 1,0-1-1,0 1 0,0-1 1,-1 1-1,1 0 0,-1-1 1,0 1-1,1 7 1,4 19 24,4 34 0,-8-44-45,1 5-130,8 53-958,-1 89 0,-19-167 1032,-7 0 154,1 1 0,-1 1 0,1 0 0,-1 1-1,1 0 1,-27 10 0,61-9 448,16-3-615,1-2 1,-1-2-1,55-11 0,10-12-3004,-64 13-1121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3.48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9826,'0'0'7354,"35"152"-7370,-29-102-56,-6-1 72,0 4 0,0-6-80,0-4-128,0-5-417,7-11-1031,0-17-744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3.87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16 184,'0'0'18572,"124"-15"-18436,-79 15-88,4 0-48,-1 6-672,21 0-1225,-14 0-2183,-7-6-5442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4.2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519 37 13363,'0'0'6667,"-23"-7"-6387,-75-18-50,89 24-161,0-1-1,0 1 0,-1 1 0,1 0 0,0 0 1,0 1-1,0 0 0,0 0 0,-14 5 0,7 0 143,0 0-1,0 2 0,-18 11 0,24-14-108,-7 5 39,0 1 1,1 0-1,0 1 1,1 1-1,0 1 1,1 0-1,1 0 1,-18 26-1,25-31-112,0 1 0,0-1 0,2 1 0,-1 0 0,1 1 0,0-1 0,1 1 0,1-1 0,-1 1 0,2 0 0,-1 0 0,2 0 0,-1 0 0,2 0-1,-1 1 1,5 20 0,-3-26-27,0 1 0,0 0-1,0-1 1,1 1-1,0-1 1,1 0-1,-1 0 1,1 0-1,0 0 1,1-1 0,9 10-1,-5-7 0,0-1 0,0 0-1,1-1 1,0 0 0,0-1 0,19 8 0,-2-5-31,-1 0 0,1-2 1,1-1-1,-1-1 1,37 0-1,-43-2-225,-1-2 0,0 0 1,0-2-1,0 0 0,0-1 0,0-1 0,0-1 0,-1 0 0,1-2 1,29-14-1,24-22-2601,-28 8-2673,-11 0-6332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7.1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356 0 128,'0'0'17332,"-10"128"-17020,-11-79-144,-10 4-168,-10 0 0,-8 3-640,-30 9-1401,10-12-1904,14-16-5593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7.8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 9746,'0'0'5368,"7"21"-5271,20 72-73,-24-80-27,0 0-1,-1 0 0,-1 0 1,0 0-1,-1 0 0,-1 19 1,-1 3 6,2-33-93,0-10-243,2-8 306,1-1 1,1 0-1,0 1 1,1 0-1,1 0 0,0 1 1,1-1-1,1 1 1,0 1-1,1-1 1,1 2-1,15-19 0,-19 27 50,1-1 0,-1 1-1,1 0 1,0 1-1,0-1 1,1 1 0,-1 1-1,1-1 1,0 1-1,0 1 1,0-1 0,0 2-1,0-1 1,1 1-1,-1 0 1,0 0 0,15 2-1,-20 0-21,0-1 0,0 1 0,-1 0 0,1 0-1,0 0 1,-1 0 0,1 1 0,-1-1 0,0 1-1,1 0 1,-1-1 0,0 1 0,0 0 0,0 0 0,0 0-1,0 1 1,-1-1 0,1 0 0,-1 1 0,1-1 0,-1 1-1,0-1 1,0 1 0,1 4 0,5 13 12,0 0-1,3 26 1,-6-29 7,-2-6-42,1 0 1,1 0-1,0 0 0,0 0 0,1-1 1,11 18-1,-11-21-562,1 0 1,-1-1-1,1 1 0,0-2 0,13 11 1,6-2-5812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8.1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2785,'0'0'15715,"69"-3"-15715,-31 9-8,3 1-704,4-4-656,17 0-465,-14-3-735,-3 0-2770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8.5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1504,'0'0'17252,"75"-6"-17260,-26 6-64,-1 0-592,21 3-1025,-14 0-687,-10-3-2377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08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1 7794,'0'0'9434,"-65"196"-9378,61-128-56,-3 6-64,-3 1-8,-4-4-344,-3-2-241,3-7-79,4-3-528,3-13-728,7-18-3722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10.9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10330,'0'0'10346,"18"-12"-10402,16 12-16,11 0-1024,31 0-776,-11 0-777,-3 0-1824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11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85 9458,'0'0'5433,"-1"-14"-4709,-4-42 181,0 42 748,-1 14-1008,-3 13-520,6 10-69,2 1 1,2 42 0,0-15-69,1-24-39,1 1 0,1 0 0,11 41 0,-7-42-500,-2 1 1,-2 0 0,3 44 0,-10-71 541,0 0 0,0 0 0,-1 0 0,1 0 0,0-1 0,0 1 0,0-1 0,-1 0 0,-3 0 0,4 0 11,-184 1 1148,185-1-964,15 0-166,188 0-203,-68 0-3690,-97 0 303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33.5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121 360 576,'0'0'12567,"7"-25"-10863,-7-309-233,0 333-1376,-1 4 38,-3 12-102,1 0 1,1 0-1,0 1 0,1-1 0,1 0 1,2 19-1,-2 4-11,0-21-16,0 75-25,18 147 1,-8-168-16,4 113 0,-14-183 28,-1 0 0,1 0 0,0 0 0,-1 0 0,1-1 0,-1 1 0,1 0 0,-1 0 0,1 0 0,-1-1 0,0 1 0,1 0 0,-1-1 0,0 1 0,0 0 0,0-1 0,1 1 0,-1-1 0,0 1 0,0-1 0,0 0 0,0 1 0,0-1 0,0 0 0,0 1 0,0-1 0,0 0 0,0 0 0,-1 0 0,-37 3-283,28-3 263,3 0-14,0 1 0,0 0 0,-1 0 0,1 1 0,0 0 0,0 1 0,0-1 0,-12 7 0,20-9 40,0 0 0,0 0-1,0 0 1,0 0 0,0 0-1,0 0 1,0 0 0,0 0-1,1 0 1,-1 1-1,0-1 1,0 0 0,0 0-1,0 0 1,0 0 0,0 0-1,0 0 1,0 0 0,0 0-1,0 0 1,0 0 0,0 0-1,0 0 1,0 0-1,0 0 1,0 0 0,1 0-1,-1 1 1,0-1 0,0 0-1,0 0 1,0 0 0,0 0-1,0 0 1,0 0-1,0 0 1,0 0 0,0 0-1,0 0 1,0 0 0,0 1-1,0-1 1,0 0 0,0 0-1,0 0 1,-1 0 0,1 0-1,0 0 1,0 0-1,0 0 1,0 0 0,0 0-1,0 0 1,0 0 0,0 0-1,0 1 1,0-1 0,0 0-1,0 0 1,0 0 0,0 0-1,0 0 1,0 0-1,-1 0 1,1 0 0,0 0-1,0 0 1,12 2-30,13-1 24,-24-1 4,71-5-197,21 1-1431,-84 4 862,1 1-1,-1 0 1,0 0 0,0 1 0,1 0 0,-1 1-1,11 5 1,12 7-6474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34.0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35 315 1088,'0'0'9778,"1"6"-9586,3 12 201,0-1-1,1 1 0,0-1 0,2 0 0,0 0 1,1-1-1,1 0 0,13 20 0,-16-28-310,0-1-1,0 0 1,0 0-1,1-1 1,0 0 0,1 0-1,-1 0 1,1-1-1,0 0 1,0-1 0,1 0-1,-1 0 1,1-1-1,0 0 1,0 0-1,0-1 1,0 0 0,15 1-1,-15-3-55,1 0-1,-1 0 0,0-1 1,0-1-1,0 1 0,0-1 1,0-1-1,0 0 1,-1 0-1,1 0 0,-1-1 1,0-1-1,0 1 1,0-1-1,9-9 0,-7 5-15,0 0 0,-1-1 0,-1 0-1,1 0 1,-2-1 0,1 0 0,-2 0-1,1-1 1,-1 0 0,5-16 0,-6 10-5,0 0 0,-1 1 0,0-1 0,-2-1 0,1-31 0,-3 40 10,0 0 0,-1 1 0,0-1 0,-1 1 0,0-1-1,0 1 1,-1-1 0,0 1 0,-1 0 0,0 1 0,0-1 0,-9-13 0,3 11-10,1 1 1,-2 0 0,1 0 0,-1 1 0,-1 1 0,0 0-1,0 0 1,0 1 0,-1 1 0,0 0 0,-20-6 0,15 6-44,0 2 1,0 0 0,-1 1 0,0 1-1,1 0 1,-1 2 0,0 0-1,-24 3 1,37-2-39,0 0 0,0 1 0,0 0 0,1 0 0,-1 0 0,0 0 0,1 1 0,0 0 0,-1 0 0,1 1-1,0 0 1,1-1 0,-1 1 0,1 1 0,-1-1 0,1 1 0,1 0 0,-1 0 0,1 0 0,0 0 0,0 0 0,0 1 0,-3 8 0,-1 7-847,2 1 1,0-1-1,1 1 1,1 0-1,-1 26 1,3 33-7952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34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11026,'0'0'8490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0.8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0 425 1112,'3'1'14947,"-2"0"-14942,0-1 0,0 0 0,0 0-1,0 0 1,-1 0 0,1 0 0,0 0 0,0 0 0,0 0-1,0 0 1,0-1 0,0 1 0,0 0 0,-1-1 0,1 1 0,0 0-1,0-1 1,0 1 0,-1-1 0,2 0 0,15-15 19,-2-1 0,0 0 0,-1-2 0,15-24 0,2 0-86,-2 3-200,3-2-1099,44-79 1,-73 115 771,0 0-1,-1 0 0,1 0 1,-2 0-1,1-1 0,1-9 1,-3 5-4135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1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1 624,'0'0'15595,"96"59"-14866,-51-28-353,7 3-136,3 0-232,-3 0-8,-4 0 0,-3-3-584,-7 4-945,-7-11-2584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1.9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177 39 3089,'0'0'8890,"1"-8"-8558,4-9-205,-1 3 199,-13 33 94,-6 12-290,-1 0-1,-34 46 1,3-5-83,38-58-45,4-7-12,0 1 1,0 0 0,1 0 0,0 0 0,1 1-1,-1-1 1,2 1 0,-1 0 0,1 0-1,-1 12 1,3-20 3,0 0 0,0 0 0,0 0 0,0-1 1,0 1-1,0 0 0,0 0 0,1-1 0,-1 1 0,0 0 0,1 0 0,-1-1 0,0 1 0,1 0 0,-1-1 0,1 1 0,-1 0 0,1-1 0,-1 1 0,1-1 0,0 1 1,-1-1-1,1 1 0,0-1 0,-1 1 0,1-1 0,0 0 0,0 1 0,-1-1 0,1 0 0,0 0 0,1 1 0,31 0 72,-19-2-37,136 1 80,-125 8-202,-23-7-28,0 0 1,0 0-1,0 0 1,0 0 0,1-1-1,-1 1 1,0 0-1,5-1 1,-5-4 128,-2 0 0,1 0 1,0-1-1,-1 1 0,0 0 1,0-1-1,-1-5 0,1 4 38,0-58 1179,7 79-946,29 140-12,0 0-963,-27-126-986,17 38 0,-12-39-3691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2.3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1 2737,'0'0'8841,"-11"90"-8552,11-50 23,0 7 112,0 3-264,0 2-144,0-5-16,0 6-704,11-16-1601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2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 6873,'0'0'8274,"66"-34"-8194,-35 34-80,7 0 0,27 6-1088,-10 0-1745,-6-3-7465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3.1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 1 3305,'0'0'9696,"0"10"-9460,18 188 557,2 23-655,-20-170-419,-2-50 240,-1 0 0,1 0 0,0-1 0,-1 1 0,1-1 0,-1 1 0,1-1 0,-1 0 0,1 0 0,-1 0 0,1 0 0,-5-1 0,2 1 37,-20 1-70,-5-1 578,30 0-498,0 0-1,1 0 0,-1 0 1,0 0-1,0 0 0,0 0 1,0 0-1,0 0 0,0-1 1,0 1-1,0 0 0,0 0 0,0 0 1,0 0-1,0 0 0,0 0 1,0 0-1,0 0 0,0 0 1,0 0-1,0 0 0,0 0 1,0 0-1,0 0 0,1 0 0,-1 0 1,0 0-1,0 0 0,0 0 1,0-1-1,0 1 0,0 0 1,0 0-1,0 0 0,0 0 1,0 0-1,0 0 0,0 0 1,0 0-1,0 0 0,-1 0 0,1 0 1,0 0-1,0 0 0,20-5 44,114-16-532,-47 14-3084,-47 4-2938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3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1 125 9066,'0'0'8706,"186"-41"-8058,-103 41-240,10 0-160,14 0-192,7 0-8,6 0-96,8 0-48,-4 0-504,0-3-776,-10-9-265,14-13-519,-28 3-937,-21 0-4656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4.6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183 36 704,'0'0'15197,"1"-8"-14979,1-7-189,-1 3 14,-10 29 59,-16 35-256,-37 55 0,-13 27-521,72-129 487,1 0 0,0 1 0,0-1 0,0 1 0,1-1 0,0 1 0,0 0 0,0-1 0,0 9 0,22-14-77,-1-1 123,0-1 0,0-1 0,0-1-1,23-7 1,-23 5-18,-1 1-1,2 1 1,-1 1-1,26-1 1,-45 4 150,0-1 1,0 1-1,1-1 1,-1 1-1,0-1 0,0 0 1,0 1-1,0-1 1,0 0-1,1 0 0,-1 1 1,-1-1-1,1 0 1,0 0-1,0 0 1,0 0-1,0-1 0,-1 1 1,1 0-1,-1 0 1,1 0-1,-1-1 1,1 1-1,-1 0 0,1 0 1,-1-1-1,0 1 1,0 0-1,0-1 0,0 1 1,0-2-1,1-53 2371,-1 42 586,0 41-2909,-1 15-94,3 0-1,8 54 1,16 50-3687,-15-86-1890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5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4 408,'0'0'9154,"0"-3"-7839,4 190 1592,16-2-3310,-7-109-2640,-9-42-1846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5.3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63 600,'0'0'13731,"128"-59"-13667,-83 56-64,17 3-200,-10 0-1688,-11 0-3241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0 5697,'0'0'7324,"0"4"-7238,-1 70-39,8 176 106,0-75-811,-34-175 600,-10 0 667,34 0-340,5 0-63,20 0-202,1-2-549,0-1 1,-1 0-1,1-2 1,-1-1-1,-1-1 1,32-14-1,-3 0-5937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7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1144,'0'0'8621,"0"-4"-7594,0-11 4259,15 270-4453,14-87-3365,-19-121-602,-6-11-2502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8.3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1296,'0'0'15604,"72"-38"-15348,-31 38-248,8 0-8,9 0-8,22 10-889,-15 5-1271,-10 1-2897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8.9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 0 984,'0'0'9700,"0"11"-8760,7 619-636,-6-627-387,-1-1-1,0 1 1,-1 0 0,1 0 0,0-1-1,-1 1 1,1 0 0,-1-1 0,0 1-1,0-1 1,0 1 0,0-1 0,-2 4-1,2-5 79,-1 0-1,1-1 0,0 1 0,0 0 1,0-1-1,0 1 0,-1-1 1,1 1-1,0-1 0,-1 1 0,1-1 1,0 0-1,0 0 0,-1 0 0,1 0 1,0 0-1,-1 0 0,1 0 0,0 0 1,-1-1-1,1 1 0,0 0 0,-1-1 1,1 1-1,0-1 0,0 1 0,0-1 1,-1 0-1,-1-1 0,-29-17 735,27 16-496,0-1 0,0 1 0,0 0 0,0 1 0,-1-1 0,1 1 0,-1 0 0,0 0 0,0 1 0,1 0 0,-1 0 0,-9 0 0,14 1-118,9 0-38,33 6-62,-18-2-345,39 1 0,31-5-3732,-54 0-2410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9.5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68 2216,'0'0'9741,"30"-11"-8726,96-35-343,-118 44-627,-1-1 0,1 2-1,0-1 1,0 1 0,0 0-1,0 1 1,0-1 0,13 3 0,-17-1-26,1 0 0,-1 0 0,0 0 0,1 1 1,-1-1-1,0 1 0,0 0 0,0 1 0,0-1 1,0 1-1,5 4 0,-1 2 16,-1 0 0,0 0 0,0 1 0,-1 0 0,-1 0-1,1 0 1,-2 1 0,6 17 0,-2-2-28,-1 0-1,-1 1 1,-2-1-1,-1 1 1,-1 0-1,-1 0 1,-1 1-1,-5 27 1,3-43-9,0 1 0,-1-1 0,-1 0 1,0 0-1,0 0 0,-2 0 0,1-1 1,-1 0-1,-1 0 0,0 0 0,-11 12 0,7-10-14,0-2-1,0 1 0,-1-1 0,0-1 0,-1 0 0,0-1 0,0-1 0,-24 12 0,28-17-155,-1 0-1,0 0 1,0-1-1,0 0 1,0-1-1,0 0 0,-1 0 1,1-1-1,-13-2 1,22 2 149,-1-1-1,1 1 1,-1-1 0,0 1 0,1-1-1,-1 0 1,1 0 0,0 1 0,-1-1 0,1 0-1,-1 0 1,1 0 0,0-1 0,0 1 0,0 0-1,0 0 1,0-1 0,0 1 0,0 0 0,0-1-1,0 1 1,1-1 0,-1 1 0,0-1-1,1 0 1,0 1 0,-1-1 0,1 0 0,0 1-1,0-1 1,0 0 0,0 1 0,0-4 0,0 1-20,0 0 1,0 0 0,1 0 0,-1 0-1,1-1 1,0 1 0,0 0 0,1 0 0,-1 1-1,1-1 1,-1 0 0,1 0 0,4-5-1,1 3 90,-1 0-1,1 1 1,0-1-1,0 1 0,1 1 1,0-1-1,0 1 0,0 1 1,0-1-1,15-3 1,-17 5-16,0 1 1,1 0-1,-1 0 1,0 0 0,0 0-1,0 1 1,1 0 0,-1 1-1,0-1 1,0 1 0,0 1-1,0-1 1,0 1 0,0 0-1,0 0 1,8 4 0,36 31 39,-35-25-773,1-1 0,33 19 0,-21-19-4649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49.8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15315,'0'0'3681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2.4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6 386 1664,'0'0'11375,"-5"-12"-10604,5 10-688,1-1 0,-1 1 0,1 0 1,0 0-1,0 0 0,0 0 0,0 0 1,0 1-1,0-1 0,0 0 0,1 0 1,-1 1-1,3-3 0,27-25 231,-18 17-237,22-23-210,-2-1-1,-2-2 1,52-80 0,-79 111-551,0-1 0,0 1 0,-1 0 0,0-1 0,0 0 1,-1 0-1,3-16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2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9898,'0'0'7514,"152"152"-7338,-107-115-120,-4 0-48,1-2-16,-1-7-160,-3-4-400,11 1-1073,-12-9-1015,-5-4-3706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3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0 256,'0'0'10148,"27"6"-10047,79 21-58,-105-27-35,1 0 0,0 0 0,-1 1 0,0-1 0,1 1 0,-1-1 0,1 1 0,-1 0 0,1-1 0,-1 1 0,0 0 0,0 0 0,1 0 0,-1 0 0,0 0 0,0 0 0,0 1 0,0-1 0,0 0 0,-1 0 0,1 1 0,0-1 0,0 0 0,-1 1 0,1-1 0,-1 1 0,1-1 0,-1 1 0,0-1 0,1 1 0,-1-1 0,0 1 0,0 0 0,0-1 0,0 1 0,-1-1 0,1 1 0,-1 1 0,0 5 69,2 2-21,-2 0-1,1-1 1,-1 1 0,-4 17-1,3-23-38,1-1 0,-1 1 0,0 0 0,0 0 0,0-1 0,0 1 0,-1-1 0,0 0 0,1 0 0,-1 0 0,0 0 0,-1 0 0,-3 2 0,-11 8-30,5-4 420,30-14-153,-12 3-245,1 0-1,-1 0 1,1 0-1,-1 1 1,1 0 0,0 0-1,-1 1 1,1 0-1,0 0 1,-1 0-1,11 2 1,-13-2-10,0 1 1,1 0 0,-1 1-1,0-1 1,0 0 0,0 1-1,0 0 1,0 0-1,0 0 1,-1 0 0,1 0-1,-1 0 1,1 1 0,-1-1-1,0 1 1,0 0-1,0 0 1,0 0 0,0 0-1,1 4 1,0-1 14,0 0 0,-1 1 0,1-1-1,-1 1 1,-1 0 0,1 0 0,-1 0 0,0-1 0,-1 1 0,0 0 0,0 0-1,0 0 1,-1 0 0,0 0 0,0 0 0,-1 0 0,0 0 0,0-1 0,-1 1-1,1-1 1,-1 0 0,-1 0 0,1 0 0,-1 0 0,0 0 0,-1-1 0,1 1 0,-1-1-1,0 0 1,0-1 0,-8 6 0,7-6-18,-1 0 1,0-1-1,0 1 1,0-1-1,0-1 0,-1 1 1,1-1-1,-1 0 0,-12 0 1,-39 1-3511,40-3-2335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3.7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7642,'0'0'7537,"0"83"-7265,0-36-48,0 0 24,0 2-72,7 4-120,0 0-112,0 6-472,3-13-1920,-3-12-3361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4.1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 10386,'0'0'7074,"183"-9"-8155,-135 6-1999,-3 0-7907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4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0 3929,'0'0'9107,"0"2"-8892,2 32 422,1-1-1,10 41 1,0-3-476,-5-8-215,1 85 0,-9-146 53,0-1 1,-1 1-1,1 0 1,0-1 0,-1 1-1,1-1 1,-1 1-1,1-1 1,-1 1-1,0-1 1,0 0-1,0 1 1,0-1-1,0 0 1,0 1-1,0-1 1,0 0-1,0 0 1,0 0-1,-1 0 1,1 0-1,0 0 1,-1-1-1,1 1 1,-1 0-1,1-1 1,-1 1-1,1-1 1,-1 1-1,0-1 1,1 0-1,-1 1 1,-1-1 0,-10 1 50,0 0 1,1-1 0,-19-2 0,8 1 685,198-5-165,-84-3-4600,-56 8-1008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5.4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0 165 8586,'0'0'12681,"2"0"-12515,0-1-161,1 1 0,0-1 0,-1 1 0,1 0 0,0 0 0,0 0 0,-1 0 0,1 0 1,0 1-1,-1-1 0,1 1 0,3 1 0,12 2 9,49 4 6,1-3 1,78-4-1,-69-2-29,89-2-1500,-1-7 0,0-8 0,258-60 0,-385 67 705,0 0 0,63-30 0,-98 39 495,1 0-1,-1 1 0,1-1 0,-1 1 0,1 0 1,0 0-1,0 1 0,0-1 0,6 1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6.1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 9130,'0'0'6885,"31"-3"-6496,96-12-217,-120 14-166,-1 1 1,1-1 0,0 1 0,-1 1 0,1-1 0,-1 1 0,1 0 0,-1 1 0,11 3-1,-14-4-8,0 1-1,-1-1 0,1 1 1,0 0-1,-1 0 0,1 0 1,-1 0-1,0 0 0,1 0 1,-1 1-1,0-1 0,0 1 1,-1 0-1,3 4 0,-1 2 0,0 0 0,-1 0-1,0 0 1,0 0 0,-1 1 0,-1-1-1,1 1 1,-2-1 0,0 13 0,0-17 4,0 0 0,0 0 0,0 0 0,0 0 0,-1 0 0,0 0 0,0-1 0,0 1 0,-1 0 0,0-1 0,0 0 0,-3 5 0,-6 4-19,0 1 0,-16 11 0,23-20 16,4-4 2,0 0-2,0 0 0,0-1 0,1 1 1,-1 0-1,0-1 0,0 1 0,0 0 0,0-1 0,0 1 1,0-1-1,0 1 0,0-1 0,0 0 0,0 1 0,-1-1 1,1 0-170,4-2-296,8-3 458,-1 1-1,1 0 1,0 0 0,0 1-1,0 1 1,0 0 0,1 1-1,-1 0 1,1 0 0,21 3-1,-29-2-7,0 0-1,-1 0 1,1 1-1,-1 0 1,1 0-1,-1 0 1,1 0-1,-1 0 1,0 1-1,0 0 1,0-1-1,1 1 1,-2 0-1,1 1 1,0-1-1,0 0 1,3 4-1,-2 0-56,-1-1 0,1 1-1,-1 0 1,0 0-1,0 0 1,0 0 0,-1 0-1,3 12 1,-1 5-119,-1 0-1,-1 0 1,-1 0 0,-3 33-1,0-45 290,0 0 0,-1 0 0,0 0 0,0 0 0,-1-1 0,-1 1 0,0-1 0,0-1 0,-1 1 0,0-1 0,-1 0 0,0 0 0,-1 0 0,1-1 0,-12 9 0,10-9 7,0 0 0,-1-1 0,1 0 1,-2-1-1,1 1 0,-1-2 0,0 0 0,0 0 1,0-1-1,-1 0 0,0-1 0,1-1 0,-1 1 0,-14-1 1,25-2-115,0 0 1,0 0 0,0 0 0,0 0-1,-1 0 1,1 0 0,0-1-1,0 1 1,0 0 0,0-1 0,0 1-1,0-1 1,0 1 0,0-1 0,0 1-1,0-1 1,0 0 0,1 0 0,-1 1-1,0-1 1,0 0 0,1 0 0,-1 0-1,0 0 1,1 0 0,-1 0-1,1 0 1,-1-2 0,-4-35-1244,5 29 761,-1-28-2039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6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7314,'0'0'8737,"20"87"-8200,-9-47-193,-5 4 88,-2 9-256,-1 2 8,1 1-176,-1 0-8,1-6-120,-1 6-1273,1-16-911,-4-12-4113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6.8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38 12459,'0'0'5465,"242"-19"-6209,-170 10-1193,-10 0-2904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7.3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 1 936,'0'0'13052,"0"6"-12677,-2 33-249,3 1 1,1 0-1,2 0 1,12 56-1,-7-31-101,-3 1 1,-4 90-1,-2-118-14,-20-37-263,-54-4 1160,72 3-507,34 8-250,-9-4-547,0-2-1,1 0 1,-1-2-1,1-1 1,-1-1-1,0 0 0,0-2 1,27-8-1,1-8-3083,-8 1-3280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9.5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8554,'0'0'9826,"0"56"-9714,0-18-112,0 8 24,0 4 72,0 6-176,0 0 80,0-4-120,3-5-784,7 3-657,1-13-1103,-4-12-1481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2:59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7562,'0'0'12530,"45"-3"-12434,0 3-96,10 0-104,31 0-872,-10 0-1849,-14 0-2808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0.4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113 0 2537,'0'0'13976,"0"19"-13832,0 125-84,14 375-3765,-14-517 3671,0-1 1,-1 1-1,1-1 0,-1 1 0,1-1 1,-1 1-1,1-1 0,-1 1 1,0-1-1,0 0 0,0 1 0,0-1 1,0 0-1,0 0 0,0 0 0,0 0 1,0 0-1,-1 0 0,1 0 1,0 0-1,-1 0 0,1 0 0,0-1 1,-1 1-1,1 0 0,-1-1 0,1 0 1,-1 1-1,0-1 0,1 0 1,-1 0-1,-2 0 0,-10 2 76,0-2 0,-26-1 0,20 0 324,50-6 1223,258-1-3825,-242 8-1818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0.9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11482,'0'0'6386,"152"-19"-6362,-111 19-16,-3-3-16,0 0-1200,-3-6-785,-11 0-2104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1.3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 0 8906,'0'0'9047,"-2"24"-8761,-1 0-213,-6 133 442,9-152-527,1-1 0,-1 0 1,1 1-1,-1-1 0,1 0 0,1 0 1,-1 0-1,0 0 0,1 0 1,0 0-1,0 0 0,0 0 0,1-1 1,-1 1-1,1-1 0,0 1 1,0-1-1,0 0 0,0 0 0,0-1 1,1 1-1,-1-1 0,1 1 1,0-1-1,0 0 0,0 0 1,0-1-1,0 1 0,0-1 0,7 1 1,12 3-508,1-1 0,-1-2 0,1 0 1,32-2-1,-34 0-236,3-1 68,-14 1 88,1-1 0,-1 2 0,0-1 0,0 2 0,15 3 0,-22-4 495,0 0 0,-1 1 0,0-1 0,1 1 0,-1 0 0,0 0 0,0 0 0,0 1 0,0-1 0,-1 1 0,1 0 0,0-1 0,-1 1 0,0 0 0,0 0 0,0 1 0,0-1 0,0 0 0,-1 1 0,2 4 0,2 10 320,-2 0 0,0 1-1,-1-1 1,0 1 0,-2-1 0,0 1 0,-5 34 0,4-45-76,-1 1 1,0-1 0,0 0-1,-1 0 1,0 0-1,0-1 1,0 1-1,-1-1 1,-1 1-1,1-1 1,-1 0-1,0-1 1,-1 1 0,1-1-1,-1 0 1,-10 7-1,8-7-121,-1 0-1,0-1 1,0 0-1,0 0 1,0-1-1,-1-1 1,1 1-1,-1-1 1,0-1-1,0 0 1,0 0-1,0-1 1,-11 0-1,0-3-2523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1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1280,'0'0'20749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5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32 7906,'0'0'6290,"32"-7"-5967,99-15-99,-128 21-217,-1 1-1,1-1 1,-1 1 0,1 0-1,0 0 1,-1 0-1,1 0 1,0 1 0,-1-1-1,1 1 1,-1-1-1,1 1 1,0 0-1,-1 0 1,0 0 0,1 0-1,-1 1 1,0-1-1,0 1 1,1-1 0,-1 1-1,0 0 1,-1 0-1,1 0 1,0 0 0,0 0-1,-1 0 1,1 0-1,-1 1 1,0-1 0,0 0-1,0 1 1,1 3-1,2 3 46,2 5 15,-1 0 0,-1 1 1,0 0-1,-1-1 0,0 1 0,0 21 0,-2-8 21,-1 0 0,-5 43 0,2-60-93,0 1 0,0-1 0,-1 0 0,0 0 1,-1 0-1,0-1 0,-1 1 0,0-1 0,-1-1 1,0 1-1,-15 16 0,17-21-96,1 0 1,-1-1 0,0 0-1,0 1 1,0-2-1,-1 1 1,1 0-1,-1-1 1,0 0-1,0-1 1,0 1-1,0-1 1,-1 0-1,1-1 1,-1 0-1,1 0 1,-1 0 0,1 0-1,-1-1 1,1 0-1,-1-1 1,-10-1-1,15 1 61,1 0-1,-1 0 1,0 0 0,0 0-1,1 0 1,-1 0-1,1-1 1,-1 1 0,1-1-1,-1 1 1,1-1-1,0 1 1,0-1-1,0 0 1,0 0 0,0 1-1,0-1 1,0 0-1,0 0 1,1 0 0,-1 0-1,1 0 1,-1-3-1,-3-50-69,5 48 90,-1 4 19,0 1 0,0 0 1,1-1-1,-1 1 0,1 0 0,0 0 0,0-1 1,0 1-1,0 0 0,0 0 0,0 0 0,1 0 0,-1 0 1,1 0-1,-1 1 0,1-1 0,-1 0 0,1 1 1,0-1-1,0 1 0,0 0 0,0 0 0,0-1 1,0 1-1,0 0 0,1 1 0,-1-1 0,0 0 1,1 1-1,-1-1 0,4 1 0,0-1 72,0 0 0,0 0 0,1 1-1,-1 0 1,0 0 0,0 1 0,0 0 0,0 0 0,0 0-1,0 1 1,10 4 0,-1 3 154,0 0-1,-1 1 1,16 14 0,-18-14-181,1 1 1,0-2 0,0 0-1,30 14 1,-21-15-1272,39 9 1,-29-10-3878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5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6601,'0'0'9402,"11"180"-9402,-1-130 0,-3-1-168,0-2-512,-4-4-232,1-2-424,-1-13-321,4-10-3256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5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 5313,'0'0'10058,"131"-12"-10058,-93 12 0,17 0-672,-10 0-1752,-7 9-4058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6.3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9 7218,'0'0'5662,"-2"-3"-4923,2 3-717,0 0-1,0-1 1,-1 1-1,1 0 1,0-1 0,0 1-1,0 0 1,0 0-1,0-1 1,-1 1 0,1 0-1,0 0 1,0-1-1,0 1 1,-1 0 0,1 0-1,0 0 1,0-1-1,-1 1 1,1 0 0,0 0-1,0 0 1,-1 0 0,1 0-1,0-1 1,-1 1-1,1 0 1,0 0 0,-1 0-1,1 0 1,0 0-1,-1 0 1,1 0 0,0 0-1,0 0 1,-1 0-1,1 0 1,0 0 0,-1 1-1,1-1 1,-2 18 394,2-15-420,11 257 262,-4-111-2701,-11-148 2613,0 0 0,1-1 0,-1 1 0,0 0 1,1-1-1,-1 0 0,0 0 0,0 0 0,1-1 0,-5 0 0,-23-10 3184,72 11-3615,-8 1-1896,0-1-1,49-8 1,-40-1-4610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4.1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0 435 232,'0'0'11873,"8"19"-6686,-6-20-5192,0 0-1,0 0 1,0 0 0,0-1 0,0 1 0,0-1 0,-1 1 0,1-1-1,0 0 1,-1 1 0,1-1 0,-1 0 0,0 0 0,0 0 0,0 0 0,2-5-1,3-2-16,102-169-1315,-81 126-1404,32-85 1,-51 109 38,-4 11-2247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11106,'0'0'6314,"207"159"-6314,-159-125-40,-3 0 32,-7-6-936,-4 0-113,1-6-663,-11-4-257,-7-12-1967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7.0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75 7666,'0'0'11326,"38"-1"-10738,247-4-4,532 5-4710,-785 0 3673,0-1 0,1-2 0,-1-1 0,0-1 0,-1-2 1,0-2-1,32-12 0,-20 3-1744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7.6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14 10322,'0'0'9188,"26"-3"-9046,82-8-67,-105 11-73,1 1 0,-1-1 0,0 0 1,0 1-1,0-1 0,1 1 0,-1 0 0,0 0 1,0 0-1,0 1 0,0-1 0,0 1 0,-1-1 0,1 1 1,0 0-1,-1 0 0,1 1 0,-1-1 0,0 0 1,4 5-1,-3-1-2,1 0 0,-1 0 1,0 1-1,-1-1 0,0 1 1,2 9-1,-3-15 0,2 13-94,0 1-1,-1-1 1,0 1 0,-2 0-1,1 0 1,-2-1 0,0 1 0,-1 0-1,0-1 1,-1 1 0,-1-1-1,0 0 1,-1 0 0,0 0 0,-1-1-1,-1 1 1,0-1 0,-1-1-1,-16 21 1,24-33 91,-11 14-292,0 0 0,-1-1 0,-17 14 0,26-24 123,-1-1 0,0 1 1,1-1-1,-1 1 1,0-1-1,0 0 1,0 0-1,0-1 1,0 1-1,-1-1 1,1 0-1,0 0 1,-1-1-1,1 1 1,-1-1-1,1 0 1,0 0-1,-8-1 1,9 0 105,1 0 1,-1 0 0,1-1-1,0 1 1,-1-1-1,1 1 1,0-1-1,0 0 1,0 0-1,0 1 1,0-2 0,0 1-1,0 0 1,1 0-1,-1 0 1,1-1-1,0 1 1,-1-1-1,1 1 1,0-1 0,1 0-1,-1 1 1,0-1-1,0-5 1,-1-8 28,0 0 1,0-30 0,2 42 20,0 1 20,0 0-1,1 0 0,-1 1 0,1-1 0,-1 0 0,1 0 0,0 1 0,0-1 0,0 0 0,0 1 0,0-1 0,1 1 0,-1-1 0,1 1 0,0 0 0,0-1 0,0 1 0,2-2 0,0 1 61,0 0 0,1 0 0,-1 0 0,1 1 0,-1 0 0,1 0 0,0 0 0,0 0 0,8-1 0,-4 1 65,0 1 0,0 0 0,0 0 0,0 1 0,0 0 0,0 1-1,0 0 1,0 0 0,0 1 0,-1 0 0,17 7 0,-6 2 95,-1 0 1,-1 2-1,0 0 1,26 26-1,-21-18-500,37 27-1,-49-42-378,-1 0 0,1-1-1,0 0 1,14 5 0,1-3-6520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8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4177,'0'0'11746,"0"28"-10825,0 3-113,0 10-408,0 8-296,0 1-104,3 3-8,7-4-984,4 4-905,-4-16-2280,1-9-4985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8.3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 2128,'0'0'15668,"41"-16"-15004,-10 13-384,4 3-128,3 0-152,3 0-80,21 0-952,-13 0-1537,-5 0-3408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08.8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 7186,'0'0'7322,"1"20"-7291,19 160 98,-14-155-148,11 58-187,-3 0 1,4 124-1,-20-206 196,0 0-1,0 0 1,-1 0-1,1-1 1,0 1-1,-1-1 0,1 0 1,0 0-1,-1 0 1,1 0-1,0 0 1,-4-1-1,1 1 42,-56-9 1522,60 9-1478,4 0-66,155 0-39,-51 0-4054,-64 0-2012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1.2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 0 10122,'0'0'10093,"-1"3"-10004,-2 8-79,0 0-1,2 0 0,-1 1 0,1-1 0,1 1 1,0-1-1,2 16 0,0 11-4,-2 313-1839,0-347 1501,0 1 1,0-1-1,0 0 0,1 0 0,0 0 0,2 8 0,11 7-4912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1.6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 8282,'0'0'10914,"142"-6"-10658,-104 18-248,7-2-8,30-10-1528,-12 0-2313,-5 0-6129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2.2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222 356 4321,'0'0'12836,"20"-6"-12799,68-24-34,-82 27-2,1 1 0,-1-1 0,0-1 1,0 1-1,0-1 0,-1 0 0,1 0 0,-1 0 0,0-1 1,0 0-1,0 0 0,-1 0 0,0-1 0,0 0 0,0 1 1,-1-1-1,0-1 0,0 1 0,3-9 0,-3 2 5,0-1 1,-1 1-1,0-1 0,-1 0 1,0 0-1,-2 0 0,-1-18 0,2 29-3,-1-1 1,0 1-1,0-1 0,0 1 0,0 0 0,0-1 0,0 1 0,-1 0 0,0 0 0,0 0 1,1 0-1,-2 0 0,1 0 0,0 0 0,-1 1 0,1-1 0,-5-2 0,1 1 0,1 0 1,-1 1-1,0 0 0,0 0 0,0 1 0,-1-1 0,1 1 1,-1 1-1,-6-2 0,2 2 1,1-1 1,-1 2 0,0-1-1,0 2 1,1-1-1,-1 1 1,1 1 0,-1 0-1,1 1 1,-1 0-1,-18 8 1,17-4 17,1 0-1,0 1 1,0 0 0,1 1-1,0 0 1,0 1-1,-9 12 1,13-14 9,1-1 0,0 1 0,0 0 1,1 1-1,0-1 0,0 1 0,1 0 0,0 0 0,1 0 1,0 0-1,-2 12 0,3-2-135,0 0 1,1 0-1,3 26 1,-2-39-138,0 0-1,0 0 1,1 0-1,0 0 1,0 0 0,1-1-1,0 1 1,0-1 0,0 0-1,0 1 1,1-1 0,0-1-1,0 1 1,5 4 0,-8-8 216,-1-1 0,0 1-1,0-1 1,1 1 0,-1-1 0,1 0 0,-1 1 0,0-1 0,1 1 0,-1-1 0,1 0 0,-1 1 0,1-1 0,-1 0 0,1 0-1,-1 1 1,1-1 0,-1 0 0,1 0 0,-1 0 0,1 0 0,-1 1 0,1-1 0,0 0 0,-1 0 0,1 0 0,-1 0 0,1 0 0,0-1-1,-3 4 59,0-1 0,0 1-1,0 0 1,1 0-1,-1 0 1,1-1-1,-1 2 1,1-1 0,0 0-1,0 0 1,0 0-1,0 5 1,0-5-4,-3 21 170,1 1 0,0-1 0,2 1 0,1-1 0,6 47 1,-5-62-173,1-1 1,0 0 0,0 0 0,1-1 0,0 1 0,0 0 0,1-1 0,0 0 0,0 0 0,0 0 0,1 0 0,1-1 0,-1 1 0,1-1 0,0-1 0,0 1 0,11 6 0,-8-6-34,1 0 0,0-1 0,0 0-1,0-1 1,1 0 0,-1 0 0,1-1-1,0-1 1,0 0 0,0-1 0,0 0-1,16 0 1,-20-2-63,-1 0 0,1 0 0,-1 0 0,0-1 0,1 0 0,-1 0 0,0-1 0,0 0 0,-1 0 0,1 0 0,0 0 0,-1-1 0,0 0 0,0 0 0,0-1 0,0 1 0,-1-1 0,0 0 0,0-1 0,0 1 0,-1 0 0,1-1 0,-1 0 0,3-9 0,1-2-38,-1-1 0,0 0 1,-1 0-1,-1-1 0,-1 1 1,-1-1-1,0-28 0,-1 39 155,-2 0 0,1 0-1,-1 0 1,0 0 0,-1 0 0,0 0-1,0 0 1,-1 0 0,1 1 0,-2-1-1,-4-8 1,4 11 11,0 0 0,0 0 0,0 1 0,-1-1 0,1 1 0,-1 0 0,0 1 0,0-1 0,-1 1 0,1 0 0,-1 0 0,1 1 0,-1-1-1,0 1 1,-10-2 0,-1 1 15,0 0 0,0 0-1,0 2 1,0 0 0,-30 3-1,36-1-98,1 1 0,0 0 0,0 0 0,0 1 0,0 0 0,0 1-1,0 0 1,1 0 0,0 1 0,-16 11 0,11-4-353,2 0 0,-1 1 0,1 1 0,1 0 0,-19 30 1,7 6-2372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2.8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12019,'0'0'4881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7.0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 1 800,'0'0'10460,"1"8"-10103,7 94 907,7 168-633,-15-269-627,0 0-1,0-1 0,-1 1 1,1 0-1,0-1 1,0 1-1,-1 0 1,1-1-1,0 1 0,-1-1 1,1 1-1,-1-1 1,1 1-1,0-1 0,-1 1 1,1-1-1,-1 1 1,0-1-1,1 1 1,-1-1-1,1 0 0,-1 1 1,0-1-1,1 0 1,-1 0-1,0 0 0,1 1 1,-1-1-1,0 0 1,1 0-1,-1 0 0,-1 0 1,-28 0 44,21 0 5,-55 0 915,63 1-926,1-1 0,-1 0 0,0 0 0,1 0 1,-1 0-1,1 1 0,-1-1 0,1 0 0,-1 1 0,0-1 0,1 0 1,-1 1-1,1-1 0,0 1 0,-1-1 0,1 1 0,-1-1 1,1 1-1,0-1 0,-1 1 0,1-1 0,0 1 0,-1 0 0,1-1 1,0 1-1,0-1 0,0 1 0,0 0 0,-1-1 0,1 1 0,0 0 1,0-1-1,0 1 0,0 0 0,0-1 0,1 1 0,-1-1 1,0 2-1,0-1-37,1 0 1,-1 0-1,0 0 1,1 1-1,-1-1 1,1 0-1,0 0 1,-1 0 0,1 0-1,0 0 1,-1 0-1,1 0 1,0-1-1,0 1 1,0 0-1,0 0 1,0-1-1,0 1 1,0 0-1,0-1 1,1 1 0,12 3-42,-1-2 0,1 0 1,0 0-1,0-2 1,0 1-1,0-2 1,19-2-1,9-4-1855,44-13-1,-43 9-2466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7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4825,'0'0'9074,"0"7"-8535,0 380 78,0-381-1106,-1 1 1,2-1-1,-1 1 0,1-1 0,0 0 1,0 1-1,0-1 0,1 0 0,0 0 1,0 0-1,5 8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7.9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 8490,'0'0'8594,"90"-6"-8570,-49 6-24,25-3-648,-11 0-2089,-7-3-5489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8.3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0 3977,'0'0'9533,"0"13"-9353,2 136 315,-1 96-2880,-1-247 2416,-1 0 1,1 1 0,-1-1-1,0 0 1,1 1 0,-1-1-1,0 0 1,0 1-1,0-1 1,0 1 0,-1 0-1,1-1 1,0 1-1,-1 0 1,1 0 0,0-1-1,-1 1 1,1 0-1,-4-1 1,4 1 54,-1 0 0,1 1 0,0-1 0,0 0 0,-1 1 0,1-1 0,-1 1 0,1-1 0,0 1 0,-1-1 1,1 1-1,-1 0 0,1 0 0,-1 0 0,1 0 0,-1 0 0,1 0 0,-1 0 0,1 1 0,-1-1 0,1 0 0,-1 1 0,1-1 0,-2 2 0,3-1-74,-1 1 0,1-1 1,-1 1-1,1 0 0,0-1 0,0 1 0,0 0 0,0-1 1,0 1-1,0-1 0,0 1 0,0 0 0,1-1 0,-1 1 0,1 0 1,-1-1-1,1 1 0,-1-1 0,1 1 0,0-1 0,0 0 1,0 1-1,0-1 0,0 0 0,2 3 0,4-2-163,0 1 0,1-1 0,-1 0 0,1-1-1,-1 0 1,1 0 0,0-1 0,-1 1 0,1-2 0,10 0 0,12-1-1337,9 2-2547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6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4 544 1136,'0'0'18077,"0"0"-18043,0 0-1,0 0 0,0 0 1,0-1-1,0 1 0,0 0 1,0 0-1,0 0 1,0 0-1,0 0 0,0 0 1,0-1-1,0 1 0,0 0 1,0 0-1,0 0 0,0 0 1,0 0-1,-1 0 0,1 0 1,0 0-1,0-1 0,0 1 1,0 0-1,0 0 0,0 0 1,0 0-1,-1 0 0,1 0 1,0 0-1,0 0 0,0 0 1,0 0-1,0 0 0,0 0 1,-1 0-1,1 0 0,0 0 1,0 0-1,0 0 0,190-267-4538,-173 242 3851,125-189-7401,-122 180 3498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6.3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10818,'0'0'7650,"121"47"-7154,-76-10 64,6 7-480,5 2 16,-1-2-96,0-4-296,10-9-1280,-16-9-961,-11-13-1952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8.9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0 121 9274,'0'0'9198,"32"2"-8594,11 1-503,157 7 286,-29-7-1231,0-7-1,187-29 0,12-47-2668,-344 74 3438,1 1-734,-1 0 1,1 2-1,52 0 1,-53 3-4959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19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83 1560,'0'0'12402,"0"-3"-11737,0-77 1533,0 728-2125,-2-647-73,1 0 0,0-1-1,0 1 1,-1 0 0,1 0-1,-1-1 1,1 1 0,-1-1-1,1 1 1,-1-1 0,1 0-1,-1 1 1,1-1 0,-1 0-1,1 0 1,-1 0 0,1 0-1,-3-1 1,-1 1 0,-94 3 382,98-3-318,3 0-80,19 3 14,0-1 0,0-1 1,37-3-1,-8 1-15,141-8-3587,-137 5-1768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0.2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9458,'0'0'6369,"0"162"-6305,0-110 96,0 1-160,0 0 64,0 0-64,4-4 0,-4-8-176,3-1-984,4-15-1456,-4-6-4362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0.5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29 10234,'0'0'7130,"182"-10"-7130,-102 4-1209,-15 0-2591,-6 0-7675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1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90 4 6489,'0'0'6654,"1"-4"-5951,3 13 720,4 26-818,10 59-488,-14-73-51,7 36-491,-2 1 1,2 84-1,-12-139 427,0 0 0,1 0 0,-1 0 0,0 0 0,0-1 0,-1 1 0,1 0 0,0-1 0,-1 1 0,0-1 0,0 0 0,1 1 0,-1-1-1,-1 0 1,1 0 0,0 0 0,-4 2 0,-49 31-1,45-30-8,-48 26 192,56-30 19,18-1 4,-3-1-110,0 0 0,-1-1 1,17-5-1,-16 4 20,1 0 0,0 1 0,18-1 0,64 3-1450,-68 0-1407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4.8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9778,'0'0'7452,"0"49"-5311,0 223-2142,0-92-6079,1-154 2342,4-5-3304,-1-13 4836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5.2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 7826,'0'0'10010,"82"-28"-9490,-44 28-272,4 0-128,6 0-120,24 0-744,-13 0-2201,-7 0-6233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5.8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 13 4537,'0'0'15078,"-11"-1"-14997,1 0-74,-15-2-1,61 2 40,181 0-637,-74-4-3590,-90 5 2564,-52 14 2959,-3 7-1145,-1-1-1,0 0 0,-2 0 1,-9 29-1,-3 12-33,1 20-336,4 0 0,3 0 0,4 112 0,5-188-433,1 19-805,3-14-2103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6.2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22 608,'0'0'18324,"114"0"-18236,-66 0-56,0-3-32,1-3-1504,2-1-2441,-9 1-4817,-15 6 5649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6.5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15507,'0'0'8314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0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67 239 128,'0'0'13739,"5"22"-13540,22 70-53,-26-89-142,0 0-1,0-1 1,0 1-1,1 0 1,-1-1-1,1 1 1,-1-1-1,1 0 1,0 1-1,0-1 1,0 0-1,0 0 1,0 0-1,1-1 0,-1 1 1,0 0-1,1-1 1,-1 1-1,1-1 1,0 0-1,-1 0 1,1 0-1,0 0 1,0-1-1,0 1 1,0-1-1,0 1 1,-1-1-1,1 0 1,0 0-1,0 0 1,4-2-1,4 2 9,-5 0 2,0 0 0,0-1 0,0 0 0,0 0 0,0-1 0,0 1 0,0-1 0,0-1 0,0 1 0,-1-1 0,1 0 0,-1 0 0,0 0 0,0-1 0,0 0 0,-1 0 0,1 0 0,-1-1 0,0 1 0,0-1 0,0 0 0,-1 0 0,0-1 0,0 1 0,0-1 0,-1 1 0,4-10 0,0-6 70,0 1 0,-2-1 0,0 0 1,-1 0-1,-1 0 0,-2-40 1,0 57-34,-1 0 0,1 0 0,-1-1 0,0 1 1,0 0-1,-1 0 0,1 0 0,-1 0 0,1 0 1,-1 0-1,-1 1 0,1-1 0,0 1 0,-1-1 1,0 1-1,-3-4 0,1 3-18,-1 0 0,1 0 0,-1 0-1,1 1 1,-1 0 0,0 0 0,0 0 0,-1 1 0,-12-4 0,11 4-120,0 1 0,0-1 0,-1 2 0,1-1 0,0 1 0,-1 0 0,1 1 0,-1 0 0,1 0 0,0 1 0,0 0 0,0 0 0,0 1 0,0 0 0,0 0 0,1 1 0,-10 6 0,9-3-274,0 1 1,0 0 0,1 0-1,0 0 1,1 1-1,0 0 1,0 0-1,1 0 1,0 1 0,0 0-1,1 0 1,1 0-1,0 0 1,0 1-1,1 0 1,0-1 0,1 1-1,0 16 1,0 36-3905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1.1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0 616,'0'0'12011,"41"162"-11915,-31-119-88,-6 7-8,-1-3 0,-3-4-8,0-3-144,0-6-168,0-12-705,4-9-2983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1.5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1 864,'0'0'14899,"76"0"-14883,-38 0 80,0 0-96,7 0-816,-7 0-960,-7 0-1401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2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149 1 120,'0'0'13658,"-3"6"-13068,-2 9-502,0 0-1,1 0 1,1 0-1,0 1 0,0 27 1,3 91 39,2-59-121,8 31-964,-10-105 864,-12-1-330,-110-7 1963,141 7-1433,20 0-100,-7-1-513,48 5 1,-69-2-283,-1 0 1,1 0-1,0 1 0,16 7 1,5 6-4536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29.6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1 575 1512,'0'0'10098,"4"-12"-9968,7-18 181,2 2 1,1-1-1,24-35 0,-19 36-126,113-168 288,-57 60-3580,-50 84-1060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0.0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0 856,'0'0'14482,"20"11"-13953,5 1-414,-2 0-13,0 0 0,-1 1 0,21 18 0,5 7-596,-2 3 0,80 90-1,-124-129 140,0 1-1,1-1 1,-1 1-1,0-1 1,1 0-1,0 0 1,0 0-1,-1-1 1,1 1-1,6 2 1,2 0-3905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2.7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19 360,'0'0'17756,"19"-2"-17031,74-6 16,132 4 0,-76 14-637,131 4-48,185-35-1210,-433 17 180,46 1-1,-76 3 812,-1 0 0,1 0 0,-1 0 0,0 0 0,1 1 0,-1-1 0,1 1 0,-1-1 1,1 1-1,-1-1 0,0 1 0,0 0 0,1-1 0,-1 1 0,0 0 0,0 0 0,0 0 0,0 0 1,0 0-1,0 0 0,0 0 0,0 1 0,0-1 0,0 0 0,-1 0 0,1 1 0,-1-1 0,1 0 1,-1 1-1,1-1 0,-1 1 0,1 1 0,3 10-4559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3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94 188 1360,'0'0'11683,"-4"22"-10792,-9 72-261,12-89-595,0 0 0,1 0 0,0 0 0,0 0-1,0 0 1,0 0 0,1 0 0,0 0 0,0 0-1,0 0 1,1 0 0,0-1 0,0 1 0,0 0-1,0-1 1,1 0 0,-1 1 0,1-1-1,0 0 1,1-1 0,-1 1 0,1 0 0,-1-1-1,1 0 1,0 0 0,0 0 0,9 4 0,-2-1-26,1-2 1,0 0 0,0 0-1,0-1 1,0 0 0,1-1 0,-1-1-1,23 1 1,-25-2-40,1 0-1,-1-1 1,1 0 0,-1 0-1,0-2 1,0 1 0,0-1 0,10-4-1,-15 4-18,0 0 0,1 0 0,-2 0 0,1-1 0,0 1 0,-1-1 0,0-1 0,0 1 0,0 0 0,0-1 0,-1 0 0,1 0 0,-1 0 0,-1 0-1,5-9 1,-4 5 62,0-1 0,0 1-1,-1 0 1,0-1 0,-1 0-1,0 1 1,0-1 0,-1 0-1,0 1 1,-1-1 0,0 0 0,-5-17-1,3 14 44,-2 0 0,0 1 0,0-1-1,-1 1 1,0 0 0,-1 1 0,-1-1-1,-13-15 1,12 17-41,-1-1 0,0 1 0,0 1 0,-1 0 0,0 0 0,-20-10 0,24 15-35,1 1 1,-1 1-1,0-1 0,0 1 0,0 0 0,0 1 0,-1-1 0,1 1 0,0 1 0,-1 0 0,1 0 1,-1 0-1,1 1 0,-10 2 0,12-2-42,-1 1 0,1-1-1,0 1 1,1 1 0,-1-1 0,0 1 0,1 0 0,-1 0 0,1 0 0,0 0-1,-7 8 1,4-3-37,0 1 0,0 0 0,0 1 0,2-1 0,-6 12 0,-1 6-965,2-1 0,1 1 0,-7 38 0,4 1-5132,5-11 3642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3.9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8530,'0'0'9114,"0"25"-9058,3 6 0,1 6-48,-1 7 0,-3 2 8,3 4-32,1-4-40,-1-2-784,11-4-721,-3-9-911,-1-9-2361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4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22 888,'0'0'15291,"18"0"-15034,13 0 47,7 0-240,3 0-64,4 0-601,3 0-1439,11-12-1161,-14 3-6953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4.8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59 472,'0'0'12355,"3"-9"-11195,6-31-200,-7 30-298,0 20-418,-1-1 0,-1 1 0,1-1 0,-3 19 0,0 4-184,2 364-385,-1-395 303,0 0 0,0-1 0,0 1 0,0 0 1,0 0-1,-1 0 0,1-1 0,0 1 1,-1-1-1,1 1 0,0-1 0,-1 1 1,1-1-1,0 0 0,-1 0 0,1 1 0,-3-1 1,2 0-5,-76 19 781,119-17 292,15-5-2597,74-12-1,-57 5-731,-40 4-3145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1.96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411 41 2761,'0'0'12778,"4"-6"-11623,-2 3-950,7-15 365,-9 17-549,0 1-1,0-1 1,0 1 0,0-1-1,0 1 1,0-1 0,0 1-1,0-1 1,-1 1-1,1 0 1,0-1 0,0 1-1,0-1 1,0 1 0,-1-1-1,1 1 1,0 0-1,-1-1 1,1 1 0,0-1-1,0 1 1,-1 0 0,1-1-1,-1 1 1,1 0-1,0 0 1,-1-1 0,1 1-1,-1 0 1,1 0 0,0 0-1,-1-1 1,1 1-1,-1 0 1,1 0 0,-1 0-1,1 0 1,-1 0 0,1 0-1,-1 0 1,1 0-1,-1 0 1,1 0 0,-1 0-1,-18-1 37,-1 1-1,1 1 1,0 1-1,0 1 1,0 0 0,0 1-1,1 1 1,-1 1-1,1 0 1,1 2-1,-1 0 1,1 1-1,0 1 1,1 0-1,1 1 1,-1 1 0,2 0-1,-1 1 1,-14 18-1,23-24-55,1 1 0,0 0 1,0 0-1,1 0 0,0 1 0,0-1 0,1 1 0,0 0 0,0 0 0,1 0 0,-1 11 1,2-14-3,1 1 0,0 0 0,0 0 0,0 0 0,1 0 0,0 0 0,0 0 0,1-1 0,-1 1 0,2-1 0,-1 1 0,1-1 0,0 0 0,0 1 0,8 9 0,-1-4-22,1-1 0,0-1 0,1 1 1,0-2-1,1 0 0,0 0 1,1-1-1,-1-1 0,1 0 1,1-1-1,-1-1 0,18 5 1,6-1-403,-1-1 0,1-2 0,64 2 1,30-6-2322,-18-2-2134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2.67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71 162 5369,'0'0'6926,"29"-16"-7876,83-51 794,-109 65 160,0 0 0,-1 0 0,1 0 1,0 0-1,-1 0 0,0-1 0,0 1 0,0-1 0,0 1 0,0-1 0,2-4 1,-4 6 16,1 1 0,-1-1 1,0 0-1,0 0 0,1 0 1,-1 0-1,0 0 1,0 0-1,0 0 0,0 0 1,0 0-1,-1 0 0,1 0 1,0 0-1,0 1 1,0-1-1,-1 0 0,1 0 1,-1 0-1,1 0 0,-1 0 1,1 1-1,-1-2 1,-2 0 76,1 0 1,0 0 0,-1 0 0,0 0 0,1 0 0,-1 1 0,0-1 0,0 1 0,0 0 0,0 0 0,-5-1 0,-14-1 420,1 1 0,-28 2 0,26 0-255,19 1-225,1-1 0,-1 0 0,0 1 0,0 0-1,1 0 1,-1 0 0,0 0 0,1 0 0,-1 1-1,1 0 1,-1 0 0,1 0 0,0 0-1,0 0 1,0 1 0,0-1 0,0 1 0,1 0-1,-1 0 1,1 0 0,0 0 0,-4 6-1,4-6-26,1 0-1,0 0 0,0 0 0,0 0 0,0 0 0,1 0 1,-1 0-1,1 0 0,0 0 0,0 0 0,0 0 0,0 0 1,0 0-1,1 1 0,-1-1 0,1 0 0,0 0 0,0 0 1,0-1-1,0 1 0,1 0 0,-1 0 0,1-1 0,0 1 1,0 0-1,-1-1 0,2 0 0,-1 1 0,4 2 0,4 3-9,0-1 0,0 0 0,1-1 0,0 0 0,1 0 0,-1-1 0,1-1 0,0 0 0,0-1-1,13 3 1,8-1-236,-1-1 0,52 0 0,3-4-2301,-15 0-3371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3.0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0 128 13235,'0'0'4185,"187"-128"-10851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3.5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11723,'0'0'4056,"5"9"-3962,13 25-39,-10-14-10,2-1-1,20 29 0,-28-44-40,1 0 1,1 0-1,-1 0 0,0 0 0,1-1 0,0 1 0,0-1 0,0 0 0,0 0 1,1-1-1,-1 1 0,1-1 0,-1 0 0,1 0 0,0-1 0,9 3 0,-8-3-8,1 0 0,-1-1-1,0 0 1,0 0-1,0 0 1,0-1-1,0 0 1,0 0-1,9-3 1,-13 3 2,1 0 1,-1-1-1,0 1 0,0-1 1,0 1-1,0-1 0,0 0 1,0 0-1,-1 0 1,1 0-1,-1 0 0,1 0 1,-1-1-1,0 1 0,0 0 1,0-1-1,0 1 0,0-1 1,0 1-1,-1-1 1,1 1-1,-1-1 0,0 1 1,0-5-1,1-31 378,-1 36 33,0 8 194,0-1-369,0-1-268,1 0 0,0 0 0,-1-1 0,1 1 0,1 0 0,-1 0 0,1-1 1,-1 1-1,1-1 0,0 0 0,0 1 0,0-1 0,1 0 0,-1 0 0,1 0 0,0 0 0,0-1 0,4 4 1,8 5-933,0-1 1,27 14 0,0-5-2641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4.02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6769,'0'0'7449,"14"5"-7096,43 17-95,-54-21-246,0 1 0,-1 0 1,1 0-1,-1 0 0,0 0 1,1 0-1,-1 0 0,0 0 1,0 1-1,-1-1 0,1 1 1,0 0-1,-1-1 1,0 1-1,1 0 0,-1 0 1,0 0-1,-1 0 0,1 0 1,0 0-1,-1 4 0,9 22 21,-8-29-32,-1 0 0,0 1 1,0-1-1,0 0 1,0 0-1,0 0 0,0 1 1,0-1-1,0 0 0,0 0 1,1 0-1,-1 1 1,0-1-1,0 0 0,0 0 1,0 0-1,1 0 1,-1 0-1,0 1 0,0-1 1,0 0-1,1 0 1,-1 0-1,0 0 0,0 0 1,1 0-1,-1 0 1,0 0-1,0 0 0,0 0 1,1 0-1,-1 0 0,0 0 1,0 0-1,1 0 1,-1 0-1,0 0 0,0 0 1,1 0-1,-1 0 1,0 0-1,0 0 0,0 0 1,1 0-1,-1-1 1,0 1-1,0 0 0,0 0 1,1 0-1,-1 0 0,0-1 1,0 1-1,0 0 1,0 0-1,0 0 0,1 0 1,-1-1-1,0 1 1,0 0-1,0 0 0,0-1 1,0 1-1,0 0 1,0 0-1,0 0 0,0-1 1,0 1-1,0-1-1,10-20 25,-8 14-23,2-1 0,-1 1 0,1 0-1,10-13 1,-12 17-2,0 1 0,0 0 0,1 0 0,-1 0 0,1 0-1,-1 0 1,1 0 0,0 1 0,0 0 0,0-1 0,0 1 0,0 0 0,0 0 0,0 1 0,0-1-1,0 1 1,4-1 0,1 0 3,0 1-5,1-1-1,-1 1 0,0 0 1,17 3-1,-23-3 1,0 1-1,1 0 1,-1 0-1,0 0 1,0 0-1,1 0 1,-1 0 0,0 1-1,0-1 1,0 1-1,-1-1 1,1 1-1,0 0 1,-1 0 0,1 0-1,-1 0 1,1 0-1,-1 0 1,0 0-1,2 4 1,15 50-59,-15-53 29,-3-3 36,0 0 0,1 0 0,-1 0 0,1 0 0,-1 0 1,1 0-1,-1 0 0,0 0 0,1 0 0,-1 0 0,1-1 0,-1 1 1,0 0-1,1 0 0,-1 0 0,0-1 0,1 1 0,-1 0 1,0 0-1,1-1 0,-1 1 0,0 0 0,0-1 0,1 1 1,-1 0-1,0-1 0,0 1 0,0-1 0,1 1 0,-1-1 1,11-19-19,-7 13 21,0 2-6,-1 1-1,1 0 1,0-1-1,0 1 1,0 1 0,0-1-1,1 0 1,0 1-1,-1 0 1,1 0-1,0 1 1,1-1-1,-1 1 1,0 0-1,1 0 1,-1 1-1,1 0 1,-1 0 0,1 0-1,0 1 1,-1-1-1,1 1 1,0 1-1,-1-1 1,1 1-1,6 1 1,-10-1-10,1 0 1,0 0 0,-1 0-1,1 0 1,-1 0-1,1 0 1,-1 1-1,0-1 1,0 1-1,1-1 1,-1 1 0,0 0-1,0 0 1,-1 0-1,1 0 1,0 1-1,1 3 1,2 3 6,-1 0 0,0 0 0,3 16 0,11 23-1318,-17-46 1089,0 1 0,1-1 0,-1 0 0,1 0 0,-1 0 0,1 0 0,0-1 0,-1 1 0,1 0 0,0-1 0,0 1 0,0-1 0,1 0 0,-1 0 0,0 0 0,4 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4.72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84 1 8810,'0'0'6183,"24"7"-6117,75 26-78,-96-32 5,0 0-1,0 1 1,-1-1-1,1 0 0,0 1 1,-1-1-1,1 1 1,-1 0-1,0 0 1,0 0-1,0 0 0,0 0 1,0 1-1,0-1 1,0 1-1,-1-1 1,1 1-1,-1 0 1,0-1-1,1 1 0,-1 0 1,-1 0-1,1 0 1,0 0-1,-1 0 1,1 0-1,-1 0 0,0 5 1,0-1 13,1 48 67,-8-54-31,-104-16-347,100 14 304,-2 0 38,1 1 1,-1 0-1,1 1 1,0 0-1,-14 3 1,24-3-24,0-1 0,0 1 0,0-1 1,0 1-1,0 0 0,0 0 0,0 0 1,0 0-1,1 0 0,-1 0 0,0 0 1,1 1-1,-1-1 0,1 0 0,0 1 1,-1 0-1,1-1 0,0 1 0,0 0 1,0-1-1,0 1 0,0 0 0,0 0 1,0 0-1,1 0 0,-1 0 0,1 0 1,0 0-1,-1 0 0,1 0 0,0 0 1,0 0-1,0 0 0,0 0 0,1 0 1,-1 0-1,1 0 0,0 4 0,0-4-12,0 0-1,0 0 0,0 1 1,1-1-1,-1 0 1,1 0-1,-1 0 0,1 0 1,0 0-1,-1-1 0,1 1 1,0 0-1,0-1 1,0 1-1,0-1 0,1 0 1,-1 0-1,0 0 0,1 0 1,-1 0-1,4 1 1,8 1-4,-1 0 1,23 2 0,-32-5 2,36 4-998,-1-2 0,1-1 0,41-6-1,-34-5-4975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5.59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99 32 13675,'0'0'6844,"-16"14"-6773,-48 49-86,62-61 8,0 1-1,0-1 1,1 0-1,-1 0 1,1 1 0,-1-1-1,1 1 1,0-1-1,0 1 1,0 0 0,0-1-1,1 1 1,-1 0-1,1-1 1,0 1-1,-1 0 1,1 0 0,0 0-1,1-1 1,-1 1-1,0 0 1,1 0 0,0-1-1,-1 1 1,1 0-1,2 3 1,0-1-65,0 0 0,1 0 0,-1-1 0,1 0 1,0 1-1,0-2 0,0 1 0,1 0 0,6 4 0,-3-4-162,0 1-1,1-1 1,0 0-1,0 0 1,0-1-1,0-1 1,0 1-1,1-2 1,-1 1 0,1-1-1,-1 0 1,1-1-1,-1 0 1,1-1-1,16-3 1,-23 2 229,0 1-1,-1-1 1,1 0 0,0 0 0,-1 0 0,1-1 0,-1 1 0,0 0 0,0-1-1,0 0 1,0 0 0,0 1 0,-1-1 0,1 0 0,-1 0 0,0 0 0,0 0-1,0-1 1,0 1 0,0 0 0,0-5 0,5-13 386,-3 20-328,0 1 0,0-1 1,0 1-1,0-1 0,0 1 0,0 0 1,0 0-1,5 1 0,-1 0-7,9 0-5,0 0 0,22 6 0,-22-4-213,0 0 1,25 0-1,-40-3 161,3 1-132,-1-1-1,0 0 0,0 0 0,1-1 1,-1 1-1,0-1 0,0 1 0,0-1 1,4-1-1,-5 1 91,-1-1 1,0 1-1,0 0 1,0 0-1,-1 0 1,1-1-1,0 1 0,0 0 1,-1-1-1,1 1 1,-1-1-1,1 1 1,-1 0-1,1-1 1,-1 1-1,0-1 0,0 0 1,0 1-1,0-1 1,0 1-1,0-3 1,0 0 49,-1 1 1,1 0-1,-1-1 1,1 1-1,-1 0 1,0 0 0,0 0-1,0 0 1,-1 0-1,1 0 1,-1 0-1,1 0 1,-1 0 0,0 1-1,0-1 1,-3-2-1,0 1 15,0-1 0,0 1-1,-1 0 1,0 0 0,1 1-1,-1 0 1,-10-4-1,1 2 34,0 0-1,0 1 1,0 1-1,-1 0 1,0 1-1,-17 0 0,29 2-9,-1 0 0,1 0 0,0 0 0,0 1 0,-1-1 0,1 1 0,0 0 0,0 1 0,0-1-1,-4 2 1,6-2-33,1 0 0,0 1 0,0-1 0,0 0 0,0 0-1,0 0 1,0 1 0,1-1 0,-1 0 0,0 1 0,1-1-1,-1 0 1,1 1 0,-1-1 0,1 1 0,0-1 0,-1 1-1,1-1 1,0 1 0,0-1 0,0 1 0,0 0 0,0-1-1,1 1 1,-1-1 0,0 1 0,1-1 0,-1 0 0,1 1-1,0-1 1,0 2 0,0-2-6,0 1 1,-1-1-1,1 0 0,0 0 0,0 0 0,0 1 1,0-1-1,0 0 0,0 0 0,1-1 0,-1 1 1,0 0-1,0 0 0,1 0 0,-1-1 0,0 1 1,1-1-1,-1 1 0,0-1 0,1 0 0,2 1 1,34 2 11,-30-3-12,7 1-1,0-1 0,0-1-1,17-2 1,-26 2-7,0-1 0,1 0 0,-1 0 1,0 0-1,0 0 0,-1-1 0,1 0 0,0-1 0,7-5 0,23-24-5,-27 24 52,-1 0 1,2 1-1,-1 1 1,16-11-1,-24 18-31,0-1 0,0 1 0,0-1-1,0 1 1,0 0 0,0-1-1,0 1 1,0 0 0,0 0-1,0 0 1,0 0 0,0 0-1,0 0 1,0 0 0,0 0 0,0 0-1,0 0 1,0 1 0,0-1-1,0 0 1,0 1 0,0-1-1,0 0 1,0 1 0,0-1-1,0 1 1,0 0 0,0-1 0,-1 1-1,1 0 1,0 0 0,0-1-1,-1 1 1,1 0 0,0 0-1,-1 0 1,1 0 0,-1 0-1,0 0 1,1 1 0,3 6 6,-1 0 1,0 1-1,-1-1 1,2 10-1,0 0 13,-3-15-26,0 0 0,0 0 0,1 1 1,-1-1-1,1 0 0,0 0 0,0 0 0,0-1 0,0 1 0,5 4 0,-6-6 2,1 0 0,-1 0-1,0 0 1,0-1-1,1 1 1,-1 0 0,1-1-1,-1 0 1,0 1-1,1-1 1,-1 0 0,1 1-1,-1-1 1,1 0 0,-1 0-1,1 0 1,-1 0-1,1-1 1,-1 1 0,1 0-1,-1-1 1,0 1-1,1-1 1,-1 1 0,1-1-1,-1 1 1,0-1 0,3-2-1,1-1 46,1-1-1,-1-1 1,0 1 0,0-1-1,0 0 1,5-10-1,-4 7 184,1 0 0,-1 0 0,15-13 0,-19 20-190,-1 0 0,1 1 0,1-1 0,-1 1 1,0-1-1,0 1 0,0 0 0,1 0 0,-1 0 0,0 0 0,1 1 0,-1-1 1,1 1-1,-1-1 0,1 1 0,-1 0 0,1 0 0,0 0 0,-1 0 0,5 1 1,-3 1-35,-1 0 1,0 1 0,0-1-1,0 1 1,0 0 0,0-1-1,0 1 1,-1 0 0,1 1-1,-1-1 1,0 0 0,0 1-1,0-1 1,0 1 0,1 7 0,19 26-566,-16-31 76,0 0-1,0 0 1,1-1 0,-1 0 0,1 0 0,14 7-1,7-4-4296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5.98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119 7 10042,'0'0'6954,"-15"-1"-6678,-49-4-28,63 4-243,-1 1 0,1 0 1,-1 0-1,1 0 1,-1 0-1,1 1 0,0-1 1,-1 0-1,1 1 0,-1-1 1,1 1-1,0-1 0,-1 1 1,1-1-1,0 1 1,0 0-1,0 0 0,-1 0 1,1 0-1,0 0 0,0 0 1,0 0-1,0 0 0,0 0 1,1 0-1,-1 0 1,0 0-1,1 1 0,-1-1 1,0 0-1,0 2 0,0 2-18,1 0 0,-1 0 0,1 0 1,-1 0-1,1 0 0,1 7 0,0-3-27,-1-6 5,1-1 0,-1 1 0,0-1 0,1 1 0,0-1 0,0 1 0,0-1 0,0 0-1,0 1 1,0-1 0,0 0 0,1 0 0,-1 0 0,1 0 0,0 0 0,0 0 0,-1 0 0,1-1 0,0 1 0,0-1 0,1 1 0,-1-1-1,4 2 1,7 3-415,0 0 0,1-1 0,17 4 0,6 3-509,-34-12 888,-1 1-1,0 0 1,1 0-1,-1 0 1,0 1-1,0-1 1,0 0-1,0 1 1,0-1-1,0 1 1,0 0-1,0 0 1,-1 0-1,1 0 1,-1 0-1,1 0 1,-1 0-1,0 0 1,0 0-1,0 1 0,0-1 1,0 1-1,0-1 1,-1 0-1,1 1 1,-1-1-1,0 1 1,0-1-1,0 1 1,0-1-1,0 4 1,-1-4 93,0-1-1,0 1 1,0 0 0,0-1 0,0 1 0,-1 0-1,1-1 1,0 1 0,-1-1 0,1 0 0,-1 1-1,1-1 1,-1 0 0,0 0 0,0 0-1,1 0 1,-1-1 0,0 1 0,0 0 0,-3 0-1,-49 12 676,43-10-532,3-1-172,-6 1-234,1 0 0,-1-1 1,-19 1-1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6.34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32 1 9274,'0'0'5193,"-31"171"-5185,31-116 64,0 8-64,0-1-8,14 0 8,-1-6-8,1-7-56,-3-11-8,-5-17-776,-2-8-1233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6.68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22 9570,'0'0'9178,"204"0"-9178,-118 0-728,-17-6-1137,-10-9-2055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7.05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161 0 128,'0'0'16175,"8"1"-15793,-4-1-350,0 0 1,0 1-1,0-1 0,0 1 1,0 0-1,0 0 0,-1 0 1,1 1-1,0-1 0,-1 1 1,1 0-1,-1 0 0,0 0 1,0 0-1,1 1 0,-1-1 1,-1 1-1,1 0 0,0 0 1,-1 0-1,1 0 0,-1 0 1,2 4-1,-1-2 31,-2-4-40,0 0 0,-1 1 0,1-1 1,0 1-1,0-1 0,-1 1 0,1-1 1,-1 1-1,1-1 0,-1 1 0,0 0 1,1-1-1,-1 3 0,-16-3 336,-182-4-58,196 3-278,-1 0 0,1 0 0,-1 0 0,1 1-1,-1-1 1,1 1 0,-1 0 0,1 0 0,-1 0-1,1 0 1,0 0 0,-4 3 0,5-3-21,0-1 0,0 1 0,0 0 0,0 0 0,0 0 1,1 0-1,-1 0 0,0 0 0,1 0 0,-1 1 0,1-1 0,-1 0 0,1 0 0,0 0 1,-1 0-1,1 1 0,0-1 0,0 0 0,0 0 0,0 1 0,0-1 0,0 0 1,0 0-1,0 1 0,1-1 0,-1 0 0,0 0 0,1 0 0,0 2 0,0-1-25,0-1-1,1 1 0,-1-1 1,0 1-1,1-1 0,0 0 0,-1 1 1,1-1-1,0 0 0,-1 0 1,1 0-1,0 0 0,0-1 0,0 1 1,0 0-1,0-1 0,0 1 1,0-1-1,0 0 0,0 0 0,4 0 1,-1 1-105,24 2-1500,1-1-1,-1-1 1,35-4 0,-27-2-4638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7.45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1 25 3305</inkml:trace>
  <inkml:trace contextRef="#ctx0" brushRef="#br0" timeOffset="1">1 25 3305,'148'39'4621,"-105"-30"-1820,-30-11-1279,1 0-340,-7 1-986,0 2 0,0-1 0,1 0 0,-1 1 1,0 1-1,0-1 0,0 1 0,0 0 0,13 7 0,-17-7-180,0 0-1,1 1 0,-1 0 1,0-1-1,0 1 0,-1 0 1,1 1-1,-1-1 0,1 0 1,-1 1-1,0 0 0,0-1 1,-1 1-1,1 0 1,-1 0-1,0 0 0,0 0 1,0 0-1,0 5 0,-1-8-6,0-1 1,0 1-1,0-1 0,0 1 0,0-1 0,0 1 0,0 0 0,0-1 0,0 1 0,0-1 0,1 1 0,-1-1 1,0 1-1,0-1 0,0 1 0,1-1 0,-1 0 0,0 1 0,0-1 0,1 1 0,-1-1 0,1 1 0,-1-1 1,0 0-1,1 1 0,-1-1 0,1 0 0,-1 0 0,1 1 0,-1-1 0,0 0 0,1 0 0,-1 1 0,1-1 1,-1 0-1,1 0 0,0 0 0,-1 0 0,1 0 0,-1 0 0,1 0 0,-1 0 0,1 0 0,-1 0 0,1 0 1,-1 0-1,1 0 0,-1-1 0,1 1 0,-1 0 0,1 0 0,-1 0 0,1-1 0,-1 1 0,1 0 0,-1-1 1,0 1-1,1 0 0,-1-1 0,0 1 0,1-1 0,-1 1 0,1-1 0,30-36 93,-22 25-89,4-3-9,3-4 3,31-29 0,-43 44-12,0 1 1,1-1-1,-1 1 0,1 0 0,-1 0 0,1 1 0,0-1 0,0 1 0,0 0 0,1 1 0,-1-1 0,0 1 0,11-2 0,-15 4 4,0-1 1,0 0-1,-1 0 0,1 1 1,0-1-1,0 1 1,-1-1-1,1 0 0,0 1 1,-1-1-1,1 1 1,0 0-1,-1-1 0,1 1 1,0-1-1,-1 1 0,1 0 1,-1 0-1,0-1 1,1 1-1,-1 0 0,1 0 1,-1-1-1,0 1 1,0 0-1,1 1 0,5 28-36,-4-20 12,1 8-77,-1-8-14,0 1-1,0-1 1,5 14 0,-6-23-49,0 1 0,-1 0 1,1 0-1,0 0 0,0-1 1,0 1-1,0 0 0,0-1 1,1 1-1,-1-1 0,0 0 1,1 1-1,-1-1 0,1 0 1,0 0-1,-1 0 0,1 0 1,0 0-1,-1 0 0,1 0 1,0 0-1,0-1 0,3 1 1,12 0-3453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7.8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211 29 6009,'0'0'7258,"-7"208"-7242,7-149 40,3-3-48,4-7 48,0-8-56,-3-10 0,-4-16-104</inkml:trace>
  <inkml:trace contextRef="#ctx0" brushRef="#br0" timeOffset="1">0 7 2937,'0'0'14739,"55"-6"-14547,8 6-8,2 0-184,1 0-128,-1 0-448,4 0-857,-14 0-583,-20 0-2561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58.1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192 77 728,'0'0'12819,"3"-12"-12766,10-36 47,-11 36 3,-7 10 70,-6 0 73,0 2 0,0-1 0,0 2 1,0-1-1,0 1 0,0 1 0,1 0 0,-1 1 0,-11 3 0,17-4-148,0 1 1,1-1-1,-1 1 0,0-1 1,1 1-1,-1 1 0,1-1 1,0 1-1,0-1 1,1 1-1,-1 0 0,1 1 1,-1-1-1,2 0 1,-1 1-1,0 0 0,1 0 1,0 0-1,0 0 1,0 0-1,-1 6 0,1-4-40,1-1-1,0 2 0,0-1 1,0 0-1,1 0 1,0 0-1,0 0 0,1 0 1,0 0-1,0 0 1,1 0-1,3 11 0,-3-14-48,1 1 0,0 0-1,0 0 1,0-1 0,1 0-1,-1 0 1,1 0 0,0 0-1,0 0 1,0-1 0,1 0-1,-1 1 1,1-2 0,0 1-1,0-1 1,8 4 0,4-1 22,0 0 1,0-1-1,1-1 0,-1-1 1,0 0-1,1-1 1,0-1-1,22-3 1,-33 2-221,1-1 0,0 1 0,-1-2 0,0 1 0,1-1 1,-1 0-1,0 0 0,0-1 0,0 0 0,9-7 1,-10 7-585,10-7-3736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4:26.8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 6313,'0'0'9626,"114"0"-9610,-66 0-32,7 0-112,0 0-344,7-6-568,21-9-440,-17-1-777,-11 1-2544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4:27.3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9706,'0'0'10586,"31"-21"-10586,21 21 0,10 0-80,4 0-160,3 0-464,-4-4-776,1-5-161,-18 3-847,-17 0-2033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4:28.9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3545,'0'0'10179,"15"1"-9232,244-7 2338,-28-7-9169,-184 13 974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4:29.6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6737,'0'0'7186,"48"-25"-6794,-17 22-264,7 3 208,4 0-256,6 0 0,7 0-80,4 0-8,20 0-792,-13 0-1032,-15 0-1393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04.5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128 209 1280,'0'0'6107,"2"-24"-5351,0 9-475,5-76 71,-4 13 4100,-3 86-4298,0 80-134,10 452 608,-9-525-616,0-1 28,0-1-1,-1 1 1,-3 26-1,2-39-36,1 0-1,0 0 1,-1 0-1,1-1 1,-1 1-1,1 0 1,-1 0-1,0-1 0,1 1 1,-1 0-1,0-1 1,1 1-1,-1-1 1,0 1-1,0-1 1,0 1-1,0-1 1,1 1-1,-1-1 0,0 0 1,-1 1-1,-25 5 52,12-4-39,3 2 10,1-1 0,-1-1 0,-1 0 0,1-1 0,-21 0-1,33-36 721,42 29-9,120-15-538,9-1-1733,-59 16-4857,-85 6 881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0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62 276 3777,'0'0'13699,"-2"4"-13650,0 0-38,1 0-1,-1-1 1,1 1 0,0 0-1,1 0 1,-1-1-1,0 1 1,1 0 0,0 0-1,0 0 1,0 0 0,1 0-1,1 6 1,18 57 455,-8-30-85,-3-2-118,-4-16-133,0 0 1,1 0-1,1 0 0,10 17 1,-15-31-119,1-1 0,0 1 1,0-1-1,0 0 0,0 0 0,1 0 1,0 0-1,0-1 0,0 0 0,0 1 1,0-1-1,1-1 0,-1 1 1,1-1-1,0 0 0,-1 0 0,1 0 1,0 0-1,0-1 0,7 1 1,0-1-2,0-1 1,0 0 0,1-1-1,-1 0 1,0-1 0,0 0 0,-1-1-1,1 0 1,0-1 0,-1-1-1,0 1 1,0-2 0,0 0 0,-1 0-1,0 0 1,0-2 0,0 1-1,8-10 1,-7 6-12,0 1 1,-1-2-1,-1 1 0,1-1 1,-2-1-1,0 0 0,-1 0 0,0 0 1,-1-1-1,0 0 0,-1 0 0,-1-1 1,0 1-1,2-20 0,-4 15 25,-1 1 0,-1-1 0,-1 1 0,-3-24 0,2 33-23,0 0 0,-1 0 1,0 0-1,0 0 0,-1 1 0,0-1 1,0 1-1,-1 0 0,0 0 0,-7-8 1,0 3-16,0 0-1,0 1 1,-1 0 0,-1 1 0,0 1 0,0 0 0,-1 1 0,-1 1 0,1 0-1,-1 1 1,0 0 0,-1 2 0,1 0 0,-1 1 0,0 0 0,-1 1 0,-20 0 0,27 2-79,1 1 1,0 1-1,-1-1 1,1 1-1,-10 3 1,15-2 30,0-1 1,1 1 0,-1 0-1,1 0 1,0 0-1,0 1 1,0 0-1,0 0 1,0 0-1,0 0 1,1 0 0,-1 1-1,-3 5 1,-5 10-514,2 0 0,0 1 0,1 0 0,1 1 0,0-1 0,2 1 0,-4 24 0,-3 48-4391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2.7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4185,'0'0'10314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3.2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0 468 4385,'0'0'8428,"6"-19"-8380,-5 17-47,9-31 237,2 1 0,1 0 1,19-34-1,65-74 420,-14 21-2207,-79 114 1091,-3 4 261,0-1 1,0 1-1,-1 0 1,1 0 0,0 0-1,-1 0 1,1-1-1,-1 1 1,1 0-1,-1-1 1,0 1-1,1 0 1,-1-3-1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3.6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10386,'0'0'6691,"16"11"-6078,1 0-492,-1 0-14,-1 0-1,0 1 0,-1 0 0,25 27 1,149 193-53,-180-222-307,1 0-1,0 0 1,0-1-1,13 9 1,-19-16-107,0 0 1,0 0 0,0 0-1,0 0 1,0-1-1,0 1 1,1-1 0,-1 0-1,0 0 1,1 0-1,-1-1 1,1 1-1,-1-1 1,1 0 0,-1 0-1,1 0 1,-1 0-1,0 0 1,1-1-1,4-1 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4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 9090,'0'0'5665,"93"0"-6137,-65 0-760,-4-3-641,-7 3-1143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4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49 0 6369,'-32'19'3656,"31"-18"-3495,0 0 0,0 1 0,0-1 0,0 1-1,0-1 1,1 1 0,-1-1 0,0 1 0,1 0 0,-1-1 0,1 1 0,-1 0 0,1-1 0,0 1 0,0 0 0,0 0 0,0-1-1,0 1 1,0 2 0,0 3 486,-6 100 1302,6-105-1943,0-1 0,1 0-1,-1 0 1,0 0 0,1 1 0,-1-1-1,1 0 1,-1 0 0,1 0-1,0 0 1,0 0 0,-1 0-1,1 0 1,0 0 0,0 0 0,0 0-1,0 0 1,0-1 0,0 1-1,0 0 1,0-1 0,0 1-1,0-1 1,1 1 0,-1-1-1,0 0 1,0 1 0,0-1 0,1 0-1,1 0 1,42 4 19,-42-4-15,34-1-21,50-6 0,-78 6-191,0 0-1,0 0 1,0 1 0,0 0 0,15 2-1,-22-2 170,0 1-1,0-1 1,0 1-1,1 0 0,-1-1 1,0 1-1,0 0 1,-1 0-1,1 1 0,0-1 1,0 0-1,0 1 1,-1-1-1,1 1 1,-1-1-1,1 1 0,-1 0 1,1 0-1,-1-1 1,0 1-1,0 0 0,0 0 1,0 0-1,0 0 1,-1 1-1,1-1 1,0 4-1,1 4 58,-1-1 0,0 1 0,0 0 0,-1 0 1,0-1-1,-1 1 0,0 0 0,-1 0 0,0-1 0,0 1 0,-1-1 0,0 0 0,-1 0 0,0 0 1,0 0-1,-1 0 0,0-1 0,-1 0 0,0 0 0,0 0 0,0-1 0,-1 0 0,0 0 1,-1-1-1,-10 7 0,14-10-69,-1-1 1,0 1-1,0-1 1,0 0-1,0-1 1,0 1-1,0-1 1,0 0-1,-1-1 1,1 1 0,0-1-1,-1 0 1,-5-1-1,9 1-103,-9 0-2205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5.1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 4185,'0'0'17029,"-3"-3"-16808,3 3-218,0 0 0,-1 0 0,1 0 0,0-1 0,0 1 0,-1 0-1,1 0 1,0 0 0,0 0 0,-1-1 0,1 1 0,0 0 0,0 0 0,0 0 0,0-1 0,-1 1-1,1 0 1,0 0 0,0-1 0,0 1 0,0 0 0,0-1 0,0 1 0,-1 0 0,1 0-1,0-1 1,0 1 0,0 0 0,0-1 0,0 1 0,0 0 0,0 0 0,0-1 0,0 1-1,1 0 1,-1-1 0,0 1 0,0 0 0,0 0 0,0-1 0,0 1 0,0 0 0,1 0 0,-1-1-1,0 1 1,0-1 0,21 0 84,-13 1-112,215-2-865,-69-5-2749,2 4-3884,-98 3 1367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5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26 5313,'0'0'13819,"58"-16"-13915,-30 16-176,-1 0-1080,8-3-889,-11 0-583,-7 0-3090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5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131 1 6041,'-81'72'5160,"76"-68"-3953,1 1 0,-1 0 1,1-1-1,0 2 0,-6 8 0,8-10-1123,0 0 0,1-1 0,0 1 0,0 0 1,0 0-1,0 0 0,0 0 0,1 0 0,0 7 0,-2 10 417,1-14-459,-1 5-29,1 0 0,0 0 0,0 0-1,1-1 1,1 1 0,2 18 0,-2-29-15,-1 0 0,1 0 0,0 0 0,-1 0 1,1 0-1,0 0 0,0 0 0,0 0 1,0-1-1,0 1 0,0 0 0,0-1 0,0 1 1,0 0-1,0-1 0,0 1 0,0-1 0,0 0 1,0 1-1,1-1 0,-1 0 0,0 1 0,2-1 1,35 0-17,-26 0 41,36-1 99,-25-1-370,1 2-1,37 5 1,-54-4 151,1 1 1,-1 0-1,1 0 0,-1 0 0,0 1 1,0 1-1,0-1 0,0 1 0,0 0 0,-1 0 1,12 11-1,-10-8 57,-1 1 0,1 0 1,-1 1-1,-1 0 0,0 0 1,0 0-1,0 0 0,-1 1 1,-1 0-1,0 0 0,0 1 1,-1-1-1,0 1 0,-1 0 0,0-1 1,-1 1-1,0 0 0,-1 0 1,0 0-1,-3 22 0,1-28 77,0 1-1,0 0 1,0-1-1,-1 0 1,0 1-1,0-1 1,-1 0-1,1 0 1,-1-1-1,0 1 1,0-1-1,-1 0 1,0 0-1,1 0 1,-1-1-1,-8 5 1,-6 3 59,-1-1 0,-1-1 0,-21 7 0,26-10-410,-1-1 1,0-1 0,0 0 0,0-2-1,0 0 1,0 0 0,-26-2 0,21-3-3349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7.8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 4081,'0'0'11613,"0"-14"-8474,2 109-2810,17 111 0,-3-107-3455,5-3-3522,-10-59-1293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8.1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9754,'0'0'8890,"231"-21"-9090,-141 11-2433,-7 1-4592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8.6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142 1 9914,'0'0'7855,"-3"26"-7807,-7 91 12,9-95-58,1 0 1,2 0-1,0-1 0,5 23 0,2 17-4,-1 211-594,-8-260 456,0-11 111,-1 1-1,1-1 0,0 0 1,-1 1-1,1-1 1,-1 0-1,1 0 0,-1 0 1,0 1-1,1-1 0,-1 0 1,0 0-1,0 0 0,0 0 1,0 0-1,0 0 1,0 0-1,0 0 0,0-1 1,0 1-1,0 0 0,0-1 1,-1 1-1,1-1 1,0 1-1,-1-1 0,1 1 1,-2-1-1,-48 9-246,29-7 216,-32 12 625,54-14-554,0 0 1,0 0 0,0 0-1,0 0 1,1 0 0,-1 0-1,0 0 1,0 1 0,0-1-1,0 0 1,0 0 0,0 0-1,0 0 1,0 0 0,0 0-1,1 1 1,-1-1 0,0 0-1,0 0 1,0 0 0,0 0-1,0 0 1,0 1 0,0-1-1,0 0 1,0 0 0,0 0-1,0 0 1,0 1 0,0-1-1,0 0 1,0 0 0,0 0-1,0 0 1,0 0 0,-1 1-1,1-1 1,0 0 0,0 0-1,0 0 1,0 0 0,0 0-1,0 0 1,0 1 0,0-1-1,-1 0 1,1 0 0,0 0-1,0 0 1,0 0 0,0 0-1,0 0 1,0 0 0,-1 0-1,1 1 1,16 3-41,185-2-167,-69-16-3517,-74 2-2104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9.1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83 12875,'0'0'3214,"35"-14"-3017,110-40-146,-138 52-47,1-1 0,-1 0 0,1 1 0,-1 1-1,1-1 1,0 1 0,-1 1 0,1-1 0,0 1 0,10 2 0,-6-1-11,-9 0 11,1-1 0,0 1 0,-1 0 0,1 0 1,-1 0-1,0 0 0,1 1 0,-1 0 0,0-1 0,0 1 0,0 0 0,0 1 1,0-1-1,0 0 0,-1 1 0,1 0 0,-1-1 0,0 1 0,1 0 1,-1 0-1,-1 0 0,1 1 0,0-1 0,-1 0 0,0 1 0,1-1 1,-2 1-1,2 3 0,2 12 29,-2 0 1,0 0 0,0 0-1,-3 22 1,1-23 1,-1 2-24,0-1 1,-2 0 0,0 0 0,-1-1-1,-1 1 1,-1-1 0,-1 0 0,0 0-1,-12 19 1,4-11-40,-1 0 0,-2 0 1,-1-2-1,0 0 0,-24 21 0,38-40-22,-1 1 0,1-1 1,-1 0-1,0 0 0,-1-1 0,1 0 0,-1 0 0,0 0 0,0-1 0,0 0 1,0 0-1,0-1 0,-1 0 0,1 0 0,-1-1 0,1 0 0,-1 0 0,0-1 1,-14-1-1,20 0 43,1 0 1,-1 0-1,0 0 0,0 0 1,0 0-1,1 0 1,-1-1-1,1 1 1,-1 0-1,1-1 1,-1 0-1,1 1 0,0-1 1,0 0-1,0 0 1,0 1-1,0-1 1,0 0-1,1 0 1,-1 0-1,0 0 0,1 0 1,0 0-1,-1 0 1,1 0-1,0 0 1,0-4-1,0-6 3,0-1 1,0 1-1,3-18 0,-2 26 14,0 0-1,0 0 1,0 0-1,1 1 1,-1-1-1,1 0 1,0 1 0,0-1-1,0 1 1,1 0-1,-1 0 1,1 0 0,-1 0-1,1 0 1,0 0-1,0 1 1,1-1-1,-1 1 1,0 0 0,1 0-1,-1 0 1,1 1-1,0-1 1,0 1 0,-1 0-1,1 0 1,5-1-1,-3 1 27,0 0 0,1 1 0,-1-1 0,0 1 0,1 0-1,-1 1 1,0 0 0,1 0 0,-1 0 0,0 1-1,0 0 1,0 0 0,0 0 0,0 1 0,-1 0 0,11 6-1,34 30-831,98 59 0,-102-75-2817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19.4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18220,'0'0'5145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0.1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11763,'0'0'12090,"0"19"-12266,0-7-2216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2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7 418 568,'-3'-2'14050,"-1"-5"-13459,5-1-460,0 1 1,0-1 0,0 1-1,1-1 1,0 1 0,1 0 0,0 0-1,0 0 1,0 0 0,9-11 0,6-8-80,28-30 0,-24 30-29,152-184-3520,-191 223-1772,-3 7 155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3.1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1720,'0'0'16424,"3"2"-15967,112 76 807,69 53-3108,-173-121 894,0 0-1,-1 0 1,0 1-1,12 17 0,-15-18-445,0 1-1,-1 0 0,-1 1 0,0-1 1,5 17-1,-5-6-1379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3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 4241,'0'0'11061,"-2"3"-10864,-7 14-133,-1-1 0,-1 0 0,-21 23 0,16-20-52,-26 39-1,38-51-22,1 0 0,-1 0 1,1 0-1,1 1 0,-1-1 0,1 1 0,0-1 0,1 1 0,0 0 0,0 9 0,0-14-20,1-1 0,0 0 0,0 1 0,0-1 0,0 0 1,0 0-1,1 1 0,-1-1 0,1 0 0,-1 0 0,1 0 0,0 0 0,0 1 0,0-1 0,0 0 0,0-1 0,0 1 1,1 0-1,-1 0 0,1 0 0,-1-1 0,1 1 0,0-1 0,-1 1 0,1-1 0,0 0 0,0 1 0,0-1 0,0 0 1,0 0-1,0-1 0,4 2 0,10 3-472,0 0 1,0-1-1,0-1 0,0 0 1,1-1-1,0-1 0,27-2 1,-39 1 369,-4 0 140,0 0 1,0-1 0,0 1-1,0 0 1,0-1-1,0 1 1,0-1 0,0 1-1,0-1 1,0 1 0,0-1-1,-1 0 1,1 1 0,0-1-1,0 0 1,-1 0 0,1 0-1,-1 0 1,1 1 0,0-1-1,-1 0 1,0 0-1,1 0 1,-1 0 0,1 0-1,-1 0 1,0 0 0,0 0-1,0-1 1,0 1 0,0 0-1,0 0 1,0 0 0,0 0-1,0-2 1,-6-48 540,4 40-485,-2-9 370,2 27 535,1 35 600,1 118-1552,0-54-3489,0-42-3112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4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9082,'0'0'8946,"162"-6"-8898,-104 9 128,8 3-176,6 0 0,1-2-320,-1-4-1120,18 0-865,-25 0-592,-13 0-3032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5.0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32 208,'0'0'15863,"4"-8"-15284,-2 5-481,8-17 315,-6 19-125,-4 15 103,-1-3-298,-1 0 1,0 0 0,-1 0-1,0-1 1,0 1 0,-9 15 0,-37 62-121,12-24 33,32-56-48,1-1 1,1 1-1,0 0 1,0 0-1,0 0 1,1 0-1,0 1 1,-1 15-1,3-23 22,0-1-1,0 1 1,0 0-1,1 0 1,-1 0-1,0-1 1,1 1-1,-1 0 0,0 0 1,1-1-1,-1 1 1,1 0-1,-1-1 1,1 1-1,0 0 1,-1-1-1,1 1 1,0-1-1,-1 1 1,1-1-1,0 1 1,-1-1-1,1 0 1,0 1-1,0-1 1,0 0-1,-1 0 0,1 1 1,0-1-1,0 0 1,1 0-1,30 2 4,-28-2-46,301 6-5456,-304-6 5531,0-1-1,0 0 1,0 1 0,0-1-1,0 1 1,0-1-1,0 0 1,0 0 0,0 0-1,0 0 1,-1 0-1,1 0 1,0 0 0,-1 0-1,1 0 1,0 0-1,-1 0 1,1 0 0,-1 0-1,0 0 1,1 0-1,-1-1 1,0 1 0,0 0-1,0 0 1,0 0-1,0-1 1,0 1 0,0-1-1,-2-38 2300,2 39-2222,-1 0 0,0 1 0,1-1-1,-1 1 1,1-1 0,-1 1 0,0-1-1,1 1 1,-1-1 0,0 1-1,0-1 1,1 1 0,-1 0 0,0 0-1,0-1 1,1 1 0,-1 0 0,0 0-1,0 0 1,0 0 0,1 0-1,-1 0 1,0 0 0,0 0 0,0 0-1,0 0 1,1 0 0,-1 1 0,0-1-1,0 0 1,1 1 0,-1-1-1,0 0 1,0 1 0,1-1 0,-1 1-1,0-1 1,1 1 0,-1-1-1,1 1 1,-1 0 0,1-1 0,-1 1-1,1 0 1,-1-1 0,1 1 0,-1 0-1,1 1 1,-5 24-24,2 0 0,0 0 0,2 0 0,4 42 0,-2-7-59,-1-40-221,1 0 1,1 0-1,10 40 0,-7-44-1326,0 0 0,14 28-1,-4-19-5100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7.0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1840,'0'0'11435,"0"0"-11374,0 0-1,0-1 1,1 1 0,-1 0 0,0 0-1,0 0 1,1 0 0,-1 0-1,0 0 1,0-1 0,1 1 0,-1 0-1,0 0 1,1 0 0,-1 0 0,0 0-1,0 0 1,1 0 0,-1 0 0,0 0-1,0 0 1,1 0 0,-1 0 0,0 1-1,0-1 1,1 0 0,-1 0 0,0 0-1,0 0 1,1 0 0,-1 1 0,0-1-1,1 2 23,0 1-1,-1 0 0,1-1 0,-1 1 0,0 0 1,1-1-1,-1 1 0,-1 0 0,1 3 1,-1 5 64,1 68-473,17 135 1,-8-132-2665,-7-29-2450,-2-28-1648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7.4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4809,'0'0'14795,"35"-7"-14643,3 7-152,14-6 0,41-9-832,-11-1-2281,-2-2-4984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7.9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93 66 4369,'0'0'11220,"-4"-11"-11106,-12-32 141,12 32 207,4 13 140,0 10-519,0 16 323,0 0 1,2 0 0,10 51 0,2-24-594,4 9-724,-4 0 0,9 82 1,-23-97-1160,0-49 2061,0 1 1,0-1-1,-1 1 0,1-1 1,0 0-1,0 1 0,0-1 1,-1 1-1,1-1 1,0 0-1,-1 1 0,1-1 1,0 0-1,-1 0 0,1 1 1,0-1-1,-1 0 0,1 0 1,0 0-1,-1 1 1,1-1-1,-1 0 0,1 0 1,-1 0-1,1 0 0,0 0 1,-1 0-1,1 0 0,-1 0 1,1 0-1,-1 0 0,-20 0 23,15 0-43,-65-4 927,28 2 2789,108 2-4144,87-1-4249,-96-5-245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8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 10458,'0'0'7946,"90"-9"-8090,-56 6-792,-3 0-817,4-4-511,-15 1-649,-2 0-3984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8.7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0 8306,'-83'52'2399,"81"-51"-2257,0 0-1,1 0 1,-1 0 0,1 1 0,-1-1-1,1 0 1,0 0 0,-1 1-1,1-1 1,0 1 0,0-1 0,-1 4-1,3 6 127,0-7 8,-3 37 688,1-27-700,1 1 0,0 0 0,0-1 0,4 17 0,-3-28-261,1 0 0,-1 0 0,1 0 0,0-1-1,0 1 1,-1-1 0,2 0 0,-1 1 0,0-1 0,0 0-1,1 0 1,-1 0 0,1-1 0,0 1 0,-1 0 0,1-1-1,0 0 1,0 0 0,0 0 0,0 0 0,0 0 0,5 0-1,6 2-41,1 0 1,-1-1-1,22-1 0,17-2-608,-33-1 62,0 1 0,0 1 0,1 1 1,-1 1-1,31 7 0,-46-7 544,0 0 0,0 0-1,0 1 1,-1 0 0,1 0 0,-1 0 0,0 0-1,1 1 1,-1 0 0,-1-1 0,1 1 0,-1 1-1,1-1 1,-1 0 0,0 1 0,-1 0-1,1 0 1,-1 0 0,0 0 0,0 0 0,-1 0-1,1 0 1,-1 1 0,0-1 0,-1 0 0,1 8-1,-1-3 103,0-1 0,0 1 0,-1-1 0,0 1 0,0-1 0,-1 1 0,-1-1 0,1 0 0,-1 0 0,-1 0 0,0 0 0,0 0-1,-1-1 1,-7 10 0,2-6 276,0 0 0,-1 0 0,-1-1 1,0 0-1,-18 11 0,26-19-377,0-1 0,0 1 0,0-1 0,0 0-1,0 0 1,-1 0 0,1-1 0,-1 1 0,0-1 0,1 0 0,-1-1 0,0 1 0,1-1 0,-1 0 0,0 0 0,0 0 0,1-1 0,-1 1 0,0-1 0,1 0 0,-1-1 0,-6-2 0,-3-5-2830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29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14195,'0'0'6249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1.2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1 436 1040,'0'0'10382,"0"3"-9989,0 12 4826,2-17-4931,13-20-156,28-26-1,4-6-172,76-121-2512,-101 137 9,20-49 0,-33 60-1398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1.6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2601,'0'0'13971,"187"111"-13571,-142-77-112,6 4-224,4-1-64,8-6 0,-1 0-1257,7 0-823,-21-15-1993,-17-4-5633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1 232,'0'0'12287,"24"1"-12135,73 5-118,-94-6-32,0 1 0,-1-1-1,1 0 1,0 1-1,0 0 1,-1 0-1,1-1 1,-1 2 0,1-1-1,-1 0 1,1 0-1,-1 1 1,1-1 0,-1 1-1,0 0 1,0 0-1,0 0 1,0 0-1,2 3 1,-2-2-18,-1 1-1,0-1 1,0 0 0,0 1-1,0-1 1,-1 0 0,1 1-1,-1-1 1,0 1 0,0 3-1,0-4-12,-1-2 33,1 1-1,-1 0 1,1-1 0,-1 1-1,0 0 1,1-1 0,-1 1-1,0-1 1,0 1 0,0-1-1,0 0 1,-1 1 0,1-1 0,0 0-1,0 0 1,-1 0 0,1 0-1,-3 2 1,-36 19 36,25-14-66,-50 26 22,64-34-25,8 0-66,27-1 201,-17 0-78,0 0 0,0 2-1,-1 0 1,29 5 0,-41-6-23,-1 1 1,0 0-1,0 0 1,0 0-1,0 0 1,0 1-1,0 0 1,0-1-1,0 1 1,0 0-1,-1 0 1,1 0-1,-1 0 1,1 1-1,-1-1 1,0 1-1,0 0 1,0-1-1,-1 1 1,1 0-1,0 0 0,-1 0 1,0 0-1,0 0 1,0 0-1,0 1 1,0-1-1,-1 0 1,1 6-1,-1-4 70,0-1-1,0 1 0,0-1 0,-1 1 0,1-1 0,-1 1 0,-1-1 1,1 1-1,0-1 0,-1 0 0,0 1 0,0-1 0,0 0 0,-1 0 1,1-1-1,-1 1 0,0 0 0,0-1 0,0 0 0,-1 1 0,1-1 1,-5 3-1,-8 4 26,0-1 0,-1 0 1,0-1-1,-23 7 1,-24 12-2086,53-21-1449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2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4 680,'0'0'19444,"20"-3"-18980,15 3 97,13 0-273,14 0-216,14 0-72,10 0-96,11 0-601,37 0-1471,-23 0-793,-18 0-1800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3.3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55 12171,'0'0'4430,"31"-9"-4335,96-29-83,-122 37-16,1-1 1,-1 1-1,0 0 1,1 0 0,-1 0-1,1 1 1,-1 0-1,1 0 1,-1 0-1,0 1 1,1 0 0,8 2-1,-11-1-9,1 0 0,-1 0-1,1 1 1,-1-1 0,0 1-1,0 0 1,0-1 0,0 1-1,-1 1 1,4 4 0,-2-3-15,-2 0 0,1-1 0,0 1 0,-1 0 0,0 0 0,0 1 0,-1-1-1,0 0 1,1 1 0,-2-1 0,1 0 0,-1 1 0,1-1 0,-1 1 0,-1-1 0,1 1 0,-3 6 0,2-5 22,-1 0 1,0-1-1,0 1 1,0-1-1,-1 1 1,0-1-1,-1 0 0,1 0 1,-1 0-1,0-1 1,-1 1-1,1-1 1,-6 5-1,-3 0 54,-1 0-1,1 0 1,-1-1-1,-30 13 0,38-22 672,10-7-582,11-8-168,-9 12 37,0 0 1,-1 0 0,1 1 0,1 0 0,-1 0-1,0 1 1,0 0 0,1 0 0,-1 0 0,0 1-1,1 0 1,-1 0 0,1 1 0,-1 0 0,0 0-1,1 0 1,-1 1 0,0 0 0,0 0 0,0 0-1,0 1 1,0 0 0,9 7 0,-8-5-41,0 0 1,-1 1-1,0 0 1,0 0 0,0 1-1,-1 0 1,0 0-1,0 0 1,-1 0-1,0 1 1,0 0 0,0 0-1,-1 0 1,-1 0-1,1 0 1,-1 1-1,1 10 1,-2-8 19,0-1 1,-1 1-1,0 0 0,-1 0 1,0-1-1,0 1 0,-1 0 1,0-1-1,-1 0 1,-8 19-1,7-21 92,-1 0 0,1-1 1,-1 0-1,-1 0 0,1 0 0,-1-1 1,-1 0-1,1 0 0,-1 0 0,0-1 1,0 0-1,0 0 0,-14 6 0,9-6 59,-1 0-1,0 0 0,0-1 0,0-1 0,-1-1 0,1 1 1,-1-2-1,0 0 0,-18-1 0,31 0-284,0 0-1,0 0 1,0 0 0,0 0-1,-1 0 1,1 0 0,0 0 0,0-1-1,0 1 1,0 0 0,0-1-1,0 1 1,0-1 0,-1 1-1,1-1 1,0 1 0,0-1-1,0 0 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5.4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1 488,'0'0'17424,"7"17"-15410,5 41-2188,-3 0 1,-3 1 0,-1 86 0,-3-95-472,5 91-5094,-7-114 1124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5.8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44 968,'0'0'18844,"17"-19"-18404,14 13-128,7 3-184,4 0-80,6 3-96,28-4-1032,-14 1-1808,-7-3-4210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6.5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207 342 1584,'0'0'15348,"18"-3"-15119,-3 0-192,-2 2-20,1-1 0,-1-1 0,0 0 0,0-1-1,0-1 1,0 0 0,23-13 0,-33 15-9,1-1-1,-1 1 1,0-1 0,0 0-1,0 0 1,0 0-1,-1-1 1,1 1 0,-1-1-1,0 1 1,-1-1 0,1 0-1,-1 0 1,0 1-1,0-1 1,0-7 0,0-2 2,0-1-1,-2 1 1,1 0 0,-5-22 0,3 30-23,1-1 1,-1 1 0,0 0-1,-1 0 1,1 0-1,-1 0 1,-1 1 0,1-1-1,-1 1 1,0-1 0,0 1-1,0 1 1,-1-1-1,1 1 1,-1-1 0,0 1-1,-1 1 1,1-1-1,-1 1 1,1 0 0,-1 0-1,0 0 1,0 1 0,0 0-1,-1 0 1,1 1-1,0 0 1,-1 0 0,1 0-1,-1 1 1,1 0-1,-1 0 1,1 0 0,-1 1-1,1 0 1,0 1 0,-1-1-1,1 1 1,0 0-1,0 1 1,-9 4 0,1 1 20,0 1-1,0 1 1,1 0 0,1 1 0,0 0 0,0 1 0,1 0 0,1 1 0,-12 17 0,16-20-9,0 0 0,0 1 0,1 0-1,0 0 1,1 0 0,0 0 0,1 1 0,0 0 0,1-1 0,0 1 0,1 0 0,1 0 0,0 19 0,1-29-28,-1 1 0,1 0 0,-1-1 0,1 1 1,0-1-1,0 1 0,0-1 0,0 1 0,1-1 1,-1 0-1,0 1 0,1-1 0,0 0 0,-1 0 0,1 0 1,0 0-1,0-1 0,0 1 0,1 0 0,-1-1 1,0 0-1,0 1 0,4 0 0,1 1-207,0-1 0,0 0-1,0 0 1,0-1 0,0 0-1,0-1 1,10 1 0,-17-1 247,0 0 1,1 0-1,-1-1 1,0 1-1,0 0 1,0 0-1,0 0 1,0 0-1,0 0 1,0 0 0,0 0-1,0-1 1,1 1-1,-1 0 1,0 0-1,0 0 1,0 0-1,0 0 1,0 0-1,0-1 1,0 1-1,0 0 1,0 0-1,0 0 1,0 0-1,0 0 1,0-1-1,0 1 1,0 0-1,0 0 1,0 0 0,0 0-1,0 0 1,0-1-1,0 1 1,-1 0-1,1 0 1,0 0-1,0 0 1,0 0-1,0 0 1,0-1-1,0 1 1,0 0-1,0 0 1,-1 0-1,1 0 1,0 0-1,0 0 1,0 0-1,0 0 1,0 0 0,-5 9 55,1 1 0,1 0 0,0 0 0,0 0-1,1 1 1,0-1 0,0 22 0,4 77 354,-1-102-399,-1 0 1,2 1-1,-1-1 1,1 0-1,0 0 1,0 0 0,1 0-1,-1 0 1,2-1-1,-1 1 1,1-1-1,0 0 1,0 0-1,1 0 1,0-1-1,0 1 1,0-1-1,0 0 1,1-1 0,8 6-1,-5-5-26,0 0-1,0-1 1,0 0-1,1-1 0,-1 0 1,1-1-1,0 1 1,0-2-1,-1 0 1,1 0-1,0-1 1,0 0-1,0 0 1,17-4-1,-19 2-95,-1 0 0,1 0 0,-1-1 0,0 0-1,0-1 1,0 1 0,0-1 0,0-1 0,-1 1 0,0-1-1,0 0 1,0-1 0,-1 1 0,0-1 0,0 0 0,0-1-1,-1 1 1,8-14 0,-8 11 38,0 1 0,0-1 1,-1 0-1,0 0 0,-1-1 0,0 1 0,0-1 0,-1 1 0,0-1 1,-1 1-1,0-1 0,0 0 0,-1 1 0,0-1 0,-4-11 1,3 14 89,-1 1 1,0 0 0,-1 1-1,1-1 1,-1 0 0,-1 1 0,1 0-1,-1 0 1,1 0 0,-1 1-1,-1 0 1,1 0 0,-1 0-1,1 0 1,-9-3 0,-3-1 19,0 0 0,-1 0 0,0 2 1,-22-5-1,24 7-115,-1 1 0,1 0 1,-1 1-1,0 1 0,0 1 1,0 1-1,-25 3 0,39-3-87,0-1 0,1 1 0,-1 0 0,1 0 0,-1 1-1,1-1 1,0 0 0,-1 1 0,1-1 0,0 1 0,-3 2 0,-11 23-3835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6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8242,'0'0'13699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9.9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 1 6969,'0'0'8657,"35"10"-8197,108 35-296,-137-43-159,-1 1 1,1-1-1,-1 1 0,0 0 0,0 0 1,0 0-1,0 1 0,0 0 1,6 7-1,-8-7 3,0 0-1,-1 0 1,0 0 0,0 0 0,0 0 0,-1 1-1,3 7 1,-2-5 3,1 4-7,0 1 1,-1-1-1,0 1 1,0 0-1,-2 0 1,1 0-1,-1 0 1,-1 0-1,0 0 1,-1 0-1,0 0 1,-1-1-1,-1 1 1,1-1-1,-2 0 1,1 0-1,-2 0 1,1 0-1,-2-1 1,-10 15-1,7-14-40,-1-1 0,1 0-1,-1 0 1,-1-2 0,0 1 0,0-1-1,-15 6 1,20-10-81,-1-1-1,0 0 1,-1 0-1,1-1 1,-1 0-1,1 0 1,-1-1-1,1 0 1,-1 0-1,0-1 1,1-1-1,-1 1 1,-9-3-1,15 2 73,0 0 0,1 1 0,-1-2-1,1 1 1,-1 0 0,1 0 0,-1-1 0,1 1-1,0-1 1,-1 0 0,1 0 0,0 0 0,0 0 0,0 0-1,1 0 1,-1-1 0,1 1 0,-1 0 0,1-1-1,0 1 1,-1-1 0,0-5 0,-1-1-48,1-1 0,0 1 0,1-1 0,0 0 0,1-12-1,0 20 90,0 0-1,1 0 0,-1-1 0,1 1 0,-1 0 0,1 0 1,0 0-1,0 0 0,0 0 0,0 0 0,0 0 1,0 0-1,0 1 0,1-1 0,-1 0 0,1 1 0,-1-1 1,1 1-1,0-1 0,-1 1 0,1 0 0,0 0 0,0 0 1,0 0-1,0 0 0,0 0 0,0 0 0,0 1 1,0-1-1,0 1 0,1-1 0,1 1 0,11-2 28,-1 1 0,1 0 0,25 2 0,-31-1-8,-2 1-1,-1 0 0,0 0 0,0 1 0,1 0 0,-1 0-1,0 0 1,-1 1 0,1 0 0,0 0 0,-1 0-1,0 1 1,7 5 0,8 9-36,30 33 1,-22-21-249,-1-4-1733,-5-5-3274,-7-4 797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9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1 437 856,'0'0'7215,"2"1"-6814,1-1 0,0 1 0,0-1 0,-1 0-1,1 0 1,0 0 0,0 0 0,-1 0 0,6-2 0,2-5-41,0-2 1,0 1-1,-1-1 0,0-1 0,-1 1 1,9-14-1,6-6 177,8-6-264,24-28-704,81-121 0,-134 180 225,2-2-627,0-1-1,0 0 1,-1 1-1,5-14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39.4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3849,'0'0'14083,"145"63"-13739,-100-29-112,7 6-184,3 0-56,4-2 8,-1-4-240,1-6-976,6-16-769,-13-6-991,-14-6-3930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0.5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56 304,'0'0'18780,"197"0"-18236,-125 0-256,11 0-240,10 0-48,4 0-72,-1 0-960,25-6-952,-17-10-1905,-28-5-1648,-18 8-1345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1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186 0 432,'0'0'18391,"31"5"-18150,96 20-197,-123-24-43,0 1 0,0-1-1,0 1 1,0-1 0,-1 1 0,1 0 0,0 1-1,-1-1 1,0 1 0,1-1 0,-1 1-1,0 0 1,0 0 0,-1 0 0,1 1 0,-1-1-1,1 1 1,-1-1 0,0 1 0,0 0-1,-1 0 1,1 0 0,-1 0 0,1 6 0,2 0-2,1 6-7,0 2-1,-2-1 1,0 0 0,0 1 0,-2-1 0,0 1-1,-1-1 1,-1 1 0,0 0 0,-1-1 0,-1 1 0,-1-1-1,-1 0 1,0 0 0,-1-1 0,-1 1 0,0-1-1,-2-1 1,1 1 0,-2-1 0,-12 15 0,6-11 0,-1 0 0,-1-2 0,-1 0 0,0-1 1,-23 15-1,33-25 8,-1 0 0,1-1 0,-1 0 0,0 0 0,0-1 0,0-1 1,0 0-1,-1 0 0,0-1 0,1 0 0,-1-1 0,0 0 0,0-1 0,-13-1 0,21 0-4,1 0-1,-1 0 0,0 0 0,0-1 0,1 1 0,-1-1 1,0 1-1,1-1 0,0 0 0,-1 0 0,1 0 1,0-1-1,0 1 0,0 0 0,0-1 0,1 1 0,-1-1 1,1 0-1,-1 1 0,1-1 0,0 0 0,0 0 1,0 0-1,1 0 0,-1 0 0,1 0 0,-1-5 0,0 2 3,1 1-1,-1-1 1,1 1-1,0-1 0,1 1 1,-1 0-1,1-1 0,0 1 1,0-1-1,1 1 0,0 0 1,0 0-1,0 0 0,0 0 1,5-7-1,-2 7 5,1 1 0,-1-1 0,1 1-1,0 0 1,0 0 0,1 1 0,-1-1 0,1 1 0,0 1 0,-1 0-1,1 0 1,0 0 0,0 0 0,12 0 0,-8 1 9,1 0-1,-1 1 1,0 0 0,0 1 0,0 0 0,0 1 0,0 0-1,0 1 1,13 4 0,-4 3 15,0 1 1,-1 1-1,26 21 1,-22-15-74,49 26 1,-54-35-670,0-1 0,1-1 0,33 9 0,-10-11-3346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3.4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4 200,'0'-3'16541,"0"6"-15736,10 332-340,0-195-6384,-10-112 564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3.8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54 9450,'0'0'9394,"190"-31"-9298,-118 21-96,18 4-272,-14 3-2449,-21 0-3688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4.2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 3913,'0'0'17957,"-1"-3"-17898,1 2-59,0 0 1,0 1 0,0-1 0,0 1-1,0-1 1,1 1 0,-1-1 0,0 1-1,0-1 1,0 1 0,0-1 0,1 1-1,-1-1 1,0 1 0,0-1 0,1 1 0,-1-1-1,0 1 1,1 0 0,-1-1 0,0 1-1,1 0 1,-1-1 0,1 1 0,-1 0-1,1-1 1,-1 1 0,1 0 0,0-1-1,25-4 24,43 5-79,-44 0-62,52-1-621,80 2-1070,-157 15 1992,-2 12 20,-1 1-1,-1-1 1,-12 40-1,-6 35 20,3 121-348,19-175-1405,6 50 0,6-48-1719,2-16-1289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4.5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9178,'0'0'10922,"158"-6"-10922,-85 6-144,-8 0-1832,-13 0-3193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4.8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4241,'0'0'17548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8.0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32 936,'0'0'9898,"0"-7"-8768,0-15 2,0 20-204,0 18-212,1 18-469,1 0 0,13 62 0,-10-66-907,-1 0 1,0 46 0,-4-76 649,-1 1 0,1 0-1,-1-1 1,1 1 0,-1-1 0,0 1 0,1-1 0,-1 1-1,0-1 1,1 1 0,-1-1 0,0 0 0,0 1 0,0-1 0,1 0-1,-1 0 1,0 0 0,0 0 0,0 1 0,1-1 0,-1 0-1,0 0 1,0-1 0,-1 1 0,-31 0 23,23 0-9,-28 0 1045,34 0 253,23 0-950,111 0-456,-45 0-4908,-59 0-2400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7.0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25 543 800,'0'0'13836,"-4"3"-13506,-13 7-45,13-7 126,17-18-15,55-63-1037,-3-4-1,76-126 1,-127 185-580,-1-1 0,-2 0 1,15-37-1,-14 17-3493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7.4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12227,'0'0'7865,"203"96"-7801,-151-59-64,3 7-56,17 2-1040,-13-5-1440,-11-13-2386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8.5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 4017,'0'0'12819,"176"-3"-12475,-107-1-264,7 4-80,3 0-256,-3 0-1193,21 0-807,-11 0-385,-20 0-2344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49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 37 264,'0'0'15681,"0"-7"-15496,0 2-167,-1-18 119,1 21 23,1 16 89,22 137 476,-13-103-799,5 80-1,-15 85-1114,0-212 1174,-15-1 164,6 0-132,3 0 105,1-1 0,-1 2 0,0-1 0,1 0 0,-1 1 0,0 0 0,1 0 0,0 1 0,-9 3 0,14-5-106,0 0 1,0 0 0,0 0 0,0 0 0,-1 0-1,1 0 1,0 0 0,0 0 0,0 0-1,0 0 1,0 0 0,0 0 0,-1 0-1,1 0 1,0 0 0,0 0 0,0 0-1,0 0 1,0 1 0,0-1 0,0 0 0,0 0-1,-1 0 1,1 0 0,0 0 0,0 0-1,0 0 1,0 1 0,0-1 0,0 0-1,0 0 1,0 0 0,0 0 0,0 0-1,0 0 1,0 1 0,0-1 0,0 0-1,0 0 1,0 0 0,0 0 0,0 0 0,0 1-1,0-1 1,0 0 0,0 0 0,0 0-1,0 0 1,0 0 0,0 0 0,1 1-1,-1-1 1,0 0 0,0 0 0,10 3 188,12-2-223,-22-1 28,37 1-597,-1-2 0,0-2 0,1-1 0,56-14 1,-53 6-2360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51.3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 2 10850,'0'0'7946,"-3"-1"-7945,2 1 0,1 0 0,-1 0 0,1 0 1,-1 0-1,1 0 0,0 0 0,-1 0 0,1 0 0,-1 0 0,1 0 0,-1 0 0,1 0 0,-1 0 0,1 0 0,-1 0 0,1 0 0,-1 1 0,1-1 0,-1 0 0,1 0 0,0 1 0,-1-1 0,1 0 0,-1 0 0,1 1 0,0-1 1,-1 0-1,1 1 0,0-1 0,-1 1 0,1-1 0,0 0 0,0 1 0,0-1 0,-1 1 0,1-1 0,0 1 0,0-1 0,0 1 0,0-1 0,0 1 0,0-1 0,0 1 0,0-1 0,0 1 0,6 32 132,0-7-67,13 207-532,-13-133-2332,2-2-3580,-4-59-912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51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4065,'0'0'16323,"97"-40"-16403,-59 40 64,0 0-800,17 0-1008,-10 0-753,-7 0-2360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52.1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382 21 3065,'0'0'14771,"-32"-4"-14403,-105-11 92,132 14-381,-1 1 1,1 0-1,-1 0 1,1 1-1,-1-1 1,1 1-1,-1 0 1,1 1-1,-1 0 1,1-1-1,0 2 1,0-1-1,0 1 1,0-1-1,1 1 1,-1 1-1,1-1 1,-1 0-1,-6 9 1,1-3 184,1 1-109,0-1-1,0 2 1,2-1 0,-1 1 0,1 0 0,1 1 0,0-1-1,0 1 1,1 0 0,1 1 0,0-1 0,-4 26 0,6-29-151,1 0 1,0 1-1,0 0 1,1-1 0,0 1-1,1-1 1,0 1-1,0-1 1,1 0 0,1 1-1,-1-1 1,1 0 0,1 0-1,0-1 1,0 1-1,1-1 1,0 0 0,7 10-1,-3-9-46,1 0-1,0-1 1,0 0-1,1 0 1,0-1-1,0-1 1,1 0 0,0 0-1,0-1 1,0-1-1,0 0 1,23 4-1,-9-4-196,0-1 0,0-1 0,1-1 0,-1-1 0,31-5 0,-29 1-580,0-2 0,34-11 0,41-19-4281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52.4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17420,'0'0'5073,"214"-19"-5097,-159 13-96,0 3-1072,14-7-897,-17 4-816,-11 3-1976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52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69 14723,'0'0'10226,"145"-53"-10122,-100 50-104,6 3-104,25-3-792,-10 0-3329,-15-4-3464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5:59.8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1426 992,'0'0'14259,"12"-17"-13038,12-15-548,1 1 1,44-41 0,384-362 684,-36-31-4727,-357 388-416,97-166 1,-129 189-168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0.5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1016 4905,'0'0'11955,"114"-171"-10883,-35 100-560,14-10-416,7-9-96,0-15-144,0-4-1336,21-49-937,-28 33-504,-20 20-2680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1.6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 71 2921,'0'0'14268,"26"-12"-13869,84-35-85,-106 45-267,1 0-1,-1 0 1,1 1-1,0-1 1,0 1-1,-1 0 1,1 1-1,0-1 0,0 1 1,0 0-1,0 0 1,0 1-1,0-1 1,0 1-1,0 0 1,7 3-1,-8-2-24,-1 0 0,0 0 0,0 1 0,0-1 0,0 1 1,-1-1-1,1 1 0,-1 0 0,1 0 0,-1 0 0,0 0 0,0 0 0,-1 1 0,1-1 0,0 1 0,1 5 0,0 8-2,0-1-1,0 0 0,-2 1 0,0 0 0,-1-1 0,-1 1 0,-2 17 0,1-24-34,-1 0 0,0 0 0,0 0-1,-1 0 1,0-1 0,0 0 0,-1 0 0,-1 0 0,1 0 0,-1-1-1,-1 0 1,0 0 0,0-1 0,0 0 0,-1 0 0,-10 7-1,8-7-175,0 0-1,0-1 0,-1 0 0,0 0 1,0-1-1,0 0 0,0-1 1,-1-1-1,0 0 0,0 0 0,0-1 1,0-1-1,-17 1 0,27-3 166,0 1-1,0 0 1,0-1 0,1 1-1,-1-1 1,0 1-1,1-1 1,-1 0-1,0 0 1,1 0 0,-1 0-1,1 0 1,-1 0-1,1 0 1,0 0 0,-1-1-1,1 1 1,0 0-1,0-1 1,0 1 0,0-1-1,0 1 1,0-1-1,1 0 1,-1 1 0,0-1-1,1 0 1,-1-2-1,0 0 8,0-1-1,0 0 0,1 0 0,-1 0 1,1 0-1,0 1 0,1-1 1,-1 0-1,3-9 0,-2 12 36,0 0-1,0 0 1,1 0 0,-1 0-1,0 0 1,1 0-1,0 1 1,-1-1-1,1 1 1,0-1-1,0 1 1,-1-1 0,1 1-1,0 0 1,0 0-1,1 0 1,-1 0-1,0 0 1,0 1 0,0-1-1,1 1 1,1-1-1,55-6 495,-56 7-484,-1 0-10,27-1 371,45 3 1,-65-1-359,0 1 0,0 0 1,0 0-1,-1 0 0,1 1 1,-1 1-1,1-1 0,-1 1 1,8 6-1,37 30-403,-3-4-1756,-14-14-2089,-4-8-5975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2.8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1348 3441,'0'0'13452,"12"-30"-12915,-2 4-431,1-3 30,1 0 1,1 1-1,1 1 0,2 0 0,23-31 0,444-472 1286,-236 276-1507,-98 93-1594,-52 55-2721,-58 64-177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3.8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0 906 8618,'0'0'7715,"30"-27"-7476,10-10-100,129-126 632,-48 41-70,105-110 16,-21-13-2597,-197 235 1289,18-30-423,-25 37 374,0 0-1,0 0 0,0 0 0,0 1 1,0-1-1,-1 0 0,0 0 0,1-3 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4.8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19 1216,'0'0'13091,"25"-3"-12967,79-10 24,-96 12-138,-1 0 0,1 1-1,-1 0 1,1 0 0,-1 0 0,1 1 0,-1 0-1,1 1 1,11 3 0,-17-4-6,0 0 1,0 0-1,0 1 1,0-1-1,-1 0 0,1 1 1,0-1-1,-1 1 0,1 0 1,-1-1-1,0 1 1,1 0-1,-1 0 0,0 0 1,0 0-1,0 0 0,0 0 1,-1 0-1,1 1 1,-1-1-1,1 0 0,-1 0 1,0 0-1,1 1 0,-1-1 1,-1 3-1,1-3-1,-3 43 119,2-42-115,0 0-1,0 0 0,0 0 0,-1-1 0,1 1 0,-1 0 1,1-1-1,-1 1 0,0-1 0,0 0 0,0 0 0,-5 4 1,-4 3-19,4-2-12,0-1 0,-1 0 0,-16 9 0,23-14-43,22-9-625,-8 3 727,-1 0 1,0 1-1,1 1 0,0 0 1,0 0-1,0 2 1,0-1-1,25 2 0,-36 0-25,0 1 0,0-1 0,0 1 0,0 0 0,0-1-1,0 1 1,0 0 0,-1 0 0,1 0 0,0 0 0,0 1 0,-1-1-1,1 0 1,-1 1 0,1-1 0,-1 1 0,0 0 0,0-1-1,0 1 1,0 0 0,0 0 0,0-1 0,0 1 0,0 0-1,-1 0 1,1 0 0,-1 0 0,1 0 0,-1 0 0,0 3 0,2 8 17,-1 0 0,0 1 1,-3 18-1,2-27-16,0-2 0,-1 1 0,1-1 0,-1 1 0,0-1 0,0 0 0,0 1 0,-1-1 0,1 0 0,-1 1 0,1-1 0,-1 0 0,0 0 0,-1-1 0,-4 6 0,2-3 11,-1 0-1,1-1 1,-1 0 0,0 0 0,0 0 0,-1-1-1,-7 3 1,0-1-23,-1 0 1,0-1-1,0-1 0,-1 0 0,1-1 0,-20 0 0,24-3-856,7-7-1302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5.8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1047 5369,'0'0'11043,"59"-84"-10971,10 25-72,13-18 48,15-17 40,10-14-88,3-4 0,1-6-8,-11 6-729,-4-9-855,-30 28-1441,-25 25-7153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6.5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1 907 13067,'0'0'4385,"176"-177"-3593,-90 100-544,7-7-80,4-12-96,-4 6-112,0 6 40,-7 0-688,11-6-937,-25 19-1135,-24 18-4138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7.3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 3937,'0'0'12531,"93"-9"-15956,-62 9 200,-6 6-5889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7.8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121 0 864,'-43'57'5267,"15"-14"3585,8 17-8934,11-30 884,7-24-760,0-1-26,1 0 1,-1 1-1,1-1 1,0 1-1,0 7 0,1-13-14,0 1 0,0-1-1,0 0 1,0 1-1,1-1 1,-1 1 0,0-1-1,0 0 1,0 1 0,1-1-1,-1 0 1,0 1-1,1-1 1,-1 0 0,0 0-1,0 1 1,1-1 0,-1 0-1,1 0 1,-1 1-1,0-1 1,1 0 0,-1 0-1,0 0 1,1 0-1,-1 0 1,1 1 0,-1-1-1,0 0 1,1 0 0,-1 0-1,1 0 1,-1 0-1,1 0 1,-1 0 0,0-1-1,1 1 1,-1 0-1,1 0 1,0 0 0,0 0 7,41-1 44,59 3-31,-98-2-22,1 0 0,-1 1 0,0 0-1,0-1 1,0 1 0,0 1 0,0-1 0,0 0-1,0 1 1,0-1 0,0 1 0,0 0 0,-1 0-1,1 0 1,-1 1 0,1-1 0,-1 0 0,0 1 0,0-1-1,0 1 1,-1 0 0,1 0 0,0 0 0,-1 0-1,0 0 1,1 3 0,1 5-1,-1-1-1,0 1 0,0 0 1,-1 0-1,-1 0 1,-1 16-1,0-22 4,0 0-1,0 0 1,-1-1 0,0 1-1,0 0 1,0-1-1,0 0 1,-1 1 0,1-1-1,-1 0 1,0 0-1,0-1 1,-1 1 0,1-1-1,-1 1 1,0-1 0,0 0-1,0-1 1,-8 5-1,-9 5 19,-1-1 0,-36 13 0,53-22-16,-5 2-72,0 0-238,-1 0 1,0-1 0,-15 3-1,18-5-2179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8.7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1109 1032,'0'0'13776,"19"-29"-12839,0 1-733,120-165 581,-2 25-596,313-410-100,-435 557-237,0-1-831,34-38 1,-32 50-804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09.4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1146 9490,'0'0'8018,"172"-165"-7498,-92 97-160,9-10-352,8-5 72,3-14-80,4-2 0,-1-7-176,-6-2-592,-4 2-505,-7 1-775,-24 24-945,-31 31-2976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10.6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170 0 1272,'-1'0'14983,"-13"8"-14498,-6 9-253,0 1 1,-27 34 0,37-40-229,1 0 1,1 1-1,0 0 1,0 0-1,2 1 1,-7 14-1,12-25-12,0-1 0,1 0 0,-1 1 0,0-1 1,1 1-1,-1-1 0,1 1 0,0-1 0,0 1 0,0-1 0,0 1 0,0-1 0,2 5 1,-2-6 2,1 0 0,0 0 0,0 0 0,0 0 0,0 0 1,0 0-1,0-1 0,0 1 0,0 0 0,0-1 0,0 1 1,0 0-1,1-1 0,-1 1 0,0-1 0,0 0 0,1 1 1,-1-1-1,0 0 0,0 0 0,1 0 0,-1 0 1,0 0-1,1 0 0,0 0 0,205-7-1145,-206 5 1125,1-1 0,0 0 0,-1 1 0,0-1-1,0 0 1,0 0 0,0 0 0,0 0-1,-1 0 1,1 0 0,-1-6 0,1 3 177,1-15-435,-1 17 735,-1 14 1047,-8 73-874,4-56-468,-1 35 0,4-26-511,0-19-874,1-1-1,3 26 0,3-25-4605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0.4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154 0 408,'0'0'15346,"33"4"-14757,103 16-379,-129-19-211,0 1 0,0 0 0,0 1 0,0-1 0,0 1 0,0 1 1,-1-1-1,1 1 0,-1 0 0,0 0 0,-1 1 0,1 0 0,-1 0 0,7 8 0,-5-5-5,0 1 17,0 0 0,-1 0-1,0 1 1,0 0 0,-1 0 0,-1 0 0,0 1 0,0 0 0,-1 0-1,0 0 1,-1 0 0,-1 0 0,1 0 0,-1 13 0,-1-10 3,0 1 1,-1-1 0,-1 0-1,0 1 1,0-1 0,-2 0-1,0 0 1,0 0 0,-2 0-1,-10 19 1,-4-1 0,-1-1-1,-1-2 1,-44 45-1,48-56-15,-1-1-1,-1-1 0,0 0 1,-1-1-1,-1-2 0,-25 13 1,37-22-43,1-1 1,-1 0 0,0-1-1,0 0 1,0-1 0,0 1-1,-20-2 1,27 0 14,1 0 0,0 0 1,-1-1-1,1 1 0,0-1 0,-1 1 0,1-1 1,0 0-1,0 0 0,0 0 0,-1 0 1,1 0-1,0 0 0,0-1 0,1 1 0,-1-1 1,0 1-1,0-1 0,1 0 0,-1 0 1,1 0-1,-1 0 0,1 0 0,0 0 1,0 0-1,0 0 0,0 0 0,0 0 0,1-1 1,-1 1-1,0 0 0,1-1 0,0 1 1,0-5-1,-1 1 27,1 0 0,0 0 0,0 0 1,1 0-1,0 0 0,0 0 0,1 1 0,-1-1 1,1 0-1,0 1 0,1-1 0,-1 1 0,7-9 1,-3 6 2,1 0 0,0 0 1,0 1-1,1 0 0,0 1 0,0 0 1,1 0-1,0 0 0,0 1 1,0 1-1,15-6 0,-8 4 24,1 2-1,1 0 1,-1 1-1,0 0 0,1 2 1,17 0-1,-28 1-21,0 0 0,0 1 0,0 0-1,0 1 1,0-1 0,-1 1 0,1 0-1,-1 1 1,1 0 0,-1 0 0,0 0-1,0 1 1,8 6 0,3 4-14,-1 2-1,27 32 1,-32-33 4,1-2 1,1 1-1,0-2 1,0 0-1,23 16 1,-27-23 15,0 0-1,0 0 1,1-1 0,19 6 0,-27-10-2,1 1 0,-1 0 0,1-1 0,-1 0 0,1 1 0,-1-1 0,1 0 0,-1 0 0,1 0 0,-1-1 0,1 1 0,-1 0 0,1-1 0,-1 0 0,0 0 0,1 1 0,-1-1 0,0-1 0,0 1 0,1 0 0,-1 0 0,0-1 0,0 1 0,0-1 0,-1 0 0,4-3 0,9-19 155,0-1 0,-2-1 0,14-38 0,-13 28-10,23-40-1,-18 43-109,1 1 0,2 2 0,1 0 1,47-49-1,-65 75-91,0 1 0,1-1 0,-1 1 0,1 0-1,-1 0 1,1 0 0,9-3 0,21-3-3490,-20 8-2567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0.8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56,'0'0'19892,"165"90"-19756,-116-55 24,-4 5-160,-1-3-8,-2 3-408,6 1-784,-13-7-1185,-8-12-2672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1.2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13851,'0'0'5297,"197"-21"-6841,-183 21-721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1.5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145 0 4417,'-113'57'4734,"84"-39"-306,28-18-4391,1 0 0,0 0 1,0 1-1,0-1 0,-1 0 0,1 0 0,0 1 1,0-1-1,0 0 0,0 1 0,0-1 0,0 0 1,-1 0-1,1 1 0,0-1 0,0 0 0,0 1 1,0-1-1,0 0 0,0 1 0,0-1 0,0 0 1,0 1-1,1-1 0,-1 0 0,0 1 1,0-1-1,0 0 0,0 0 0,0 1 0,1-1 1,-1 1-1,2 5 125,2 2 132,0 0 1,0-1-1,0 1 1,1-1-1,0-1 1,1 1 0,-1-1-1,14 11 1,-7-7-355,0-2 0,1 1 0,0-2 0,26 12 1,-24-13-369,0 1 0,-1 1 0,25 17 0,-35-22 323,0 1 0,0 0 1,0 0-1,-1 0 0,0 0 1,1 1-1,-1-1 0,-1 1 0,1 0 1,-1 0-1,0 0 0,0 0 1,0 0-1,-1 0 0,2 9 1,-2-8 91,0 1 1,0-1 0,-1 0-1,0 1 1,0-1 0,0 0-1,-1 1 1,0-1-1,0 0 1,-4 12 0,3-14 49,-1 0 0,1 0 1,-1-1-1,1 1 0,-1-1 1,0 1-1,-1-1 0,1 0 1,0 0-1,-1 0 0,0-1 1,1 1-1,-1-1 0,0 0 1,-8 3-1,0-1 5,-1-1 0,1 0 0,-1-1 0,1 0 0,-1-1-1,0 0 1,1-1 0,-1-1 0,0 0 0,1 0 0,-21-6 0,12-2-1122,6-3-887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2.0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7346,'0'0'13923,"7"28"-13555,7 19 24,-4 2-328,1 7-40,-5 13 24,-6 2-96,0 3-448,0-11-1265,0-8-959,4-14-1817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2.3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75 9658,'0'0'12675,"193"-44"-12435,-117 38-240,45 0-408,-18 0-3393,-17-7-6601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2.8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6001,'0'0'10463,"29"5"-10341,95 18-316,-112-20-28,0-1 0,0 2 0,0 0 0,13 6 1,-22-8 69,0 0 0,0 0 0,0 0 0,-1 0 0,1 0 0,0 1 0,-1-1 0,0 1 0,0 0 0,1 0 0,2 6 0,-4-7 155,1 1 0,-1 0-1,0 0 1,0 0 0,-1 0 0,1 0 0,-1 1-1,1-1 1,-1 0 0,0 0 0,0 0 0,0 0 0,-1 1-1,1-1 1,-1 0 0,1 0 0,-1 0 0,0 0 0,-1 0-1,1 0 1,0-1 0,-1 1 0,1 0 0,-1 0 0,0-1-1,0 1 1,0-1 0,0 0 0,-1 0 0,-2 3-1,-5 4 247,-1-1 0,0 0-1,0-1 1,0 0-1,-20 9 1,29-15 420,79-5-442,-49 2-295,1 1 0,39 3 0,-62-1-12,-1 1 1,1-1-1,-1 1 0,0 0 1,1 0-1,-1 0 0,0 1 1,0-1-1,0 1 0,-1 1 1,1-1-1,-1 1 0,0 0 1,0-1-1,0 2 0,0-1 1,-1 0-1,1 1 0,-1 0 1,-1 0-1,1 0 0,-1 0 1,1 0-1,-1 0 0,2 11 1,0-1-66,-1 1 0,0 1 1,-2-1-1,1 0 0,-2 0 1,0 1-1,-5 30 0,3-39 198,0-1-1,-1 1 0,0 0 1,0-1-1,0 1 0,-1-1 1,0 0-1,-1-1 0,0 1 1,0-1-1,0 1 1,0-2-1,-1 1 0,-11 8 1,1-2 297,-1 0 1,0-1 0,-1-1 0,-31 13 0,42-20-259,1-1 1,0 0 0,-1 0 0,1 0 0,-1-1 0,1 0 0,-1 0 0,0-1 0,0 0 0,1 0 0,-12-1-1,17 0-109,0 1-1,1-1 0,-1 0 0,0 1 0,0-1 0,0 0 0,0 0 0,0 0 1,1 0-1,-1 0 0,0 1 0,1-1 0,-1 0 0,1-1 0,-1 1 0,1 0 0,-1 0 1,1 0-1,0 0 0,0 0 0,0 0 0,-1 0 0,1 0 0,0-1 0,0 1 1,0 0-1,0 0 0,1 0 0,-1 0 0,0 0 0,1-2 0,-1-4-266,2-26-2394,3 4-3430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3.2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1 423 13731,'0'0'3849,"127"-165"-3649,-72 109-200,-3 7-616,-7-1-665,-4 3-543,-13 13-1041,-14 12-4216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3.6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8914,'0'0'10842,"193"108"-10842,-141-67 8,0-1-8,-4 4-120,14 5-1144,-14-2-1409,-3-13-2416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3.9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101 1 2737,'0'0'11347,"1"13"-11297,1 1-35,0-5 4,-1 1 0,0-1 0,0 0 0,-1 0 0,-1 1 0,1-1 1,-4 14-1,-2-6 56,0-1 0,-1-1 1,-1 1-1,-1-1 0,-10 14 0,6-9 410,-17 36-1,29-55-473,1 0-1,-1-1 1,1 1 0,-1 0-1,1 0 1,-1 0-1,1-1 1,0 1 0,-1 0-1,1 0 1,0 0 0,0 0-1,0 0 1,-1 0 0,1 0-1,0 0 1,0 0 0,0 0-1,1-1 1,-1 1-1,0 0 1,0 0 0,0 0-1,1 0 1,-1 0 0,0 0-1,1 0 1,-1-1 0,1 1-1,-1 0 1,1 0-1,0-1 1,0 2 0,2-1 1,-1 0 1,1-1-1,0 1 0,-1-1 1,1 1-1,0-1 1,0 0-1,-1 0 0,5-1 1,5 1 58,41-1-58,-20-1-1597,51 6 0,-81-4 1388,0 0-1,-1 1 1,1-1 0,0 1-1,-1 0 1,1 0-1,0 0 1,4 2 0,-7-2 203,1 0 0,0 0 0,0 0 0,0 0 0,0-1 0,-1 1 0,1 0 1,0 0-1,-1 1 0,1-1 0,-1 0 0,1 0 0,-1 0 0,0 0 0,1 0 0,-1 0 1,0 1-1,0-1 0,0 0 0,1 0 0,-2 2 0,-12-5 1241,11-3-1114,1 1-1,-1-1 0,1 1 0,0-1 0,0 0 0,0 0 0,1 0 0,-1 1 0,1-1 0,1 0 1,0-8-1,0-3 546,-1 15-495,1 2-164,0-1 0,0 1 1,0-1-1,0 1 0,0 0 0,-1-1 1,1 1-1,0 0 0,0 0 0,0-1 1,-1 1-1,1 0 0,0 0 0,-1 0 1,1 2-1,7 12 26,-2 1-1,0 0 1,0 0 0,-2 0 0,0 1 0,2 23-1,7 24-61,-6-37-260,18 45-1,7-12-3720,-11-32-6407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4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1696,'0'0'16188,"52"159"-16124,-38-97-64,-7 0 0,0 0-8,-4-3-216,7-6-1040,-3-19-1609,4-12-3552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4.8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5049,'0'0'16700,"183"-15"-16476,-111 9-224,35-1-264,-21 1-2033,-17-3-4312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5.4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10338,'0'0'10907,"159"0"-10827,-108 3-160,1-3-817,3 0-1439,-13 0-2225,-15 0-4337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5.8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0 176,'0'0'16405,"6"14"-16142,47 103 667,-45-98-864,1 0 0,1-1 0,1-1-1,1 0 1,19 23 0,-23-32-111,1 0 0,-1 0 1,2-1-1,-1 0 0,1-1 1,0 0-1,0 0 1,1-1-1,0 0 0,-1-1 1,14 3-1,-14-5-227,0 1-1,-1 0 1,1 1-1,0 0 1,-1 1-1,17 10 1,-22-11 124,0-1 0,-1 1 0,1 0 0,-1 0 0,1 0 0,-1 0 0,0 1 0,0-1 0,-1 1 0,0 0 0,0 0 0,0-1 0,0 1 0,-1 1 0,2 6 0,0 4 19,-1 0 1,0 0 0,-1 1-1,-1-1 1,0 0 0,-2 1-1,1-1 1,-8 26-1,6-33 255,0 1 0,0-1-1,-1 0 1,-1-1-1,1 1 1,-1-1-1,-1 0 1,0 0-1,0 0 1,0-1-1,-1 0 1,0 0-1,0-1 1,-1 0 0,-13 9-1,15-13-21,1 1 0,0-1 0,-1 0 0,0-1 0,1 1 0,-12 0 0,14-1-112,1-1 0,-1 0 1,0 1-1,0-1 0,1 0 1,-1-1-1,0 1 0,1 0 1,-1-1-1,0 0 0,1 1 1,-1-1-1,1 0 0,-1-1 1,1 1-1,0 0 0,-4-3 0,1-4-498,0 0 0,0 0-1,1 0 1,1 0 0,-1-1-1,-1-9 1,-6-11-6381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6.1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0 507 11234,'0'0'7858,"176"-168"-7858,-131 121-72,-3-2 24,-1-7-648,-3 3-368,-4-3-649,-6 13-439,-14 9-2393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6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5401,'0'0'14235,"152"140"-14147,-110-100 64,-8-3-256,1 4 104,-1-7-432,7 6-1152,-6-18-881,-4-7-2768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6.9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12499,'0'0'5165,"29"0"-5085,92 5-176,-118-5 91,0 0 0,0 1 1,0-1-1,-1 0 0,1 1 1,0 0-1,0 0 0,-1 0 1,1 0-1,0 0 0,-1 0 1,1 1-1,-1-1 0,0 1 1,1 0-1,-1-1 0,0 1 1,0 0-1,0 1 0,0-1 1,-1 0-1,1 0 0,1 4 0,-1-1-11,-1 0-1,0-1 0,0 1 0,0 0 0,-1 0 0,1 0 0,-1 0 0,0 0 0,-1 4 0,0 5 9,1-11-16,0-1-1,1 1 0,-1 0 0,-1-1 0,1 1 0,0 0 0,-1-1 0,1 1 1,-1-1-1,0 1 0,0-1 0,0 1 0,0-1 0,0 1 0,-1-1 0,1 0 1,-1 0-1,1 0 0,-1 0 0,0 0 0,0 0 0,0 0 0,0 0 0,0-1 1,0 1-1,0-1 0,-1 0 0,1 1 0,-1-1 0,1 0 0,0 0 1,-1-1-1,0 1 0,1 0 0,-1-1 0,-3 0 0,5 0 8,2-12-46,0 11 61,0 0 1,-1-1-1,1 1 0,0 0 1,0 0-1,0 0 0,0 0 1,0 0-1,0 0 0,0 0 0,0 0 1,0 0-1,0 0 0,1 1 1,-1-1-1,0 0 0,0 1 0,1-1 1,-1 1-1,0 0 0,1-1 1,-1 1-1,3 0 0,36-3-82,-34 3 46,-4 1 0,1-1 0,0 1 0,0 0 0,-1-1 0,1 1 0,0 0 0,-1 1 0,1-1 0,-1 0 0,1 1 0,-1 0 0,0-1 0,0 1 0,1 0 0,-1 0 0,-1 0 0,1 0 0,0 1 0,0-1 0,-1 0 0,3 6 0,3 5-334,0 1 0,7 25 0,-12-32 281,4 10-9,-2 0 0,0 1 0,-1 0 0,0 0 0,-2 0 0,0 18 0,-1-34 129,0 0 1,-1 0-1,1 0 0,0 0 0,-1 0 0,1 0 0,-1 0 1,1-1-1,-1 1 0,0 0 0,0 0 0,0-1 0,0 1 1,0-1-1,0 1 0,0-1 0,0 1 0,-3 2 1,0-2 24,1 0 0,-1 0 1,1 0-1,-1 0 0,0 0 1,0-1-1,0 1 1,-6 0-1,-7 1-89,-1-1 1,0 0 0,-22-2-1,28 0-248,-10 0-1653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7.3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6081,'0'0'14443,"28"109"-14443,-18-53 0,-3 9 0,-4 3 0,-3 7-72,0-7-480,7 4-648,0-23-976,0-18-2545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7.6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 2681,'0'0'19420,"176"-22"-19412,-124 22-8,20 0-304,-9 0-1625,-12 0-3888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8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345 1 1632,'0'0'16543,"-3"18"-16347,1-5-160,1 0 6,-1-1 0,0 1 0,-2 0 0,1-1 0,-1 0 0,-1 0 0,0 0 0,-11 17 0,-21 22 483,-3-3 0,-69 68 0,51-56-255,50-52-228,4-4-32,0-1 0,0 1-1,0 0 1,0 0-1,1 1 1,0-1 0,0 1-1,0-1 1,0 1 0,1 0-1,0 0 1,0 0-1,-3 11 1,5-16-15,0 1-1,0 0 1,1 0-1,-1-1 1,0 1-1,0-1 1,0 1-1,1 0 1,-1-1-1,0 1 1,1 0-1,-1-1 1,0 1-1,1-1 1,-1 1-1,1-1 1,-1 1 0,1-1-1,-1 1 1,1-1-1,-1 0 1,1 1-1,0-1 1,-1 0-1,1 1 1,-1-1-1,1 0 1,0 0-1,-1 0 1,1 1-1,0-1 1,0 0-1,26 1-123,-19-1 63,74-5-974,-57 2 286,0 2-1,0 0 0,46 6 1,-67-4 745,-1 0-1,0 0 1,0 0 0,0 0 0,0 1 0,0 0 0,0-1-1,0 1 1,0 0 0,4 5 0,-5-5 10,0 0 0,0 0 0,1 0 0,-1-1 0,0 1 0,1-1 0,0 1 0,-1-1 0,1 0 0,0 0 0,0 0 1,-1 0-1,1 0 0,0-1 0,5 1 0,-7-1 2,0 0 0,0 0 0,0-1 0,0 1 1,0 0-1,-1-1 0,1 1 0,0 0 0,0-1 0,-1 1 0,1-1 1,0 1-1,0-1 0,-1 0 0,1 1 0,-1-1 0,1 0 1,0 1-1,-1-1 0,0 0 0,1 0 0,-1 1 0,1-1 0,-1 0 1,0 0-1,1 0 0,-1-1 0,6-34 267,-9-12 2130,7 104-3404,2 0 0,22 94 0,-1-12-5114,-19-86 906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8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0 507 4153,'0'0'14275,"166"-168"-14147,-118 112-104,-3-3-48,0 3-440,-7 6-552,-7 1-481,-7 8-519,-10 13-1073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9.0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12083,'0'0'10866,"155"130"-10866,-110-92 48,0-4-48,-1-6-152,1 6-648,-7-12-1145,4 5-2040,-11-8-39,-7-10-2762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29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 7706,'0'0'10930,"34"-2"-10857,104-5-59,-135 7-16,1 0 0,0 1 1,-1-1-1,1 0 0,-1 1 1,1 0-1,-1 0 0,1 0 1,-1 0-1,1 1 0,-1-1 1,0 1-1,0 0 1,4 2-1,-5-1-5,0-1 0,0 0 0,-1 1 1,1-1-1,-1 1 0,1-1 0,-1 1 0,0-1 0,0 1 0,1 4 1,1 1-17,3 14 3,-1 0 1,-1 0-1,-1 0 0,-1 0 1,0 0-1,-2 1 0,-5 41 1,3-52-59,0 0 0,0 0 0,-2 0 1,1-1-1,-2 1 0,1-1 0,-2 0 0,1 0 1,-2-1-1,-8 13 0,12-19 21,-1 1 0,1-1-1,0 0 1,-1 0 0,0-1-1,0 1 1,0-1 0,0 0 0,-1 0-1,1 0 1,-1 0 0,0-1 0,0 0-1,0 0 1,0 0 0,0-1 0,0 0-1,0 0 1,-1 0 0,1 0-1,0-1 1,-1 0 0,1 0 0,0 0-1,-9-2 1,11 0 41,0 1 1,1 0-1,-1 0 0,1-1 1,-1 0-1,1 1 0,0-1 0,-1 0 1,1 0-1,0 0 0,0-1 1,0 1-1,1 0 0,-1-1 0,1 1 1,-1-1-1,1 0 0,0 1 1,0-1-1,0 0 0,0 0 0,0 1 1,0-7-1,-2-7-73,2-1 0,-1-31 0,2 38-40,0 10 120,1-1 0,-1 1 1,0-1-1,0 1 0,1-1 1,-1 1-1,0-1 1,1 1-1,-1-1 0,0 1 1,1 0-1,-1-1 0,1 1 1,-1 0-1,0-1 1,1 1-1,-1 0 0,1 0 1,-1-1-1,1 1 0,-1 0 1,1 0-1,-1 0 1,1 0-1,0 0 0,-1 0 1,1 0-1,-1 0 0,1 0 1,0 0-1,24 0 30,-18 0-44,2 1 61,-1-1 0,1 2 0,0-1-1,0 1 1,-1 0 0,1 1 0,14 6-1,54 35 776,-66-36-851,1 0 0,1-1 0,-1 0-1,1-1 1,0 0 0,1-1 0,-1 0 0,1-2 0,25 5 0,-10-7-3484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0.1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2497,'0'0'18179,"45"96"-18075,-31-34-80,0 13 64,-4-4-176,0 0-152,-3-5-528,-3-4-1240,-4-22-1113,0-12-4224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0.5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12163,'0'0'8681,"238"-28"-8681,-182 22-904,-1 0-4601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0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1032,'0'0'19198,"11"-5"-18222,15 2-830,0 2-1,51 2 1,15 0-861,-27-7-1210,-11 0-1664,10 4-5373,-63 3 9157,-1-1 1,0 1-1,0 0 0,0 0 0,0 0 1,0 0-1,0 0 0,-1 0 0,1 0 1,0 0-1,0 0 0,-1-1 1,1 1-1,0 0 0,-1 0 0,1 0 1,-1-1-1,0 2 0,-9 13 513,0 1 0,1-1 0,1 2 0,1-1 0,0 1 0,1 0 0,-6 28 0,2 41 47,4 1 0,9 166 0,0-202-667,13 78 1,5-55-3336,-17-63-1044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1.3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6001,'0'0'14659,"162"-28"-14659,-90 28-8,-13 0-2520,-4 0-3793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1.7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35 454 9882,'0'0'12323,"24"-87"-11531,-3 53-544,3-6-176,10-4-24,4-2-96,4-7-744,2 9-1017,1-5-1255,-10 15-1049,-15 12-1176</inkml:trace>
  <inkml:trace contextRef="#ctx0" brushRef="#br0" timeOffset="1">0 44 8434,'0'0'14755,"142"137"-14635,-101-94-72,7 4-96,-3 3-24,14-1-784,-7-8-2001,-11-13-3744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7.2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63 1360,'0'0'21077,"7"-7"-20813,10 7 80,11 0 16,6 0-304,11 0-8,3 0-48,11 0-200,20-15-808,-10-7-2889,-14 4-1704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37.8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1072,'0'0'20701,"24"-15"-20429,17 15-160,7 0-104,8 0-8,-1 0-56,3 0-136,11-13-1873,-13 4-2480,-18 3-3648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6:59.5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222 21 5193,'0'0'12220,"0"-5"-11955,0-11-220,0 24 19,0 38 41,-2-12-90,-1 0-1,-2 0 1,-1 0 0,-1-1 0,-14 37-1,-69 157 49,79-202-62,-14 32-47,8-21-412,-15 48-1,30-76-725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0.8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130 117 1608,'0'0'14015,"31"-19"-13552,96-60-169,-122 76-278,0 1 1,-1-1 0,1 1 0,0 0 0,1 0-1,9-2 1,-14 4-13,0 0 0,0 0 0,0 0 0,-1 0 0,1 0 0,0 0 0,0 0 0,0 0 0,0 0 0,0 1 0,0-1 0,0 0 0,0 1 1,0-1-1,-1 0 0,1 1 0,0-1 0,0 1 0,0-1 0,-1 1 0,1 0 0,0-1 0,0 2 0,0 1 6,0 0 0,0 0 0,0 0 1,0 0-1,-1 0 0,1 0 0,-1 1 0,0-1 1,0 0-1,0 0 0,0 0 0,-2 6 0,1 5 18,0 0-54,0 1 1,-1-1-1,-1 0 0,-1-1 0,0 1 1,0 0-1,-1-1 0,-1 0 0,0 0 1,-1-1-1,0 0 0,-1 0 0,-1 0 1,0-1-1,0 0 0,-1-1 0,-14 12 1,-3 0-721,0-1 0,-2-1 0,0-1 0,-1-2 0,-1-1 0,-34 13 0,72-26-566,22 2 1204,30 7 641,-50-8-442,-1-1 0,0 1-1,0 0 1,0 1 0,0 0-1,-1 0 1,0 1 0,0 0 0,0 0-1,9 12 1,-2 2 108,0 0 0,16 35-1,13 19 59,-39-69-213,-1 1 0,2-1 0,-1 0 0,1 0 0,-1 0 0,1-1 0,1 0 0,-1 0 0,1 0 0,-1 0 0,1-1-1,0 0 1,10 3 0,-6-3 18,0-1 0,0 0 0,0 0 0,0-2 0,0 1 0,0-1 0,0 0 0,16-3-1,-20 1-41,1 1 0,-1-1 0,0 0 0,1-1-1,-1 1 1,0-1 0,0 0 0,-1-1 0,1 0-1,-1 0 1,1 0 0,-1 0 0,-1-1 0,1 0-1,0 0 1,-1 0 0,0 0 0,-1-1-1,1 1 1,4-11 0,-2 2 50,0 1 0,-1-1 0,-1-1 1,0 1-1,-1 0 0,-1-1 0,0 0 0,0-20 0,-2 26-33,0 4-22,0 0 0,0 0 1,0 0-1,-1 1 0,1-1 0,-1 0 0,-2-7 1,2 11-15,0 0 0,0 0 0,1 0 0,-1 0 0,0 0 0,0 0 0,0 0 0,0 0 0,0 0 0,0 0 0,-1 0 0,1 1 0,0-1 0,0 1 0,-1-1 0,1 1 0,0-1 0,0 1 0,-1-1 0,1 1 0,-1 0 0,1 0 0,0 0 0,-1 0 0,1 0 0,0 0 0,-1 0 0,1 0 0,0 1 0,-1-1 0,-1 1 0,0 0 3,1 0-1,-1 1 1,1-1 0,0 1 0,-1-1-1,1 1 1,0 0 0,0 0-1,0 0 1,0 0 0,0 0-1,0 0 1,1 1 0,-1-1 0,1 1-1,0-1 1,0 1 0,-1-1-1,2 1 1,-1 0 0,0-1-1,0 5 1,-3 6 0,2 1 0,0-1 0,-1 19 0,2-15 2,0-5 0,0 1 0,1-1 1,1 0-1,0 0 1,3 14-1,-3-23-6,-1-1 1,1 1-1,0-1 0,0 1 1,1-1-1,-1 1 0,0-1 1,1 0-1,-1 1 0,1-1 1,0 0-1,0 0 0,0 0 1,0-1-1,0 1 0,0 0 1,0-1-1,0 1 0,1-1 1,-1 0-1,1 1 0,-1-1 1,1-1-1,0 1 0,-1 0 1,1-1-1,0 1 0,4 0 1,1-1 9,1 1 1,-1-1-1,1 0 0,-1-1 1,1 0-1,-1 0 1,1-1-1,-1 0 1,0-1-1,1 0 0,-2 0 1,1 0-1,0-1 1,-1-1-1,1 1 0,-1-1 1,0 0-1,-1-1 1,1 1-1,9-13 1,103-121-234,-76 85 84,53-52-1,-93 103 138,1 1 0,-1-1 0,0 1 0,1 0 0,-1-1 0,1 2 0,4-3 0,-7 3 2,0 1-1,0 0 1,0-1-1,0 1 1,0 0 0,-1 0-1,1 0 1,0 0-1,0-1 1,0 1-1,0 0 1,0 0 0,0 1-1,0-1 1,0 0-1,0 0 1,0 0-1,0 1 1,-1-1 0,1 0-1,0 1 1,0-1-1,0 1 1,0-1 0,-1 1-1,1-1 1,0 1-1,-1 0 1,1-1-1,0 1 1,-1 0 0,1-1-1,-1 1 1,1 0-1,-1 0 1,1 0-1,0 1 1,3 11 2,0 0 1,-1 1-1,-1-1 1,0 1-1,0 14 0,-1 78 20,-2-61-18,2-42 0,-1 1 0,0 0-1,-1 0 1,1 0 0,-1 0-1,1 0 1,-1-1 0,0 1 0,-1 0-1,1 0 1,-3 4 0,2-6-1,0 0 0,1 0 0,-1 0 0,0-1 0,0 1 0,0-1 0,0 0 0,-1 1 0,1-1 0,0 0 0,0 0 0,-1 0 0,1-1-1,-1 1 1,1 0 0,-1-1 0,1 0 0,-4 1 0,-1-1-17,-2 1 31,0 0 0,0 0 0,0-1 0,-10-2 0,18 2-12,-1 0 0,1 0 0,0 0-1,-1 0 1,1-1 0,0 1 0,-1-1 0,1 1 0,0-1-1,0 1 1,-1-1 0,1 0 0,0 0 0,0 1-1,0-1 1,0 0 0,0 0 0,0 0 0,0 0 0,0 0-1,0 0 1,1-1 0,-1 1 0,0 0 0,1 0 0,-1-1-1,1 1 1,-1 0 0,1 0 0,0-1 0,-1 1-1,1 0 1,0-3 0,0 2-36,0 0 0,0 0 1,0 0-1,0 0 0,0 1 0,0-1 0,1 0 0,-1 0 0,1 1 0,-1-1 1,1 0-1,0 1 0,-1-1 0,1 0 0,0 1 0,0-1 0,0 1 0,0 0 1,1-1-1,1-1 0,1 1-162,-1 0 0,1 0 1,0 1-1,0 0 0,0-1 0,0 1 0,0 1 1,7-2-1,14-1-1208,1-2-1,-1-1 1,0-1-1,0-1 1,-1-1 0,36-20-1,-43 19 1186,-1 0 0,-1-1 0,23-21 0,-24 18 1819,0-1-1,-1-1 0,18-25 0,-13 12 2884,-18 33-4146,-1 127 435,-23 172 0,17-255-639,1-2-14,-2 0 0,-15 50 0,6-68 66,17-27-179,0-1 0,0 1 0,-1-1 0,1 1 0,0-1-1,-1 1 1,1-1 0,-1 0 0,1 1 0,0-1 0,-1 0 0,1 1-1,-1-1 1,1 0 0,-1 1 0,1-1 0,-1 0 0,1 0 0,-1 0-1,0 0 1,1 1 0,-1-1 0,1 0 0,-1 0 0,1 0 0,-1 0-1,1 0 1,-1 0 0,0 0 0,1 0 0,-1-1 0,1 1 0,-1 0-1,1 0 1,-1 0 0,1-1 0,-1 1 0,1 0 0,-1 0-1,1-1 1,-1 1 0,1 0 0,-1-1 0,1 1 0,0-1 0,-1 1-1,1-1 1,0 1 0,-1-1 0,1 1 0,0 0 0,0-1 0,-1 0-1,1 1 1,0-1 0,0 0 0,-4-8 9,1 0 0,1 0 0,-1-1 0,2 1 0,-1-1 0,1-13 0,1-68-3,1 41 9,1 19-51,1 1 0,1-1 1,1 1-1,2 0 0,1 1 0,19-47 0,-12 40-118,2 1 1,1 1-1,2 1 1,44-57 0,-57 80 93,2 1 1,-1 0 0,14-10 0,-21 18 48,1-1 0,0 1 0,-1 0 0,1-1 0,0 1-1,0 0 1,0 0 0,0 0 0,0 0 0,0 1 0,0-1-1,0 1 1,0-1 0,0 1 0,1-1 0,-1 1 0,0 0-1,0 0 1,0 0 0,1 1 0,-1-1 0,0 0-1,0 1 1,0-1 0,0 1 0,3 1 0,-3 0 2,-1 0 0,1 0 0,-1 0 0,0 0 0,0 0 1,0 0-1,0 1 0,0-1 0,0 0 0,0 1 0,-1-1 0,1 1 1,-1-1-1,0 0 0,0 1 0,0-1 0,0 6 0,0-2 0,0 0-6,2 27 55,-5 55-1,1-78-22,1 0 0,-1 1 0,-1-1 0,0 0 0,0-1 0,-1 1 0,0 0 0,-1-1 0,-9 14 0,3-9 36,0 0 0,-1-1 0,0-1 0,-28 22 0,32-27-56,-1-1 0,-1 0 0,1-1 0,-1 0-1,0 0 1,0-1 0,0-1 0,-21 5 0,29-7-128,1-1 0,0 1 0,0-1-1,-1 0 1,1 1 0,0-1 0,-1 0 0,1 0 0,-1 0 0,1 0 0,0 0 0,-1-1-1,1 1 1,0 0 0,-1 0 0,1-1 0,0 1 0,0-1 0,-1 1 0,1-1 0,0 0-1,0 0 1,0 1 0,0-1 0,0 0 0,0 0 0,0 0 0,0 0 0,-1-2-1,-1-21-6810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1.1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1 183 2713,'0'0'11554,"15"15"-11237,48 47-95,-60-58-207,1-1 0,-1 0 0,1 0 0,0 0 0,0-1 0,0 1 0,0-1 0,0 0 0,0 0-1,1 0 1,-1-1 0,1 1 0,-1-1 0,1 0 0,0-1 0,-1 1 0,1-1 0,0 0 0,-1 0 0,1 0 0,7-2 0,6 1 8,-13 0-64,1 0 0,0-1 0,-1 1 0,1-1 0,-1 0-1,0 0 1,0 0 0,1-1 0,-2 0 0,1 0 0,0 0 0,0-1 0,-1 0 0,0 0 0,0 0 0,0 0 0,0 0 0,5-9 0,-4 5-31,0 0 0,0 0 1,-1-1-1,0 1 1,0-1-1,-1 0 1,-1-1-1,1 1 1,-1 0-1,1-15 1,-2 5 45,0 11 42,0 1 1,-1-1 0,0 0-1,-1 1 1,0-1-1,-3-13 1,4 19-5,-1 0 0,0 0 0,-1 0 0,1 0 0,0 0 0,-1 0 0,1 1 0,-1-1 0,1 0 0,-1 1 0,0-1 0,1 1 0,-1 0 0,0 0 0,0-1 0,0 1 0,0 1 0,0-1 0,0 0-1,-1 0 1,1 1 0,0-1 0,0 1 0,0 0 0,-1 0 0,1-1 0,-4 2 0,1-1-6,-1 0-1,0 0 1,1 1-1,-1 0 0,0 0 1,1 1-1,0 0 0,-1 0 1,1 0-1,0 0 1,0 1-1,0 0 0,0 0 1,0 0-1,1 0 1,-1 1-1,1 0 0,0 0 1,0 0-1,1 0 1,-7 10-1,1 1-227,0 1 1,1-1-1,1 2 1,0-1-1,-7 30 0,4 5-2333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1.5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175 0 8602,'0'0'8175,"-23"17"-7296,-69 55-312,89-70-545,1 1 1,-1-1 0,1 0 0,-1 1 0,1 0-1,0 0 1,0-1 0,1 1 0,-3 5 0,4 10 101,1-11-82,0-5-39,-1 0-1,1 0 1,0 0-1,0 0 1,0 0-1,0 0 1,0 0-1,0 0 1,1-1-1,-1 1 1,0 0-1,1-1 1,-1 1-1,1-1 0,0 1 1,0-1-1,-1 0 1,1 0-1,4 2 1,45 18-258,-32-14-60,-16-6 252,10 4-402,0 1-1,0 0 0,14 10 0,-23-14 397,-1 0-1,0 1 0,-1-1 0,1 1 0,0-1 1,-1 1-1,1 0 0,-1 0 0,0 0 1,0 1-1,0-1 0,0 0 0,-1 1 0,1-1 1,-1 1-1,0-1 0,1 7 0,-1-7 70,-1 1-1,1 0 1,-1 0-1,0-1 1,0 1-1,-1 0 1,1-1-1,-1 1 1,1 0-1,-1-1 1,0 1-1,-1-1 1,1 1-1,0-1 1,-1 1-1,0-1 1,0 0-1,0 0 1,0 0-1,-1 0 1,1 0-1,-1-1 1,1 1-1,-1-1 1,0 1-1,0-1 1,0 0-1,-1 0 1,1-1-1,0 1 1,-5 1-1,-8 5-12,-1 0 0,1-1 1,-2-1-1,1 0 0,-1-2 0,1 0 0,-1-1 0,-26 1 0,43-4-118,0-1 0,1 1-1,-1-1 1,1 1 0,-1-1-1,1 1 1,-1-1 0,1 0-1,-1 1 1,1-1 0,0 0-1,-1 1 1,1-1 0,0 0-1,-1 0 1,1 1 0,0-1-1,0 0 1,0 0 0,0 0-1,0 1 1,0-1 0,0 0 0,0 0-1,0 1 1,0-1 0,0 0-1,0 0 1,1 0 0,-1-24-10345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1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452 190 2457,'0'0'12882,"-48"165"-12930,30-100 152,1 3-152,3-2 96,7-7-96,4-16 40,3-18-496,0-16-1576</inkml:trace>
  <inkml:trace contextRef="#ctx0" brushRef="#br0" timeOffset="1">0 103 328,'0'0'18708,"228"-9"-18708,-121 9-16,-7-15-1096,-11-7-593,-16-3-191,-8 9 352,-23 4-1369,-15 9-6657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2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288 1 864,'0'0'15359,"0"29"-15260,0 91 81,1-112-95,0 1-1,-1-1 1,-1 1-1,1-1 1,-1 1 0,-1-1-1,1 0 1,-1 0-1,-5 10 1,2-4 185,5-13-254,-1 0-1,1 0 0,0-1 0,-1 1 0,1 0 0,-1-1 1,1 1-1,-1 0 0,1-1 0,-1 1 0,0-1 0,1 1 1,-1-1-1,0 1 0,0-1 0,1 1 0,-1-1 0,0 0 1,0 1-1,1-1 0,-1 0 0,0 0 0,0 1 0,0-1 1,0 0-1,1 0 0,-1 0 0,0 0 0,0 0 0,0 0 1,0 0-1,0-1 0,1 1 0,-1 0 0,0 0 0,-1-1 1,-1 0 35,-1-1 0,1 1 1,0-1-1,0 0 0,-1 0 1,2 0-1,-5-2 1,1-3-71,0 2 1,-1-1 0,1 1 0,-1 0 0,-1 0 0,1 1 0,-1 0-1,1 0 1,-1 1 0,0 0 0,0 0 0,-1 1 0,1 0-1,-1 0 1,1 1 0,-1 0 0,1 1 0,-1 0 0,1 0-1,-12 2 1,18-1 20,-1 0 0,1 0 0,0 0 0,0 0 0,0 0-1,-1 0 1,1 1 0,1-1 0,-1 1 0,0 0 0,0-1 0,0 1 0,1 0-1,-1 0 1,1 0 0,0 0 0,-1 0 0,1 1 0,0-1 0,0 0 0,0 0-1,1 1 1,-1-1 0,1 1 0,-1-1 0,1 1 0,0-1 0,-1 1 0,2 2-1,-1-1-4,0 0-1,0 0 1,0 0-1,1 0 1,-1 0-1,1-1 0,0 1 1,0 0-1,1 0 1,-1-1-1,1 1 0,0-1 1,0 1-1,0-1 1,0 0-1,0 0 0,1 0 1,4 4-1,-1-3-47,0-1 0,0 1 0,1-1-1,-1 0 1,1-1 0,0 0 0,-1 0-1,1 0 1,0-1 0,14 1 0,3-1-690,43-4 1,-54 2 211,0-1 0,0 0 0,17-6 1,27-17-3164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3.4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1 802 1120,'0'0'11395,"7"-8"-10504,193-253 1538,74-165-2893,-256 394 293,-9 15-100,2-1 0,16-22 0,-25 59-888,-4 13 1098,-1 0 1,-16 62-1,-1 5 285,-1 153 190,7-56-471,10-171-284,4-24 292,0-1 0,0 1 0,0-1 0,-1 1 1,1-1-1,0 1 0,-1 0 0,1-1 1,0 1-1,-1-1 0,1 0 0,-1 1 0,1-1 1,0 1-1,-1-1 0,1 0 0,-1 1 1,1-1-1,-1 0 0,0 1 0,1-1 1,-1 0-1,1 0 0,-1 1 0,0-1 0,1 0 1,-1 0-1,1 0 0,-1 0 0,0 0 1,1 0-1,-1 0 0,-1 0 0,-19-8-3194,1-13-2644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3.8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78 1512,'0'0'11163,"187"-9"-10659,-91-19-504,-20 6-224,-7 3-2641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4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480 1 10514,'0'0'6414,"-27"28"-6350,-80 98 92,103-119-140,-1 0-1,1 0 1,0 1 0,1-1 0,-1 1 0,2 0 0,-1 0 0,1 0-1,0 0 1,1 0 0,0 0 0,0 0 0,1 1 0,0-1 0,1 10-1,-1 11 1,-1 43 76,1 12-273,-17 118 0,14-179-204,-2 0 0,0 0 0,-2 0 0,0-1 0,-1 0 0,-2 0 0,0-1 0,-1 0 0,-27 36 1,34-52 236,0 0 0,-1-1 0,1 1 1,-1-1-1,0 0 0,-1 0 1,1 0-1,-1-1 0,0 0 1,-8 3-1,3-2-343,0-1-1,0 0 1,-1-1 0,-22 1 0,-12-2-3821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4.5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0 175 784,'0'0'10989,"32"-15"-9559,101-46-543,-51 27-490,-64 28-350,-1-2-1,0 0 1,28-18 0,-45 26-38,1 0-1,-1 0 1,0 0 0,1 0 0,-1 0-1,0 0 1,0 0 0,1 0 0,-1 1 0,0-1-1,0 0 1,0 0 0,1 0 0,-1 0-1,0 1 1,0-1 0,0 0 0,0 0-1,1 0 1,-1 1 0,0-1 0,0 0 0,0 0-1,0 1 1,0-1 0,0 0 0,0 0-1,0 1 1,1-1 0,-1 0 0,0 1-1,0-1 1,0 0 0,0 0 0,0 1 0,0-1-1,-1 0 1,1 0 0,0 1 0,0-1-1,0 0 1,0 1 0,0 19-23,0-16 44,0 3-39,1 1 0,0 0-1,1-1 1,-1 1 0,2-1-1,-1 0 1,1 1 0,0-1 0,0 0-1,1-1 1,0 1 0,0-1-1,0 1 1,1-1 0,0-1 0,1 1-1,6 5 1,-9-8-68,1 0 0,-1 0 0,1 0 0,0-1 0,0 0 0,0 0 0,0 0 0,0 0 0,0-1 1,0 0-1,0 1 0,1-1 0,-1-1 0,1 1 0,-1-1 0,1 0 0,-1 0 0,0 0 0,1 0 0,-1-1 0,1 0 0,-1 0 0,0 0 0,1 0 0,-1-1 0,0 0 0,0 1 1,0-2-1,0 1 0,5-5 0,1-1-40,-1 0 0,-1-1 0,0 0 0,0 0 0,-1-1 0,12-21 0,-8 11 400,-1-1 0,13-38 0,-24 69 417,1 0 1,-1-1-1,3 16 0,-1 9-712,-1-19-310,0 0 0,0 0 0,1 0 0,1-1 0,1 1 0,0-1 0,1 1 0,8 20 0,8 1-4712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4.9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5873,'0'0'9673,"4"25"-9553,13 83-45,-15-86-32,0 0 0,-2 32 1,0-25 38,5-31-40,3-10-54,0 1 0,-1-1 0,0-1-1,9-23 1,9-16-49,-15 33-8,1 1-1,0 1 1,2 0 0,0 0 0,0 1 0,25-21 0,-37 36 67,0 0 0,1 0 0,-1 0 0,1 0 0,-1 0 1,1 0-1,-1 0 0,1 0 0,0 1 0,-1-1 0,1 1 0,0-1 1,0 1-1,-1 0 0,1-1 0,4 1 0,-6 1 7,1-1 0,0 0 0,0 1-1,0-1 1,0 1 0,0-1 0,0 1 0,-1-1-1,1 1 1,0 0 0,0-1 0,-1 1 0,1 0-1,0 0 1,-1-1 0,1 1 0,-1 0 0,1 0 0,-1 0-1,0 0 1,1 2 0,1 5 52,0 0 0,-1 0 1,0 1-1,0-1 0,-1 12 0,0-14-25,-1 64 139,2 78 75,-1-148-247,0 1-1,0 0 1,1 0-1,-1 0 0,0 0 1,0 0-1,1 0 1,-1-1-1,1 1 1,-1 0-1,1 0 0,-1 0 1,1-1-1,-1 1 1,1 0-1,-1-1 0,1 1 1,0 0-1,0-1 1,-1 1-1,1-1 0,0 1 1,0-1-1,0 0 1,-1 1-1,1-1 0,0 0 1,0 1-1,0-1 1,1 0-1,1 0-307,-1 1 0,1-1 0,-1 0 0,1 0 0,-1-1 0,1 1 0,-1-1 0,0 1 1,1-1-1,-1 0 0,4-1 0,17-16-9117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5.3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282 11 1800,'0'0'13127,"-12"-2"-13004,2 1-100,-63-7 263,66 8-181,0 0 0,0 0 0,-1 1 0,1 0 0,0 0 0,0 1 0,0 0 0,0 0 0,-7 3 0,7 0-13,-1 0-1,1 0 1,0 0 0,1 1-1,-1 0 1,1 1 0,0-1 0,1 1-1,-1 0 1,2 0 0,-1 1-1,1 0 1,0 0 0,-5 14-1,5-10 1,0 0 0,1 0 0,1 0 0,0 0 0,1 0 0,0 0 0,1 0 0,0 1 0,1-1 0,2 13 0,-2-21-107,0 0 1,0-1-1,0 1 0,1 0 1,-1-1-1,1 1 0,0-1 0,0 1 1,0-1-1,1 0 0,-1 0 1,1 0-1,-1 0 0,1 0 1,0-1-1,0 1 0,0-1 0,1 0 1,-1 0-1,1 0 0,-1 0 1,7 1-1,1 1-99,1-1 0,-1-1 0,1 0 0,0 0 0,0-1 0,13-1 0,-17 0-55,0 0-1,-1-1 1,1 0 0,0-1 0,-1 0 0,0 0 0,1 0 0,-1-1-1,0 0 1,0 0 0,11-8 0,-4 1-773,-1-1 0,0 0 0,-1-1 0,13-16 0,19-28-7257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5.6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204 1 1176,'0'0'14786,"13"29"-13672,41 94-305,-31-57-114,-20-30-252,-3-21-363,0-14 46,-2-8-24,-2 0-127,0 0 1,0 0-1,0 0 1,-1 1-1,0 0 1,0 0-1,-1 0 1,1 0-1,-1 1 1,0 0-1,-1 0 1,1 1-1,-1 0 1,0 0-1,0 0 1,0 1-1,-1 0 1,1 0-1,-1 1 1,0 0-1,1 1 1,-1-1-1,0 1 1,0 1-1,0 0 1,0 0-1,0 0 0,-9 2 1,13-1 21,0 0 0,-1 0 0,1 0 0,0 1 0,0-1 0,0 1 0,0 0 0,0 0 0,0 1-1,0-1 1,1 1 0,-1-1 0,1 1 0,0 0 0,0 1 0,0-1 0,0 1 0,0-1 0,-3 7 0,3-4 8,0 1 0,0-1 0,1 0 0,-1 1 0,2 0 0,-1-1 0,1 1 0,0 0 0,0 0 0,1 0 0,0 0 0,0 7 0,1-10-25,0 0-1,0 0 1,1-1 0,-1 1-1,1-1 1,0 1 0,0-1 0,0 1-1,0-1 1,0 0 0,1 0-1,0 0 1,-1-1 0,1 1-1,0 0 1,0-1 0,1 0-1,-1 0 1,0 0 0,1 0 0,-1 0-1,1-1 1,0 0 0,-1 1-1,1-1 1,4 0 0,5 2-385,0 0 0,1-1 0,-1-1 0,0 0 0,1-1 0,20-1 0,-27-1 118,0 1 0,0-1 0,0 0 1,0 0-1,0-1 0,0 0 1,-1 0-1,1-1 0,-1 0 0,7-5 1,5-6-2116,29-31 1,-43 42 1933,32-37-3659</inkml:trace>
  <inkml:trace contextRef="#ctx0" brushRef="#br0" timeOffset="1">204 1 96,'172'116'2727,"-137"-93"2449,-35-23-5052,0 0-1,1 0 1,-1 0-1,1 0 1,-1 0-1,1 0 1,-1 0-1,0 0 1,1 0-1,-1 0 1,1 0-1,-1 0 1,1 0-1,-1 0 1,0 0-1,1 0 1,-1 0-1,1 1 1,-1-1-1,0 0 1,1 0-1,-1 0 1,0 1-1,1-1 1,0 1-1,3 7 434,0 1 0,0 0-1,0 0 1,-1 0 0,-1 0-1,3 14 1,-4-13-429,1-1 0,1 0 0,0 0 0,0 0 0,0-1 0,1 1 0,6 9 0,-9-16-122,0 0 0,1-1 0,-1 1 0,0 0 0,1-1 0,0 1 0,-1-1 0,1 0 0,0 1 0,-1-1 0,1 0 0,0 0 0,0 0 0,0 0 0,0-1 0,0 1 0,0-1 0,1 1 0,-1-1 0,0 1 0,0-1 0,0 0 0,0 0 0,0 0 0,1 0 0,-1-1 0,0 1 0,0-1 0,0 1 0,0-1 0,0 0 0,0 1 0,0-1 0,3-2 0,2-1 7,-1 0 0,0 0 0,0-1 0,-1 0 0,0 0 0,1 0 0,-2 0 0,8-11 0,-1-1 40,0-1-1,-2 1 1,0-2-1,-1 1 1,-1-1-1,-1 0 1,-1-1-1,0 0 1,-2 0-1,3-38 1,-6 57-61,0 0 1,0 0-1,-1 1 1,1-1-1,0 0 1,0 0-1,-1 1 1,1-1-1,-1 0 1,1 1 0,-1-1-1,1 1 1,-1-1-1,1 0 1,-1 1-1,1-1 1,-1 1-1,0-1 1,1 1-1,-1 0 1,0-1-1,1 1 1,-1 0-1,0-1 1,1 1 0,-1 0-1,0 0 1,0 0-1,0 0 1,1 0-1,-1-1 1,0 1-1,0 1 1,-35-1-1706,23 1 63,-5-1-2135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6.3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228 0 10234,'0'0'7810,"-189"53"-11499,151-37-2552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6.7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11562,'0'0'7946,"194"3"-7794,-143-3-152,-13 0-24,-10-12-1224,-14 2-1497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7.1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135 0 4641,'0'0'16924,"-3"165"-16124,-11-115-560,-7-7-160,-3 4-80,-4 5-200,1-14-1409,9-4-3696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0.8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1 335 15331,'0'0'4996,"31"-15"-4607,99-51-514,-123 62 70,0 0-1,-1 0 1,1-1-1,-1 0 1,0 0-1,0 0 1,0-1-1,-1 0 1,0 0-1,0 0 1,-1-1-1,0 0 1,0 1-1,0-1 1,-1-1-1,0 1 1,0 0-1,-1-1 1,2-9-1,-2 9 24,1-4-92,-1 1 0,0-1 0,-1 0 0,0-15 0,-1 25 115,0 1-1,0-1 0,0 1 0,0-1 1,-1 1-1,1-1 0,0 1 0,-1-1 1,1 1-1,-1-1 0,0 1 1,1-1-1,-1 1 0,0 0 0,0 0 1,0-1-1,0 1 0,0 0 0,0 0 1,0 0-1,0 0 0,-3-2 0,1 2-15,0 0-1,0-1 1,0 1-1,0 0 0,-1 0 1,1 1-1,0-1 0,0 1 1,-1 0-1,-4 0 1,0 0-10,1 1 1,0 0-1,-1 0 1,1 0 0,0 1-1,0 1 1,0-1 0,0 1-1,-12 7 1,13-5 78,-1 0 0,1 0-1,0 1 1,1 0 0,-1 0 0,1 1 0,0-1 0,1 1 0,0 0 0,0 0-1,0 1 1,1-1 0,-4 14 0,3-2 94,0 1 0,1-1 0,1 1 0,0 31 0,2-46-131,0 0 0,0-1-1,0 1 1,0 0 0,1 0 0,0-1-1,0 1 1,0 0 0,0-1 0,1 1 0,0-1-1,0 0 1,0 1 0,1-1 0,-1 0-1,1 0 1,0-1 0,0 1 0,0 0-1,0-1 1,1 0 0,0 0 0,-1 0-1,1 0 1,0-1 0,0 1 0,7 2-1,-3-2-21,-1 0-1,1-1 0,0 0 0,0 0 1,0-1-1,0 0 0,0 0 0,0-1 0,0 0 1,0-1-1,0 0 0,1 0 0,11-3 0,-7 0-562,-1 0-1,1-1 0,-1-1 1,0 1-1,-1-2 0,1 0 1,14-12-1,28-29-7667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1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1 298 13419,'0'0'9330,"200"-170"-9330,-148 117-1168,-14 13-3457,-14 5-7986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2.4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449 69 2473,'0'0'12621,"-30"-13"-12232,-92-36-81,119 47-288,1 1 0,-1 1-1,0-1 1,1 0-1,-1 1 1,0-1-1,0 1 1,0 0-1,1 0 1,-1 0 0,0 0-1,0 0 1,1 1-1,-1-1 1,0 1-1,0 0 1,1 0 0,-5 2-1,4-2 13,1 1-1,0 0 0,0 0 0,1 0 1,-1 1-1,0-1 0,1 0 1,-1 1-1,1-1 0,0 1 1,-1 3-1,-3 5 110,-5 8 57,2 0 1,0 1 0,1 0 0,2 0 0,0 1 0,-5 40 0,3 129 115,7-167-276,2 83-10,0-37-278,-2 0-1,-19 132 1,17-188-69,-1 0 0,-1 0-1,-1-1 1,1 1 0,-14 22 0,14-29-27,0 0 0,0 0-1,-1 0 1,0 0 0,0-1 0,0 0 0,-1 0 0,0-1 0,0 0 0,0 0 0,0 0 0,-7 3-1,-16 2-3713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2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72 1632,'0'0'17044,"221"-35"-16580,-163 35-352,8-3-88,-4 3-24,14-12-1024,-18 3-1697,-13-4-2632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3.2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208 1 1200,'0'0'13355,"-163"198"-12971,143-132 88,6 2 8,4 6-256,10-2-152,0-4-72,7 7-416,20-26-2112,1-15-7546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3.5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1 339 1032,'0'0'15139,"145"-118"-14874,-93 75-265,-4 2-105,0 7-511,1-13-1024,-15 13-1305,-10 13-6713</inkml:trace>
  <inkml:trace contextRef="#ctx0" brushRef="#br0" timeOffset="1">49 63 696,'0'0'18628,"145"74"-18564,-107-40 16,0 4-80,0 2-80,10 3-1096,-10-8-1273,-7-11-1599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3.9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1 1280,'0'0'15508,"72"174"-14732,-54-106-560,-1 10-160,-3-4-56,-8 4 0,-6-4-48,0-5 40,-20-4-64,-15-6-528,-13-3-513,10-13-1119,7-21-4858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4.3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49 252 1536,'0'0'18796,"158"-16"-18796,-130 16-664,10 6-1088,-4 0-921,-9-6-3040</inkml:trace>
  <inkml:trace contextRef="#ctx0" brushRef="#br0" timeOffset="1">0 34 4097,'0'0'18220,"145"-34"-18212,-114 34-8,-3 0-224,3 0-1329,-7 0-2383,-7 0-3050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3.5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86 368,'0'0'18529,"32"-14"-17791,104-42-267,-129 53-439,1 0 0,-1 1 0,0 0 0,1 0 1,0 0-1,-1 1 0,1 1 0,0-1 1,12 2-1,-1 0 67,-17-1-89,1 0 1,0 0-1,0 1 1,0-1-1,0 1 1,-1 0-1,1-1 1,0 1-1,-1 1 0,1-1 1,-1 0-1,1 1 1,-1-1-1,1 1 1,-1 0-1,0-1 0,0 1 1,0 0-1,0 1 1,0-1-1,0 0 1,-1 0-1,1 1 1,-1-1-1,0 1 0,1-1 1,-1 1-1,0 0 1,-1 0-1,2 4 1,1 10 52,0-1 0,-1 0 0,-1 1 0,-2 20 0,1-19-27,-1 6-34,-1 1 1,-1-1-1,-1 0 1,-1 0-1,-1 0 1,-1-1-1,-20 45 1,11-37-234,-1 0 0,-2-1 1,-1 0-1,-46 51 0,55-69 18,0-1 1,0-1-1,-1 0 0,0-1 0,-18 11 0,25-17 56,0 0 0,0-1 0,0 0 0,-1 0 0,1 0 0,-1 0 0,1-1 1,-1 0-1,1 0 0,-1 0 0,0-1 0,1 0 0,-1 0 0,0 0 0,1-1 0,-1 0 0,-9-3 0,12 3 106,0-1-1,1 1 0,-1-1 1,0 0-1,1 0 1,0 0-1,-1-1 0,1 1 1,0 0-1,0-1 1,0 0-1,0 1 1,1-1-1,-1 0 0,1 0 1,0 0-1,0 0 1,-1-4-1,-1-2 1,1 0 0,0 0 0,0 0 0,1 0 0,0-12 0,1 18 34,0 0-1,0 0 1,1 0 0,-1 0-1,1 0 1,-1 0-1,1-1 1,0 1-1,0 1 1,1-1-1,-1 0 1,0 0-1,1 0 1,0 1-1,0-1 1,0 1-1,3-4 1,2 0 3,-1 1 1,1 1-1,1-1 0,-1 1 1,13-5-1,-10 5 11,0 0-1,-1 1 1,2 0-1,-1 1 1,0 0 0,0 0-1,21 1 1,-25 1 16,0 0 0,0 0 0,0 1 0,0 0 0,0 1 1,-1-1-1,1 1 0,0 0 0,-1 0 0,0 1 0,1 0 0,-1 0 1,0 0-1,0 0 0,5 6 0,24 28 432,-23-25-324,0 0 0,23 19-1,-30-27-115,1-1 1,-1-1-1,1 1 0,-1-1 0,1 0 0,0 0 0,0 0 0,0 0 0,0-1 0,0 0 1,0 0-1,0-1 0,6 1 0,-5-1-1,0 1 0,0-1 0,-1-1 0,1 1 1,0-1-1,-1 0 0,1-1 0,0 1 0,-1-1 0,0 0 0,1 0 0,-1-1 1,0 1-1,0-1 0,0 0 0,0-1 0,-1 1 0,0-1 0,1 0 1,6-9-1,91-107 187,20-22 187,-84 104-359,-21 22-97,-1 0 0,-1 0 0,21-29 0,-34 34-352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3.9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10738,'0'0'7426,"156"214"-7330,-125-152-96,-4-3-120,1 0-592,-8-15-385,-2-4-367,-4-12-1192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4.3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11995,'0'0'4929,"151"-28"-5530,-140 28-383,-53 3-14291,11-3 15211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4.7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146 1 6441,'-103'48'4624,"101"-47"-4510,-1 0 0,1 0 0,-1 0 0,1 1 0,-1-1 1,1 1-1,0-1 0,0 1 0,0 0 0,0 0 0,0 0 0,0 0 0,1 0 0,-1 0 0,0 1 0,1-1 0,0 0 0,0 1 1,0-1-1,0 1 0,0 0 0,0-1 0,0 1 0,1 0 0,0-1 0,-1 1 0,1 0 0,0 0 0,0-1 0,0 1 0,1 0 1,-1 0-1,2 2 0,-1 13 17,-1-16-129,0-1 1,0 1-1,-1 0 0,1-1 0,1 1 0,-1 0 0,0-1 0,0 1 1,1 0-1,-1-1 0,0 1 0,1 0 0,0-1 0,-1 1 0,1-1 0,0 1 1,0-1-1,0 0 0,0 1 0,2 1 0,0-1 2,0-1 1,0-1-1,0 1 0,0 0 0,0-1 1,0 0-1,0 1 0,0-1 0,0 0 1,4-1-1,5 1 27,131 0 112,-141 0-156,0 0-1,0 0 1,0 0 0,0 0 0,0 0 0,0 0 0,0 1 0,0-1 0,0 1 0,0 0 0,0-1 0,0 1 0,-1 0 0,1 0-1,0 0 1,0 0 0,1 2 0,-2-1-12,1 0-1,-1 1 0,0-1 1,0 0-1,0 1 1,0-1-1,0 0 0,0 1 1,0-1-1,-1 1 1,0-1-1,1 6 0,-1 1 13,1 1 0,-1-1-1,-1 0 1,0 1-1,0-1 1,-1 0-1,0 0 1,-1 0-1,0 0 1,0 0-1,-1 0 1,0-1-1,-1 0 1,0 0-1,0 0 1,0 0-1,-1-1 1,0 0-1,-1 0 1,0-1-1,0 0 1,0 0-1,0 0 1,-12 5-1,10-4 9,-1-1-1,0-1 1,-1 0-1,1 0 1,-17 4-1,-10-4-2540,23-5-2357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5.2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 1 9866,'0'0'9514,"-24"96"-9530,17-59 80,0 10-136,4-1 72,-4 4 0,0-6-144,0-4-592,4-6-760,-1-6-465,4-22-703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5.6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63 5305,'0'0'14019,"183"-35"-14011,-132 29-8,18 0-792,-7 0-1945,-13-4-5288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6.0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 7378,'0'0'12892,"33"-1"-13034,107 0-360,-137 1 443,0 0 0,1 0 1,-1 0-1,1 1 1,-1-1-1,0 1 1,1 0-1,-1 0 1,0 0-1,0 0 0,0 1 1,1-1-1,-1 1 1,-1 0-1,1 0 1,0 0-1,0 0 1,-1 0-1,1 1 0,-1-1 1,0 1-1,0-1 1,0 1-1,0 0 1,0 0-1,0 0 1,2 6-1,-3-1-20,1 0-1,-1 0 1,-1 0 0,0 0-1,0 0 1,0 0-1,-1 0 1,-2 10 0,0-8 79,0 1 0,-1-1 1,0 0-1,-1 0 0,0 0 1,0-1-1,-1 1 0,-1-1 1,1-1-1,-1 1 0,-1-1 1,-14 12-1,-6 4 13,-1-1 0,-45 28-1,52-41-25,14-7 190,9-6 718,8-3-897,0 1 0,1-1 0,-1 2 0,1-1 0,0 1 0,0 1 1,1 0-1,-1 0 0,1 1 0,-1 1 0,1 0 0,0 0 0,-1 1 0,1 0 0,0 1 0,16 3 0,-25-3-23,1-1 0,-1 1 0,-1 1 0,1-1 0,0 0 0,0 0 0,0 1 0,-1-1 0,1 1 0,0-1 0,-1 1 0,0 0 0,1 0 0,-1-1 0,0 1 0,0 0 0,0 0 0,0 0 0,0 0 0,-1 1 0,2 3 0,0 4-119,0 1 0,-1-1 1,0 14-1,0-23 138,0 10-44,-1 0 1,0 0-1,0 0 0,-1 0 1,-1 0-1,0 0 0,0 0 1,-1 0-1,0-1 0,-1 1 1,0-1-1,-8 14 1,-3 1 68,-2-1 1,-28 32 0,39-49-6,-1 0-1,0 0 1,0-1-1,0 0 1,-1 0-1,0 0 1,0-1-1,-1-1 0,1 1 1,-1-1-1,-13 4 1,22-8-56,-1 0 1,1 0-1,0 0 0,-1 0 0,1 0 1,-1 0-1,1 0 0,0 0 1,-1 0-1,1 0 0,-1 0 1,1 0-1,0 0 0,-1 0 0,1 0 1,-1-1-1,1 1 0,0 0 1,-1 0-1,1 0 0,0 0 1,-1-1-1,1 1 0,0 0 0,-1 0 1,1-1-1,0 1 0,0 0 1,-1-1-1,1 1 0,0 0 1,0-1-1,0 1 0,-1 0 0,1-1 1,0 1-1,0 0 0,0-1 1,0 1-1,0-1 0,0 1 1,0 0-1,0-1 0,0 1 0,0-1 1,0 1-1,0 0 0,0-1 1,0 0-1,0 0-250,-1-20-3490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6.4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1 470 4641,'0'0'13843,"117"-174"-13675,-75 127-120,-1-6-48,0 4-120,-3 5-744,-3-2-937,-11 8-623,-7 20-1721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6.7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2833,'0'0'18876,"131"168"-18588,-97-122-208,1-6-80,-1-2-32,-3-4-328,11 0-1497,-15-15-2904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7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0 600,'0'0'12895,"0"0"-12872,1 0-1,-1 1 1,0-1 0,1 0 0,-1 0-1,1 0 1,-1 1 0,0-1 0,1 0-1,-1 0 1,0 1 0,1-1 0,-1 0-1,0 1 1,0-1 0,1 0 0,-1 1-1,0-1 1,0 0 0,0 1 0,1-1-1,-1 1 1,0-1 0,0 0 0,0 1-1,0-1 1,0 1 0,0-1 0,0 0-1,0 1 1,0-1 0,0 1 0,0-1-1,0 1 1,0 3 35,-1-1 0,0 1 0,1 0 0,-1-1 0,0 1 0,-1-1 0,1 1-1,0-1 1,-1 0 0,0 0 0,-3 5 0,-31 36 126,0 0-47,34-40-144,-1 0 0,1 0 0,-1 0 1,1 0-1,1 0 0,-1 0 0,0 1 0,1-1 0,0 1 0,0-1 0,1 1 0,-1-1 0,1 1 0,0 7 0,0-11 6,1-1 0,-1 1 0,1 0-1,-1 0 1,1 0 0,-1 0 0,1 0 0,0 0-1,0-1 1,-1 1 0,1 0 0,0-1 0,0 1-1,0 0 1,-1-1 0,1 1 0,0-1-1,0 1 1,0-1 0,2 1 0,26 6 55,-16-4-19,106 29-1179,-118-31 1141,0-1-1,0 0 1,-1 0-1,1 1 1,0-1-1,0 0 1,-1 0-1,1 0 1,0 0-1,0 0 1,0 0-1,0 0 1,-1 0-1,1-1 1,0 1-1,0 0 1,-1 0-1,1-1 1,0 1-1,0 0 1,-1-1-1,1 1 1,0-1-1,-1 1 1,1-1-1,0 1 1,-1-1-1,1 1 1,-1-1-1,1 0 1,-1 1-1,1-1 1,-1 0-1,0 0 1,1 1-1,-1-1 1,0 0-1,1-1 1,2-34 1144,-4 28-479,1 8-458,0 10 165,0 200 1092,0-70-4669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8.1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1032,'0'0'13544,"0"10"-13123,0 276 275,0-160-7897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8.4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7 440,'0'0'18556,"69"-7"-18340,-41 7 48,6 7-264,22-7-424,-8 0-2072,0 0-3466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9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87 96,'0'0'17708,"83"-43"-16724,-59 36-384,3-5-504,1 9 32,0-3-128,-8-1-224,-2 1-1064,-8 3-985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9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0 120,'-29'21'9359,"12"-4"-3107,4 5-3943,-1 28-2649,8-30 1165,1-4-701,2-1-1,-1 1 1,2 0-1,-2 29 1,4-44-122,1 0 0,-1 0 0,0 0 0,1 0 1,-1 0-1,1 0 0,-1 0 0,1 0 0,-1-1 1,1 1-1,-1 0 0,1 0 0,0 0 0,0 0 0,-1-1 1,1 1-1,0 0 0,0-1 0,0 1 0,0-1 1,0 1-1,0-1 0,0 1 0,0-1 0,0 0 0,0 1 1,0-1-1,0 0 0,0 0 0,2 0 0,37 3 69,-35-3-72,39-1 14,58 3-1359,-99-2 1300,0 1 0,0-1 0,-1 1 0,1 0 0,0 0 0,-1 0 0,1 0 0,-1 0 1,1 0-1,-1 1 0,0 0 0,1-1 0,-1 1 0,0 0 0,0 0 0,0 0 0,0 0 1,-1 0-1,1 0 0,-1 1 0,1-1 0,-1 1 0,0-1 0,0 1 0,0-1 0,0 1 1,1 5-1,1 6-190,-1 0 1,-1-1 0,0 1-1,-1 19 1,0-17 180,-2-3 77,1 0 0,-2 0 1,0 0-1,0 0 0,-2 0 0,1-1 1,-1 0-1,-1 0 0,0 0 0,-1-1 0,0 1 1,-1-2-1,0 1 0,-1-1 0,0 0 1,0-1-1,-1 0 0,0-1 0,-1 0 1,-14 8-1,20-13 14,1-1 1,-1-1-1,0 1 1,0 0 0,0-1-1,-8 1 1,12-2-87,0 0 1,-1 0-1,1 1 1,0-1 0,0 0-1,0-1 1,0 1-1,0 0 1,0 0 0,0 0-1,0-1 1,-1 1-1,1 0 1,0-1-1,0 1 1,0-1 0,0 1-1,0-1 1,1 0-1,-1 1 1,0-1 0,0 0-1,0 0 1,1 0-1,-1 1 1,0-1-1,1 0 1,-1 0 0,0 0-1,1 0 1,-1 0-1,1 0 1,0 0 0,-1-2-1,-2-27-1976,2 1-873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29.7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0 447 10922,'0'0'6858,"87"-114"-6850,-53 79-8,4-2-248,0-9-504,7-4-681,7-12-415,-11 6-1089,-10 9-4448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0.1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9314,'0'0'7748,"11"14"-7332,17 22-101,40 66 0,-54-76-605,-3-6 471,0 0-1,1-1 1,21 26 0,-28-40-453,0 0 0,0 0-1,1-1 1,-1 1 0,1-1 0,8 4-1,-9-6-328,0 1 0,0-1 0,0-1 0,0 1-1,1-1 1,-1 0 0,1 0 0,-1-1 0,6 1 0,9-4-5755,-5-10 3408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0.6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 10186,'0'0'5055,"29"-1"-5006,88 1-77,-115 0 27,1 0 0,-1 0 0,1 0 0,0 0 1,-1 1-1,1-1 0,-1 1 0,1 0 0,-1 0 0,0 0 0,1 0 1,3 2-1,-6-3 1,0 1 0,1-1 0,-1 1 0,0-1 0,1 1 0,-1-1 1,0 1-1,0 0 0,0-1 0,1 1 0,-1-1 0,0 1 0,0 0 0,0-1 1,0 1-1,0-1 0,0 1 0,0 0 0,0-1 0,0 1 0,0 0 1,-1-1-1,1 1 0,-1 5 3,2-1 3,-1 0 1,0 0-1,0-1 1,0 1-1,-1 0 1,1 0-1,-1 0 1,0-1-1,-1 1 1,1 0-1,-1-1 1,0 1-1,0-1 1,0 0-1,-1 0 1,0 0-1,-5 8 1,-57 50 117,63-58-263,11-4 124,11-5 48,1-4-36,31-10-8,-49 18-22,0 1 0,0-1 1,0 1-1,0-1 0,0 1 0,0 0 0,0 0 1,0 0-1,0 1 0,0-1 0,0 1 1,0-1-1,-1 1 0,7 2 0,-8-2-8,0 0-1,0 0 1,0 0-1,0 0 1,0 1-1,0-1 1,0 0-1,0 0 1,0 1-1,-1-1 1,1 0-1,0 1 1,-1-1-1,1 0 1,-1 1-1,0-1 1,1 1-1,-1 2 1,1 33-458,-1-25 398,-1-7 119,1 0 0,-1 0 1,0 0-1,0 0 0,0 0 0,-1-1 0,0 1 1,0-1-1,0 1 0,0-1 0,-1 0 1,1 1-1,-1-1 0,0-1 0,-1 1 1,-4 5-1,-8 5 344,0-2 1,-31 20-1,12-8 113,31-21-442,0 0 0,0 0-1,-1-1 1,1 1 0,-1-1-1,-5 2 1,-9-1-4148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1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1 304,'0'0'17516,"0"12"-16892,0 19 40,0 10-352,0 8-160,0 4-152,0 3-40,0-6 32,0-1-1360,0-8-865,0-7-1967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1.5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5153,'0'0'16220,"111"-22"-16196,-70 22-24,18 0-385,-11 0-1351,-6 0-2809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2.1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217 1 11690,'0'0'7325,"-13"29"-6981,-48 94-36,52-108-219,-1 1 0,0-2 0,-1 1 0,0-2 0,-18 17 0,21-23-51,1 1 0,0 0 0,0 0 0,1 0 0,0 1 0,0 0-1,-4 10 1,9-18-43,1-1 0,-1 1 0,1 0 0,-1 0 0,1-1 0,0 1-1,-1 0 1,1 0 0,0 0 0,-1 0 0,1 0 0,0-1 0,0 1-1,0 0 1,0 0 0,0 0 0,0 0 0,0 0 0,0 0 0,1 0 0,-1-1-1,0 1 1,0 0 0,1 0 0,-1 0 0,0 0 0,1-1 0,-1 1-1,1 0 1,-1 0 0,1-1 0,-1 1 0,1 0 0,0-1 0,-1 1-1,2 0 1,2 1-3,0-1-1,-1 0 0,1 0 0,0-1 0,0 1 0,0-1 0,4 1 1,17 2-218,-17 0 13,-1 0 1,1 0-1,0 1 1,-1 1-1,0-1 1,0 1-1,0 0 0,0 1 1,-1 0-1,0 0 1,0 0-1,-1 0 1,0 1-1,0 0 1,0 0-1,7 16 1,-12-23 210,0 1 1,1-1-1,-1 1 1,1-1-1,-1 1 0,0-1 1,1 1-1,-1-1 1,1 1-1,0-1 1,-1 0-1,1 1 0,-1-1 1,1 0-1,-1 1 1,1-1-1,0 0 1,-1 0-1,1 0 0,0 0 1,-1 1-1,1-1 1,0 0-1,-1 0 0,1 0 1,0-1-1,-1 1 1,1 0-1,-1 0 1,1 0-1,0 0 0,-1 0 1,1-1-1,0 1 1,-1 0-1,1-1 1,-1 1-1,1 0 0,-1-1 1,1 1-1,-1-1 1,1 1-1,-1-1 1,1 1-1,-1-1 0,0 1 1,1-1-1,-1 1 1,0-1-1,1 1 1,-1-1-1,0 0 0,0 1 1,1-1-1,-1 0 1,0 1-1,0-1 1,0 0-1,0 1 0,0-2 1,30-106 228,-31 171 102,2-1-368,-10 39-447,-2 71-3666,11-135 1398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2.5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0 438 656,'0'0'16540,"169"-196"-16540,-131 156-8,0-7-608,0 4-465,0-4-495,-17 7-873,-7 15-2736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2.8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10090,'0'0'7962,"127"143"-7570,-99-109-112,3 0-8,4 1-208,-1-4 56,-3-3-120,4-1-72,3-2-1232,-7-3-3001,-7-16 408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3.2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120 1 4305,'0'0'10122,"31"15"-10159,95 51-213,-123-64 238,0-1 0,-1 1-1,1 0 1,0 0-1,-1 0 1,1 0 0,-1 0-1,0 0 1,0 1 0,0-1-1,0 1 1,0-1 0,0 1-1,-1 0 1,1 0-1,-1 0 1,0 0 0,0 0-1,0 0 1,0 0 0,0 0-1,-1 0 1,1 0-1,-1 0 1,0 1 0,0-1-1,-1 4 1,1 6 22,0-9-7,2 4 28,-2 0 0,1 0 0,-1 0 0,-1 0 1,1 0-1,-1 0 0,-1 0 0,1 0 1,-1 0-1,-1-1 0,1 1 0,-1-1 1,-1 1-1,-6 9 0,-4 3 44,-2-1 0,0 0 1,-1-2-1,-1 0 0,0 0 0,-1-2 1,-1-1-1,-1 0 0,-33 16 0,48-27-138,1-1 0,-1 0 0,0-1 0,0 1 0,0-1 0,1-1 0,-1 1 0,-7-1 0,13 0 37,-1 0-1,0 0 1,1 0-1,-1 0 1,0 0-1,1-1 1,-1 1-1,0 0 1,1-1-1,-1 1 0,0 0 1,1-1-1,-1 1 1,1-1-1,-1 1 1,0-1-1,1 1 1,0-1-1,-1 1 1,1-1-1,-1 1 1,1-1-1,0 0 0,-1 1 1,1-2-1,-6-24-171,6 21 174,-1-1-1,2 0 0,-1 0 1,1 1-1,0-1 0,0 0 1,2-6-1,1 7 56,-1 0-1,1 0 1,0 0 0,0 0-1,1 0 1,-1 1 0,1 0 0,0 0-1,1 0 1,-1 1 0,0-1-1,1 1 1,0 1 0,0-1 0,0 1-1,0 0 1,0 0 0,0 1-1,0-1 1,1 2 0,-1-1 0,1 1-1,-1 0 1,0 0 0,1 0-1,-1 1 1,0 0 0,1 0 0,-1 1-1,0 0 1,0 0 0,9 4-1,13 14 89,30 27-1,10 8-1911,-30-32-2037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3.8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7 72,'0'-7'16086,"-1"247"-12978,-1-119-4527,2-1-5052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4.2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63 408,'0'0'18628,"193"-62"-18628,-127 62 0,-14 0-1592,-4 12-3977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4.5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13 5753,'0'0'16417,"-3"-2"-16306,3 2-111,-1 0 1,1 0-1,0-1 1,0 1-1,0 0 1,0 0-1,0 0 1,0 0-1,0 0 1,0-1-1,-1 1 1,1 0-1,0 0 1,0 0-1,0 0 1,0-1-1,0 1 1,0 0-1,0 0 1,0 0-1,0-1 1,0 1-1,0 0 1,0 0-1,0 0 1,0 0-1,0-1 1,1 1-1,-1 0 1,0 0 0,0 0-1,0 0 1,0-1-1,0 1 1,0 0-1,0 0 1,0 0-1,1 0 1,-1 0-1,0-1 1,0 1-1,0 0 1,0 0-1,0 0 1,1 0-1,-1 0 1,0 0-1,0 0 1,0 0-1,0 0 1,1 0-1,-1 0 1,0 0-1,0 0 1,0 0-1,1 0 1,-1 0-1,0 0 1,0 0-1,0 0 1,0 0-1,1 0 1,-1 0-1,0 0 1,0 0-1,0 0 1,0 0-1,1 0 1,30-3 25,53 3 1,-64 0-26,111 0-3460,-130 9 3519,-3 10-14,-1-1 1,0 0-1,-1 0 1,-1 0-1,-15 34 1,-5 23 186,8-9-202,3 0-1,-5 70 1,13-19-5395,6-99 867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4.9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13 864,'0'0'19620,"83"0"-19404,-32 0-168,1 0-48,17 0-984,-17 0-3617,-4-13-9538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5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1 482 5145,'0'0'15211,"52"-62"-14955,-25 28-144,4-10-40,4 4-72,-4 0-120,3-10-760,-3-3-152,-3 10-824,-1-10-281,-6 22-711,-7 0-2730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35.7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1008,'0'0'21429,"66"112"-20973,-38-78-280,-4 3-96,7 1-80,-4-7-352,11 3-896,-7-6-1553,-7-10-2408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7.4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1 992,'0'0'13011,"24"31"-11803,-24 6-496,0 13-23,0 5-401,-14 4-288,-3 4 104,-4-1-104,4-16-344,3-9-1145,4-15-1207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7.8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204 1 1360,'0'0'12475,"127"183"-12427,-127-133 184,-24-1 72,-24-5-304,-14-4 336,-4 0-216,8-18 144,13-6-216,24-16-48,14-3-1096,7-25-4153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8.2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0 256 7762,'0'0'7799,"4"6"-7666,12 21 366,-16-27-485,0 0 1,0 0 0,0 0 0,0 0-1,0 0 1,0-1 0,0 1-1,0 0 1,0 0 0,0 0-1,0 0 1,0 0 0,0 0-1,0-1 1,0 1 0,0 0-1,0 0 1,0 0 0,1 0-1,-1 0 1,0 0 0,0 0-1,0-1 1,0 1 0,0 0-1,0 0 1,0 0 0,0 0-1,0 0 1,0 0 0,1 0 0,-1 0-1,0 0 1,0 0 0,0 0-1,0 0 1,0-1 0,0 1-1,1 0 1,-1 0 0,0 0-1,0 0 1,0 0 0,0 0-1,0 0 1,0 0 0,1 0-1,-1 0 1,0 0 0,0 1-1,0-1 1,0 0 0,0 0-1,0 0 1,1 0 0,-1 0-1,0 0 1,0 0 0,0 0 0,0 0-1,0 0 1,0 0 0,0 0-1,0 1 1,0-1 0,1 0-1,0-11 87,1-8-70,1 0-1,0 0 1,1 0-1,2 1 1,-1 0-1,11-21 1,-11 29-41,-1 1 0,1 0 1,1 0-1,0 0 0,0 1 0,1 0 1,0 0-1,0 1 0,1 0 0,-1 0 1,2 0-1,-1 1 0,10-5 0,-12 9 0,-1 0 0,1 0 0,-1 1 0,1 0-1,-1 0 1,1 1 0,0-1 0,0 1-1,8 1 1,0-1-12,-12 0 20,-1 0 0,1 1 0,0-1 0,0 0-1,-1 1 1,1-1 0,-1 1 0,1 0 0,0 0-1,-1-1 1,1 1 0,-1 0 0,1 0 0,-1 0-1,0 0 1,0 1 0,3 1 0,-1 2-17,0-1 1,0 1-1,0-1 1,0 1-1,3 8 1,0 7-103,0-1 0,4 24 0,-10-42 113,5 29-178,-4-19 147,1 1 0,0-1 1,1 1-1,0-1 0,1 0 0,7 15 0,-10-25-89,-1 0 0,1 0 0,0 0 0,0 0 0,-1 0 0,1-1 0,0 1 0,0 0 0,0 0 0,0-1 0,0 1 0,0-1 0,0 1 0,0-1 0,0 1 0,0-1 0,0 0 0,0 0 0,0 1 0,1-1 0,-1 0 0,0 0 0,0 0 0,0 0 0,0 0 0,2-1 0,0 1-280,7 0-3681</inkml:trace>
  <inkml:trace contextRef="#ctx0" brushRef="#br0" timeOffset="1">600 82 176,'0'0'13643,"0"183"-13147,0-152-392,21-12-104,3-10-368,0-9-2281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8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0 784,'0'0'8538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9.0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0 178 672,'0'0'14222,"1"10"-14227,5 118 55,-8-121 539,2-22-36,2 6-556,1 1 1,0-1-1,0 0 1,1 1-1,0 0 1,0 0-1,1 0 1,0 1 0,1-1-1,-1 1 1,9-7-1,6-7-22,2 1 0,27-20-1,-43 35 23,1 0-1,0 0 1,0 1-1,0 0 0,0 0 1,1 1-1,-1 0 0,1 0 1,0 0-1,0 1 1,0 1-1,0-1 0,13 0 1,-20 3 4,0-1 1,0 0-1,0 1 1,-1-1-1,1 0 0,0 1 1,0-1-1,-1 1 1,1-1-1,0 1 1,-1 0-1,1-1 1,0 1-1,-1-1 0,1 1 1,-1 0-1,1 0 1,-1-1-1,0 1 1,1 0-1,-1 0 1,0 0-1,1-1 0,-1 1 1,0 0-1,0 0 1,0 0-1,0 0 1,0 0-1,0 1 1,1 36 63,-2-28-37,1 14 31,-1 0-1,-2 1 1,0-1-1,-9 31 0,5-33 28,6-20-90,2-4-24,14-33-195,2 3-182,2 1 0,31-39 0,-43 61 349,1-1 0,0 1 0,1 1 1,-1 0-1,2 0 0,-1 0 0,1 1 1,0 1-1,1 0 0,-1 0 0,14-4 1,-23 9 58,1 1 1,-1 0 0,0-1-1,0 1 1,0 0 0,1 0-1,-1 0 1,0 0 0,0 0-1,0 0 1,1 0 0,-1 0-1,0 0 1,0 1 0,0-1-1,1 0 1,-1 1 0,0-1-1,0 1 1,0 0 0,0-1-1,0 1 1,0 0 0,0-1-1,0 1 1,0 0 0,0 0-1,-1 0 1,1 0 0,0 0-1,-1 0 1,1 0 0,0 0-1,-1 0 1,1 0 0,-1 0-1,1 2 1,1 5 21,0 0 0,0 1 0,0-1 0,-1 14 0,2 3-36,-1-18 21,-1 1 1,2-1-1,-1 0 0,1 0 1,0 0-1,0 0 0,1 0 1,0 0-1,8 11 0,-9-16-27,-1 0-1,0 0 0,1 0 0,0 0 1,-1-1-1,1 1 0,0-1 0,0 1 1,0-1-1,0 0 0,0 0 0,0 0 1,0-1-1,0 1 0,0-1 0,0 1 1,0-1-1,0 0 0,1 0 0,-1-1 1,0 1-1,0-1 0,0 1 0,0-1 1,0 0-1,4-2 0,-1 0-179,-1 0 1,1 0-1,-1 0 1,0-1-1,0 1 0,0-1 1,-1-1-1,0 1 1,0-1-1,0 1 0,0-1 1,4-8-1,6-9-696,14-36 0,-25 53 909,10-25 929,16-48 0,-29 76-159,-1 51 1013,0-29-1747,0-1 0,1 0 1,1 0-1,1 1 0,7 28 1,-8-44-126,1 1 1,0-1-1,0 0 1,1 0 0,-1 0-1,1 0 1,0 0-1,0-1 1,0 1-1,0-1 1,1 0 0,-1 0-1,1 0 1,0 0-1,0-1 1,0 1-1,0-1 1,0 0-1,0 0 1,1-1 0,8 3-1,12-2-2133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9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4049,'0'0'11986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09.7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 0 2665,'0'0'12386,"-31"174"-12266,31-102 56,0-1-280,0 1 104,0-10-152,-3-10-224,-11-11-528,3-16-856,4-16-1465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10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66 1304,'0'0'16532,"235"-31"-16532,-146 15-1841,-9-2-2560</inkml:trace>
  <inkml:trace contextRef="#ctx0" brushRef="#br0" timeOffset="1">607 109 10018,'0'0'9674,"-14"180"-9682,14-139-1600,0-10-2601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51.3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0 106 1320,'0'0'13284,"3"3"-12670,4 3-557,-2 1 0,1 0 1,-1 0-1,0 1 0,0 0 0,-1 0 1,0 0-1,-1 0 0,0 0 0,0 1 1,0 0-1,-1-1 0,1 17 0,1 14 316,-2 73 0,-3-68-308,0-24-70,1-15 1,-1 0 0,1 0 0,0 0 0,0 0-1,1 0 1,-1-1 0,1 1 0,3 9 0,-3-13-10,0-1 1,-1 1 0,1-1-1,0 1 1,0-1 0,0 0 0,0 0-1,-1 1 1,1-1 0,0 0-1,0 0 1,0 0 0,0 0-1,0 0 1,0 0 0,0 0 0,-1 0-1,1 0 1,0 0 0,0-1-1,0 1 1,0 0 0,0-1 0,-1 1-1,1 0 1,0-1 0,0 1-1,0-1 1,-1 1 0,2-2-1,8-15 29,-1 1-1,-1-1 1,0-1-1,-2 0 1,0 0-1,5-24 1,1 1 20,-4 14-199,41-116 619,-42 126-884,1 0-1,1 1 1,0 0 0,1 0 0,1 1 0,13-14 0,-8 11-3792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7:52.0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187 1 704,'0'0'13534,"13"3"-12397,38 10-250,-48-12-842,0 0-1,0 0 1,0 1-1,0-1 1,0 1-1,0-1 1,0 1 0,0 0-1,-1 0 1,1 0-1,-1 1 1,1-1-1,-1 1 1,0-1-1,0 1 1,0 0-1,0-1 1,-1 1 0,1 0-1,-1 0 1,0 1-1,0-1 1,1 4-1,1 4 7,-2 1 1,1 0-1,-1 0 0,-2 21 0,1-14-17,0-18-76,0 0-1,0 0 0,0 0 1,0 0-1,0 0 1,0 0-1,0 0 1,0 0-1,-1 0 1,1 0-1,0 0 0,-1 0 1,1 0-1,0 0 1,-1-1-1,1 1 1,-1 0-1,0 0 1,1 0-1,-1 0 0,0-1 1,1 1-1,-1 0 1,0-1-1,0 1 1,1-1-1,-1 1 1,0-1-1,0 1 0,0-1 1,0 1-1,0-1 1,0 0-1,0 1 1,0-1-1,0 0 1,0 0-1,0 0 0,0 0 1,0 0-1,0 0 1,0 0-1,-1 0 1,-7-2-548,0 0 0,1 0 1,-1-1-1,-11-5 0,-11-3 745,19 9-93,0 0 0,1 1-1,-1 1 1,0 0 0,0 1 0,0 0 0,0 0 0,1 1 0,-15 5 0,22-6-21,0 1 1,0 0 0,0 0-1,1 0 1,-1 0-1,1 1 1,-1 0 0,1-1-1,0 1 1,0 0-1,0 1 1,0-1 0,1 0-1,0 1 1,-1-1 0,1 1-1,0 0 1,1 0-1,-1 0 1,1 0 0,-1 0-1,1 0 1,0 0-1,1 0 1,-1 1 0,1-1-1,0 0 1,0 6-1,0-7-35,1 0 0,-1 0-1,1 0 1,-1 0-1,1 1 1,0-1 0,0 0-1,1 0 1,-1-1-1,1 1 1,-1 0-1,1 0 1,0-1 0,0 1-1,0-1 1,0 1-1,0-1 1,1 0-1,-1 0 1,1 0 0,-1 0-1,1 0 1,0-1-1,0 1 1,0-1 0,0 0-1,0 0 1,0 0-1,4 1 1,-3-1 19,0 0 1,-1-1-1,1 1 1,0-1-1,0 0 1,0 0 0,0 0-1,0 0 1,0-1-1,0 0 1,0 0-1,-1 0 1,1 0-1,0 0 1,0-1-1,-1 1 1,1-1-1,-1 0 1,0 0-1,1-1 1,-1 1-1,0-1 1,0 1-1,3-5 1,43-68 1664,-49 75-1693,0 0 1,1-1 0,-1 1-1,1 0 1,-1 0 0,1-1-1,-1 1 1,0 0-1,1 0 1,-1 0 0,1 0-1,-1-1 1,1 1 0,-1 0-1,1 0 1,-1 0 0,1 0-1,-1 0 1,1 0-1,-1 0 1,1 0 0,-1 0-1,1 1 1,-1-1 0,1 0-1,-1 0 1,1 0 0,-1 1-1,1-1 1,-1 0-1,1 0 1,-1 1 0,0-1-1,1 0 1,-1 1 0,0-1-1,1 0 1,-1 1 0,0-1-1,1 1 1,15 19 21,-15-19-44,2 3-119,0 0 0,0-1 1,0 1-1,1-1 0,-1 0 0,1 0 1,0 0-1,0-1 0,5 3 0,26 6-4306,-14-10-4442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7.5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80,'4'1'21959,"-4"-1"-21912,46 218 415,-10-40-3910,-23-101-2287,-12-64 2784,0 0 0,-1 0 0,-3 24 1,2-34 2785,1-1 1,-1 1-1,0-1 1,1 1-1,-1-1 1,0 1-1,-1-1 1,-1 4-1,-16 14 92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7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10674,'0'0'10050,"124"-25"-10050,-82 25 56,3 0-56,0 0 0,17 9-1144,-11-3-1968,-9-3-2994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3:38.4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424 45 824,'0'0'12782,"2"-7"-11665,-1 6-1095,-1 0 1,1 0-1,-1 0 0,1 0 0,-1 0 1,0 0-1,0 0 0,1 0 0,-1 0 1,0 0-1,0 0 0,0 0 0,0 0 1,0 0-1,0 1 0,0-1 0,0 0 1,-1 0-1,1 0 0,0 0 0,0 0 1,-1 0-1,1 0 0,-1 0 0,1 0 1,-1 0-1,1 0 0,-1 1 0,1-1 1,-1 0-1,0 0 0,0 1 0,1-1 1,-1 1-1,0-1 0,0 0 0,0 1 1,0-1-1,1 1 0,-1 0 0,-1-1 1,-6 0 38,0 0 0,0 1 0,0-1 0,1 2 0,-1-1 0,-9 3 0,1-1 17,0 2 0,1 0 0,-1 1 1,1 1-1,0 0 0,0 1 0,1 0 0,0 1 0,-14 11 1,9-5 194,0 1 0,0 2 1,2-1-1,0 2 0,-21 28 1,31-36-161,0 1 0,1 0 1,0 0-1,0 0 0,2 1 1,-1 0-1,1 0 0,1 0 1,0 0-1,1 0 1,0 1-1,1-1 0,0 1 1,2 20-1,0-27-95,0 0 0,0 0-1,0 0 1,1 0 0,0 0 0,0 0 0,0 0-1,1 0 1,0-1 0,0 1 0,0-1 0,1 0-1,0 0 1,7 8 0,-3-7-9,0 1 0,0-1 1,1 0-1,-1-1 0,1 0 0,1 0 0,-1-1 1,13 4-1,9 0-42,0-1 0,1-1 0,-1-2 0,59 0 0,-57-4-255,-1-2 0,1-1 0,-1-2 0,49-12-1,-25-1-1806,84-38-1,-35 5-3470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4:38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31 184 1384,'0'0'2345,"4"-31"-841,-1 12-1504,1 1-152,2-1 80,-2 7 72,-1-1 416,1 4 104,-1 3-56,-3 0-224,0 3-16,-3-13-224,-21 1-1744,-11-1-3097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3.55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0 160 2817,'0'0'7359,"14"22"-6139,-2-1-793,2-1 1,0-1-1,1 0 0,1-1 1,35 31-1,-40-40-404,1-1-1,0-1 0,1 0 0,0-1 1,0 0-1,0-1 0,0-1 1,1 0-1,0 0 0,23 2 0,17-1 46,77-2 0,-106-3-66,103 4-11,165 25 1,-175-15-27,223-5 0,117-42-34,126 13-133,37-4-20,206-73-18,-308 62 780,1 34-243,-238 3-263,-62 5 3,305 49 0,-453-46-41,-2 4 0,72 22 0,-120-29 6,0 2-1,-1 0 1,0 1 0,-1 1 0,0 1-1,0 0 1,-2 2 0,0 0 0,0 1-1,22 26 1,18 38 97,-45-59-84,1 0 0,1 0 0,26 26 0,-41-46-14,0 1 0,1-1 1,-1 0-1,0 1 0,0-1 1,1 0-1,-1 1 0,0-1 0,0 0 1,1 1-1,-1-1 0,0 0 1,1 1-1,-1-1 0,1 0 1,-1 0-1,0 0 0,1 1 0,-1-1 1,1 0-1,-1 0 0,0 0 1,1 0-1,-1 0 0,1 0 1,-1 0-1,1 0 0,-1 0 0,1 0 1,-1 0-1,0 0 0,1 0 1,-1 0-1,1 0 0,-1 0 1,1 0-1,-1-1 0,0 1 0,1 0 1,-1 0-1,0-1 0,1 1 1,-1 0-1,0 0 0,1-1 1,-1 1-1,0 0 0,1-1 0,-1 1 1,0 0-1,0-1 0,1 1 1,-1-1-1,0 1 0,0 0 1,0-1-1,0 1 0,0-1 0,1 1 1,-1 0-1,0-1 0,0 1 1,0-1-1,0 1 0,0-1 0,-1-38 79,1 28-76,-1 1 11,2 1 0,0 0 1,0-1-1,0 1 0,1 0 0,1-1 0,-1 1 1,2 0-1,-1 1 0,1-1 0,0 1 0,1-1 0,0 1 1,0 1-1,1-1 0,0 1 0,0 0 0,1 0 0,0 1 1,0-1-1,1 2 0,-1-1 0,13-6 0,11-5-17,0 0-1,2 2 1,-1 2-1,2 1 1,0 1-1,0 2 1,54-7-1,22 5 14,118 2 1,-121 7-9,135-5 2,364-7 10,-232-1-5,393-10-16,-735 25 6,370-15 15,-301 9-17,42 4-4,36-3 20,348-25 7,-255 17-25,240 6-27,-371 7 8,-41-4 40,118-22 1,25-1-47,-64 22 62,89-7-18,157-1-23,-101 9-6,-104-16 57,42-3-70,-161 20 37,264-6-27,-121-5 40,0 0-10,-219 14-16,434-11 70,-202 8-45,-138 5-11,-95-2-13,0 0 0,-1 2 0,1 1 0,-1 1 0,0 0 0,43 16 0,-60-18-100,0 0 0,0-1 0,0 0 0,0 0 0,0-1 0,0 1 0,11-2 0,-10 1-713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5.67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1 512 640,'0'0'10778,"20"-1"-10624,-10-1-57,1 0 0,-1 1 1,16-1-1,-17 2-46,0-1-1,1 0 0,-1 0 1,15-5-1,-16 4 33,0 1 1,-1 0-1,1 0 0,0 1 0,0 0 1,13 2-1,7 0 22,-1-1-10,-17-1-23,1 1 0,-1-1 1,1-1-1,-1 0 0,21-4 1,-24 3-15,0 1 0,0 0 0,0 0 1,0 0-1,0 1 0,8 1 0,15-1 4,80-18-27,-23 3 113,-16 8-129,30-4 11,-36 5-22,-39 2 11,0 1 0,0 2 0,49 3-1,-14-1 40,388-1 595,-416 1-633,0-2 0,-1-1 0,1-2 0,-1-1 0,0-2 1,45-15-1,-70 19 73,1 0-1,-1 0 1,1-1 0,-1 0-1,0-1 1,-1 1 0,1-1 0,-1-1-1,0 1 1,0-1 0,-1 0-1,1 0 1,-2-1 0,7-10-1,-6 7-39,0-2-1,-1 1 0,-1-1 0,0 1 0,0-1 1,-1 0-1,-1 0 0,0 0 0,-1-17 0,-1-85-1253,-5 63-1205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6.7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61 57 696,'0'0'5833,"-8"-2"-4895,-22-5 298,29 6-1068,1 1-1,-1-1 1,0 0 0,0 0-1,0 0 1,1 1-1,-1-1 1,1 0 0,-1 0-1,1 0 1,-1 0 0,1 0-1,-1 0 1,1 0-1,0 0 1,-1 0 0,1 0-1,0-1 1,0 1-1,0 0 1,0 0 0,0 0-1,0 0 1,0 0-1,1-2 1,-1 3-41,0-1 0,0 0-1,1 1 1,-1-1 0,0 0 0,0 1 0,0-1-1,0 0 1,0 1 0,0-1 0,0 0-1,0 1 1,0-1 0,-1 0 0,1 1 0,0-1-1,0 0 1,-1 1 0,1-1 0,0 1-1,0-1 1,-1 0 0,1 1 0,-1-1 0,1 1-1,-1-1 1,1 1 0,-1-1 0,1 1 0,-1 0-1,1-1 1,-1 1 0,1-1 0,-2 1-1,2 2-50,-1 0 0,0-1-1,1 1 1,-1 0 0,1 0-1,-1 0 1,1 0 0,0 0-1,0 0 1,0 0-1,0 0 1,0 0 0,1 3-1,-1 0-28,0 25-321,-1-7-689,0-1 1,2 0-1,1 1 1,0-1-1,2 0 0,10 33 1,-7-39-3036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7.0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4481,'0'0'6081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7.4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34 9338,'0'0'3502,"11"13"-3421,-5-6-69,9 9 10,0 1 0,-1 1 0,-1 0 0,16 32 0,-25-45-15,-3-4-3,-1-1 0,1 1-1,0 0 1,-1-1-1,1 1 1,-1 0 0,1 0-1,-1 0 1,0-1-1,1 1 1,-1 0 0,0 0-1,0 0 1,1 0-1,-1-1 1,0 1 0,0 0-1,0 3 488,0-33-342,1 23-152,0 0 1,0 0-1,1 1 0,0-1 1,0 0-1,1 0 0,-1 1 1,1 0-1,0-1 0,1 1 1,-1 0-1,1 1 1,0-1-1,1 1 0,-1-1 1,1 1-1,8-6 0,5-3-31,0 1-1,1 0 1,32-14 0,-51 25 29,1 1 0,0-1 1,0 1-1,-1-1 1,1 1-1,0 0 1,0-1-1,-1 1 1,1 0-1,0 0 1,0-1-1,0 1 0,0 0 1,0 0-1,-1 0 1,1 0-1,0 0 1,0 0-1,0 0 1,0 1-1,-1-1 0,1 0 1,0 0-1,0 1 1,0-1-1,0 0 1,-1 1-1,1-1 1,0 1-1,0 0 0,0 1-11,0 0-1,0 0 1,0 0-1,-1 0 0,1 0 1,-1 0-1,0 0 1,1 1-1,-1 2 0,1 11 59,1-7-84,1 8 122,0 1 0,1-1 0,11 29 0,-14-42-139,0-1-1,1 0 0,-1 0 1,1 0-1,0 0 0,0 0 1,0 0-1,0 0 0,0-1 1,1 1-1,-1-1 0,1 0 0,-1 1 1,1-1-1,0 0 0,0-1 1,0 1-1,0 0 0,0-1 1,1 0-1,-1 1 0,0-1 1,1-1-1,-1 1 0,7 0 1,-9-1 20,-1 0-85,1 0-1,0 1 1,-1-1 0,1 0-1,0 0 1,-1 0 0,1 0 0,0-1-1,-1 1 1,1 0 0,0 0-1,-1 0 1,1 0 0,-1-1-1,1 1 1,0 0 0,-1-1-1,1 1 1,-1 0 0,1-1 0,-1 1-1,1-1 1,-1 1 0,1-1-1,-1 1 1,0-1 0,1 1-1,0-2 1,3-12-3582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7.8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7866,'0'0'6385,"10"189"-6337,1-142 32,-1-1-80,-3-2 0,-3-4 0,-4-6-64,0-6-920,0-6-681,0-10-2535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8.17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10842,'0'0'3809,"176"0"-3809,-83 0-104,-20 0-1192,-14 0-2705</inkml:trace>
  <inkml:trace contextRef="#ctx0" brushRef="#br0" timeOffset="1">459 379 11194,'0'0'2043,"21"-30"-2259,65-93 212,-84 119 8,1-1 0,-1 1 0,1-1-1,-1 1 1,3-10 0,-5 14-4,0-1 0,0 0 1,0 1-1,0-1 1,0 0-1,1 0 0,-1 1 1,0-1-1,-1 0 1,1 1-1,0-1 0,0 0 1,0 0-1,0 1 1,0-1-1,-1 0 0,1 1 1,0-1-1,-1 0 0,1 1 1,0-1-1,-1 1 1,0-1-1,0 0 0,-1 0 0,0 0 1,0 1-1,0-1 0,1 1 0,-1-1 0,0 1 0,0 0 1,0 0-1,0 0 0,1 0 0,-1 0 0,0 0 0,-4 1 1,-1 0 0,2-1 8,0 0-1,-1 0 1,1 1-1,0-1 0,0 1 1,-1 0-1,1 1 0,0 0 1,0-1-1,0 1 1,0 1-1,1-1 0,-1 1 1,1 0-1,-1 0 0,1 0 1,0 1-1,0-1 1,0 1-1,1 0 0,-1 0 1,1 0-1,0 1 0,0-1 1,1 1-1,-1 0 1,1 0-1,0 0 0,0 0 1,1 0-1,-3 10 1,3-8-7,0-1 0,0 1 0,1 0 1,-1 0-1,2-1 0,-1 1 0,1 0 1,0-1-1,0 1 0,1 0 0,0-1 1,0 1-1,3 5 0,-2-7-11,-1-1-1,1 0 0,0 0 0,0-1 1,1 1-1,-1 0 0,1-1 0,0 0 1,0 0-1,0 0 0,0-1 1,0 1-1,0-1 0,1 0 0,0 0 1,-1 0-1,1-1 0,0 0 1,6 1-1,11 1-286,0-2 1,28-1 0,-21 0-754,23 0-3166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8.6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276 1 4297,'0'0'11892,"-3"0"-11456,-18 0-272,-3 0-63,1 0 0,0 1-1,0 2 1,-25 5-1,42-7-94,0 1-1,1-1 0,-1 1 1,1 1-1,-1-1 0,1 1 1,0 0-1,0 1 1,0-1-1,0 1 0,0 0 1,1 0-1,0 0 0,0 1 1,0-1-1,0 1 1,1 0-1,0 0 0,0 0 1,0 1-1,-2 5 0,4-8-28,-1 0 0,1 0 0,0 0-1,0 0 1,0 0 0,0 1-1,1-1 1,-1 0 0,1 0-1,0 1 1,0-1 0,0 0 0,0 0-1,1 1 1,-1-1 0,1 0-1,0 0 1,0 0 0,0 0 0,0 0-1,0 0 1,1 0 0,0 0-1,-1 0 1,1 0 0,0-1-1,0 1 1,1-1 0,-1 0 0,0 1-1,1-1 1,-1 0 0,1 0-1,0-1 1,0 1 0,0-1 0,0 1-1,5 1 1,3 0-215,0 0-1,0 0 1,1-1 0,-1-1-1,1 0 1,-1 0 0,1-1 0,-1-1-1,22-3 1,-27 2 188,0 0 0,0 0-1,-1 0 1,1-1 0,0 0 0,-1 0-1,0-1 1,0 1 0,0-1 0,0 0-1,0-1 1,-1 1 0,0-1 0,0 0-1,0 0 1,3-6 0,-4 7 313,-1 0 1,1 0 0,-1-1-1,0 1 1,0-1-1,-1 1 1,1-1 0,-1 0-1,1-9 1,5 370-955,-7-334 670,-2-1 0,0 1 0,-1-1 0,-1 0 1,-7 22-1,8-33 27,-1-1 0,1 1 1,-2-1-1,1 0 1,-1 0-1,0-1 0,-1 1 1,0-1-1,-1 0 0,1-1 1,-1 0-1,-1 0 1,-8 7-1,14-13-8,0 1 1,0-1-1,-1 1 0,1-1 0,0 0 1,-1 0-1,1 0 0,-1 0 1,1 0-1,-1 0 0,0-1 1,1 0-1,-1 1 0,1-1 1,-1 0-1,0 0 0,1 0 1,-1 0-1,0-1 0,1 1 0,-5-2 1,4 0-43,0 0 1,0 0-1,0 0 1,0 0 0,0-1-1,0 1 1,1-1-1,-1 1 1,1-1-1,0 0 1,0 0-1,0 0 1,-3-6 0,-1-5-99,1 0 0,0 0 1,1 0-1,0-1 1,1 0-1,-1-19 1,1 11-101,2 0 0,1 0 1,1 0-1,6-36 1,-4 49 12,-1 0 0,1 1 0,0-1 0,1 1 1,0 0-1,1 0 0,0 0 0,0 1 0,1-1 0,0 1 0,1 1 1,-1-1-1,11-8 0,5-2-1168,1 2 0,29-17-1,-10 10-2632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9.04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5 216 7154,'0'0'4496,"-1"-10"-4423,1-1-102,-2 0 114,1 1-1,1 0 1,0 0-1,0-1 1,1 1-1,1 0 1,0 0-1,4-15 1,1 8-1,-4 9-69,0 0 0,1 1 1,-1 0-1,8-10 0,-10 15-14,1 0-1,-1 0 1,1 1 0,0-1-1,0 1 1,0-1 0,-1 1 0,1 0-1,1-1 1,-1 1 0,0 0-1,0 0 1,0 1 0,0-1-1,1 0 1,-1 1 0,0-1-1,1 1 1,-1 0 0,3 0-1,-1-1 7,1 1-1,-1 0 0,1-1 0,-1 2 0,1-1 0,-1 1 1,0-1-1,1 1 0,-1 0 0,0 1 0,0-1 1,1 1-1,-1 0 0,0 0 0,0 0 0,-1 0 0,1 1 1,0 0-1,-1-1 0,0 1 0,4 4 0,12 24-372,-10-15-3801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49.87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174 473 13259,'0'0'3270,"12"19"-3649,37 62 90,-48-79 277,1 0 1,-1 0-1,0 0 1,0 1-1,1-1 1,-1 0 0,-1 0-1,1 1 1,0-1-1,0 0 1,-1 1-1,0-1 1,1 1-1,-1-1 1,0 0 0,0 6-1,-1-2 21,-4-4-2,3-2-8,-225 0-167,226 0 175,0 1 1,1-1 0,-1 1-1,0-1 1,0 1-1,0 0 1,1 0 0,-1-1-1,0 1 1,1 0 0,-1 0-1,1 0 1,-1 0 0,1-1-1,-1 1 1,1 0-1,0 0 1,-1 0 0,1 0-1,0 0 1,0 0 0,0 0-1,0 0 1,0 0 0,0 0-1,0 0 1,0 0-1,0 2 1,2 33-21,-2-32 10,1-1 0,0 0 0,0 0 0,0 0-1,0 0 1,0 0 0,1 0 0,-1 0 0,1 0 0,0 0 0,0 0 0,0-1 0,0 1 0,0-1 0,0 0 0,5 4 0,-2-3-25,0 0 0,0 0-1,1 0 1,-1-1 0,1 1 0,-1-1 0,1-1-1,11 3 1,-8-2-37,1-1 0,0-1 0,0 1-1,0-2 1,0 1 0,0-1 0,0-1-1,-1 0 1,1 0 0,-1-1 0,14-5-1,-6-2-238,0 0 0,-1-2 0,0 0 0,-1 0 0,20-22 0,61-80-668,-72 82 1025,-2-1 1,-2 0-1,0-2 1,17-46-1,-27 54 253,-1 0 0,-1-1-1,-2 0 1,0 0 0,-2 0-1,0-48 1,-5 7 354,1 68-642,-1 0-1,1-1 0,-1 1 1,1 0-1,-1 0 0,0 0 1,0 0-1,1 0 1,-1 1-1,0-1 0,0 0 1,0 0-1,0 1 0,0-1 1,0 0-1,0 1 1,0-1-1,0 1 0,-1-1 1,1 1-1,0-1 0,0 1 1,0 0-1,0 0 1,-1 0-1,1 0 0,0 0 1,0 0-1,-1 0 1,1 0-1,0 0 0,0 0 1,0 1-1,-2-1 0,-1 1 2,0 0 0,0 0 0,0 0 0,1 0 0,-1 0 0,0 1 0,1-1 0,-1 1 0,1 0-1,-6 4 1,-1 5-9,0 1 0,0 0-1,1 0 1,1 1 0,0 0-1,1 0 1,1 0 0,0 1-1,0 1 1,-5 21 0,4-5-10,1 1 1,2 0 0,-1 64 0,5-82-2,0-1 1,1 0-1,1 0 1,0 0-1,7 23 1,-7-29-9,1-1 0,0 0 0,0 0 0,1 0 0,-1 0 0,1-1 0,1 1 0,-1-1 0,1 0 0,0 0-1,0-1 1,0 1 0,9 4 0,4 1-313,0-1 0,1 0 0,0-2 0,1 0 0,-1-2-1,26 5 1,32-1-4264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6.42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3105,'0'0'11778,"38"106"-11322,-32-72 56,-6 0-216,0 7-120,0-7-176,0 3 0,0 10-592,0-19-1840,0-1-3481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6.79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5369,'0'0'6233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7.17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8450,'0'0'5034,"13"28"-4990,42 92 26,-50-108-58,0 0 0,-1 0 0,0 1 0,-1 0 1,0 0-1,-1 0 0,1 24 0,-1-6 13,-2-20-31,0-3 9,0 0 0,1 0 0,0 0 1,2 8-1,-3-15-5,0 0 0,0-1 0,1 1 0,-1 0 0,0 0 0,0-1 0,1 1 0,-1 0-1,0-1 1,1 1 0,-1 0 0,1-1 0,-1 1 0,1-1 0,-1 1 0,1-1 0,-1 1 0,1-1 0,-1 1 0,1-1 0,0 1 0,-1-1 0,1 0 0,0 1 0,-1-1 0,1 0 0,0 0 0,0 0 0,-1 1 0,1-1 0,0 0-1,0 0 1,-1 0 0,1 0 0,0 0 0,0 0 0,-1 0 0,1-1 0,0 1 0,0 0 0,-1 0 0,1 0 0,0-1 0,-1 1 0,1 0 0,0-1 0,-1 1 0,1-1 0,0 1 0,-1-1 0,1 1 0,0-2 0,5-4 1,0 0 0,-1-1 1,0 0-1,0 0 1,0-1-1,-1 0 1,0 1-1,-1-1 1,5-17-1,2 0 8,2-2-4,-3 4 13,1 0 1,0 1-1,2 0 0,24-32 0,-36 53-14,1 0 0,0 0 0,0 0 0,-1 0 0,1 0 0,0 0 1,0 0-1,0 0 0,0 1 0,0-1 0,0 0 0,0 1 0,0-1 0,0 0 0,1 1 0,-1 0 0,0-1 1,0 1-1,0 0 0,1-1 0,-1 1 0,0 0 0,0 0 0,0 0 0,1 0 0,-1 0 0,0 0 0,0 1 1,1-1-1,-1 0 0,0 1 0,0-1 0,0 0 0,0 1 0,1 0 0,-1-1 0,0 1 0,0 0 0,0-1 1,0 1-1,0 0 0,-1 0 0,1 0 0,0 0 0,0 0 0,0 0 0,-1 0 0,1 0 0,-1 0 0,1 1 1,6 9 37,-1 1 1,-1 0 0,8 24 0,-7-21-47,-6-15 5,57 130 153,-51-118-697,1-1 0,0 0 0,1 0 0,0-1 0,0 0 0,1 0 0,0-1 0,18 14 0,-1-10-7648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7.51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5537,'0'0'6113,"0"152"-6040,0-62-73,0-10-1593,0-8-7025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8.73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153 290 1384,'0'0'8055,"18"9"-7581,51 26 119,-52-26 2387,-52-16-1513,34 7-1465,-14-6 18,-1 0 0,0 1 1,0 1-1,-31-3 1,43 7-14,0 0 0,0 0 0,1 0 0,-1 0 1,0 1-1,0-1 0,0 1 0,1 0 0,-1 0 1,0 0-1,1 1 0,-1 0 0,1-1 0,0 1 1,-1 0-1,1 1 0,0-1 0,0 0 0,0 1 0,1 0 1,-1-1-1,1 1 0,-1 0 0,1 1 0,0-1 1,0 0-1,-2 5 0,0 5 26,0 1 0,0 1 0,1-1 0,1 0 0,1 1-1,0 0 1,1 26 0,0-26-33,1-4-4,0 0 0,0 0 0,1 0 0,0 0 1,1 0-1,0-1 0,1 1 0,0-1 0,0 0 0,1 0 1,1 0-1,0-1 0,0 0 0,1 0 0,0 0 0,0-1 1,1 0-1,0 0 0,0-1 0,1 0 0,0-1 0,18 10 1,-23-14-10,1 0 1,-1 0-1,0-1 1,1 0-1,0 0 1,-1 0 0,1-1-1,0 1 1,-1-1-1,1 0 1,7-1-1,-9 0 12,-1 0 1,1 1-1,-1-1 0,1 0 0,-1-1 0,1 1 0,-1 0 0,0 0 0,0-1 0,1 0 1,-1 1-1,0-1 0,0 0 0,-1 0 0,1 0 0,0 0 0,-1 0 0,1-1 0,-1 1 1,2-4-1,3-9 16,0-1 0,-1 0 0,-1 0 0,0-1 0,-1 1 1,1-22-1,-3-106 27,-3 73-37,1 10 34,-2 1 0,-3 0 0,-25-103 0,25 144 49,5 19-86,1 0 1,0 0-1,0 0 1,0 0-1,0 0 1,0 0-1,0 0 1,0 0-1,0 0 1,-1 0-1,1 0 1,0 0-1,0 0 1,0 0 0,0 0-1,0 0 1,0 0-1,0 0 1,0 0-1,-1 0 1,1 0-1,0 0 1,0 0-1,0 0 1,0 0-1,0 0 1,0 0 0,0 0-1,0 0 1,0 0-1,-1 0 1,1 0-1,0 0 1,0 0-1,0 0 1,0 1-1,0-1 1,0 0-1,0 0 1,0 0 0,0 0-1,0 0 1,0 0-1,0 0 1,0 0-1,0 0 1,0 1-1,0-1 1,0 0-1,0 0 1,0 0-1,0 0 1,0 0 0,0 0-1,0 0 1,0 0-1,0 1 1,0-1-1,0 0 1,0 0-1,0 0 1,0 0-1,0 0 1,0 0-1,0 0 1,0 0 0,1 36 118,3-14-100,0 1 1,2-1 0,1 0-1,13 29 1,7 24 3,2 25-10,21 65-41,-39-133-42,2 0 0,32 56 0,-41-82-47,0 0-1,1 0 0,-1-1 0,1 1 0,1-1 0,-1 0 0,1 0 0,0-1 0,0 1 1,0-1-1,0-1 0,12 6 0,-15-8 37,1 1 0,0-1 0,0 0-1,-1-1 1,1 1 0,0-1 0,0 1 0,0-1 0,0 0 0,0 0 0,0-1 0,0 1-1,-1-1 1,1 0 0,0 0 0,0 0 0,-1-1 0,1 1 0,-1-1 0,1 0 0,-1 0-1,0 0 1,1 0 0,-1-1 0,3-2 0,2-4 18,-1 0-1,1 0 1,-2 0 0,1-1 0,-1 0-1,-1-1 1,0 1 0,0-1-1,-1 0 1,-1 0 0,1 0-1,1-20 1,1-10 333,-3-1 1,-2-48-1,-1 66-7,0 22-224,0 0 0,0 1 0,-1-1 0,1 0 0,-1 1 0,1-1 0,-1 0 0,1 1 0,-1-1 0,0 1-1,0-1 1,0 1 0,0-1 0,0 1 0,0-1 0,0 1 0,-1 0 0,1 0 0,0 0 0,-1 0 0,1 0 0,-1 0 0,1 0-1,-1 0 1,0 0 0,1 1 0,-1-1 0,0 1 0,1-1 0,-1 1 0,0 0 0,0-1 0,1 1 0,-1 0 0,0 0 0,0 0-1,1 1 1,-1-1 0,0 0 0,1 1 0,-1-1 0,0 1 0,0-1 0,1 1 0,-1 0 0,1 0 0,-1-1 0,1 1-1,-1 0 1,1 1 0,0-1 0,-1 0 0,1 0 0,0 1 0,0-1 0,-2 2 0,1 2-20,-1 0 1,0 0-1,1 1 1,0-1-1,0 0 1,1 1-1,-1-1 1,1 1-1,0 5 1,-1 57 41,2-52-64,0-2-3,0 0-1,2 0 1,-1-1 0,2 1-1,0 0 1,0-1-1,8 17 1,-8-23-25,1 1-1,0 0 1,1-1 0,0 1 0,0-1-1,0-1 1,1 1 0,0-1-1,0 0 1,1 0 0,0-1-1,0 1 1,9 4 0,0-2-445,1-1 0,0 0 0,1-2 0,0 1 0,-1-2 0,25 3 0,21-5-4717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9.12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 0 6793,'0'0'9611,"-10"158"-9515,34-89-88,0 5-16,0 4-32,-3 12-89,-4-6-271,-3-4-552,-7-2-544,0-16-681,-7-28-2872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9.48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1 168 9690,'0'0'4592,"22"2"-4558,162 8-250,-179-10 20,1 0-1,-1-1 1,1 0-1,-1 0 1,1 0-1,-1-1 1,0 0-1,0 0 1,0 0-1,0 0 0,0-1 1,0 0-1,-1 0 1,1 0-1,-1-1 1,0 0-1,0 1 1,0-1-1,0-1 1,5-8-1,-4 5-24,0 1-1,-1-1 1,0-1 0,-1 1 0,0 0-1,4-14 1,-2-29 3350,-5 71-1765,1 1-1178,0-1-1,1 1 1,1 0-1,1-1 1,13 38-1,-14-49-435,0-1-1,1 0 1,-1 0 0,2 0-1,-1-1 1,1 1 0,0-1-1,0 0 1,1-1 0,0 1-1,1-1 1,-1 0 0,1 0-1,0-1 1,0 0-1,13 6 1,12 0-5619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5:59.85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1408,'0'0'14963,"29"3"-15172,85 12-139,-111-15 336,-1 1 1,1-1-1,-1 1 0,1 0 0,-1-1 1,0 1-1,0 1 0,1-1 1,-1 0-1,0 0 0,0 1 0,0-1 1,0 1-1,0 0 0,-1-1 1,1 1-1,0 0 0,-1 0 0,1 0 1,-1 0-1,0 0 0,0 1 1,0-1-1,0 0 0,0 1 0,0-1 1,-1 0-1,1 1 0,-1-1 1,1 5-1,1 3 4,4 17 43,5 41 0,0 5-54,-11-73 14,0 1 0,0-1 0,0 0 1,0 0-1,0 1 0,0-1 0,0 0 0,0 0 0,0 0 1,0 1-1,0-1 0,0 0 0,0 0 0,0 1 0,0-1 1,0 0-1,0 0 0,0 0 0,0 1 0,1-1 0,-1 0 1,0 0-1,0 0 0,0 0 0,0 1 0,0-1 0,1 0 1,-1 0-1,0 0 0,0 0 0,0 0 0,1 0 0,-1 1 1,0-1-1,0 0 0,0 0 0,1 0 0,-1 0 0,0 0 1,0 0-1,0 0 0,1 0 0,-1 0 0,0 0 0,0 0 1,1 0-1,-1 0 0,0 0 0,0 0 0,0 0 0,1 0 1,-1 0-1,0 0 0,0-1 0,0 1 0,1 0 0,-1 0 1,0 0-1,0 0 0,0 0 0,0-1 0,1 1 0,-1 0 0,0 0 1,9-17-95,34-89 131,-39 97-30,1-1 0,1 1 0,0 0 0,0 0 0,0 1 0,1 0 0,0 0 0,17-13 0,-20 19-6,0-1 0,0 1-1,1 0 1,0 1-1,-1-1 1,1 1 0,6-1-1,-9 1-5,0 1 0,1-1 0,-1 1 0,0 0 0,1 0 0,-1 0 0,0 0 0,1 1 0,-1-1 0,0 0 0,1 1 0,-1 0 0,0-1 0,0 1 1,1 0-1,-1 0 0,2 2 0,2 5-18,0 0 0,-1 0 1,0 0-1,0 1 1,-1 0-1,5 15 0,8 13 27,-12-27-31,2 5-11,1 0 0,1-1 0,18 24 0,-24-34-153,0-1 1,0 0-1,1 1 1,-1-1-1,1-1 1,0 1-1,0 0 0,0-1 1,0 0-1,1 0 1,-1 0-1,0-1 1,1 1-1,-1-1 1,1 0-1,0-1 0,-1 1 1,7 0-1,-9-1 54,3 0-281,0 0 0,0 0 1,0 0-1,0-1 0,1 1 0,-1-1 1,-1-1-1,1 1 0,0-1 0,0 1 0,0-1 1,6-4-1,21-25-4205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6:00.21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1 271 360,'0'0'13187,"31"0"-12779,-14 50-312,7 2-96,0 4 0,8-9-312,16-16-624,-7-13-1937,-6-11-1216</inkml:trace>
  <inkml:trace contextRef="#ctx0" brushRef="#br0" timeOffset="1">187 1 11226,'0'0'6042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6:00.62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317 520 12739,'0'0'5768,"-27"-7"-5683,-85-24 86,106 29-128,0 0 1,0 1 0,0-1 0,0 1-1,0 1 1,0 0 0,-1-1-1,1 2 1,0-1 0,0 1 0,0 0-1,-1 0 1,1 1 0,1-1-1,-8 4 1,7-1-18,1 0 0,1 0 0,-1 0 0,1 1 0,-1 0 1,1-1-1,1 2 0,-1-1 0,1 0 0,0 1 0,-3 6 0,1-2-18,2 1 0,-1 0 0,1 0 0,1 0 0,0 0 0,1 0 0,0 1 0,1-1 0,0 1 0,3 21 0,-3-28-17,1 0-1,0 0 1,0 0 0,0-1-1,0 1 1,1 0 0,0-1-1,0 1 1,0-1 0,0 1-1,1-1 1,0 0 0,0 0-1,0 0 1,0-1 0,1 1 0,-1-1-1,1 0 1,0 0 0,0 0-1,4 3 1,1-2-34,-1 0 0,1 0-1,0-1 1,0 0 0,0-1 0,1 0 0,-1 0-1,0-1 1,1 0 0,9-1 0,-15 0 39,0 0 0,-1 0 1,1-1-1,-1 1 0,1-1 0,0 0 1,-1 0-1,1 0 0,-1-1 0,0 1 1,1-1-1,-1 0 0,0 0 1,0 0-1,5-5 0,-4 3 6,0-1-1,0 0 0,0 0 1,-1 0-1,1 0 1,-1-1-1,-1 1 1,4-11-1,1-5 9,-2-1 0,-1 0 1,0 0-1,-1-27 0,3-19-5,-4-1-1,-3-1 1,-3 1 0,-15-86 0,-15-11-4,35 254 142,3-56-124,1 0-1,1 0 1,13 36 0,41 95-13,-25-71-58,-29-75 17,13 38-673,3-1 0,30 54 0,-51-106 552,0 0 0,0 0 0,0 0-1,1-1 1,-1 1 0,0-1 0,1 1 0,-1-1-1,1 1 1,-1-1 0,1 0 0,0 1 0,-1-1 0,1 0-1,2 1 1,-2-2-361,0 0 0,0 1 0,-1-1 0,1 0 0,0 0 0,-1 0 0,1 0 1,0 0-1,-1-1 0,1 1 0,0-1 0,2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6:00.99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75 0 4217,'0'0'12439,"15"29"-12291,5 6-113,48 101 71,-63-124-97,-3-9-21,0 1 0,0-1 0,-1 1 1,0 0-1,0-1 0,0 1 0,0 0 0,0 0 0,-1 6 1,-12-14-819,-10-8 649,16 8 182,1 0-1,-1 1 1,-1-1-1,1 1 0,0 1 1,-1-1-1,0 1 0,1 0 1,-1 1-1,0 0 1,-9-1-1,3 2 31,-24 2 451,36-1-451,-1-1 0,1 1 0,0-1 0,0 1 0,0-1 0,0 1 0,0 0 0,0 0 0,0-1 0,0 1 0,0 0 0,0 0 0,0 0 0,0 0 0,0 0 0,1 0 1,-1 0-1,0 1 0,1-1 0,-1 0 0,1 0 0,0 0 0,-1 1 0,1-1 0,0 0 0,-1 2 0,0 2-3,1 1 1,-1-1-1,1 1 0,0-1 0,0 0 1,0 1-1,1-1 0,0 1 1,0-1-1,1 0 0,-1 0 1,1 1-1,0-1 0,0 0 0,1-1 1,-1 1-1,1 0 0,0-1 1,1 1-1,-1-1 0,1 0 0,0 0 1,0-1-1,0 1 0,0-1 1,0 0-1,1 0 0,0 0 1,0 0-1,-1-1 0,1 0 0,1 0 1,-1 0-1,0-1 0,0 0 1,11 2-1,-8-2-55,1 0 1,-1 0-1,1-1 1,-1 0-1,1 0 0,-1-1 1,1 0-1,-1 0 1,0-1-1,1 0 0,-1-1 1,0 0-1,-1 0 1,9-5-1,5-3-1107,0 1 0,1 0 0,36-9 0,-43 14 325,27-8-1705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6:55.2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24 304,'0'0'16914,"0"-6"-16123,0-11-337,0 22 22,0 40-244,0 56-256,1 154-1729,8-87-7885,-5-132 2794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6:55.64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 75 1696,'0'0'17268,"-11"-6"-17268,22 6 344,16 0-256,15 0 240,6-6-328,11-7 0,44-2-408,-13-4-1640,-11 4-2697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6:56.00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248 1 11947,'0'0'6281,"-203"106"-5745,175-63-216,11 13 224,17 3-544,0 3 208,17-6-200,35-13-16,17-9-32,17-15-8,7-19-176,45-12-1176,-20-35-977,-18 4-3176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7:42.70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12 520,'0'-12'19261,"0"44"-17977,0 50-1735,0 102-5,0-105-2362,0-23-3063,0 1-4675,0-51 9685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7:43.26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78 40,'0'-28'21529,"6"28"-21475,235-6-1374,-227 5 183,-1 0-1,0 0 1,0-2 0,23-6 0,19-10-7991,-29 10 4215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7:43.7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366 1 536,'0'0'15377,"-29"5"-14618,-95 23 193,117-27-821,0 1-1,0 0 1,1 1 0,-1 0 0,1 0 0,-1 0 0,1 1-1,0-1 1,1 2 0,-1-1 0,1 1 0,0-1 0,-8 10-1,1-1 197,2-2-173,0 1 1,0 0 0,1 0-1,1 1 1,0 0 0,1 1-1,0-1 1,1 1 0,-5 17-1,5-7 54,1 0-1,1 1 0,1-1 0,-1 46 1,4-66-217,0-1 1,0 0-1,0 1 1,1-1-1,-1 1 1,1-1-1,0 0 1,0 1-1,0-1 1,0 0 0,0 0-1,1 1 1,-1-1-1,1 0 1,0-1-1,0 1 1,0 0-1,0 0 1,1-1-1,-1 0 1,1 1-1,4 2 1,0-1-27,0-1 1,0 0-1,1-1 1,-1 0-1,1 0 1,-1 0-1,1-1 1,0 0-1,9 0 1,2 0-215,0 0-1,0-1 1,-1-1 0,1-1 0,0-1 0,0 0 0,-1-2 0,0 0 0,30-12-1,30-17-3758,-56 22-147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37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1 432,'0'0'3969,"14"0"-4289,-14 6-144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38.7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314 46 3897,'0'0'9457,"1"-8"-8577,2-23 84,-3 31-950,0 0 0,0-1 0,-1 1 0,1 0 1,0-1-1,0 1 0,0 0 0,0-1 0,0 1 0,0 0 0,-1 0 0,1-1 1,0 1-1,0 0 0,0 0 0,-1-1 0,1 1 0,0 0 0,0 0 1,-1-1-1,1 1 0,0 0 0,0 0 0,-1 0 0,1 0 0,0 0 0,-1-1 1,1 1-1,0 0 0,-1 0 0,1 0 0,0 0 0,-1 0 0,1 0 1,0 0-1,-1 0 0,1 0 0,0 0 0,-1 0 0,1 0 0,0 1 0,-1-1 1,1 0-1,0 0 0,-1 0 0,1 0 0,0 0 0,0 1 0,-1-1 0,1 0 1,-1 1-1,-10 5 87,-1 0 1,1 1 0,0 1 0,1 0-1,0 0 1,-11 12 0,-55 65 370,60-66-437,0 2 0,2 0 1,0 0-1,2 1 0,0 1 0,2 0 1,0 1-1,1 0 0,2 0 0,1 1 0,0 0 1,2 0-1,1 0 0,1 1 0,1-1 1,4 36-1,-1-47-79,1-1 0,0 0 0,1 0 0,1-1 0,0 1 0,0-1 0,2 0 0,-1-1 0,1 1 0,1-1 0,0 0 0,1-1 0,0 0 0,0-1 0,1 1 0,1-2 0,-1 1 0,1-2 0,0 1 1,1-2-1,0 1 0,0-2 0,1 1 0,-1-2 0,1 0 0,0 0 0,0-1 0,20 2 0,-26-5 17,0 1 1,0-1-1,0-1 0,0 1 0,0-1 1,0 0-1,0-1 0,0 0 1,-1 0-1,1 0 0,0-1 1,-1 0-1,0 0 0,0-1 1,0 1-1,0-1 0,0-1 1,-1 1-1,0-1 0,1 0 1,-2 0-1,5-7 0,-2 5 49,0 0 0,-1-1 0,0 0 0,-1 0-1,1-1 1,-2 1 0,1-1 0,-1 0-1,-1-1 1,0 1 0,0-1 0,0 1 0,-1-1-1,1-16 1,-3 25 113,8 7-73,27 30 4,-26-25-69,1-1 0,0 0 0,1 0 0,14 9 0,-11-10-29,1-1-1,1-1 1,-1-1 0,1 0-1,0-1 1,0 0-1,1-1 1,0-1-1,-1-1 1,1-1 0,0 0-1,30-2 1,-42 1 37,1-1 0,-1 1 0,0-1 1,0 0-1,0-1 0,1 1 0,-1-1 1,0 0-1,-1 0 0,1 0 0,0-1 1,-1 0-1,1 0 0,-1 0 0,0 0 1,0-1-1,0 1 0,0-1 0,-1 0 1,5-7-1,-4 5 16,-1 0 0,0 0-1,0-1 1,-1 1 0,1-1 0,-1 0-1,-1 0 1,1 0 0,-1 0 0,-1 0 0,1 0-1,-1 0 1,0 0 0,-1 0 0,-1-7 0,1 10-5,0 0 1,0 1-1,-1-1 1,1 0-1,-1 1 1,0-1 0,-1 1-1,1 0 1,0 0-1,-1 0 1,0 0 0,1 0-1,-1 0 1,0 1-1,-1-1 1,1 1 0,0 0-1,-1 0 1,1 0-1,-1 1 1,0-1-1,-3 0 1,-8-3 9,1 1 0,0 0 0,-1 1 1,-26-2-1,38 5-29,-31-3-17,0 2-1,-39 3 1,65-1-1,0 0 1,-1 0-1,1 1 1,0 0-1,0 0 1,0 1-1,0 0 0,0 1 1,1-1-1,-1 1 1,1 1-1,0-1 1,0 1-1,-8 8 1,13-9-86,-1-1 1,1 1 0,0 0 0,-1 0 0,2-1-1,-1 1 1,0 1 0,1-1 0,-2 7 0,3-10 74,-1 0 1,1 1 0,0-1 0,0 0-1,-1 1 1,1-1 0,0 0 0,0 1-1,0-1 1,1 0 0,-1 1 0,0-1-1,0 0 1,1 1 0,-1-1-1,1 0 1,-1 0 0,1 1 0,-1-1-1,1 0 1,0 0 0,0 0 0,0 0-1,-1 0 1,1 0 0,0 0 0,0 0-1,0 0 1,0 0 0,1-1-1,-1 1 1,0 0 0,0-1 0,3 2-1,11 1 21,0-1 0,0-1-1,1 0 1,-1 0 0,0-2-1,1 0 1,-1-1 0,0 0-1,0-1 1,0-1-1,0 0 1,19-10 0,17-13 106,-2-3 0,-1-2 0,55-47 0,-90 68-8,23-10 290,-35 20-364,1 1 0,-1-1 0,0 1 0,1-1 0,-1 1 0,0 0 0,1-1 0,-1 1 0,0 0 1,1 0-1,-1 0 0,1 0 0,-1 0 0,0 0 0,1 1 0,-1-1 0,1 0 0,-1 1 0,0-1 0,1 1 0,-1-1 1,0 1-1,0 0 0,0-1 0,1 1 0,-1 0 0,1 1 0,5 9 29,0 0-1,-1 1 1,0 0-1,-1 0 1,0 1-1,-1-1 1,3 18-1,5 7-21,28 75-69,-40-112 48,0 1 0,0-1 0,0 0 0,0 1 0,1-1 0,-1 1-1,0-1 1,0 0 0,0 1 0,0-1 0,0 1 0,1-1 0,-1 0-1,0 1 1,0-1 0,0 0 0,1 1 0,-1-1 0,0 0 0,1 1-1,-1-1 1,0 0 0,1 0 0,-1 1 0,0-1 0,1 0 0,-1 0-1,1 0 1,-1 1 0,0-1 0,1 0 0,-1 0 0,1 0 0,-1 0 0,0 0-1,1 0 1,-1 0 0,1 0 0,-1 0 0,1 0 0,-1 0 0,0 0-1,1 0 1,-1 0 0,1-1 0,-1 1 0,0 0 0,1 0 0,-1 0-1,0-1 1,1 1 0,-1 0 0,0 0 0,1-1 0,-1 1 0,0 0-1,1 0 1,-1-1 0,0 1 0,0-1 0,1 1 0,13-26 6,-14 24-5,16-34 10,2-1 1,24-36-1,-33 60-15,0 0 0,1 0 0,0 0-1,1 2 1,1-1 0,0 1 0,0 1-1,16-10 1,-22 17-12,0 0 1,1 0-1,-1 0 1,1 1-1,11-3 0,-15 4 7,-1 1 0,1-1 0,-1 1-1,0 0 1,1 0 0,-1 0 0,1 0-1,-1 0 1,1 0 0,-1 1 0,1-1-1,-1 1 1,0 0 0,1 0 0,-1 0-1,0 0 1,0 0 0,0 0 0,1 0-1,1 3 1,0 0 0,-1 1 1,0 0-1,0 0 0,0 0 0,0 0 1,-1 1-1,0-1 0,0 0 0,2 10 1,9 61 0,-8-39-26,-2-14-25,2 0-1,1 0 1,10 25 0,-13-39-249,1-1-1,0 0 0,1 0 1,0 0-1,0 0 1,1-1-1,0 0 0,0 0 1,1 0-1,0-1 1,8 6-1,19 8-3890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39.0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1 10114,'0'0'5657,"-5"29"-5489,-15 99-33,19-119-125,0 0 0,1 1 0,0-1 0,0 0 0,1 1 0,0-1 0,0 0 0,1 0 0,1 0-1,-1 0 1,7 13 0,0 1 10,20 64-79,31 152 1,-50-177-575,-2-1 0,-4 1 0,-3 92 0,-2-145 237,1-1-1,-1 1 0,-1 0 1,0-1-1,0 1 1,0-1-1,-1 0 0,0 0 1,-8 13-1,-10 7-5368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39.8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1 376 8754,'0'0'3781,"30"-10"-3684,101-34-2,-66 23-77,-26 9-14,42-19 0,-69 26-5,-2-1 0,1 0 1,-1-1-1,0 0 0,0-1 0,0 0 0,11-13 1,-18 16 1,1 0 1,-1 0-1,0 0 1,0 0-1,-1-1 1,1 1-1,-1-1 1,0 0-1,-1 0 1,0 0 0,1 0-1,-2 0 1,1 0-1,-1 0 1,0 0-1,-1-9 1,1 12-2,-1-1-2,1 1-1,-1-1 0,0 1 0,0-1 0,0 1 1,0-1-1,-1 1 0,0-1 0,1 1 0,-1 0 1,0 0-1,-1 0 0,1 0 0,0 0 0,-1 1 1,0-1-1,1 1 0,-1-1 0,0 1 0,0 0 1,0 0-1,-1 1 0,1-1 0,0 1 0,-1-1 1,-3 0-1,3 1 5,1-1 0,-1 1 1,0 0-1,0 0 0,0 1 0,0-1 0,0 1 1,0 0-1,0 0 0,0 0 0,0 1 1,0-1-1,0 1 0,0 0 0,1 0 0,-1 0 1,0 1-1,0-1 0,1 1 0,-1 0 1,1 0-1,0 0 0,-1 0 0,-4 6 0,2-1 39,1 0 1,0 1-1,0 0 0,1-1 0,0 2 0,1-1 0,0 0 0,0 1 0,1 0 0,-3 12 0,2 3 87,1 0-1,1 42 1,1-58-141,1 0-1,0-1 0,1 1 1,0 0-1,0-1 0,1 1 0,0-1 1,0 0-1,1 0 0,0 0 1,0 0-1,0-1 0,1 1 1,0-1-1,0 0 0,1-1 1,0 1-1,0-1 0,0 0 1,0-1-1,1 0 0,0 0 1,-1 0-1,2 0 0,7 2 1,-7-3-14,1 0 0,-1 0 0,1-1 0,0 0 0,0-1 1,0 0-1,0 0 0,0-1 0,0 0 0,0-1 1,0 1-1,0-2 0,0 1 0,0-2 0,-1 1 1,1-1-1,-1 0 0,1-1 0,-1 1 0,0-2 1,14-9-1,4-10 39,-2-1 1,-1 0-1,-1-2 0,20-30 1,-16 20 114,45-47 0,-69 81-127,1 1-1,-1-1 1,1 0 0,0 1 0,-1 0 0,1-1 0,0 1 0,0 0 0,1 1-1,-1-1 1,0 1 0,1-1 0,-1 1 0,1 0 0,-1 0 0,1 0-1,-1 1 1,5-1 0,-7 1-2,0 0 1,0 1-1,0-1 0,0 0 1,0 1-1,0-1 0,0 0 1,0 1-1,-1-1 0,1 1 1,0 0-1,0-1 0,0 1 0,-1 0 1,1-1-1,0 1 0,0 0 1,-1 0-1,1 0 0,-1-1 1,1 1-1,-1 0 0,1 0 1,-1 0-1,0 0 0,1 0 1,-1 0-1,0 1 0,7 36 10,-6-27 4,6 41-10,-3-12 5,13 47-1,-15-76-5,2 0-1,-1-1 0,1 0 1,1 1-1,0-2 0,0 1 1,1 0-1,0-1 0,10 11 0,-12-16-5,1 0-1,0 0 0,0-1 0,0 1 0,0-1 1,1 0-1,-1-1 0,1 1 0,0-1 1,-1 0-1,1-1 0,0 1 0,0-1 0,0 0 1,1 0-1,6-1 0,-6 0-4,1 0 0,-1-1 0,0 0 0,0 0 0,0 0 0,0-1 0,0 0 0,0 0 0,-1-1 0,1 0 0,-1 0 0,1-1 0,7-5 0,0-4-14,1 0 1,-2-1-1,0-1 1,0 0 0,-2-1-1,0 0 1,0-1-1,10-24 1,-15 28 96,0-1 0,-1 0 0,0 0 0,-2 0 1,1-1-1,-2 1 0,0-1 0,0 0 0,-2 1 0,1-1 0,-4-23 1,3 37-49,-1 0 1,1 0-1,-1 0 1,1 0 0,-1 0-1,1 0 1,-1 1 0,0-1-1,1 0 1,-1 0 0,0 0-1,0 1 1,1-1-1,-1 1 1,0-1 0,0 0-1,0 1 1,0-1 0,0 1-1,0 0 1,0-1 0,0 1-1,0 0 1,0 0-1,0-1 1,0 1 0,0 0-1,0 0 1,0 0 0,-1 0-1,-2 0 16,0 1 0,0-1 0,1 0 0,-1 1 0,0 0 0,0 0 0,-4 2 0,3-1-25,0 1 0,1 1-1,-1-1 1,1 1-1,0-1 1,0 1 0,0 0-1,0 1 1,1-1 0,-1 1-1,-2 6 1,-2 3 100,1 1 0,-11 27 1,14-27-46,0 0 0,0 0 1,2 0-1,0 1 0,0-1 1,1 1-1,1-1 1,4 31-1,-3-39-79,0-1 0,1 1-1,-1-1 1,1 0 0,0 0-1,1 0 1,0 0 0,0 0 0,0-1-1,0 1 1,1-1 0,0 0 0,0 0-1,1 0 1,-1 0 0,1-1 0,0 0-1,0 0 1,0 0 0,1 0 0,-1-1-1,1 0 1,0 0 0,10 3 0,10-1-828,0-1 1,1-1-1,51 0 1,-5-3-4114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0.2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0 148 13355,'0'0'4625,"31"-19"-4596,95-58-19,-74 39 45,-31 24-13,-20 15-42,0 1 0,0-1 1,-1 0-1,1 1 0,-1-1 0,1 0 0,-1 1 1,0-1-1,1 1 0,-1-1 0,0 1 0,0-1 1,0 0-1,0 1 0,0-1 0,-1 4 0,1-3 5,3 54-1066,2-1 1,15 65-1,-14-88-527,8 41-4885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0.6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8786,'0'0'6179,"9"32"-5754,27 101-228,-16-45-144,-17-73-37,0-1-1,1 1 1,11 25-1,-15-39-13,0-1 1,1 0-1,-1 1 0,0-1 1,0 0-1,0 1 0,1-1 1,-1 0-1,0 1 0,1-1 1,-1 0-1,0 0 0,1 1 1,-1-1-1,0 0 0,1 0 1,-1 0-1,0 1 0,1-1 1,-1 0-1,1 0 0,-1 0 1,0 0-1,1 0 0,-1 0 1,1 0-1,-1 0 1,0 0-1,1 0 0,-1 0 1,1 0-1,-1 0 0,0 0 1,1 0-1,-1 0 0,1 0 1,-1-1-1,0 1 0,1 0 1,-1 0-1,0 0 0,1-1 1,-1 1-1,0 0 0,1-1 1,-1 1-1,0 0 0,1 0 1,-1-1-1,0 1 0,0 0 1,0-1-1,1 1 0,-1-1 1,0 1-1,0 0 0,0-1 1,0 0-1,14-22 172,9-30-63,31-64-73,-45 100-27,0 1-1,2 0 1,-1 1 0,21-22 0,-28 34-20,-1 1 1,0 0 0,1 0-1,-1 0 1,1 0 0,-1 1-1,1-1 1,0 1-1,0-1 1,0 1 0,0 0-1,0 0 1,0 0 0,6 0-1,-7 1 6,-1 0-1,1 0 0,-1 0 1,1 1-1,-1-1 1,1 1-1,-1-1 1,1 1-1,-1-1 1,1 1-1,-1 0 0,0 0 1,1 0-1,-1 0 1,0 0-1,1 0 1,-1 0-1,0 0 0,0 0 1,0 0-1,0 1 1,0-1-1,-1 0 1,1 1-1,0-1 1,-1 1-1,1-1 0,-1 1 1,1-1-1,0 3 1,5 24 7,-1 1 0,-1 0 0,1 35 1,-3-29-29,1-1 1,8 37-1,-9-66-47,-1 0 0,1 0 0,0 0-1,0 0 1,1 0 0,-1-1 0,1 1-1,0-1 1,0 0 0,1 1 0,-1-2-1,8 8 1,-6-7-484,0-1-1,0 1 0,1-1 1,-1 0-1,1-1 0,9 4 1,16 0-6724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1.1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182 1 6649,'0'0'10543,"-9"3"-10401,-3 3-12,0 0-1,0 0 1,1 1-1,0 1 1,1 0-1,-1 0 1,2 1-1,-1 0 0,1 1 1,1 0-1,-1 0 1,2 1-1,-8 12 1,10-10-61,0 1 1,1-1-1,0 1 1,1-1-1,1 1 1,0 0-1,1 0 1,1 0-1,0 0 0,3 22 1,-3-31-86,1 0 0,-1-1 1,1 1-1,1-1 0,-1 1 0,1-1 0,-1 1 0,1-1 1,1 0-1,-1 0 0,1 0 0,-1 0 0,1 0 1,0-1-1,7 7 0,-5-6-39,1 1 1,-1-2-1,1 1 1,1 0-1,-1-1 1,0 0-1,1-1 1,-1 1-1,1-1 1,7 1-1,-4-1-21,-1-1 0,0 0 1,0 0-1,1-1 0,-1 0 0,1-1 0,-1 0 1,0 0-1,0-1 0,0-1 0,0 1 0,0-1 0,0-1 1,-1 1-1,1-2 0,11-7 0,-1-4-259,-1 0 0,0-2 0,-2 0 0,0-1 0,18-28-1,-10 7 140,38-79-1,-58 106 205,-3 10 11,0 0 1,0 0 0,0 0-1,0 0 1,1 0 0,-1 0 0,1 0-1,2-2 1,-3 5-13,-1 0 0,0 0 0,1 1 0,-1-1 0,1 0 0,-1 1 0,0-1 0,1 0 0,-1 1 1,0-1-1,1 0 0,-1 1 0,0-1 0,1 1 0,-1-1 0,0 1 0,0-1 0,0 1 0,0-1 0,1 1 0,-1-1 0,0 1 0,0-1 0,0 1 0,0-1 0,0 1 0,0-1 0,0 1 0,0 0 1,0 2 25,3 25 46,2-1 0,1 0-1,1 0 1,1-1-1,22 49 1,-26-67-92,0-1 0,1 1 0,0-1 0,0 1-1,1-1 1,0-1 0,0 1 0,0-1 0,1 0 0,0-1 0,0 0 0,0 0 0,1 0 0,0-1 0,0 0 0,0 0 0,0-1-1,1 0 1,-1-1 0,1 0 0,-1 0 0,18 1 0,-13-2-268,0-1 0,-1-1 1,15-2-1,-20 2-420,0-1 1,0 1-1,0-2 0,10-3 1,25-20-7255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1.4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10426,'0'0'1417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1.8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 9394,'0'0'7714,"17"13"-7373,53 42-222,-64-50-75,0-1 0,0 1 0,0 1 0,0-1 0,-1 1 1,0 0-1,0 0 0,-1 0 0,0 1 0,0 0 0,0 0 0,-1 0 0,0 0 1,0 0-1,-1 1 0,0-1 0,0 1 0,-1 0 0,0-1 0,0 1 0,-1 0 1,0 12-1,-1-19-43,0-1-1,0 1 1,1 0 0,-1 0 0,0 0 0,0 0 0,0-1 0,0 1 0,0-1-1,0 1 1,0 0 0,0-1 0,-1 0 0,1 1 0,0-1 0,0 0 0,0 1-1,0-1 1,-1 0 0,1 0 0,-2 0 0,-32 3-18,33-2 15,-9-1-27,1 1 0,0 0 1,-1 1-1,1 0 1,0 1-1,0 0 0,-12 5 1,19-6 24,0 0 0,0 0 0,0 0-1,0 0 1,1 0 0,-1 0 0,1 1 0,-1-1 0,1 1 0,0 0 0,0-1 0,0 1 0,0 0 0,1 0 0,-1 1 0,1-1-1,0 0 1,0 0 0,0 1 0,0-1 0,0 0 0,1 1 0,0-1 0,0 7 0,0-8 2,0 0 0,0 0 0,1 0 1,-1 0-1,1 0 0,0 0 0,-1 0 0,1 0 0,0 0 1,0 0-1,0 0 0,1-1 0,-1 1 0,0-1 0,1 1 1,-1-1-1,1 1 0,-1-1 0,1 0 0,-1 1 0,1-1 1,0 0-1,0 0 0,0 0 0,0-1 0,0 1 0,-1 0 1,1-1-1,0 1 0,5 0 0,6 1-13,1 0-1,0-1 1,21-1-1,-24 0-9,-5 1 51,1-1 1,0 0-1,0 0 0,-1-1 1,1 1-1,0-2 1,-1 1-1,1-1 0,-1 0 1,1 0-1,-1 0 0,0-1 1,0 0-1,0 0 1,-1-1-1,1 0 0,9-8 1,-1-3 192,-9 10-132,0-1 0,0 1 1,1 0-1,-1 1 0,10-6 0,-13 9-91,-1 0 0,1 0 0,0 1 0,0-1 0,0 0 0,-1 1 0,1 0 0,0-1 0,0 1 0,0 0 0,0 0 0,0 0 0,0 0 0,0 0 0,-1 1 0,1-1 0,0 1 0,0-1 0,0 1 0,0 0 0,-1-1 0,1 1 0,0 0 0,-1 0 0,3 2 0,1 1-229,32 19-1781,-10-12-3283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2.9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370 1 5513,'0'0'7666,"-183"9"-7186,138 25-216,0 13-88,7 18 128,7 19 72,11 12 80,13 12 40,7 4-416,17-6 40,31-10-120,49 3-648,-11-24-1560,-7-19-3385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3.4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1 174 4353,'0'0'9502,"16"31"-8953,55 102-230,8-1 122,-11-17-324,-54-84-100,-11-22-11,1 0 1,0 0-1,0 0 1,1-1 0,0 0-1,0 0 1,1 0-1,13 14 1,-17-21-3,-1 0 0,0 0 1,1-1-1,-1 1 0,0 0 1,1-1-1,-1 1 1,1-1-1,-1 1 0,1-1 1,-1 0-1,1 1 0,0-1 1,-1 0-1,1 0 1,-1 0-1,1 0 0,0-1 1,-1 1-1,1 0 1,-1-1-1,1 1 0,-1-1 1,1 1-1,-1-1 0,0 0 1,1 0-1,-1 1 1,0-1-1,1 0 0,-1 0 1,0 0-1,0 0 0,0-1 1,2-1-1,3-5 26,-1 0-1,1-1 0,-2 1 1,7-17-1,-5 12-31,58-132-199,50-103 793,-97 217-1333,1 2 0,1 0 1,2 1-1,1 1 0,42-41 0,-35 46-5655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4.0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117 303 7618,'0'0'4064,"24"-29"-3818,73-90-170,-91 111-74,1-1 1,-1 1-1,-1-2 1,6-11 0,-10 19-3,0-1 1,0 0 0,-1 0 0,1 1-1,-1-1 1,0 0 0,0 0 0,0 0 0,0-4-1,-1-8 19,1 15-15,0-1 1,0 0-1,0 0 1,-1 1 0,1-1-1,0 0 1,0 0 0,-1 1-1,1-1 1,0 0 0,-1 1-1,1-1 1,-1 0-1,1 1 1,-1-1 0,1 1-1,-1-1 1,1 1 0,-1-1-1,0 1 1,1-1-1,-1 1 1,0 0 0,1-1-1,-1 1 1,-1-1 0,-29-4 158,-33 9 123,56-2-234,0 0 0,1 0 0,-1 1 0,1 0 0,-1 0-1,1 1 1,0 0 0,0 0 0,1 1 0,-1 0 0,1 0-1,0 0 1,0 1 0,1 0 0,0 0 0,0 0 0,0 1-1,-5 10 1,3-5 62,2 0 0,-1 0 1,2 1-1,0-1 0,0 1 0,1 0 0,1 1 0,0-1 1,0 0-1,2 20 0,1-26-106,0 0-1,0 0 1,1 0 0,0 0-1,1 0 1,-1 0 0,1-1-1,1 1 1,-1-1 0,1 0-1,0 0 1,0 0 0,1-1-1,0 1 1,0-1 0,0 0-1,0-1 1,1 1 0,0-1 0,0 0-1,0-1 1,1 1 0,-1-1-1,1 0 1,7 2 0,-6-2-36,1 0 0,0 0 1,-1-1-1,1 0 1,1-1-1,-1 0 0,0 0 1,0-1-1,0 0 1,0 0-1,0-1 1,0 0-1,0-1 0,0 0 1,0-1-1,0 0 1,-1 0-1,1 0 0,14-10 1,-10 3-38,-1-1-1,-1 0 1,0 0 0,0-1 0,-1-1-1,-1 0 1,10-16 0,51-108 78,-43 79 28,-14 29-6,-9 19 9,0 1 0,1-1-1,0 1 1,0 0 0,1 0 0,7-8 0,-12 16-40,0 0-1,-1 1 1,1-1-1,-1 0 1,1 1-1,0-1 1,-1 1-1,1-1 1,0 1-1,0-1 1,0 1-1,-1-1 1,1 1-1,0 0 1,0 0-1,0-1 1,0 1-1,0 0 1,-1 0-1,1 0 1,0 0-1,0 0 1,0 0-1,0 0 1,0 0-1,0 0 1,0 0-1,0 1 1,-1-1-1,1 0 1,0 0-1,0 1 1,0-1 0,0 1-1,-1-1 1,1 1-1,0-1 1,-1 1-1,1-1 1,0 1-1,-1 0 1,1-1-1,0 2 1,4 4-1,-2 0 0,1 1 0,0-1 0,3 12 1,-1-6 31,16 35-15,-13-23-42,2-2-1,0 0 1,2 0 0,0-1 0,18 20-1,-29-38-120,1-1-1,0 1 1,0-1 0,0 0-1,0 1 1,0-1-1,0-1 1,0 1-1,1 0 1,-1-1-1,1 0 1,0 0-1,-1 0 1,1 0-1,0 0 1,-1-1-1,1 0 1,0 0-1,0 0 1,-1 0-1,1 0 1,0-1-1,0 1 1,-1-1-1,1 0 1,-1 0 0,1-1-1,-1 1 1,1-1-1,-1 0 1,0 0-1,0 0 1,0 0-1,0 0 1,0-1-1,0 1 1,0-1-1,-1 0 1,1 0-1,2-4 1,10-17-532,-1 1 1,0-2 0,14-40-1,-6 16 2343,-22 48-1553,0 1-1,1-1 1,-1 1 0,0-1-1,0 0 1,0 1-1,1-1 1,-1 1 0,0-1-1,1 1 1,-1 0-1,1-1 1,-1 1 0,0-1-1,1 1 1,-1 0-1,1-1 1,-1 1-1,1 0 1,-1-1 0,1 1-1,0 0 1,6 8 1047,1 28-780,-6-27-110,4 16-139,0 0-1,2-1 1,1 1 0,14 26-1,-20-44-238,1-1-1,-1 1 1,1-1 0,1 0-1,-1-1 1,1 1 0,0-1-1,0 0 1,1 0-1,0 0 1,-1-1 0,2 0-1,-1 0 1,0 0-1,1-1 1,-1 0 0,1 0-1,0-1 1,10 3 0,19-3-4257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4.5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135 1 10842,'0'0'8453,"-22"15"-8373,6-5-72,7-4-6,-1 0-1,1 1 0,0 0 1,0 0-1,-7 10 0,12-13-1,0 1 0,1 0 0,0 1-1,-1-1 1,2 0 0,-1 1 0,1 0 0,0-1-1,0 1 1,0 0 0,1 0 0,0 0 0,0 0-1,1 12 1,0 27-51,2 0 1,2-1-1,2 1 0,16 58 1,52 166-4190,-68-241 2485,-1 1 1,-2-1-1,-1 1 0,-2 30 0,0-56 1442,0 28-4311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4.8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1 338 7154,'0'0'8872,"29"-12"-8193,97-41-434,-49 25-98,-47 17-113,52-25 0,-72 30-50,0-1 0,0 0 0,-1 0-1,0-1 1,0 0 0,0-1 0,12-16 0,17-33-424,-35 53 399,0 0 0,0-1 0,-1 1 0,0-1 0,0 0 0,0 1 0,-1-1 0,0 0 0,1-7 0,-1 26 61,0 0-1,1 0 1,1-1 0,0 1 0,0-1-1,2 1 1,-1-1 0,2 0-1,9 16 1,-5-11-17,1 0 0,1-1 0,0-1 0,1 0 0,24 22 0,-30-32-127,-1-1 1,1 0-1,-1-1 1,1 1-1,0-1 1,1-1-1,-1 1 1,0-1-1,1-1 1,-1 1-1,1-1 1,-1-1-1,1 1 0,0-1 1,10-1-1,14 1-2441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5.2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13419,'0'0'4169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5.6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0 2593,'0'0'13233,"-14"6"-12391,-45 20 24,54-23-752,-1 0-1,1 0 1,0 1-1,0-1 1,0 1-1,0 0 1,1 1-1,-1-1 1,1 1-1,0 0 1,1 0-1,-1 0 1,1 1-1,0-1 1,0 1-1,1 0 0,-4 11 1,3-6-62,1 0 0,1 0 0,0 0 0,0 1 0,1-1 0,1 0 0,0 0 1,3 15-1,-3-20-58,1 0 0,1 0 0,-1 1 1,1-1-1,0-1 0,0 1 1,0 0-1,1-1 0,0 0 1,0 0-1,1 0 0,-1 0 0,1 0 1,0-1-1,0 0 0,1 0 1,-1-1-1,1 1 0,-1-1 0,1 0 1,13 4-1,-1-1-219,0-1 0,1 0 1,0-2-1,0 0 0,0-1 0,25 0 1,-25-2-332,-1-2 1,1 0 0,-1-1-1,1-1 1,-1-1 0,0 0-1,-1-1 1,0-1 0,0-1 0,0 0-1,-1-1 1,30-22 0,19-22-4756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5.9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1 6313,'0'0'8552,"31"15"-8032,95 53-144,-121-65-339,0 0 1,0 0-1,0 0 1,0 1-1,0-1 1,-1 1-1,0 1 1,1-1-1,-2 0 1,1 1-1,0 0 1,4 8-1,1 3 119,10 12 160,26 54 0,-48-86-309,0 1 0,0-1 1,0 1-1,-1 0 0,1 0 1,-1 0-1,0 0 1,0 1-1,0 0 0,0 0 1,-5-2-1,-1-1 9,1 1-1,-1 1 1,0-1 0,-1 2 0,-11-3-1,11 4 3,0 0 0,0 1 0,0 0 0,-1 1 0,1 0 0,0 1 0,0 0 0,1 1 0,-1 0 0,0 1 0,1 0 0,-15 8 0,20-9-2,0 0 1,0 1-1,1-1 1,-1 1-1,1 0 1,0 0 0,0 1-1,1-1 1,-1 1-1,1 0 1,0 0-1,0 0 1,0 0 0,1 1-1,0-1 1,0 1-1,0-1 1,1 1-1,0 0 1,0 0 0,0 0-1,1-1 1,-1 1-1,1 0 1,2 7-1,-2-10-22,0-1 0,1 1 0,0 0 0,-1-1 0,1 1 0,0-1 0,0 1 0,1-1 0,-1 0 0,0 1 0,1-1 0,-1 0 0,1 0 0,0 0 0,0 0 0,0 0 0,0 0 0,0-1 0,0 1 0,0-1 0,0 1-1,1-1 1,-1 0 0,5 2 0,5 0-106,0 1-1,-1-2 1,1 0-1,21 1 1,-7-1-476,0-1-1,0-2 1,0 0-1,48-10 1,-53 4-1244,33-14-1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6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218 0 9738,'0'0'6447,"-30"10"-6000,-93 35-31,119-43-380,0-1-1,0 1 1,0 0 0,1 0 0,-1 1 0,1-1 0,0 1 0,0-1 0,-1 1-1,2 0 1,-1 0 0,0 1 0,1-1 0,-1 0 0,1 1 0,0 0 0,0-1 0,0 1-1,1 0 1,-1 0 0,1 0 0,0 0 0,0 0 0,1 0 0,-1 0 0,1 1-1,0-1 1,0 0 0,1 7 0,-2 4 40,1-9-75,0 0 0,0 1 0,1-1 0,0 0 0,0 0 1,0 1-1,1-1 0,0 0 0,0 0 0,0 0 0,1-1 0,0 1 0,0-1 0,0 1 1,1-1-1,0 0 0,8 9 0,-4-8-104,-1 0 0,1 0-1,0-1 1,1 0 0,-1 0 0,1-1 0,0 0 0,0-1 0,0 0 0,0 0-1,14 1 1,-11-1-204,0-1-1,0-1 0,0 0 1,0-1-1,1-1 0,-1 1 1,0-2-1,0 0 0,0 0 0,0-1 1,-1-1-1,1 0 0,-1 0 1,0-1-1,0 0 0,0-1 1,-1-1-1,1 0 0,-2 0 1,13-11-1,25-28-4700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6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0 7162,'0'0'8177,"30"23"-7598,95 68-8,-76-54 75,-36-20 52,-7-2-552,-5-14-32,-18-9-89,0 2-1,0 0 0,0 1 1,-1 1-1,0 1 1,0 0-1,0 1 0,0 1 1,-20 1-1,37 0-25,-1 0-1,0 0 0,1 0 0,-1 0 1,0 0-1,1 0 0,-1 1 0,0-1 1,1 0-1,-1 1 0,0-1 1,1 1-1,-1 0 0,1 0 0,-1-1 1,1 1-1,-1 0 0,1 0 0,0 0 1,0 1-1,-1-1 0,1 0 1,0 0-1,0 1 0,-1 1 0,0 1-34,1 1 0,0-1 0,0 1 0,0 0 0,1-1 0,-1 1 0,1 0 0,0 5 0,1-5-81,0-1 1,1 1-1,-1 0 1,1-1-1,-1 1 1,1-1-1,1 0 1,-1 1-1,1-1 1,-1 0-1,1 0 1,0-1-1,1 1 1,-1-1-1,1 1 1,-1-1-1,1 0 1,8 4-1,-4-1-213,2 0 0,-1-1 0,0 0 0,1 0 0,0-1 0,0-1 0,20 5-1,-24-7 121,0 0 0,0-1-1,-1 0 1,1 0-1,0-1 1,0 1-1,-1-1 1,1 0-1,0-1 1,-1 1-1,1-1 1,-1 0 0,0-1-1,1 1 1,-1-1-1,0 0 1,-1 0-1,1-1 1,5-4-1,3-6-681,0 0-1,-1-1 1,0-1-1,12-23 1,-16 28 454,27-53 980,-14 24 6845,-21 63-5354,0-8-1492,1 1 0,0-1 0,1 0 0,1 0 0,0 0 0,1-1-1,7 18 1,-9-27-420,0 0 0,1 0 0,0 0 0,0 0 0,0 0 0,0 0 0,1-1 0,0 0-1,0 0 1,0 0 0,0 0 0,1 0 0,-1-1 0,1 0 0,0 0 0,0 0 0,0-1-1,1 1 1,-1-1 0,0 0 0,1-1 0,7 2 0,-3-2-68,0 0 1,0 0 0,0-1-1,0 0 1,1-1-1,-1 0 1,-1-1-1,1 0 1,0 0 0,0-1-1,-1-1 1,1 1-1,-1-2 1,9-5-1,-11 6-49,-2 0-1,1-1 0,0 1 1,-1-2-1,0 1 0,0 0 0,-1-1 1,1 0-1,-1 0 0,-1 0 0,1-1 1,-1 1-1,0-1 0,0 0 0,-1 0 1,0 0-1,0 0 0,-1 0 0,0 0 1,1-10-1,-2 9-2,1-2 14,0 1-1,-1-1 1,-3-19-1,3 26-19,-1 1-1,0-1 0,0 0 0,0 0 0,0 0 1,0 1-1,-1-1 0,1 1 0,-1-1 0,0 1 0,0-1 1,0 1-1,0 0 0,0 0 0,0 0 0,0 0 1,-4-2-1,-7-3-548,0 1 1,0 1 0,-1 0-1,0 0 1,0 1 0,0 1-1,-1 0 1,-18 0-1,16 1-729,-25-5-3528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7.0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0 187 10610,'0'0'9362,"200"-143"-9258,-165 121-104,-7 7-216,-15 8-280,-30 20-4217,-17 15-2816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7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 1 14011,'0'0'9122,"-117"180"-9122,117-137-688,0 7-1377,0-10-2544,4-12-5001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7.7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10682,'0'0'11107,"211"108"-10571,-139-52-304,-6 16-160,-15 8-72,-16 10 8,-28 13-64,-7-1-8,-24 4-480,-35-7-280,-7-9-289,-10-6-1287,21-28-105,14-22-5088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8.2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166 0 9690,'0'0'5937,"-148"180"-5641,130-105 249,18 12 71,0 0-312,21 3-32,34-7-224,14-8-80,14-13 32,31-12-984,-21-19-1393,-14-13-4408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8.6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10186,'0'0'7722,"128"223"-7602,-114-142-48,-7 3-64,-7-3 8,0-7-16,0-15-8,0-9-1600,0-19-1105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8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 11482,'0'0'6609,"33"-1"-5985,112-6-210,-120 7-358,11-2 40,56 5 0,-82-2-98,0 1 0,1 0-1,-1 1 1,-1 0 0,1 1 0,0 0 0,-1 0 0,14 9-1,-19-11-5,0 1 0,-1-1-1,1 1 1,-1 0 0,1 0-1,-1 0 1,0 0 0,0 1-1,0-1 1,-1 1-1,1 0 1,-1 0 0,0 0-1,0 0 1,0 0 0,-1 0-1,1 0 1,-1 1 0,0-1-1,0 0 1,-1 1 0,1-1-1,-1 1 1,0-1-1,0 1 1,-1 4 0,-1-2-5,0 0 0,0 0 0,0-1-1,-1 1 1,0-1 0,0 1 0,0-1 0,-1 0 0,0 0 0,0-1 0,-1 1 0,1-1 0,-1 0 0,-1 0 0,-9 7 0,-8 4-228,-1-1 0,-1-1 0,0-1 0,-42 14 0,30-14-2418,-44 7 0,41-13-3500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9.4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8002,'0'0'6577,"31"6"-6537,-10 6-40,-4 4-72,0 5-1120,-10-2-1113,0-3-4272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49.8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0 1 8650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0.1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0 138 8650,'73'-137'5833,"-60"137"-5721,8 9-112,0 22-1216,-1-3-841,-6 3-4440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0.6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91 5153,'0'0'7035,"13"31"-6978,40 98-462,-44-107-151,-1 1 0,9 39 0,-4-5 175,-14-64 459,1 0 0,-1 0-1,1 0 1,0 0-1,2-8 1,-1-12 37,-8-299 3389,7 326-3503,0-1 0,0 1 0,1-1 0,-1 1 0,0-1 0,0 1 0,0-1 0,0 1 0,1-1 0,-1 1 0,0-1 0,1 1 0,-1 0 0,0-1 0,1 1 0,-1 0-1,0-1 1,1 1 0,-1 0 0,1-1 0,-1 1 0,1 0 0,-1 0 0,0-1 0,1 1 0,-1 0 0,1 0 0,-1 0 0,1 0 0,-1 0 0,1 0 0,0 0 0,20-1 12,-15 1-12,136 10-152,-8-1-1913,-82-9-1351,-12 0-4877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1.0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25 200 5873,'0'0'6695,"23"26"-6560,-23-26-135,100 104 73,-96-101-55,0 0-1,0 0 0,-1 0 1,2 0-1,-1-1 1,0 1-1,0-1 1,1 0-1,5 1 0,-7-2 4,0-1-1,0 1 1,0-1-1,0 0 1,0 0-1,0-1 1,0 1-1,4-2 0,6 0 58,-6 1-25,0 0 1,0-1-1,0 0 0,0-1 1,-1 1-1,1-1 0,-1 0 1,0-1-1,0 0 0,0 0 0,0 0 1,-1-1-1,0 1 0,0-1 1,0 0-1,0-1 0,-1 1 0,0-1 1,7-12-1,-5 7 98,0-1 1,0-1-1,-1 1 0,0-1 1,-1 0-1,-1 0 0,0 0 1,-1 0-1,1-25 0,-2 32-85,-2 0-1,1-1 1,-1 1-1,1 0 1,-2 0-1,-3-12 1,4 15-52,-1 0 0,1 0 0,-1 0 0,0 0 1,0 1-1,0-1 0,0 1 0,0-1 0,-1 1 0,1 0 1,-1 0-1,0 0 0,0 0 0,-5-2 0,-1 0-25,-1 0 1,1 1-1,-1 0 0,1 1 1,-1 0-1,0 0 0,0 1 0,0 1 1,0 0-1,0 0 0,0 1 0,0 0 1,1 0-1,-1 1 0,0 1 0,1-1 1,-1 2-1,1-1 0,-18 11 0,9 1-556,1 1 0,1 1 0,0 0-1,-26 39 1,5 4-3434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1.8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0 130 8266,'0'0'6052,"5"20"-6031,-1 5-10,1 0-2,1-1 0,0 1 0,14 30 0,-13-40-13,0 1 1,1-1 0,1 0-1,1 0 1,0-1-1,0-1 1,14 13-1,-20-22 5,0 0 0,0 0 0,0 0 0,1-1 0,-1 1 0,1-1 0,0 0 0,0-1 0,1 1 0,-1-1 0,0 0 0,1 0 0,-1-1 0,1 0 0,0 0 0,-1 0 0,1-1 0,0 1 0,-1-1 0,1-1 0,0 1 0,0-1 0,-1 0 0,1 0 0,5-2 0,-7 0 12,1 1-1,-1-1 1,0 1-1,0-1 1,0-1-1,0 1 0,-1 0 1,1-1-1,-1 0 1,0 0-1,0 0 1,0 0-1,-1 0 0,1-1 1,-1 1-1,0-1 1,-1 1-1,1-1 0,1-6 1,1-6 110,-1 0 1,0 0-1,-1 0 1,-1-23-1,-1-183 280,0 223-415,3-34-989,-2 32 768,-1 1 0,1 0 1,-1-1-1,1 1 0,-1 0 0,1 0 0,0-1 0,-1 1 1,1 0-1,0 0 0,0 0 0,0 0 0,0 0 1,0 0-1,0 0 0,0 0 0,0 0 0,1 1 0,-1-1 1,0 0-1,3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2.1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 0 9162,'0'0'7808,"9"30"-7628,29 94-93,-34-114 17,-1 1-1,0-1 1,0 1 0,-1-1-1,0 1 1,0 15 0,-2-20 73,-1-9-200,1 0 0,-1 1 0,1-1 0,-1 0-1,0 1 1,0-1 0,0 1 0,0-1 0,-1 1 0,1 0 0,-1 0 0,1-1 0,-1 1 0,0 0-1,0 0 1,0 0 0,0 1 0,0-1 0,0 0 0,0 1 0,-1-1 0,1 1 0,-4-2 0,-1 0-16,0 0 0,-1 0 1,1 1-1,-1 0 1,1 0-1,-1 1 1,-12-1-1,10 1 32,0 1-1,0 1 1,0 0-1,1 0 1,-1 1-1,0 0 1,0 0 0,1 1-1,-11 5 1,15-5 6,0 0 0,0 0 1,0 0-1,0 1 0,0-1 1,1 1-1,0 0 0,0 1 1,0-1-1,0 1 0,1 0 0,0-1 1,0 2-1,0-1 0,1 0 1,-1 0-1,-1 7 0,3-8-2,-1 0 0,1 0-1,0 1 1,1-1 0,-1 0 0,1 1-1,-1-1 1,1 1 0,1-1-1,-1 0 1,1 1 0,-1-1 0,3 5-1,-2-7-3,0 1-1,0-1 1,0 0-1,0 0 1,1 0 0,-1 0-1,1 0 1,0 0-1,-1-1 1,1 1-1,0-1 1,0 1 0,0-1-1,0 1 1,0-1-1,1 0 1,-1 0-1,0 0 1,1-1-1,-1 1 1,0 0 0,1-1-1,-1 1 1,3-1-1,9 2-230,0-1-1,0 0 0,0-1 1,-1-1-1,1 0 0,0-1 1,0-1-1,-1 0 1,0 0-1,1-2 0,-1 1 1,-1-2-1,1 0 0,-1 0 1,0-1-1,12-9 0,29-27-3821,-13 7-4365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5.4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1 160,'0'0'12348,"1"14"-11684,-1-13-653,16 186 1021,-16 29-735,0-124-3264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5.9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63 302 496,'0'0'4882,"0"-29"-2350,1-8-1967,-5-100 1484,3 130-1773,1 0 137,-1 1 0,1 0 0,0 0 0,0-1-1,3-11 1,-2 16-331,-1 0-1,1 0 0,0 1 1,0-1-1,0 0 0,0 0 1,1 1-1,-1-1 1,0 1-1,1-1 0,-1 1 1,1 0-1,-1-1 0,1 1 1,0 0-1,-1 0 0,1 0 1,0 0-1,0 0 0,0 0 1,2 0-1,7-2 87,-1 1-1,0 0 0,1 0 1,-1 1-1,1 0 0,-1 1 1,12 1-1,-17-1-149,0 1-1,0-1 1,0 1-1,0 0 1,0 1-1,0-1 1,0 1-1,-1 0 1,1 0-1,-1 0 1,1 0-1,-1 1 1,0 0-1,0 0 1,0 0-1,5 5 1,-4 1-36,0 0 0,0 0 0,-1 0 0,0 1 0,0-1 0,-1 1 0,0 0 0,-1 0 0,0 1 0,0 10 0,-1-13-42,-1 0-1,1 1 0,-1-1 0,-1 1 1,0-1-1,0 0 0,-1 0 0,1 1 1,-2-1-1,1 0 0,-1-1 0,-8 15 1,4-13 41,0 0 0,-1-1 1,0 0-1,0 0 0,-1-1 0,0 0 1,0 0-1,-1-1 0,1 0 1,-2-1-1,1 0 0,-12 4 0,3-3-352,-1 0-1,1-1 0,-1-1 0,0-1 0,0-1 1,-21 0-1,41-3 298,-1 0 0,1 1-1,0-1 1,0 1 0,0-1 0,0 1 0,0-1 0,0 0 0,0 1 0,0-1 0,0 1 0,0-1 0,0 1-1,0-1 1,0 0 0,0 1 0,0-1 0,0 1 0,1-1 0,-1 1 0,0-1 0,1 1 0,-1-1-1,1 0 1,3 0 92,-1 0-1,1 0 0,0 0 0,0 1 1,0 0-1,0-1 0,1 1 0,-1 1 1,0-1-1,0 1 0,0-1 1,-1 1-1,1 0 0,0 1 0,0-1 1,0 1-1,-1-1 0,1 1 0,-1 0 1,1 1-1,-1-1 0,0 0 0,0 1 1,0 0-1,4 4 0,7 9 329,-1 1-1,0 0 0,17 33 1,-16-27-168,17 31 387,-20-31-402,2-1 0,1 0 0,1-1 1,0 0-1,23 22 0,-33-39-261,0 0 0,0-1 0,0 1 1,0-1-1,1-1 0,-1 1 0,1-1 0,0 0 0,-1 0 0,1 0 0,0-1 0,0 0 1,0 0-1,8 0 0,9-1-2355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6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314 26 600,'0'0'11119,"-13"-4"-10874,5 1-192,-4-1 87,1 0 1,-1 1-1,1 1 1,-1 0 0,-23-1-1,22 3 140,0 0 0,-1 1 0,1 0 1,1 1-1,-1 0 0,0 1 0,-14 6 0,22-7-202,0 1-1,1-1 1,-1 1 0,0 0 0,1 0-1,0 1 1,0-1 0,0 1 0,0 0-1,1 0 1,-1 0 0,1 1-1,0-1 1,0 1 0,1 0 0,-1 0-1,1 0 1,0 0 0,-2 10 0,2-7-17,0 0 0,0 0 0,1 0 0,0 0 1,1 0-1,0 0 0,0 1 0,1-1 0,-1 0 1,2 0-1,-1 0 0,5 10 0,-4-12-52,1 0 0,0 0 0,0-1 0,1 1 0,-1-1 0,1 0-1,1 0 1,-1 0 0,1-1 0,0 1 0,0-1 0,0 0 0,0 0-1,1-1 1,9 5 0,1-1-1,0 0-1,1-2 1,0 0-1,1-1 1,-1 0 0,20 0-1,-8-2-282,-1-1 0,1-1 0,30-5 0,-53 4 45,1 0 1,-1-1-1,0 1 0,0-1 0,0-1 1,0 1-1,0-1 0,0 0 1,7-5-1,22-25-4045,-20 14-2658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6.6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7 224 3929,'-7'0'10882,"31"-15"-10650,14-7-128,4-6-104,2 0-496,-2-6-1024,-1-6-1081,-10 9-4024,-10 6 2720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7.0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184 0 824,'0'0'13202,"20"24"-13092,61 80-47,-77-100-61,-1 0 0,-1 0-1,1 0 1,0 0 0,-1 0 0,0 1 0,0-1-1,0 1 1,-1 0 0,1-1 0,-1 1 0,0 0-1,-1 0 1,1 0 0,-1 0 0,0 0 0,0 0 0,-1 6-1,-1 10 4,3-3 9,0-11 3,-1-1 0,0 1 0,0-1 0,-2 11 1,-1-16-35,0 1 1,0-2-1,0 1 1,0 0-1,0 0 1,0-1-1,0 0 1,0 0-1,0 0 1,-1 0-1,1 0 1,-4-1-1,-2 0-246,-4 0-104,-1 0 1,0-1-1,1-1 0,-16-5 0,15 4 313,0 1-1,0 0 1,0 0 0,-18 0 0,26 3 68,0 0 0,0 0 0,0 1 1,1-1-1,-1 1 0,0 1 0,0-1 1,-7 4-1,11-4 18,0 0 0,0 1 0,0-1 0,0 1 1,1-1-1,-1 1 0,0 0 0,1 0 0,0-1 0,-1 1 1,1 0-1,0 0 0,0 1 0,0-1 0,0 0 0,1 0 0,-1 0 1,0 1-1,1-1 0,0 0 0,-1 1 0,1-1 0,0 0 1,1 5-1,-1-5-28,0 0-1,0 0 1,0 0 0,1 0 0,-1 0 0,1 0 0,-1-1-1,1 1 1,0 0 0,0 0 0,0 0 0,0-1 0,0 1 0,0-1-1,0 1 1,1 0 0,-1-1 0,0 0 0,1 1 0,0-1-1,-1 0 1,1 0 0,-1 0 0,1 0 0,0 0 0,0 0-1,0-1 1,-1 1 0,1 0 0,3 0 0,6 1-323,1 0 0,-1-1-1,1 0 1,12-1 0,-6 1-922,18-1-3735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7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1 886 656,'0'0'13810,"31"-25"-13529,101-84-23,-122 102-217,-1-2 0,0 0 1,-1 0-1,0 0 1,-1-1-1,0 0 1,0-1-1,-1 0 1,7-16-1,-2 4 49,9-22-88,-2 0 0,-2-2 0,-2 0 0,-2-1 0,-2 0 0,-3-1 0,-1 0 0,-3 0 0,-2-53 0,-1 98 2,0 1 1,-1-1-1,1 0 1,-1 0-1,1 1 1,-1-1-1,0 1 0,0-1 1,-1 1-1,1-1 1,-1 1-1,0-1 1,0 1-1,0 0 1,0 0-1,0 0 1,-1 0-1,1 1 1,-1-1-1,-3-2 1,2 3 6,0 0 0,0 0 0,-1 0 0,1 0 0,0 1 0,-1 0 1,0 0-1,1 0 0,-1 0 0,0 1 0,1 0 0,-1 0 0,0 0 0,1 0 1,-10 3-1,6-1 21,1 1 0,-1-1 1,1 2-1,-1-1 0,1 1 0,0 0 1,1 1-1,-1 0 0,1 0 1,0 0-1,0 0 0,0 1 0,1 0 1,0 1-1,0-1 0,0 1 1,1 0-1,-5 12 0,-1 1 100,1 0 0,1 1 0,0 0 0,2 0 0,-6 40 0,8-35-17,2 0 0,1 1 0,1-1-1,1 1 1,1-1 0,10 45 0,-7-51-94,2 1 1,0-2 0,1 1 0,1-1-1,1 0 1,0 0 0,2-1-1,24 29 1,-23-30-56,1-1 1,1-1-1,0-1 0,1 0 0,0-1 1,1 0-1,1-1 0,0-2 0,0 1 0,1-2 1,27 9-1,-10-10-819,0-1 0,1-2 0,46 0 0,-4-4-2629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7.9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 1 832,'0'0'15852,"0"59"-15460,-7-28-112,-10 3-216,-4 3-64,1-6-88,6-3-696,7-6-745,4-13-2328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8.3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7698,'0'0'6905,"17"87"-9793,-17-56-2042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49:58.8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0 1440,'0'0'14394,"25"22"-13931,83 73-270,-96-83-132,-1 0-1,0 0 0,0 1 1,-1 0-1,-1 1 1,0 0-1,-1 1 1,-1 0-1,0 0 0,-1 1 1,9 31-1,-10-16 155,-2 0-1,0 1 1,-2-1-1,-5 52 1,1-56-150,-1 0 0,-2-1 0,0 1 0,-2-1 0,-1 0 0,-1-1 0,-20 39 0,9-27-824,-2-1 0,-1-1 0,-2-1 1,-33 35-1,10-23-3333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8.3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6129,'0'0'8874,"248"31"-8690,-144-31-176,17 0-16,55-3-448,-32-16-1400,-23 4-3841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9.1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3 5825,'-1'-3'13063,"8"5"-12855,155 73-193,-158-74-41,3 1-130,0 1 0,0 0 0,-1 0 0,1 1 0,10 7 0,-16-9 124,1-1-1,0 1 1,-1 0 0,1 0 0,-1 0 0,0 0-1,1 0 1,-1 0 0,0 0 0,0 0-1,-1 1 1,1-1 0,0 0 0,-1 1-1,1-1 1,-1 0 0,0 1 0,0-1-1,0 1 1,0-1 0,-1 4 0,1-4 33,0 0 1,-1-1 0,0 1-1,1 0 1,-1 0 0,0-1-1,0 1 1,0 0 0,0-1-1,0 1 1,0-1 0,0 1-1,-1-1 1,1 0 0,-1 1-1,1-1 1,-1 0 0,-1 1-1,-37 19 74,22-13 1,-34 17 118,19-10-24,-49 30 1,76-41-214,-1 0-1,1 1 1,0-1 0,0 1-1,1 1 1,0-1 0,0 1-1,0 0 1,0 0 0,1 1-1,0-1 1,0 1 0,-3 9-1,2 13-2235,4-7-2542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9.6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444 76 7218,'0'0'10382,"-36"-13"-9370,-118-39-353,146 50-612,-1-1 1,1 2 0,-1-1-1,1 1 1,-1 0-1,0 1 1,1 0 0,-1 0-1,0 1 1,1 0 0,-17 4-1,19-3-30,1 0 1,-1 1-1,1 0 0,0 0 1,0 0-1,0 0 0,0 1 0,1 0 1,-1 0-1,1 0 0,0 1 0,0-1 1,-4 8-1,-1 5 15,1-1 0,1 1 0,1 0 0,0 1 0,1 0 0,1-1 0,1 2 0,-2 25 0,-5 408-119,11-291-620,-1 104-3250,0-92-1954,0-110-494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0.1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1 128 12411,'0'0'7865,"21"0"-7753,138 3-77,-126-3-87,-8 1-642,1-1 0,-1-1 1,44-8-1,-63 8 531,-1 0 1,1-1-1,-1 0 0,1 0 1,-1 0-1,0 0 0,0-1 1,0 0-1,0 0 0,0 0 1,-1-1-1,1 1 1,-1-1-1,0 0 0,0-1 1,-1 1-1,1 0 0,-1-1 1,0 0-1,0 0 0,0 0 1,2-7-1,-4 7 172,0 1 0,0-1 0,0 0 0,-1 1-1,0-11 532,-1 28 107,-1-1-625,0 1 0,0-1 0,2 1-1,-1-1 1,3 20 0,-2-28-45,1 0-1,0 0 0,0 0 1,0 0-1,1 0 0,-1 0 1,1-1-1,0 1 0,0 0 1,0-1-1,0 0 0,1 1 1,-1-1-1,1 0 0,0 0 1,0 0-1,0-1 0,1 1 0,-1-1 1,0 0-1,5 3 0,0-2-283,0 1 1,0-2-1,0 1 0,0-1 0,1 0 0,-1-1 0,0 0 0,1 0 0,-1-1 0,1 0 0,-1 0 0,16-3 0,-21 2 281,1 0 1,-1 1-1,1-2 1,-1 1-1,0 0 1,1-1-1,-1 1 1,0-1-1,0 0 1,0 0-1,0 0 1,0-1-1,-1 1 1,1-1-1,-1 1 1,0-1-1,1 0 1,-1 0-1,0 0 1,-1 0-1,1 0 1,0 0 0,-1-1-1,0 1 1,0 0-1,0-1 1,0 1-1,0-1 1,-1 1-1,0-1 1,1-5-1,-1-35 3748,8 46-3368,-4 2-338,0 0 0,0 0 0,-1 0-1,1 0 1,-1 1 0,4 5 0,21 28-110,-11-24-728,0 0 1,28 17-1,-10-13-3823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0.5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12523,'0'0'4737,"16"20"-5067,50 66-198,-62-81 464,0 0 1,-1 0-1,0 0 0,0 0 0,-1 1 1,1-1-1,-1 1 0,0-1 0,-1 1 1,1 0-1,-1 0 0,-1 0 0,1 0 1,-1-1-1,0 1 0,0 0 0,-1 7 1,0 12-86,1-25 152,0 0 1,0-1-1,0 1 0,0 0 1,0 0-1,0 0 0,0-1 1,0 1-1,1 0 0,-1 0 1,0 0-1,0-1 0,0 1 1,0 0-1,1 0 0,-1 0 1,0 0-1,0 0 0,0-1 1,1 1-1,-1 0 0,0 0 1,0 0-1,1 0 1,-1 0-1,0 0 0,0 0 1,1 0-1,-1 0 0,0 0 1,0 0-1,1 0 0,-1 0 1,0 0-1,0 0 0,0 0 1,1 0-1,-1 0 0,0 0 1,0 0-1,1 0 0,-1 1 1,0-1-1,0 0 0,0 0 1,1 0-1,-1 0 0,0 0 1,0 1-1,0-1 0,0 0 1,1 0-1,-1 0 1,0 1-1,0-1 0,0 0 1,0 0-1,0 1 0,0-1 1,0 0-1,0 0 0,1 1 1,20-40 318,-11 22-19,0-1 0,1 1 0,15-18 0,-22 30-259,0 1 0,1 0 0,-1-1 0,1 2 0,0-1 0,0 1 0,0-1 0,0 1 0,1 1 0,-1-1 0,1 1 0,-1 0 0,1 0-1,0 1 1,8-2 0,-6 2-60,0 0-1,1 1 0,-1 0 1,14 2-1,-20-2-19,1 1 0,-1-1 1,0 1-1,0 0 0,1 0 0,-1 0 0,0 0 1,0 0-1,0 0 0,0 1 0,0-1 1,0 1-1,0-1 0,0 1 0,-1 0 1,1 0-1,-1 0 0,1 0 0,0 2 1,10 19-666,14 43 1,-21-49 22,2 1 1,0-1 0,1 0-1,18 27 1,-12-29-2273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0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320 1 8666,'0'0'8216,"-29"0"-7664,-98 7 62,121-7-556,0 1 1,0 0-1,0 1 0,1-1 1,-1 1-1,0 0 0,1 1 1,-1-1-1,1 1 0,0 0 1,0 0-1,0 1 0,0 0 1,1 0-1,0 0 1,-7 7-1,3-2 26,1-2-43,1 1 0,0 0 0,1 0 0,0 0 1,0 1-1,1 0 0,0 0 0,0 0 0,1 0 0,0 1 0,1-1 0,-3 20 0,5-24-74,-1 0 0,1 0 0,0 0 0,0 0 0,1 0-1,-1 0 1,1 0 0,0 0 0,1 0 0,-1 0 0,1-1 0,0 1 0,0 0-1,0-1 1,1 1 0,-1-1 0,1 0 0,0 0 0,0 0 0,1 0 0,-1-1-1,1 0 1,0 1 0,0-1 0,0 0 0,0-1 0,6 4 0,10 1-611,1 0 1,-1-1 0,1-1 0,0-1-1,23 1 1,20-2-2954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1.2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129 0 7922,'0'0'6301,"25"25"-6258,78 77-2,-97-96-34,0 0 0,-1 1 0,1 0 0,-2 0 0,5 8 0,-7-12-5,-1 0-1,0 0 1,-1 0 0,1 0-1,0-1 1,-1 1 0,0 0-1,0 4 1,2 11 5,2 23-139,-4-41-52,-13-2 47,-14-13 149,17 9 51,-1 0 0,1 1 0,-1 0 0,0 1 0,0 0 0,0 1 0,-1 0 0,1 1 0,-14-1 0,13 2 48,1 1 0,-1 0 0,1 0 0,-1 2 0,-19 3-1,29-4-89,-1 0-1,0 0 0,0 1 1,0-1-1,0 1 1,1-1-1,-1 1 0,1 0 1,-1 0-1,1 0 0,0 0 1,0 0-1,0 1 1,0-1-1,0 1 0,1-1 1,-1 1-1,1 0 0,-1-1 1,1 1-1,0 0 1,0 0-1,0 0 0,0 0 1,1 0-1,-1 5 0,0-5-39,1 1-1,0-1 1,-1 1-1,1 0 1,1-1-1,-1 1 1,0 0-1,1-1 1,0 1-1,0-1 1,0 1-1,0-1 1,0 1-1,1-1 1,3 6-1,-2-6-101,0 0 0,0 0 0,0 0 0,0-1-1,1 1 1,0-1 0,-1 0 0,1 0 0,0 0 0,0 0-1,0-1 1,0 0 0,0 0 0,5 1 0,13 2-2179,1-2 1,35 0 0,-16-2-4217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1.6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1 221 8042,'0'0'8169,"14"12"-7452,3 2-552,5 3 144,32 36-1,-49-48-273,1 1-1,0-1 0,-1 0 0,2-1 0,-1 0 0,0 0 0,1 0 0,0 0 0,0-1 0,0 0 0,0-1 0,0 0 0,1 0 0,-1 0 0,1-1 1,-1 0-1,1-1 0,-1 1 0,1-1 0,0-1 0,13-2 0,-16 2-42,-1-1-1,1 0 1,-1 0 0,1-1 0,-1 1-1,0-1 1,0 0 0,0 0 0,0 0-1,-1-1 1,1 1 0,-1-1 0,0 0-1,0 0 1,0 0 0,-1 0 0,1 0-1,-1-1 1,0 1 0,0-1 0,-1 1-1,2-8 1,2-5-23,-1-1 0,-1 0 0,-1 1 0,0-34 0,-2 42 50,0-1 0,-1 0 0,0 1 0,0-1 0,-6-18 0,5 24-41,0-1 0,0 1 1,0-1-1,-1 1 0,0 0 0,0 0 1,0 0-1,0 0 0,0 1 0,-1 0 1,1-1-1,-1 1 0,0 0 0,-5-2 0,-2-1-1281,-1 1-1,-21-7 1,33 12 1301,-22-6-4378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2.0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756 143 11330,'0'0'7138,"176"-121"-6834,-135 109-232,-13 5-72,-11 4-336,-52 31-9450</inkml:trace>
  <inkml:trace contextRef="#ctx0" brushRef="#br0" timeOffset="1">125 851 12323,'0'0'5345,"-76"214"-5497,51-158-2049,1-9-3352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2.9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135 10 4385,'0'0'9202,"-76"-9"-8602,55 21-72,7 7-128,1 2-224,6 4-176,3 6 80,4 0-160,0 19-248,0-7-984,0-5-2609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5.5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7522,'0'0'9882,"7"49"-9594,3 7-104,-3 19-56,-4 12-80,-3 6 40,0-3-176,0-3-432,0 0-969,0-25-991,0-19-3529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5.8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96 1 4809,'0'0'11026,"22"1"-10862,70 9-110,-89-9-53,1-1 0,-1 1 0,0 0 0,1 1 0,-1-1 0,0 1 1,0-1-1,0 1 0,0 0 0,0 0 0,0 0 0,-1 0 0,1 1 0,-1-1 0,1 1 1,-1 0-1,0-1 0,0 1 0,0 0 0,0 0 0,-1 0 0,1 1 0,-1-1 0,0 0 1,0 0-1,0 1 0,1 4 0,-2-4 2,1 0 0,-1 0 0,0 0 0,0 0 0,0 0 0,0 0 0,-1 0 0,1 0 0,-1 0 0,0-1 0,-1 1 0,1 0 0,-1 0 1,1-1-1,-1 1 0,0-1 0,0 0 0,-1 1 0,-4 5 0,-3-2 6,0 0 0,-1-1 0,1 0 0,-1 0 0,0-1 0,-1 0 1,-21 5-1,-88 13-1528,105-21 920,9-1-1160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6.2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14 221 8002,'0'0'11050,"0"0"-11023,-1 0 1,0 0-1,1-1 0,-1 1 1,1 0-1,-1 0 0,0 0 1,1 0-1,-1-1 0,1 1 1,-1 0-1,1 0 0,-1-1 1,1 1-1,-1-1 0,1 1 1,-1 0-1,1-1 1,0 1-1,-1-1 0,1 1 1,-1-1-1,1 1 0,0-1 1,0 1-1,-1-1 0,1 0 1,0 1-1,-1-2 0,1-14-49,0-1 0,1 1 0,1 0-1,6-28 1,-6 39-28,-1 1-1,1-1 0,0 0 1,0 1-1,1 0 1,-1-1-1,1 1 0,0 0 1,0 0-1,1 0 1,-1 1-1,1-1 0,0 1 1,-1 0-1,2 0 1,-1 0-1,0 0 0,0 1 1,1 0-1,4-2 1,12-2-145,0 1 0,-1 1 0,1 1 0,1 1 0,-1 1 0,41 3 0,-17-2 39,-43 0 151,0 0-1,0 0 1,-1 0-1,1 0 0,0 0 1,0 1-1,-1-1 1,1 0-1,0 1 0,0-1 1,-1 1-1,1 0 1,0-1-1,-1 1 0,1 0 1,-1 0-1,1 0 1,-1 0-1,1 0 0,-1 1 1,0-1-1,0 0 1,1 1-1,-1-1 0,1 2 1,-1 2-75,1 0 0,-1-1 0,0 1 1,0 0-1,0 0 0,-1 0 0,0 7 0,0-5-295,1 0 0,0-1 0,0 1 0,2 10 0,0-10-296,0 0 0,1 0-1,-1 0 1,1-1 0,5 7 0,5 1-3196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6.6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0 264 8514,'0'0'9090,"28"97"-9026,-18-66-64,0-6-48,1-10-896,13-15-873,-3 0-1063,-4-3-3602</inkml:trace>
  <inkml:trace contextRef="#ctx0" brushRef="#br0" timeOffset="1">142 1 6177,'0'0'128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7.2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8370,'0'0'6045,"10"12"-5993,1 0-41,-6-7-7,0 0 0,-1 0 0,0 0 0,0 1-1,0-1 1,0 1 0,-1 0 0,0 0 0,0 0 0,-1 1 0,0-1 0,3 10-1,-2 3 9,0 1 0,1 33-1,-2-43 4,4-13 17,4-16 14,-6 6-43,1 0 0,1 0 0,1 1 0,-1-1-1,2 1 1,12-15 0,-17 22-2,1 1-1,0 0 1,1 0 0,-1 0 0,0 1 0,1-1-1,0 1 1,0 0 0,0 0 0,0 1 0,1 0-1,-1 0 1,1 0 0,-1 0 0,1 1 0,0 0 0,-1 0-1,9 0 1,-9 1-2,0 0-1,0 0 1,0 0 0,-1 1-1,1 0 1,0 0-1,7 2 1,-10-2 1,0 1-1,1-1 1,-1 1 0,0-1-1,0 1 1,0 0 0,-1 0 0,1 0-1,0 0 1,-1 0 0,1 0-1,-1 0 1,0 0 0,0 1-1,2 3 1,12 45 6,-13-41-2,0 0-1,1-1 1,1 1 0,5 11-1,-9-20-3,1 0 1,0 0-1,0 0 0,0 0 0,0 0 0,0-1 1,0 1-1,0 0 0,0 0 0,0-1 0,1 1 1,-1-1-1,0 1 0,0-1 0,1 0 0,-1 1 1,0-1-1,0 0 0,1 0 0,-1 0 0,0 0 1,2 0-1,1 0-1,-1 0 1,0-1-1,1 1 0,-1-1 1,1 0-1,-1 0 1,6-3-1,12-8-70,33-26 0,-34 24-36,37-23-1,-49 33 102,-1 1 1,1 0-1,0 0 0,0 0 0,1 1 1,-1 0-1,0 1 0,1 0 0,9 0 0,-11 1-3,1 1 0,0 0 0,-1 0 0,1 0 0,-1 1 0,1 1 0,-1-1 0,0 1 0,0 0 0,0 1 0,0-1 0,6 6 0,4 1 14,-7-6-88,1 1-1,0-1 0,0-1 0,0 0 0,0-1 1,0 0-1,0 0 0,1-1 0,-1-1 1,16-1-1,-24 1 9,0 0 0,0 0-1,0-1 1,0 1 0,0-1 0,0 0 0,0 0 0,0 0 0,0 0-1,-1-1 1,1 1 0,0-1 0,-1 1 0,0-1 0,1 0 0,-1 0-1,2-2 1,3-4 160,-2 1 0,1-1-1,-1 0 1,5-9-1,-10 17-39,0 0 0,0-1 1,1 1-1,-1 0 0,0 0 0,0 0 0,1 0 0,-1 0 0,0-1 0,0 1 0,1 0 0,-1 0 0,0 0 0,0 0 0,1 0 0,-1 0 0,0 0 1,1 0-1,-1 0 0,0 0 0,0 0 0,1 0 0,-1 0 0,0 0 0,1 0 0,-1 0 0,0 0 0,0 1 0,1-1 0,-1 0 0,0 0 1,0 0-1,0 0 0,1 1 0,-1-1 0,0 0 0,0 0 0,0 0 0,1 1 0,-1-1 0,0 0 0,0 0 0,0 0 0,0 1 0,0-1 1,1 0-1,-1 1 0,0-1 0,0 0 0,0 0 0,0 1 0,0-1 0,0 0 0,0 0 0,0 1 0,0 0 0,9 21-325,-8-19 471,4 10-172,1 0 1,0-1-1,1 1 1,0-1 0,10 12-1,-13-19-107,-1-1 0,1 0 0,0 0 0,1 0 0,-1-1 0,1 1-1,-1-1 1,1 0 0,0 0 0,0-1 0,0 0 0,1 1 0,-1-2-1,0 1 1,7 1 0,26-1-2364,-9-2-2939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7.6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10338,'0'0'6706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7.9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 0 13219,'0'0'5441,"45"184"-5665,-31-113-40,-4 7-216,-6-1-328,-4-2-353,0 15 41,0-25-1088,-10-12-3458</inkml:trace>
  <inkml:trace contextRef="#ctx0" brushRef="#br0" timeOffset="1">0 320 11202,'0'0'8602,"159"31"-8698,-107-25-928,13-6-1409,-13 0-1927,-7 0-7171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8.3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12947,'0'0'5777,"10"164"-5769,11-127-8,3-2-496,4-7-664,13-10-1081,-3-5-1832,-4-13-6345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8.6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0 137 12163,'0'0'4227,"18"25"-4160,9 16-60,70 97-41,-95-135-38,1-1 0,-1 1-1,1-1 1,-1 1 0,1-1 0,0 0-1,0 0 1,0 0 0,1 0-1,-1-1 1,0 1 0,1-1 0,-1 0-1,1 0 1,-1 0 0,1 0 0,-1-1-1,1 1 1,-1-1 0,7 0 0,-8-1 52,-1 1 0,1-1 1,0 1-1,0-1 1,-1 0-1,1 0 0,0 0 1,-1 0-1,1 0 1,-1-1-1,1 1 1,-1 0-1,1-1 0,-1 1 1,0 0-1,0-1 1,0 0-1,0 1 0,0-1 1,0 0-1,0 1 1,-1-1-1,2-3 1,15-52 338,-15 47-198,2-5 24,2-13 259,2 0 1,0 1 0,18-37 0,-22 56-709,0 1 0,0 0 0,1 0 1,0 0-1,1 0 0,-1 1 0,1-1 1,1 2-1,-1-1 0,1 1 0,0 0 1,0 0-1,0 0 0,1 1 0,14-5 1,13-2-4611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39.0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859 386 1512,'0'0'13263,"16"18"-12403,49 55-389,-56-57 1040,-9-16-1501,0 0 0,0 1 0,0-1 0,0 0 0,0 0 0,0 0 1,0 1-1,0-1 0,0 0 0,0 0 0,0 1 0,0-1 1,0 0-1,0 0 0,0 0 0,-1 1 0,1-1 0,0 0 0,0 0 1,0 0-1,0 1 0,0-1 0,-1 0 0,1 0 0,0 0 0,0 0 1,0 0-1,-1 0 0,1 1 0,0-1 0,0 0 0,-1 0 1,1 0-1,0 0 0,-20-1-267,19 0 368,-129 1-151,126 0 52,0 0-1,1 1 1,-1-1-1,0 1 0,1 0 1,-1-1-1,1 2 1,-1-1-1,1 0 0,-1 1 1,1-1-1,0 1 0,0 0 1,-1 0-1,2 1 1,-1-1-1,0 0 0,0 1 1,1 0-1,-4 4 1,3-3 0,1 0 0,0 1 0,0-1 0,0 0 0,0 1 0,1 0 1,0-1-1,-1 1 0,2 0 0,-1-1 0,1 1 0,-1 0 0,1 0 1,1 0-1,0 7 0,0-10-12,-1 0 1,1 0 0,0-1-1,0 1 1,0 0-1,0-1 1,0 1-1,0-1 1,0 1-1,1-1 1,-1 1-1,0-1 1,1 0 0,-1 0-1,1 0 1,0 0-1,-1 0 1,1 0-1,0 0 1,-1 0-1,1-1 1,0 1-1,0-1 1,0 1 0,0-1-1,0 0 1,3 1-1,9 0 0,1 0-1,24-2 0,-20 0-4,-6 1 14,0-2 0,0 0 1,-1 0-1,1-1 0,0-1 0,-1 0 1,0-1-1,0 0 0,-1-1 0,1 0 1,14-11-1,-2 3 96,-22 13-62,0 0 0,0 0 0,0 0 0,0 0 0,1 0 0,-1 0 0,0 0 0,1 1 0,-1-1 1,0 1-1,1 0 0,-1-1 0,1 1 0,-1 0 0,1 1 0,-1-1 0,3 1 0,-1 0-261,1 1 1,-1 1-1,0-1 1,1 1-1,-1-1 1,6 7-1,-6-6-226,-2-2-128,0 0 0,0 0 0,1 1 0,-1-1 1,1 0-1,-1-1 0,1 1 0,-1 0 0,1-1 1,-1 1-1,1-1 0,5 0 0</inkml:trace>
  <inkml:trace contextRef="#ctx0" brushRef="#br0" timeOffset="1">0 1 15859,'0'0'5434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46.1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57 1112,'0'0'16326,"0"-10"-14740,-1-27-328,0 28-479,-1 8-303,-1 13-210,10 373-660,3-129-4722,-10-244 4718,4 69-4239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46.5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1 312,'0'0'10994,"-7"158"-10577,7-99-65,0 3-224,0 3-80,0 28-48,0-15-801,0-16-2007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47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0 158 880,'0'0'16826,"3"0"-16004,5-1-650,1 0 1,-1 1-1,0 0 0,1 1 1,-1 0-1,0 0 1,1 1-1,-1 0 0,0 0 1,0 1-1,0 0 0,-1 0 1,10 6-1,13 9-127,53 42 0,-43-30 39,-6-5-73,-17-10-2,1-2 0,1-1 1,0 0-1,29 13 1,-47-25-14,1 1-1,-1-1 1,0 1 0,1-1 0,-1 0 0,0 1 0,1-1 0,-1 0 0,0 0 0,1 0 0,-1 0 0,1 0 0,-1-1 0,0 1 0,1 0 0,-1 0 0,0-1 0,0 1 0,1-1 0,-1 0 0,0 1 0,0-1 0,0 0 0,1 1 0,-1-1 0,0 0 0,1-2 0,2-1 15,-1-1 0,1 0 0,-1 0 1,0 0-1,2-8 0,4-5-21,18-28-20,54-72 0,-62 95-686,0 1 0,1 1-1,1 1 1,40-30 0,-24 27-3402,-13 16-4695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48.6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365 600 992,'0'0'10781,"4"1"-9861,8 1-215,-15-5-40,-30-6 28,15 6-604,0 0 0,0 2 0,-1 0-1,1 1 1,-1 1 0,1 1-1,0 0 1,-25 7 0,35-6-85,-1 0 0,0 1 0,1-1-1,0 2 1,0-1 0,0 1 0,0 0 0,1 1 0,0 0 0,0 0 0,0 0-1,1 1 1,0 0 0,1 0 0,-1 1 0,1 0 0,0 0 0,-5 12 0,7-12 4,0 0 1,0-1 0,1 1-1,0 0 1,0 0 0,0 1-1,1-1 1,1 0 0,0 0-1,0 0 1,0 1 0,1-1-1,0 0 1,1 0 0,2 10-1,-2-13-13,1 1-1,-1-1 1,1 1-1,0-1 0,1 0 1,-1 0-1,1-1 1,0 1-1,0-1 0,1 0 1,-1 0-1,1 0 1,0 0-1,0-1 1,0 0-1,0 0 0,1 0 1,-1-1-1,1 0 1,9 3-1,-7-2-15,1-1 0,0 0 0,0 0-1,0 0 1,1-2 0,-1 1 0,0-1 0,0 0 0,0-1 0,1 0-1,-1 0 1,0-1 0,0-1 0,-1 1 0,1-1 0,0-1 0,-1 0-1,0 0 1,0 0 0,0-1 0,0 0 0,-1-1 0,0 0 0,0 0 0,0 0-1,7-11 1,0-3 25,-1 0 1,-1-2-1,-1 1 0,-1-2 0,0 1 1,-2-1-1,-1 0 0,-1-1 0,6-46 1,-5-13 169,-4-129 1,-3 125-23,0 58-167,0 0-1,-2 1 1,0-1-1,-3 0 1,-11-43-1,12 63-239,1 8-335,-1 20-85,2 351 761,3-324-38,2 0-1,11 58 1,-12-93-41,0 1 0,1 0 0,1 0-1,0-1 1,0 0 0,1 0 0,1 0 0,0-1 0,0 1 0,1-1-1,0-1 1,1 1 0,0-1 0,10 8 0,-12-13-63,0 0 1,1 0-1,-1 0 1,1-1 0,0 0-1,0-1 1,0 1-1,1-1 1,-1-1 0,0 1-1,1-1 1,-1-1-1,1 1 1,-1-1-1,1-1 1,-1 1 0,11-3-1,-8 1-51,0-1-1,-1 0 1,1 0-1,-1-1 1,0 0-1,0-1 1,0 0-1,-1 0 1,1-1-1,-1 0 1,-1 0-1,10-10 1,-9 7-24,0 0 0,-1-1 1,0 1-1,-1-1 1,0-1-1,-1 1 1,0-1-1,6-19 1,-7 11 228,0 1-1,-1-1 1,-1 0 0,0-31 0,-2 48-27,0-1 0,0 1 1,0 0-1,0 0 0,0-1 0,-1 1 0,1 0 0,-1 0 0,1 0 1,-1 0-1,0-1 0,0 1 0,0 0 0,0 0 0,0 1 1,0-1-1,-1 0 0,1 0 0,-1 1 0,1-1 0,-4-2 1,2 2 51,-1 1 0,1-1 0,-1 1 1,0 0-1,1 0 0,-1 0 1,0 1-1,0-1 0,0 1 1,1 0-1,-1 0 0,-4 0 1,4 1-105,1-1-1,0 1 1,0-1 0,0 1 0,0 0 0,0 0-1,0 0 1,0 0 0,1 1 0,-1-1 0,0 1-1,1-1 1,-1 1 0,1 0 0,-5 4 0,3-1-6,1 0 1,-1 0-1,1 0 0,-1 0 1,2 0-1,-1 1 1,-3 9-1,1 1 1,1 0-1,1 0 1,0 1-1,2-1 1,-1 22-1,2-30-13,0 1 1,1-1-1,-1 0 0,2 0 0,-1 1 0,1-1 1,1 0-1,-1 0 0,1-1 0,1 1 0,-1-1 1,1 1-1,1-1 0,-1 0 0,1-1 0,1 1 1,-1-1-1,1 0 0,12 10 0,-4-4-49,0-2 0,1 0 0,0-1 0,0 0 1,1-1-1,0-1 0,0 0 0,1-1 0,0-1 0,0-1 0,0 0 0,1-1 0,-1-1 0,1-1 0,26-1 0,-39 0-4,-1-1 0,1 0 0,-1 0 0,0 0-1,0 0 1,0-1 0,1 0 0,-1 0-1,-1 0 1,1 0 0,0-1 0,-1 1 0,1-1-1,-1 0 1,1 0 0,-1 0 0,0 0 0,-1-1-1,1 1 1,-1-1 0,1 0 0,-1 0 0,0 0-1,0 0 1,-1 0 0,1 0 0,-1 0 0,0 0-1,1-5 1,2-12-60,-1-1 0,-1 1 0,-1 0 0,-2-35 0,1 53 205,-1-1 1,1 0 0,-1 0 0,0 0-1,0 0 1,0 1 0,0-1 0,-1 0-1,1 1 1,-1-1 0,0 1 0,0 0 0,0-1-1,-1 1 1,1 0 0,-1 0 0,0 1-1,0-1 1,0 0 0,0 1 0,0 0-1,0 0 1,-1 0 0,1 0 0,-1 0-1,1 1 1,-1-1 0,0 1 0,1 0 0,-1 0-1,0 1 1,0-1 0,-4 0 0,7 1-12,1 2-57,0-1 0,0 0 0,0 0-1,0 0 1,0 0 0,1 0 0,-1 0 0,0 0 0,1 0 0,-1 0 0,1 0-1,-1 0 1,1 0 0,-1-1 0,1 1 0,0 0 0,-1 0 0,1 0 0,0-1 0,0 1-1,1 1 1,1-1 23,0 1-1,0-1 1,0 0 0,0 0-1,0 0 1,0 0-1,5 0 1,8 0 35,-1 0 1,23-2-1,-26 0-132,-1 0-198,-1-1 0,1-1 1,-1 1-1,1-2 0,-1 1 1,15-8-1,-16 6-167,0 1 1,0 0-1,1 1 1,-1 0-1,1 1 1,0 0-1,14-1 0,-24 3 431,1 0-1,0 0 0,-1 0 0,1 0 0,0 1 0,-1-1 0,1 0 1,0 0-1,-1 1 0,1-1 0,0 0 0,-1 1 0,1-1 0,-1 1 1,1-1-1,-1 1 0,1-1 0,-1 1 0,1-1 0,-1 1 0,1 0 1,-1-1-1,0 1 0,1 0 0,-1-1 0,0 1 0,0 0 0,1-1 0,-1 1 1,0 0-1,0 0 0,2 29 405,-1-15-279,3 23 374,15 65-1,-16-92-460,0-1-1,0 1 1,1-1-1,1 0 1,-1 0-1,2-1 1,-1 1-1,2-1 1,-1 0-1,15 15 1,-18-22-249,0 0-1,1 1 1,0-1 0,-1-1 0,1 1 0,0 0 0,0-1 0,0 0 0,0 0 0,0 0-1,0-1 1,0 1 0,0-1 0,0 0 0,0 0 0,0 0 0,1 0 0,-1-1 0,7-2-1,14-7-6014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48.9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0 361 992,'0'0'12307,"49"186"-12003,-18-155-304,-4-9-504,-6-13-2249</inkml:trace>
  <inkml:trace contextRef="#ctx0" brushRef="#br0" timeOffset="1">173 1 1424,'0'0'6834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49.6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1 143 1240,'0'0'15029,"18"10"-14716,60 36-225,-70-40-78,-1 0 0,1 1 0,-2 0 0,1 0 0,-1 0 0,0 1 0,0 0 0,-1 0 0,0 1 0,-1-1 0,6 15 0,5 9 13,3 6-12,-13-27-12,1 1 1,0 0-1,0-1 1,1 0-1,0-1 0,1 0 1,0 0-1,14 12 0,-20-20-5,-1-1 0,1 0 0,0 1 0,-1-1 0,1 0 0,0 0 0,0 0 0,0 0 0,0-1-1,0 1 1,0 0 0,0-1 0,0 1 0,0-1 0,0 0 0,1 0 0,-1 0 0,0 0 0,4-1 0,-4 1 8,0-1 0,-1 0 0,1 0 0,0 0-1,0-1 1,0 1 0,-1 0 0,1-1 0,-1 1 0,1-1 0,-1 1 0,0-1 0,1 0 0,-1 0 0,0 0 0,1-2 0,3-9 28,0 0 0,0-1-1,-2 1 1,4-26-1,-5 27-35,11-73 3,-10 52-323,2 0 1,1 1-1,1 0 0,2 0 1,17-40-1,-9 44-2940,-3 11-3190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0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143 1 1176,'0'0'17863,"19"9"-17362,61 33-286,-77-40-202,0 0 0,0 0 0,-1 0 0,1 1 1,-1-1-1,1 1 0,-1-1 0,0 1 0,0 0 0,0 0 1,-1 0-1,1 0 0,-1 0 0,1 1 0,-1-1 0,0 0 0,0 1 1,-1-1-1,1 0 0,-1 1 0,1-1 0,-1 1 0,0 3 0,1 8 25,5 79-67,-6-92-323,-9-2-1067,0-1 1129,0-1-1,0 1 1,0-1 0,1-1 0,-1 1 0,-8-5-1,7 3 190,-1 0-1,0 0 1,-19-2-1,20 4 78,-1 1 0,1 1 0,-1-1 0,0 2-1,1-1 1,-1 2 0,-12 2 0,20-3 37,0 0-1,0 0 1,1 1 0,-1-1-1,0 0 1,1 1-1,-1 0 1,1 0 0,0 0-1,0 0 1,0 0-1,0 0 1,0 0 0,0 1-1,0-1 1,1 1-1,-1-1 1,1 1 0,0 0-1,0 0 1,0-1 0,0 1-1,0 0 1,1 0-1,-1 0 1,1 0 0,0 0-1,0 0 1,0 5-1,0-5 4,0 0 0,0 0-1,1-1 1,-1 1 0,1 0-1,0-1 1,-1 1-1,1-1 1,0 1 0,0-1-1,1 1 1,-1-1 0,0 0-1,1 0 1,0 1-1,-1-1 1,1 0 0,3 2-1,-1 0 0,1-1 0,0 0-1,0-1 1,0 1-1,0-1 1,0 0-1,0 0 1,9 2 0,8 0-85,1-1-1,-1-1 1,34-1 0,-45-1-19,41-3-1399,-9-10-2032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0.5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1464,'0'0'12866,"26"27"-12800,82 84-46,-96-98-19,0 1-1,16 24 0,-24-31 1,-1 0-1,1 0 0,-2 0 1,3 9-1,1 0 0,-4-7 3,0 1 0,0-1 0,-1 0 0,0 0 0,-1 1 0,0 9 0,0-6 13,0-13 66,0-3-20,0-14-31,-1-10 134,2-1-1,0 1 0,11-53 0,-10 73-152,0 0-1,0 0 1,0 1-1,1-1 1,0 0-1,0 1 1,1 0-1,0 0 1,0 0-1,0 1 1,1-1-1,-1 1 1,1 0-1,1 0 0,-1 0 1,1 1-1,0 0 1,0 0-1,0 1 1,0-1-1,7-1 1,-10 3-43,1 0 0,-1 1 0,0 0 0,1 0 0,-1 0 0,1 0 1,-1 0-1,1 1 0,-1 0 0,1 0 0,0 0 0,-1 0 0,1 0 0,-1 1 1,1-1-1,-1 1 0,1 0 0,-1 0 0,1 0 0,-1 1 0,0-1 0,0 1 1,1 0-1,-1 0 0,0 0 0,-1 0 0,1 0 0,0 1 0,-1-1 0,1 1 1,-1 0-1,0-1 0,0 1 0,0 0 0,0 1 0,0-1 0,-1 0 0,1 0 1,1 7-1,5 18 87,-1-1 0,-1 1 0,-2 0 0,0 0 0,-2 0 0,-2 32 0,3-59 294,2-8-59,14-42 71,-5 12-237,24-48 1,-32 75-127,0-1-1,1 1 1,0 1 0,0-1 0,1 1 0,0 1 0,1-1 0,-1 2 0,12-9 0,-15 13-3,-1 1 1,0-1 0,1 1-1,-1 0 1,1 0 0,0 1 0,0-1-1,-1 1 1,1 0 0,7 0-1,-10 1-3,1 0 0,-1 0 0,0 0 0,0 0 0,1 1 0,-1-1 0,0 1 1,0-1-1,0 1 0,0 0 0,0 0 0,0 0 0,0 0 0,0 0 0,0 1 0,0-1 0,0 0 0,-1 1 0,1 0 0,-1-1 0,1 1 0,-1 0 0,0 0 0,2 2 0,7 18-117,0 0 0,-2 1-1,8 36 1,-9-34-646,0 1 1,19 40-1,-9-38-1680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0.8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1 185 3185,'0'0'12905,"29"22"-12857,93 63-47,-118-82-1,0 0 0,0 0 0,0-1 0,0 0 0,1 1 0,-1-1 0,1-1-1,0 1 1,0-1 0,0 0 0,-1 0 0,1 0 0,0-1 0,0 0 0,0 1-1,6-2 1,6 0-7,-13 1 1,0 0 1,0-1-1,0 1 0,0-1 0,0 0 1,0 0-1,0 0 0,0 0 1,0-1-1,-1 1 0,1-1 0,0 0 1,-1 0-1,1-1 0,-1 1 0,0-1 1,0 1-1,0-1 0,0 0 0,-1 0 1,1-1-1,-1 1 0,1 0 1,-1-1-1,0 0 0,-1 1 0,3-7 1,1-5-18,-1 1 1,-1-1-1,-1 0 1,0 1 0,0-1-1,-2-21 1,0 31 48,0 0 1,0 0-1,-1 0 1,0 0-1,0-1 1,-1 1-1,1 0 1,-1 1-1,0-1 1,0 0-1,0 0 1,-1 1-1,0-1 1,0 1-1,0 0 0,0 0 1,-1 0-1,0 0 1,1 1-1,-1 0 1,0-1-1,-6-2 1,4 3 36,0 0 0,-1 0 0,1 0 0,-1 1 0,0 0 0,1 0 0,-1 1 0,0 0 0,0 0 0,0 1 0,0-1 0,0 1 0,0 1 0,0 0 0,0 0 0,-9 2 0,10-1-64,1 0-1,-1 1 1,1-1-1,0 1 1,-1 0-1,1 1 1,1-1-1,-1 1 1,0 0 0,1 0-1,0 0 1,0 1-1,0-1 1,1 1-1,-1 0 1,1 0-1,-4 9 1,1 0-400,1-1 0,0 1 0,1-1-1,0 1 1,1 1 0,-1 16 0,2 17-4696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1.2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152 1 6849,'0'0'12837,"-22"9"-12607,-68 34 330,88-41-495,-1-1 0,0 1 0,1-1-1,0 1 1,-1 0 0,1 0-1,0 0 1,0 0 0,0 0 0,0 1-1,0-1 1,0 1 0,1-1 0,-1 1-1,1 0 1,0-1 0,0 1 0,0 0-1,0 0 1,0 0 0,0 0-1,0 4 1,1-4-47,0-1 1,1 0-1,-1 0 0,0 1 1,1-1-1,-1 0 0,1 0 1,-1 1-1,1-1 0,0 0 0,0 0 1,0 0-1,0 0 0,1 0 1,-1-1-1,0 1 0,1 0 1,-1 0-1,1-1 0,0 1 1,0-1-1,1 2 0,10 2-120,-1 0 0,1-1-1,0 0 1,0-1 0,0 0-1,0-2 1,26 2 0,-23-2-476,0 0 1,0 1-1,-1 0 1,1 2-1,19 6 1,-32-9 505,0 1 0,-1-1 0,1 0 0,-1 0 0,1 1 0,-1 0 0,0-1 0,1 1 0,-1 0 0,0 0 0,0 0 0,0 0 0,-1 1 0,1-1 0,0 0 0,-1 1 0,0-1 0,1 1 0,-1 0 0,0-1 0,-1 1 0,1 0 0,0 0 0,-1-1 0,1 1 0,-1 0 0,0 0 0,0 0 0,0 0 0,0-1 1,-1 6-1,-1-3 129,1 0 1,-1 0 0,0 0-1,0 0 1,0 0-1,0-1 1,-1 1 0,0-1-1,0 0 1,0 1 0,-1-1-1,1-1 1,-1 1 0,0 0-1,0-1 1,-5 4 0,-2-2-123,1 0 1,-1-1-1,0 0 1,0-1 0,0 0-1,-1 0 1,1-1 0,-1-1-1,0 0 1,-16-1-1,-17 1-2299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3.4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471 112 824,'0'0'16286,"-19"-17"-15417,-62-53-204,76 67-608,0 0 0,0 0 0,0 1 0,0-1 0,0 1 0,0 0 0,0 1 0,-1-1 0,1 1 0,-1 0 0,1 1 0,-1-1 0,0 1-1,1 0 1,-11 1 0,-4 0 168,8-1-140,-1 1 0,0 0 0,1 0 0,-1 2 0,1-1 0,0 2 0,0 0 0,0 0 0,-17 9 0,21-9-53,1 1-1,-1 0 0,1 1 1,0 0-1,0 0 0,1 0 1,0 1-1,0 0 0,1 0 1,-1 0-1,2 1 0,-1-1 1,1 1-1,-4 11 1,3-3-2,0 0 1,1-1-1,1 1 1,1 1 0,1-1-1,0 0 1,1 24 0,3-12-26,0 0 0,1-1 0,14 43 0,5 5 13,-3-16-11,-3 1 0,-2 1 0,11 98 1,-21-88-26,-10 132 0,1-180-105,0-1 0,-1 0 0,-13 35 0,-17 18-4166,24-57-312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3.8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65 5569,'0'0'15732,"117"-53"-15532,-45 53-32,11 0-160,3 0 0,4 0-8,7 0-1073,-28 0-1223,-21-12-2929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7.2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0 5761,'0'0'17476,"41"65"-16820,-27-21-296,-4 12-264,-6 3-88,-4 3-8,0 3-336,-18-3-664,-26 16-1449,2-19-2400,4-10-2152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2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642 222 3625,'0'0'11964,"-21"-31"-10561,-71-94-267,88 120-1068,0 0 0,0 0 0,0 1 0,-1 0 0,0 0-1,0 0 1,0 0 0,0 1 0,0 0 0,-1 0 0,0 1 0,1-1 0,-1 1 0,0 0 0,0 1 0,0-1 0,0 1 0,-13 0 0,5-1 55,-6-1 7,0 2 0,0 0 0,0 1 0,0 1 1,0 1-1,0 0 0,-20 6 0,28-4-97,0 0-1,1 0 0,0 1 1,0 1-1,0 0 0,0 0 0,1 1 1,0 1-1,1-1 0,-1 2 1,2-1-1,-14 16 0,13-10-21,0 0 0,0 1 0,2 0-1,0 0 1,0 1 0,2 0 0,0 0 0,0 0 0,2 1-1,0 0 1,-1 33 0,3-13-9,2 1 0,1 0-1,2-1 1,12 50 0,57 148-157,-3-12-1084,-63-191 700,-1 1 1,-1 0-1,-2 1 1,-1-1-1,-3 38 1,0-66 285,1 0-1,-1 1 1,0-1 0,0 0-1,0 0 1,-1 0 0,0 0-1,0-1 1,0 1 0,0 0 0,-1-1-1,0 1 1,0-1 0,-4 5-1,-20 14-3773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3.1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54 4369,'0'0'14275,"38"-16"-13851,0 13-232,10 0-120,10-3-64,8 3-16,34-7-1392,-14 4-1225,-17 0-3144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3.4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12275,'0'0'5385,"196"-10"-6329,-144 13-593,-7 4-895,-7-7-2289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3.8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12011,'0'0'4344,"245"-38"-6936,-180 29-2433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4.2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0 507 880,'0'0'14171,"76"-134"-14171,-45 91 0,4 0-8,-1-10-112,4 3 24,-3-3-616,-1-3-560,-10 13-841,-10 12-3088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4.5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10914,'0'0'7090,"176"168"-7082,-134-121 96,-4-4-104,0-6-496,-4-3-873,4 1-575,-7-7-1129,-10-10-4864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4.8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8642,'0'0'4523,"25"27"-4441,-25-27-82,96 117 51,-93-113-47,0-1 0,0 1 0,-1 0 0,0-1 1,1 1-1,-1 0 0,-1 1 0,1-1 0,-1 0 1,1 1-1,-1-1 0,0 0 0,-1 1 0,1-1 1,-1 1-1,0-1 0,0 1 0,-1 6 0,-1 6 25,3-1-8,-1-9-12,0 0 1,0-1-1,0 1 1,0 0 0,-1 0-1,0-1 1,-1 1 0,0 0-1,-3 8 1,2-42 62,3 13-30,1 0 1,1 1-1,0-1 1,1 1 0,0 0-1,1 0 1,1 0-1,0 0 1,0 0-1,2 1 1,-1 0-1,2 1 1,-1-1-1,2 1 1,-1 1-1,13-12 1,-17 19-2,-1 0 1,1 0 0,0 1-1,0-1 1,0 1 0,0 0-1,0 0 1,5-1 0,-8 3-21,1-1 0,-1 1 0,0 0 0,1-1 0,-1 1 0,0 0 0,1 0 1,-1 0-1,0 0 0,1 0 0,-1 0 0,0 1 0,1-1 0,-1 0 0,0 1 0,0-1 0,1 1 0,-1-1 1,0 1-1,0 0 0,0-1 0,0 1 0,0 0 0,0 0 0,0 0 0,0 0 0,0 0 0,0 0 0,0 0 1,0 0-1,-1 0 0,1 0 0,0 2 0,4 10 52,0-1 0,-1 1 0,-1 0-1,3 25 1,2 63 203,-4-39-213,0-17-996,2-1 1,2 0-1,15 46 1,-5-43-5522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5.4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1512,'0'0'14403,"190"0"-14395,-135 0-8,1 0-376,2 0-240,1 0-448,3 0-376,-17 0-1601,-11 0-2320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5.9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1120,'0'0'16924,"76"-7"-16924,-31 11 16,7 5-16,6-3-16,8-3-456,27-3-1297,-17 0-679,-14 0-2545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6.2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1 1064,'0'0'17176,"8"3"-16812,150 65 44,-154-66-417,-1 0-1,1 0 1,0 0 0,-1 0 0,0 0-1,1 1 1,-1-1 0,0 1-1,0 0 1,-1 0 0,1 0 0,0 1-1,-1-1 1,0 1 0,0-1-1,0 1 1,0-1 0,-1 1-1,1 0 1,-1 0 0,0 0 0,0 0-1,-1 0 1,1 0 0,-1 0-1,1 0 1,-2 0 0,1 1-1,0-1 1,-1 0 0,1 0 0,-1 0-1,0 0 1,-3 7 0,-2 1 21,1-1 0,-2 1 1,1-1-1,-2 0 1,1 0-1,-2-1 0,1 0 1,-11 9-1,-4 7-1,-103 135-1256,113-143 762,-19 26-3259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6.7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349 36 1120,'0'0'15474,"-33"-6"-14794,-104-19-376,132 24-280,0 0-1,0 0 0,0 0 0,0 1 0,0 0 0,0 0 1,1 0-1,-1 1 0,0-1 0,0 1 0,0 1 0,0-1 0,1 1 1,-1-1-1,0 1 0,1 1 0,0-1 0,-1 0 0,1 1 1,0 0-1,0 0 0,1 1 0,-1-1 0,1 1 0,-1-1 1,-3 6-1,1 2 55,1 0-1,0 1 1,0-1 0,1 1 0,1 0 0,0 0 0,-2 20 0,-1 27 6,2 1 0,5 63 0,0-43-62,13 146-187,0-2-3509,-14-207 3211,1-9-30,-1 0 1,0 0-1,0 0 0,-1 0 0,0-1 1,0 1-1,-1 0 0,0 0 1,0-1-1,0 1 0,-1-1 0,-5 9 1,-9 5-5221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7.1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11562,'0'0'9587,"35"-9"-9091,6 12-216,8 6-232,9 0-48,4-6-48,25-3-1113,-15 0-1415,-13 0-2177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7.5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166 1 2713,'0'0'18428,"0"164"-18356,0-105-24,-10 3-48,-42 22-1121,0-16-2888,0-12-3288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7.8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11626,'0'0'8530,"201"0"-9002,-160 3-904,7-3-825,-13 0-775,-8 0-4386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8.2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3745,'0'0'17251,"121"53"-17195,-66-50-112,31-3-1304,-17-3-1792,-3-16-5514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8.5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37 11562,'0'0'5080,"29"10"-5030,93 32-112,-117-40 50,0 0-1,-1 0 1,1 0 0,-1 1-1,1 0 1,-1-1-1,0 2 1,0-1 0,0 0-1,0 1 1,-1 0-1,0 0 1,1 0 0,-1 0-1,-1 0 1,1 1-1,-1-1 1,1 1 0,-1 0-1,-1-1 1,1 1-1,-1 0 1,0 0-1,1 6 1,0-3-11,1 13-142,0 1 0,-2 0 0,0 0-1,-5 39 1,1-46-3,0-20-184,2 1 304,1 0-1,-1 1 1,1-1-1,0 0 1,1 0-1,-1 1 1,2-6-1,3-6 45,1 0-1,1 1 1,0-1 0,1 2-1,18-24 1,56-57 61,-64 75-19,1 1 1,32-24-1,-44 37-1,-1 1 0,1 0-1,-1 0 1,1 1-1,0 0 1,0 0 0,1 1-1,-1-1 1,1 2-1,-1-1 1,1 1 0,-1 0-1,11 1 1,-16 0-15,0 0 1,0 1-1,-1-1 1,1 1-1,0 0 1,-1-1-1,1 1 1,-1 0 0,1 0-1,-1 0 1,1 0-1,-1 1 1,0-1-1,1 0 1,-1 0-1,0 1 1,0-1-1,0 1 1,0-1-1,0 1 1,0-1-1,-1 1 1,1 0-1,0-1 1,0 4-1,9 51 114,-9-47-110,8 86 46,-6-48-728,3 1 1,12 53 0,-8-68-1898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8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8666,'0'0'14507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9.2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1 507 760,'0'0'17212,"76"-121"-16748,-42 80-136,4-5-112,0-4-152,0 0-56,4-2-16,-8 5-864,4 0-768,-10 16-1385,-15 10-3617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9.5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1840,'0'0'17028,"107"130"-16780,-58-90-200,-1 7-16,4-1-32,-4 4-152,-3 0-1104,6-1-977,-13-14-935,-10-11-3866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19.9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11723,'0'0'4770,"18"31"-4737,56 102-98,-71-126 50,0-1 0,0 1 1,-1 0-1,1-1 0,-2 1 1,1 0-1,-1 0 0,0 1 1,0-1-1,-1 0 0,0 0 1,-1 9-1,0 6-28,1 74-113,2-120 125,1 1-1,1 0 0,1 0 1,1 0-1,1 1 0,1-1 1,1 2-1,1-1 0,1 1 0,1 1 1,0 0-1,17-19 0,-25 34 31,0-1 0,0 1 0,1 0-1,0 0 1,-1 1 0,2 0-1,-1 0 1,0 0 0,1 0 0,0 1-1,0 0 1,0 0 0,0 0 0,1 1-1,-1 0 1,0 0 0,1 1 0,8-1-1,-14 2-9,1 0 0,0 1 0,0-1 0,-1 1 0,1-1 0,0 1 0,0 0 0,-1 0 0,1-1 0,-1 1 0,1 0 0,-1 1 0,1-1 0,-1 0 0,0 0 0,1 1 0,-1-1 0,0 0 0,0 1-1,0-1 1,0 1 0,0 0 0,-1-1 0,1 1 0,0 0 0,-1-1 0,1 1 0,-1 0 0,1 3 0,2 9-249,-1 0-1,0 28 1,-1-25-123,10 176-4332,-5-142 867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0.3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4 984,'0'0'18604,"121"-3"-18604,-73 3-768,-6 0-1384,-4 0-3546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0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114 22 880,'0'0'14789,"0"-5"-14249,0-11-187,1 17 89,3 33 354,1 7-678,8 77-568,-2 130-1,-39-247-200,-92-1 2754,130 0-1789,32 0-88,50 0 114,-82 1-532,0 0-1,0 1 0,0 0 0,0 1 0,0 0 1,16 7-1,2 5-2598,-7-2-2776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1.8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273 70 3305,'0'0'10617,"-2"-9"-10085,1 6-433,1 0 0,-1 0 0,0 1 0,0-1 1,0 0-1,0 0 0,0 1 0,-1-1 0,1 0 1,-1 1-1,0 0 0,1-1 0,-1 1 0,0 0 0,-1 0 1,1 0-1,0 0 0,0 0 0,-1 0 0,1 1 0,-1-1 1,0 1-1,1 0 0,-1 0 0,0 0 0,0 0 1,0 0-1,0 1 0,-4-1 0,2 0 7,0 1 1,1 0-1,-1 0 0,1 0 0,-1 0 0,1 1 1,-1 0-1,1 0 0,-1 0 0,1 0 1,-1 1-1,1 0 0,-4 2 0,2 0-99,0 0 0,1 1 0,0 0-1,0 0 1,0 0 0,1 0 0,0 1 0,-4 6-1,-4 8 3,1 0 0,0 1 0,2 1 0,0-1 0,2 1 0,0 1 0,1 0 0,-3 29 0,2 20 78,3 97 0,4-152-71,2 36 0,4-1 0,1 1 0,20 70 0,-1-3-71,-20-87-679,3 63-1,-9-84 145,0 0-1,-1 1 1,0-1-1,-1 0 0,0 0 1,-1 0-1,0 0 1,-6 15-1,-9 6-3264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2.2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9642,'0'0'8466,"83"-13"-8234,-39 13-64,8 0-168,3 0-88,18 0-1328,-15 0-1633,-16 0-4377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2.5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4545,'0'0'14043,"131"-12"-14035,-90 12 32,8 0-40,20-3-584,-14 3-1329,-10-3-2103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2.8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7 104,'0'0'18420,"31"-6"-18420,7 6 0,28 0-288,-8 0-1793,-9 0-3336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3.2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2713,'0'0'13490,"45"217"-13378,-34-146-48,-4 7 25,-1 3-17,-6-1 32,0-5-208,0-7-217,0 1-1375,0-20-1393,0-18-4832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3.5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121 143 1200,'0'0'14935,"29"-22"-14887,93-64 20,-78 59-16,-25 21-28,-10 4-22,-38 13 71,1 0 1,0 2-1,1 1 0,-34 23 1,20-13-49,19-11-65,-38 23-25,55-33 72,1 0 0,-1 1 1,1 0-1,0 0 0,0 0 0,0 1 0,0-1 1,-5 10-1,8-12 29,0-1 1,1 1-1,-1 0 0,1-1 1,-1 1-1,1 0 0,0-1 1,0 1-1,-1 0 0,1 0 1,0 0-1,0-1 0,1 1 1,-1 0-1,0 0 0,1-1 1,-1 1-1,1 0 0,-1-1 1,1 1-1,0-1 0,0 1 1,0-1-1,0 1 0,0-1 1,0 1-1,0-1 0,0 0 1,2 2-1,4 3 176,1 1 0,0-2-1,1 1 1,10 5 0,11 8-113,-6 0 57,-2 2 0,0 1 0,-2 0 0,29 42 0,5 21-1263,-7 3-5211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3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15331,'0'0'4865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4.2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0 507 1088,'0'0'15348,"111"-165"-15332,-73 122-16,0-4-177,-1-3-679,-2 1-608,3-13-424,-10 12-697,-4 10-3280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4.6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6809,'0'0'11963,"176"96"-11899,-142-65 88,1 7-144,-1 5 40,1 4-48,-1 2-184,11 20-1296,-7-13-1689,-10-16-4521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4.9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11306,'0'0'9690,"86"0"-9682,-41 0 89,3 0-97,4 0-297,3 0-887,14 0-1608,-14-3-1985,-10-6-6762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5.3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47 224,'0'0'16236,"169"-47"-16228,-131 47 168,0 0-168,0 0-8,3 4 8,4 8-8,3 0-377,11-12-775,-11 0-1416,-10 0-4154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5.8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1424,'0'0'18935,"1"9"-18499,-1-3-411,1-1 0,0 1 1,1-1-1,-1 1 0,1-1 0,0 1 0,0-1 1,0 0-1,1 0 0,0 0 0,0 0 0,0 0 0,1-1 1,0 1-1,-1-1 0,9 7 0,39 30-444,-35-29-106,1 1 0,24 28 0,-36-36 439,0 2 1,-1-1 0,0 0-1,0 1 1,0 0-1,-1 0 1,0 0 0,-1 0-1,1 0 1,-1 1-1,1 10 1,-2-10 77,0 0 1,-1 0 0,0 1-1,0-1 1,-1 0-1,0 0 1,0 0 0,-1 0-1,0 0 1,0 0-1,-7 13 1,1-5-10,-1-2 1,-1 1-1,0-1 0,-20 21 1,-23 22-844,16-19-2665,1-5-5905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6.3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332 93 1376,'0'0'17800,"-22"-15"-17438,-70-45 131,88 57-434,0 1 0,-1 0 0,0 0-1,1 0 1,-1 1 0,0-1 0,0 1 0,0 0 0,0 0-1,0 1 1,0 0 0,0 0 0,0 0 0,-6 1 0,-4 0 97,10 0-137,1-1 1,-1 0-1,1 1 1,0 0-1,0 0 1,-1 0-1,1 1 1,0 0-1,0-1 1,0 1-1,0 1 0,1-1 1,-1 0-1,0 1 1,-3 4-1,2-2-6,1 0-1,0 0 1,0 1-1,0 0 1,1 0-1,0 0 0,0 0 1,0 0-1,-1 7 1,-2 10 4,2-1-1,0 1 1,1 0 0,1 42 0,5-22-219,2-1 0,1 0 1,3 0-1,14 43 0,-9-34-466,15 102 0,-22-20-1476,-8-116 987,0-1-1,-1 1 1,0-1 0,-1 0 0,-10 28 0,-2-4-8705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6.6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13171,'0'0'8146,"69"-3"-8090,-27 3-48,9 0-8,1 0-721,17 0-463,-10 0-1408,-14 0-1961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7.0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3833,'0'0'14251,"93"-6"-14131,-93 43 112,0 13-232,0 0-96,-7-1-472,-24 7-961,4-9-551,2-16-3873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7.3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12875,'0'0'7953,"107"9"-7953,-73-9-88,4 0-568,4 0-992,9 0-801,-6-9-1455,-10 0-2034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7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57 2761,'0'0'17291,"111"-31"-17291,-73 24-144,10 1-888,-3 0-2985,-11 0-5689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8.0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1 1120,'0'0'18292,"-14"62"-18116,21-9-8,0 12-168,-1 6 72,-2 7-72,3 3 48,0-4-48,0-8-88,0 2-832,-4-18-2065,0-19-3368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28.5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35 196 280,'0'0'14340,"28"-22"-14049,90-66-67,-61 46-66,-1-2 2253,-60 45-2151,-18 7-226,2 1 1,-1 1-1,1 0 1,-27 20-1,5-4-21,17-11 1,0 0 1,-35 31-1,59-45 18,1-1 0,-1 1-1,1-1 1,-1 1 0,1-1 0,-1 1 0,1-1-1,-1 1 1,1 0 0,0-1 0,-1 1 0,1-1-1,0 1 1,0 0 0,-1 0 0,1-1 0,0 1-1,0 0 1,0-1 0,0 1 0,0 0 0,0 0-1,0-1 1,0 1 0,0 0 0,0-1 0,0 1 0,0 0-1,1 0 1,-1-1 0,0 1 0,0 0 0,1-1-1,-1 1 1,0-1 0,1 1 0,-1 0 0,1-1-1,-1 1 1,1-1 0,-1 1 0,1-1 0,-1 1-1,1-1 1,0 0 0,0 1 0,35 18 370,-29-16-375,25 11 18,-1 2-1,40 25 1,-59-32-56,0 1 1,-1-1 0,0 2 0,-1-1-1,0 2 1,0-1 0,-1 1 0,8 15 0,-9-13-79,-5-7-181,0 0-1,1-1 0,0 0 1,0 1-1,0-2 1,1 1-1,0 0 0,0-1 1,0 0-1,1 0 1,0 0-1,0-1 0,10 6 1,5-5-3680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0.0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181 94 1720,'0'0'15142,"6"-4"-14320,-6 3-819,3-1 117,1-1 0,-2 1 1,1-1-1,0 0 0,0 0 0,-1 0 0,3-5 0,-4 7-96,-1 0 0,1 0-1,-1-1 1,0 1 0,1 0-1,-1 0 1,0 0 0,0 0-1,0-1 1,0 1 0,0 0-1,0 0 1,0-1 0,0 1-1,-1 0 1,1 0 0,0 0-1,-1 0 1,1 0 0,-1-1-1,1 1 1,-1 0 0,1 0-1,-1 0 1,0 0 0,0 0-1,1 0 1,-1 1 0,0-1-1,0 0 1,0 0 0,0 0-1,0 1 1,0-1 0,0 1-1,-2-2 1,-3-1-5,-1 0-1,0 0 0,0 0 1,0 1-1,0 0 1,0 0-1,-11-1 1,15 2-12,-1 1 1,1 0 0,-1-1-1,0 1 1,1 1 0,-1-1-1,1 0 1,-1 1 0,0 0-1,1 0 1,-1 0 0,1 0-1,0 0 1,-1 1 0,1 0-1,0-1 1,-5 5 0,3 0 13,0 0 0,0 1 0,1 0 1,0 0-1,0 0 0,1 0 0,-1 1 1,2-1-1,-1 1 0,-2 12 1,0 9-3,-4 48 1,4 36 48,5 0 0,24 192 0,1-89-513,-20-144-2825,-3 0-4489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0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84 928,'0'0'18836,"59"-71"-18308,-35 64-152,3 4-136,4 0-144,7 3 9,4 0-210,6 0-655,31 0-1544,-13 0-2409,-4 0-6658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0.7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3873,'0'0'15643,"90"-28"-15539,-56 28-8,8 0-192,3 0-792,17 0-1448,-11-9-1937,-9-1-4761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1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72 3593,'0'0'13595,"187"-69"-13475,-139 66-120,18 3-376,-15 0-2273,-9 0-7073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1.3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5393,'0'0'11651,"49"137"-11651,-35-72 24,-1 13 40,-6 9-64,-3 0 48,-4 3-96,0-10 24,0-8-592,0-4-1009,3-21-2312,4-16-6737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1.7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32 162 8794,'0'0'5721,"31"-20"-5601,102-63-8,-62 41-61,-29 26-193,-40 16-14,-10 3-84,-262 185-29,266-185 391,1-1 0,-1 1 0,1 0 0,0 1 1,0-1-1,0 0 0,-4 7 0,7-9-58,-1 0 0,1 0-1,0 0 1,-1 0 0,1 0 0,0 0 0,0 0-1,0 0 1,0 0 0,0 0 0,0 0 0,0 0-1,0 0 1,0 0 0,1 0 0,-1 0 0,0 0-1,1 0 1,-1 0 0,1 0 0,-1 0-1,1 0 1,-1-1 0,1 1 0,-1 0 0,1 0-1,0-1 1,-1 1 0,1 0 0,0-1 0,0 1-1,0 0 1,-1-1 0,1 1 0,0-1 0,0 0-1,0 1 1,0-1 0,2 1 0,82 36 1244,-41-18-1181,59 33 1,-73-33-548,0 0 0,-2 2 0,50 47 1,-58-48-2799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2.2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 7042,'0'0'10978,"179"-24"-10978,-124 21-40,1-1-1024,13-5-793,-18 3-1335,-6 0-4906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2.8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1192,'0'0'17324,"28"-25"-16852,-1 25-384,8-3 40,6 3-120,7 0-8,4 0 0,3 0-120,1 0-856,6 0-1361,-14 0-679,-14 0-2649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3.2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 16 936,'0'0'20323,"-2"-3"-19739,1 3-569,1 0 0,0 0-1,-1-1 1,1 1-1,0 0 1,-1 0-1,1-1 1,0 1 0,0 0-1,-1 0 1,1-1-1,0 1 1,0 0 0,-1-1-1,1 1 1,0 0-1,0-1 1,0 1-1,-1 0 1,1-1 0,0 1-1,0-1 1,0 1-1,0 0 1,0-1 0,0 1-1,0 0 1,0-1-1,0 1 1,0-1 0,0 1-1,0 0 1,0-1-1,0 1 1,1-1-1,-1 1 1,0-1 0,17 2 83,29 17-61,-28-8-204,1 0 0,-2 1 0,28 23 0,-41-30 86,1 0 0,-1 0 0,0 1 0,0 0 0,-1-1 0,0 1 0,0 1 0,0-1-1,0 0 1,-1 1 0,1-1 0,-2 1 0,1 0 0,-1-1 0,1 1 0,-1 0 0,0 10 0,-1-7 93,1-1 0,-2 0 0,1 0 0,-1 0 0,0 0 0,0 0 0,-1 0 1,0 0-1,-1 0 0,0-1 0,0 1 0,-7 11 0,-13 14 28,-28 31-1,34-46-8,1 1 0,1 0 0,1 1-1,1 1 1,1 0 0,-11 26 0,14-3-490,12-16-4149,6-15-1173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3.9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295 46 1112,'0'0'15832,"-34"-10"-15063,-109-23-69,139 32-652,1 0-1,0 1 0,-1 0 1,1-1-1,-1 1 0,1 1 1,-1-1-1,1 0 0,0 1 0,-1 0 1,1-1-1,0 1 0,-1 1 1,1-1-1,-5 3 0,6-2 1,0 0 0,0 0 0,0 0-1,0 0 1,1 0 0,-1 1-1,1-1 1,-1 0 0,1 1 0,0-1-1,-1 4 1,-3 3 72,-1 6-33,1 0 1,0 0-1,0 1 0,2-1 1,0 1-1,-2 25 1,4 102-46,2-78-27,11 201-183,0 0-1197,-11-207 819,-5 104-4838,0-135 741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4.3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41 1088,'0'0'18444,"-10"-40"-17508,34 40 17,7 0-561,7 0-176,11 0-208,6 6-8,7-3-144,28-3-1793,-18 0-2512,-10-3-3744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4.6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1 288,'0'0'15555,"58"124"-15547,-58-77-8,0 2 56,-17-2-136,-10 9-128,-1-10-1448,7-11-4049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5.0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8890,'0'0'13643,"42"-10"-13707,-18 10 56,3 0-328,1 0-568,0 0-633,13 0-1151,-10 0-385,-3 0-3208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5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38 864,'0'0'18948,"0"-10"-18332,7 10-392,21 0-64,6 0-56,8 0-104,27-6-1072,-11-3-3041,-9-3-4168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36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107 252 1272,'0'0'16864,"0"10"-16472,-1 3-271,-1 18 53,1 1 0,1-1 0,6 43 1,-4-64-165,0-1 1,0 1 0,1 0 0,0-1-1,1 1 1,0-1 0,1 0 0,0-1-1,0 1 1,1-1 0,0 0 0,0 0-1,0-1 1,1 1 0,12 8 0,-13-11-4,1-1 1,0 1 0,0-1 0,0-1 0,1 1 0,-1-1 0,1 0 0,0-1 0,0 0 0,0 0 0,0-1 0,0 0 0,0 0 0,1-1-1,-1 0 1,0 0 0,0-1 0,0 0 0,13-4 0,-11 2-1,0 0 1,0-1-1,0-1 0,0 1 1,-1-2-1,0 1 0,0-1 0,-1-1 1,1 1-1,-1-2 0,-1 1 1,1-1-1,-2 0 0,9-12 1,-9 10-5,0 0 0,-1 0 0,0 0 0,-1-1 0,0 0 0,-1 0 0,0 0 0,2-14 0,-2-9 26,-1-49 0,-3 69-31,0-1 1,-2 1-1,0 0 0,0 1 1,-2-1-1,1 1 1,-2-1-1,0 1 0,0 1 1,-1-1-1,-1 1 1,0 1-1,-1-1 0,0 1 1,0 1-1,-1-1 1,-13-9-1,14 13-85,0 0 0,-1 1 0,1 0-1,-1 0 1,-1 1 0,1 0 0,-1 1 0,1 0 0,-22-4 0,24 6-84,0 2 1,-1-1 0,1 1-1,-1 0 1,1 0 0,-1 1-1,1 1 1,0-1 0,-1 1-1,1 1 1,0-1 0,0 1-1,1 1 1,-10 5 0,9-4 14,0 0 0,1 0 1,0 1-1,1 1 1,-1-1-1,1 1 1,0 0-1,-8 13 1,0 4-468,-15 34 1,28-58 611,-11 28-1420,-13 39-1,4 23-4248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49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308 6328 1256,'0'0'13935,"-1"-9"-13529,-10-132-102,-5-110-290,14 176 6,-3-1 0,-3 1 0,-3 1 0,-4 0 0,-34-104 0,39 146 12,1-2 0,1 1 0,2-1 0,2 0 0,0-1 0,3 1 0,3-43 0,9-16-51,-6 66 30,2-52 0,-7 77-5,1-15 101,-1-1 1,-1 1-1,-1 0 0,0 0 0,-8-25 1,2 15 85,1 0 1,0-1 0,2 0 0,2 0 0,-1-50 0,11-290-176,-6 348-1,1 0 0,2-1 1,9-33-1,4-27-28,-13 34-10,-3-58 1,-2 53 27,0 35 27,0 1-1,-2 0 1,-4-18-1,3 18 26,1 0 0,1 0 0,-1-19 0,2 22-56,2 0 1,-1 1 0,1-1-1,1 0 1,0 0 0,1 1 0,0 0-1,7-17 1,10-16-115,21-75 0,-36 101 113,-1 1 1,-1-1-1,-1 0 0,0 1 1,-2-1-1,0 0 1,-3-25-1,1 35 56,-1 0-1,0 0 0,0 1 1,0-1-1,-1 1 0,-1 0 1,-5-8-1,5 8-19,0 0 0,1 0 0,0 0 1,0-1-1,1 1 0,-5-18 0,6-3-77,1 1 1,2-1-1,0 1 0,2-1 1,1 1-1,11-41 1,-6 32-27,-2-1 1,3-68 0,-11-4 78,6-1 0,19-113-1,-16 178 8,-2 0 0,-1-1 1,-3 1-1,-4-54 0,-1 79 59,-11-38 0,9 38-89,-6-37-1,-10-267-26,12 173 182,9 108-214,-2 0 0,-2 1 0,-2-1-1,-14-48 1,14 63-163,1 1 0,1-1 0,2 0 0,1 0 0,3-42-1,0 2-113,1 6 294,-2 47 39,1-1 1,-2 0 0,0 0 0,-1 0-1,-1 0 1,0 1 0,-9-32 0,9 45 13,1-3 5,-1 1 1,0 0-1,0 0 0,0-1 0,-1 1 1,1 0-1,-1 1 0,-1-1 0,1 1 0,-1-1 1,0 1-1,0 0 0,0 0 0,0 0 1,-1 1-1,-7-5 0,8 5-20,0 1 0,0-1 0,1 0 0,-1 0 0,1-1 0,0 1 0,0-1 0,0 1 0,0-1 1,0 0-1,1 0 0,0 0 0,-3-7 0,-1-6-190,0-2-1,-4-19 1,-4-15 288,7 40 45,7 13 19,9 0-177,61-5-205,-2-2 1,1-3-1,88-25 0,-89 17-183,0 4 0,1 2 0,94-2 0,-69 13-81,176 24-1,106 28-1348,-266-43 1616,162-7 0,-98-24 315,-121 13-67,0 3 1,55-1-1,-98 9-7,-1 0 0,1 1 0,0 1 0,-1-1 0,1 2 0,-1-1 0,0 1 0,0 1 0,0-1 0,12 10 0,-7-5 130,1-1 0,23 9 0,-14-9 16,1-2 0,-1-1 0,2 0-1,26 0 1,104-2-34,-108-3-67,18-4-68,-1-2-1,67-15 1,-67 9-118,1 2 1,69 1 0,-127 9 128,6-1 0,0 1 1,0 1-1,0 0 1,0 1 0,0 0-1,14 5 1,5 3 7,1-1 0,0-2 0,47 4 0,107-3 39,-36-3-28,-4 8-13,126 5 7,-167-20 12,-30 0-31,110 10 0,-154-2-20,57 18 0,-61-15 31,0-2 0,51 7 0,252-8 196,-193-8-208,-73 1 11,-14 0-10,1 2 1,87 12-1,-82-3 226,1-3 0,0-3 0,112-6 0,-60-9 2,119-27 0,-159 28 209,-1 3 0,143 4 1,-118 4 82,584 33 729,-115-21 213,-408-14-1287,-103-2-133,1-2 0,-1-3 0,74-21 0,-75 16-15,1 2 0,0 2 0,78-3 0,153-5-99,2 0 8,-213 13 66,130-23 0,-122 13-22,84-2 0,-121 14-19,-13 2 40,0-1-1,0-2 1,34-8-1,-21 2-3,0 2 0,0 1-1,75 1 1,-119 5 29,11-3-277,-11 14 182,0 11 54,0-1 0,-1 0 0,-1 0 0,-9 35-1,0-8 47,2 0 0,2 1 0,2 0-1,2 91 1,-7 3-28,0 0 51,17 192-67,-9-315 122,0 0 1,-1 0 0,-7 28-1,4-27-33,2 1 0,-3 33 0,11 220-14,1-78-23,2 291-64,-5-469 40,0 0 0,1 0 0,7 27 0,-4-25 7,-2 0 0,3 35 0,-19 308 624,6-242-558,12 132 0,0-39-31,-5-148-44,3 0 1,3 0-1,30 127 0,-29-157 2,-1-1-1,-2 1 0,0 44 0,-10 113 27,4-139-33,1 0-1,3 0 0,3 0 1,2 0-1,20 74 1,-13-65 10,-3 0 0,-2 1 1,-4 0-1,-2 0 0,-6 81 1,-11 8 16,12-108 6,-1 0 0,-2-1 1,-20 88-1,17-106 249,1 0 1,1 0-1,2 0 0,0 30 0,3-57-278,0 1 0,0-1-1,0 1 1,0-1-1,0 0 1,1 1-1,-1-1 1,0 0-1,0 1 1,1-1-1,-1 0 1,0 0-1,0 1 1,1-1-1,-1 0 1,0 0-1,1 1 1,-1-1-1,0 0 1,1 0-1,-1 0 1,0 1 0,1-1-1,-1 0 1,1 0-1,-1 0 1,0 0-1,1 0 1,-1 0-1,1 0 1,-1 0-1,1 0 1,22 0 395,-21-1-415,0 1 0,0 0 0,0 0 0,0-1 0,1 2 1,-1-1-1,0 0 0,0 0 0,0 1 0,0-1 0,0 1 1,0-1-1,3 2 0,-2 4-1704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51.8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194 209 1032,'0'0'9993,"-8"-1"-9338,-56-2 878,35 25 503,-59 24-1940,84-45-119,4-1-38,18-22 39,-13 18 37,1 0 0,0 1-1,1 0 1,-1 0-1,1 1 1,-1-1 0,1 1-1,0 1 1,-1-1 0,1 1-1,0 1 1,0-1-1,12 1 1,11 3 92,-1 0-1,31 9 1,22 2 66,305-10 179,-329-5-336,190-14-9,6 0-57,-197 13 55,-14 0 9,0 1 0,0 2 0,0 2 0,46 10 0,-32 0-9,1-3 0,0-2 0,97 1 0,-63-9-33,145-19 1,-145 7 54,0 3 0,167 6 1,-234 7-6,-1 0 0,1 2 0,-1 0 1,-1 2-1,1 0 0,22 13 0,-8-5-18,41 12-1,-30-18-3,0-1 1,0-3-1,1-2 0,0-2 0,98-10 1,-101 1 10,-1-1 0,61-21 0,-68 17 3,0 2-1,0 1 1,76-6 0,-79 13 74,0 2 0,0 1 0,0 2 0,50 11 0,-49-5 0,45 13 179,1-3 0,145 12 0,-146-27-245,0-4 0,0-4 1,0-3-1,81-18 0,-97 10 4,2 2 1,-1 4-1,75-1 0,54 11 486,225-3-74,-332-5-441,109-22 1,-118 14 10,161-7 1,-233 22-10,71-1 872,142 18 0,-150-5-731,258 39 39,4-28-125,-284-23-41,29 1-6,0-3-1,117-19 1,-68-5-18,124-22 70,-180 38 101,111-2 0,315-16 305,-227 9-433,-233 17-32,1-1 7,-1-2 0,1-1-1,37-12 1,105-41-23,-146 47-9,85-30-79,-112 40 126,0 1 1,0 0 0,0 1-1,0-1 1,0 1-1,13 2 1,5 0 24,-3-3-18,33 2-4,-52-1 13,1 0-1,-1 1 1,1 0 0,-1 0-1,1 0 1,-1 0 0,1 0 0,-1 1-1,0 0 1,0-1 0,0 1-1,3 3 1,-5-5 90,-3 0-375,0 0 1,0 0-1,0 0 0,0-1 0,0 1 1,-1-1-1,2 0 0,-1 1 0,0-1 0,-3-2 1,-6-2-1897,-19-4-5472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59.9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170 16 7722,'0'0'11530,"-4"-5"-10948,3 5-557,1-1 0,-1 0 0,0 0 1,1 0-1,-1 1 0,0-1 0,0 0 1,1 1-1,-1-1 0,0 1 0,0-1 1,0 1-1,0-1 0,0 1 1,0-1-1,0 1 0,0 0 0,0 0 1,0-1-1,0 1 0,0 0 0,0 0 1,0 0-1,0 0 0,0 0 0,0 1 1,0-1-1,0 0 0,0 0 0,0 1 1,0-1-1,0 0 0,0 1 1,0-1-1,0 1 0,0-1 0,0 1 1,0 0-1,1-1 0,-2 3 0,-5 4 27,1 0 0,0 1 0,0 0 0,-6 12 0,-3 6-41,2 0 1,2 1 0,0 1-1,1 0 1,2 0 0,1 1-1,1 0 1,2 0 0,1 0-1,1 1 1,3 48 0,0-67-106,0-1 0,0 1 1,1-1-1,1 1 0,0-1 1,0 0-1,1 0 0,0 0 0,1-1 1,9 16-1,0-6-856,1-1 0,1 0 0,28 26 0,15 5-3806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00.2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1 398 13411,'0'0'6929,"145"-193"-7121,-97 140-744,4-9-1456,-11 12-1969,-13 10-4777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00.6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1 314 14315,'0'0'5513,"200"105"-5505,-142-64-8,1-1-424,3 10-1224,-14-13-1153,-10-9-3224</inkml:trace>
  <inkml:trace contextRef="#ctx0" brushRef="#br0" timeOffset="1">566 0 10778,'0'0'3977,"218"90"-3569,-177-31-400,-6 13 96,-11 8-104,-14 7 104,-10 3-104,0 0 64,-10-9 48,-25-3-96,-13 2-16,7-17-424,6-20-2584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01.0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8266,'0'0'13843,"196"-6"-13843,-144 6-1465,7 0-839,-14 0-1945,-11 0-1696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01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12643,'0'0'11506,"169"25"-11506,-97-25-624,-13 0-2153,-14-16-4704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55.7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84 223 1632,'0'0'5410,"6"-27"-3862,32-137 720,-35 143-793,-2 10 1633,-1 23-1805,0 77-892,10 337-366,-6-223-366,-4-143 294,0-58 16,-1 0 0,1-1 0,0 1 0,-1 0 0,1-1 1,-1 1-1,0-1 0,1 1 0,-1-1 0,0 1 0,0-1 0,0 0 1,0 1-1,0-1 0,0 0 0,-1 0 0,1 0 0,0 1 0,0-1 1,-1-1-1,1 1 0,-1 0 0,1 0 0,-1 0 0,1-1 1,-1 1-1,0-1 0,-2 1 0,-8 2-195,-1 0 0,-24 1 0,8-1 212,8 4 290,32-2-60,43-2 87,-49-3-282,22 1-40,135 2 476,-129-5-2098,39-6-1,-39 2-2664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56.1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41 428 11779,'0'0'5225,"8"30"-4781,27 96 156,-33-120-540,0 1 1,1-1-1,0 0 1,0 0-1,0-1 0,1 1 1,0-1-1,0 0 1,0 0-1,1 0 0,-1 0 1,1-1-1,0 1 1,1-1-1,-1-1 1,1 1-1,-1-1 0,1 0 1,0 0-1,0-1 1,13 4-1,-12-3-32,4 0-1,0 1 0,1-1 0,-1-1 0,1 0 0,0-1 0,0 0 0,0-1 0,20-2-1,-25 2-24,0-1-1,-1-1 0,1 1 1,0-1-1,0-1 0,-1 1 1,0-1-1,1 0 0,-1-1 0,0 1 1,-1-1-1,1 0 0,-1-1 1,1 1-1,8-11 0,-6 4-3,0-1-1,0-1 1,-2 1-1,1-1 1,-1-1-1,-1 1 0,-1-1 1,0 0-1,4-25 1,-3-7 34,-1-80-1,-4 105-19,0 5 36,-1 1 1,0-1-1,-1 0 1,-1 1-1,-1 0 1,0-1-1,-1 2 1,0-1-1,-2 0 1,1 1 0,-12-16-1,13 22-9,-1 0 0,0 0-1,0 1 1,-1 0 0,0 0 0,0 1-1,-1 0 1,1 0 0,-1 1 0,-1 0-1,1 0 1,-1 1 0,0 0 0,0 0-1,0 1 1,0 1 0,-1-1 0,1 1-1,-16-1 1,16 3-38,0 0 0,-1 0-1,1 0 1,0 1 0,-1 1 0,1 0-1,0 0 1,0 1 0,0 0 0,0 0-1,1 1 1,0 0 0,-1 0 0,-9 8-1,9-4-74,0-1 0,0 2 0,1-1 0,0 1 0,0 1 0,1-1 0,0 1 0,1 1 0,0-1 0,1 1 0,-6 15 0,1 6-810,2 0 0,1 1 0,1 1 0,-2 51 0,6 8-4428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56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1 590 144,'0'0'16027,"5"-1"-15378,0 0-570,0-1 1,-1 0 0,1 0 0,0-1-1,-1 1 1,1-1 0,-1 0 0,0 0 0,0-1-1,0 1 1,0-1 0,-1 0 0,4-5-1,10-13-37,18-31 1,-17 24-39,121-208-3396,-97 156-726,-4-1-3450,-23 42 6101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57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1 824,'0'0'16020,"145"192"-15868,-104-145 240,4 0-344,-4-1 112,1-2-152,-1-4-8,-6-6-24,-4-12-1433,0-13-351,-14-9-1129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1:59.2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142 0 1256,'0'0'10821,"1"10"-9052,-5-1-1428,0-1 1,0 0 0,0 1 0,-1-2 0,-9 12 0,-12 20 175,8-6-433,-26 54 93,40-77-265,1 0 0,0 0 0,0 1 0,1 0 0,0-1 0,-1 21 0,4-30 60,-1 0 0,1 0-1,-1 0 1,1 0 0,-1 0-1,1-1 1,0 1 0,-1 0-1,1 0 1,0-1 0,0 1-1,-1-1 1,1 1 0,0 0-1,0-1 1,0 0 0,0 1-1,0-1 1,0 0 0,0 1-1,0-1 1,0 0-1,0 0 1,0 0 0,1 0-1,36 5-32,-29-4 6,5 1-78,1 1-1,25 10 1,15 2-813,-55-15 879,1 0-1,-1 0 0,1 0 1,-1 0-1,1 0 0,-1 0 0,1 0 1,-1 0-1,1 0 0,-1 0 1,1 0-1,-1 0 0,1-1 1,-1 1-1,1 0 0,-1 0 1,1-1-1,-1 1 0,1 0 0,-1-1 1,0 1-1,1 0 0,-1-1 1,0 1-1,1 0 0,-1-1 1,0 1-1,1-1 0,5-21-655,-7-33 1024,1 37-238,0 6 1567,0 26-818,1 12-1009,1 0 0,9 42 0,-5-36-1137,5 24-3920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0.2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 3 9738,'0'0'7782,"0"0"-7755,0 0 0,0 0 0,0-1 0,0 1 1,0 0-1,-1 0 0,1 0 0,0 0 0,0-1 1,0 1-1,0 0 0,-1 0 0,1 0 0,0 0 0,0 0 1,0 0-1,0 0 0,-1-1 0,1 1 0,0 0 1,0 0-1,0 0 0,-1 0 0,1 0 0,0 0 0,0 0 1,-1 0-1,1 0 0,0 0 0,0 0 0,0 0 1,-1 0-1,1 0 0,0 0 0,0 0 0,0 1 1,-1-1-1,1 0 0,0 0 0,0 0 0,0 0 0,-1 0 1,1 0-1,0 1 0,0-1 0,0 0 0,-1 5 78,0 0-1,0-1 1,1 1-1,-1 0 1,1 0-1,1 8 1,0 4 10,-3 109 153,5 145-374,-2-262-186,0 1 1,1-1-1,0 1 1,0-1-1,7 15 1,14 18-8251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0.7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9386,'0'0'12912,"0"0"-12889,0 0 0,0 0 0,1 0 0,-1 0 0,0 0 0,0 0 0,0 0 0,0 0 0,0 0 0,1 0 0,-1 0 0,0 0 0,0 0 0,0 0 0,0 0 1,0 0-1,1 0 0,-1 0 0,0 0 0,0-1 0,0 1 0,0 0 0,0 0 0,0 0 0,1 0 0,-1 0 0,0 0 0,0 0 0,0-1 0,0 1 0,0 0 0,0 0 0,0 0 0,0 0 0,0 0 0,0 0 0,0-1 0,0 1 0,0 0 0,0 0 0,0 0 0,0 0 0,0-1 0,0 1 0,0 0 0,0 0 0,0 0 0,0 0 0,0 0 0,0-1 0,0 1 0,0 0 1,0 0-1,0 0 0,0 0 0,0 0 0,0 0 0,0-1 0,0 1 0,-1 0 0,1 0 0,0 0 0,0 0 0,224 9-1278,-116 0-9577,-88-9 4924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4.9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0 174 3137,'0'0'3710,"6"-27"-1359,20-80-1036,-19 67-325,-8 49 306,0 198-57,3 234-531,0-404-716,10 42 0,0 7-279,-12-85 282,1 0 0,-1 0 0,0 0 1,0 1-1,0-1 0,0 0 0,0 0 0,0 1 0,0-1 0,0 0 1,0 0-1,-1 0 0,1 1 0,0-1 0,-1 0 0,1 0 0,-1 0 0,0 0 1,1 0-1,-1 0 0,0 0 0,1 0 0,-1 0 0,0 0 0,0 0 1,0 0-1,0-1 0,0 1 0,0 0 0,0-1 0,0 1 0,0-1 0,0 1 1,0-1-1,-1 1 0,1-1 0,0 0 0,0 1 0,0-1 0,-1 0 0,1 0 1,0 0-1,0 0 0,-2 0 0,-27 8 117,28-5 514,11-1-187,31 1-51,50-2-1051,-53-1-1483,-4 0-2360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5.5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1 11578,'0'0'5538,"31"6"-5012,97 24-270,-120-29-196,0 1 0,0 1-1,0-1 1,0 1-1,-1 0 1,0 1 0,1 0-1,-1 0 1,0 1-1,-1 0 1,1 0 0,-1 0-1,0 1 1,0 0-1,-1 0 1,0 0-1,0 1 1,0 0 0,-1 0-1,0 0 1,0 0-1,4 13 1,-3 2 50,-1 0 0,-1 0 1,-1 0-1,-1 0 0,0 0 0,-4 29 0,1-9-204,1-14 62,-2 0 0,-1 0 0,-2 0 0,0-1 1,-2 1-1,-1-2 0,-1 1 0,-1-1 0,-1-1 1,-1 0-1,-2 0 0,-28 35 0,40-56-63,-1 0-1,0 0 0,0-1 1,0 1-1,0-1 0,-1 0 1,1 0-1,-1 0 1,0-1-1,0 0 0,0 0 1,0 0-1,0 0 0,-1-1 1,1 0-1,0 0 1,-1 0-1,1-1 0,0 0 1,-1 0-1,1 0 0,-7-2 1,7 1-5,1 0 0,0 0 1,0-1-1,0 1 1,1-1-1,-1 0 0,0 0 1,0-1-1,1 1 0,0-1 1,-1 0-1,1 0 1,0 0-1,0 0 0,1 0 1,-1 0-1,1-1 0,-1 0 1,1 1-1,0-1 1,1 0-1,-1 0 0,1 0 1,-1 0-1,1 0 0,0 0 1,0-9-1,0 9 38,1-1 1,-1 1-1,1-1 1,0 0-1,0 1 0,1-1 1,-1 1-1,1-1 1,0 1-1,1-1 0,-1 1 1,1-1-1,-1 1 0,1 0 1,1 0-1,-1 0 1,0 0-1,5-5 0,-2 4 141,1 1 0,0-1 0,0 1-1,0 0 1,0 0 0,1 0 0,0 1 0,-1 0-1,1 1 1,14-4 0,-5 2 354,1 1 1,-1 1-1,0 0 1,28 1-1,-34 2-267,0-1 1,0 1-1,0 1 1,0 0-1,0 0 1,-1 1-1,1 0 0,15 8 1,60 47 158,-68-44-814,1-1 0,0-1 0,0-1 0,2-1 0,-1 0 0,34 11 0,-21-14-3275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5.8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1 621 888,'0'0'14275,"120"-189"-14267,-89 127 88,4-1-96,3-5-8,0 6-40,-7 3-408,0 9-56,-10 13-888,-15 15-449,-2 13-1279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6.1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1736,'0'0'18020,"194"165"-17804,-150-125-8,-2 4-160,3-1 24,-4 4-72,-3-4-8,0 1 0,-3-7-256,-4-6-304,-4-16-936,-6-8-32,-4-7-2825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7.7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6209,'0'0'12555,"22"2"-12547,-1 0-7,11 0 18,0 1 0,0 2 0,33 10 0,-58-13-11,1 0-1,-1 1 0,0 0 0,0 0 0,0 1 1,0 0-1,6 5 0,-10-7-3,-1 0-1,0 1 1,0 0 0,0-1 0,0 1-1,0 0 1,0 0 0,0 0-1,-1 0 1,0 0 0,0 0-1,0 0 1,0 0 0,0 1 0,0-1-1,-1 0 1,0 1 0,1 6-1,-2-2-1,1 1-1,-2-1 0,1 1 1,-1-1-1,0 0 0,0 0 0,-1 0 1,-1 0-1,1 0 0,-1 0 0,0-1 1,-1 0-1,0 0 0,0 0 1,0 0-1,-1-1 0,0 0 0,0 0 1,-1-1-1,1 0 0,-1 0 1,-1 0-1,1-1 0,-9 4 0,85-7-2390,-59-1 2301,1 0 1,0 1-1,-1 0 1,1 1-1,-1 0 1,0 0 0,17 7-1,-23-7 74,-1-1-1,0 1 1,0 0-1,0 0 1,0 0-1,0 1 1,0-1-1,-1 1 1,1 0-1,-1-1 1,1 1-1,-1 0 1,0 0-1,0 1 1,-1-1-1,1 0 1,-1 1-1,1-1 1,-1 0-1,0 1 1,-1 0-1,1-1 1,0 1-1,-1 0 1,0-1-1,0 5 1,0-4 39,0 0 0,0 0 1,0 0-1,0 0 0,-1 0 0,0 0 1,1 0-1,-2 0 0,1 0 1,0 0-1,-1-1 0,0 1 0,0 0 1,0-1-1,0 0 0,0 1 1,-1-1-1,1 0 0,-1 0 0,0 0 1,0-1-1,0 1 0,0-1 1,-1 1-1,-6 3 0,-7 5-84,9-5-22,1 0 0,-1-1-1,0 0 1,-1 0-1,0-1 1,1 0-1,-1 0 1,-1-1-1,1 0 1,0-1-1,-10 2 1,8-4-2642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8.4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1072,'0'0'16342,"0"10"-15392,34 229 11,-18 31-1176,-14-226-196,3 0-1155,-4-42 1093,0 1 0,0-1 0,-1 0 0,1 0 0,0 0 0,1 0 0,-1 0 0,0-1 0,1 1 0,2 2 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08.7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1216,'0'0'20933,"76"-19"-20837,-52 19 216,0 0-312,4 0 48,-4 7-48,3 2-408,8-3-1025,-4-3-1239,-3-3-2145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0.9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109 233 1168,'0'0'11177,"5"-29"-10518,2-10-461,0 2 214,4-53 0,-10 53 3542,-2 60-3678,-7 573-1264,10-362-2438,-2-234 3411,-9 3-625,-4 1 468,0 0 0,0 0 0,1 1 0,-1 1 0,1 0 1,0 1-1,-15 10 0,27-17 182,-1 1 0,1-1 0,-1 0 0,1 0 0,-1 1 0,1-1 0,-1 1 0,1-1 0,-1 0 0,1 1 0,-1-1 0,1 1 1,0-1-1,-1 1 0,1-1 0,0 1 0,-1-1 0,1 1 0,0-1 0,0 1 0,0-1 0,-1 1 0,1 0 0,0-1 0,0 1 0,0-1 0,0 1 0,0 1 0,16 3 867,30-8 98,-46 3-986,76-13 457,-45 7-494,48-4 1,-36 10-956,-8 0-1351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1.4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1200,'0'0'14851,"190"0"-14851,-156-3-96,-3-3-512,-6 3-552,-5 3-472,-13-3-657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1.8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0 568,'0'0'13982,"0"16"-13119,-1 27-482,-1 2-3,7 84 0,-5-125-381,1 0-1,0 0 1,0-1-1,0 1 0,0 0 1,1 0-1,-1-1 1,1 1-1,0 0 1,0-1-1,0 0 1,0 1-1,1-1 0,0 0 1,-1 0-1,1-1 1,0 1-1,0-1 1,1 1-1,-1-1 1,0 0-1,1 0 1,-1 0-1,1-1 0,4 2 1,7 1-39,0-1 0,0-1 1,0 0-1,1-1 0,20-2 1,-20 1-62,-1 0 0,1 0 0,-1 2 0,24 5 0,-30-5 26,-1 1 1,0 1-1,0-1 1,0 2-1,0-1 1,-1 1-1,1 0 1,-1 0-1,0 1 1,-1 0-1,1 0 1,-1 1-1,-1 0 1,1 0-1,-1 0 1,7 14-1,-6-7 24,0 0 1,-1 0-1,0 1 1,-2 0-1,1 0 1,-2 0-1,0 0 1,-1 30-1,0-21 60,0-13 22,-1 1 1,0 0-1,-1 0 0,0-1 0,0 1 0,-1-1 0,-1 1 1,0-1-1,0 0 0,-10 20 0,5-17 50,-1-1-1,0 0 1,-1 0 0,0-1-1,-1 0 1,-14 12-1,20-20-137,0 0 0,0 0 0,-1 0 0,1-1 0,-1 0-1,0 0 1,0 0 0,0-1 0,-1 0 0,1 0 0,0 0-1,-1-1 1,1 0 0,-1 0 0,1-1 0,-1 0-1,-10-1 1,-1-6-2264,4-10-2004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2.2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1 454 936,'0'0'14099,"124"-158"-13931,-83 105-168,-3 0-120,4 0-360,-8 7-280,-6 5-448,-7 10-529,-8 13-3248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2.5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1328,'0'0'14531,"196"177"-14523,-158-140 56,-3 1-16,-1-4-72,1-6 24,6-10-392,-3-8-1488,-7-10-3281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4.0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5369,'0'0'12364,"25"-6"-12078,81-14-177,-97 17-47,1 1 0,-1 1 1,1 0-1,-1 0 0,1 0 1,-1 1-1,1 1 0,-1 0 0,12 2 1,-18-1-30,1-1 0,-1 1 0,0 0 0,0 0 0,0 0 0,0 0 0,0 0 0,-1 1 0,1-1 0,-1 1 0,0 0 0,1 0 0,-1 0 0,0 0 0,-1 0 0,1 0 0,0 0 0,-1 1 0,0-1 0,0 0 0,1 7 0,2 5 0,0 0 0,-1 1 0,1 25 1,-4 86-85,-1-120 40,1 1 0,-2-1 0,1 0-1,-1 1 1,-1-1 0,1 0 0,-1 0 0,0 0 0,-1 0 0,1-1 0,-1 1 0,-1-1-1,1 0 1,-1 0 0,0 0 0,-8 6 0,6-6-174,0 0 0,0 0 1,0-1-1,-1 0 0,0 0 0,0-1 0,0 0 0,-1 0 0,1-1 1,-1 0-1,0-1 0,1 0 0,-14 2 0,20-4 70,0 0 0,0 0 0,0 0 0,0-1 0,0 1 0,1 0 0,-1-1 0,0 1 0,0-1 0,0 1 0,0-1 0,1 0 0,-1 0 0,0 0 0,1 0 0,-1 0 0,1 0 0,-1 0 0,-1-3 0,1 2-59,0-2 1,0 1-1,0 0 1,0 0 0,0 0-1,1-1 1,0 1-1,-1-1 1,0-5-1,-1-9-414,1 1 0,1-1 0,2-26 0,-1 25 95,0 17 510,0 0 0,0 0-1,1 0 1,-1 0 0,1 0 0,-1 0-1,1 0 1,-1 0 0,1 0 0,0 1 0,0-1-1,0 0 1,0 0 0,0 1 0,0-1-1,1 1 1,-1-1 0,1 1 0,-1-1-1,1 1 1,-1 0 0,1 0 0,0 0 0,-1 0-1,1 0 1,0 0 0,0 0 0,0 1-1,0-1 1,0 0 0,-1 1 0,1 0-1,4-1 1,-2 1 174,1-1 0,-1 1 0,0 1 1,1-1-1,-1 0 0,0 1 0,0 0 0,0 0 0,1 0 0,-1 1 0,0-1 0,0 1 0,-1 0 0,1 0 0,6 5 1,7 9 168,-1 0 0,20 27 1,-23-26-377,0-1-1,2 0 1,30 25 0,-24-26-1716,41 22 0,-27-21-3981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4.6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8434,'0'0'8606,"0"3"-8318,4 284 741,9-93-3591,-9-136-1535,-4-41-47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5.0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2537,'0'0'18692,"83"13"-18460,-45-13-32,3 0-192,0 0-8,1-6-689,-1-4-743,7 7-656,-6 0-905,-8 3-1512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7.1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125 461 336,'0'0'18587,"25"0"-16884,-12-1-1733,-1 0 1,1-1-1,-1 0 1,0 0-1,0-2 1,0 1-1,0-2 1,-1 0-1,0 0 0,0-1 1,0 0-1,0-1 1,-1 0-1,0 0 1,12-14-1,-13 13-135,-1 0 0,0-1-1,-1-1 1,0 1 0,0-1-1,-1 0 1,-1-1 0,0 0-1,0 1 1,-1-2-1,0 1 1,-1 0 0,0-1-1,-1 1 1,0-1 0,0-15-1,-2 20 83,0 0 0,0 1-1,-1-1 1,0 0 0,0 0-1,0 1 1,-1-1 0,0 1 0,0-1-1,-6-8 1,4 8-9,-1 1 0,0 0 1,0 1-1,0-1 0,-1 1 1,0 0-1,0 0 0,0 1 0,-8-4 1,2 1-78,0 1 1,0 0 0,-1 1-1,0 0 1,0 1 0,-25-5-1,32 8 147,0 0 0,0 0 0,0 1-1,0 0 1,0 0 0,0 0 0,0 0 0,0 1-1,1 0 1,-1 1 0,0-1 0,0 1 0,1 0-1,-1 1 1,1-1 0,0 1 0,0 0 0,-5 4-1,3-1 32,1 0-1,1 1 1,0 0 0,-1 0-1,2 1 1,-1-1-1,1 1 1,1 0-1,-1 0 1,1 1-1,1-1 1,-1 0 0,-1 14-1,1 10-293,0 0-1,3 44 1,1-37-916,3 1-2005,-3-38 3090,-1 0 0,1-1 0,-1 1 0,1 0 0,0 0 0,0-1 0,0 1 0,0-1 0,0 1 0,0-1 0,13 11 5838,-14-7-4098,-10 56-1512,4 0-1,2 115 1,4-168-112,1 0 0,0 0 0,0 0 0,1 0 0,0 0 0,0-1 0,1 1 0,0-1 0,0 1 0,1-1 1,0 0-1,7 10 0,-7-12-6,0-1 1,0 1 0,1-1 0,-1 0 0,1-1-1,0 1 1,0-1 0,0 0 0,0 0-1,1-1 1,-1 1 0,1-1 0,0 0-1,-1-1 1,1 1 0,0-1 0,9 0 0,-6 0 2,0 0 1,0-1-1,0 0 1,0-1 0,0 0-1,0 0 1,0-1 0,-1 0-1,1-1 1,-1 0 0,1 0-1,-1-1 1,0 0 0,0 0-1,0-1 1,-1 0-1,0 0 1,0-1 0,0 0-1,-1 0 1,1-1 0,-1 1-1,-1-1 1,0-1 0,5-7-1,-4 4 8,0 1-1,-1-1 1,0 0-1,-1 0 1,-1 0-1,0-1 0,0 0 1,-1 1-1,0-1 1,-1 0-1,0 0 1,-1 0-1,-1 0 1,0 0-1,0 0 1,-1 1-1,-5-15 1,5 18-24,-1 0 0,0 0 1,0 1-1,-1-1 1,0 1-1,0-1 1,0 1-1,-1 1 0,-1-1 1,1 1-1,-1 0 1,0 0-1,0 0 0,-1 1 1,0 0-1,1 0 1,-2 1-1,1 0 1,-1 0-1,1 0 0,-1 1 1,0 0-1,0 1 1,-16-3-1,16 3-188,1 1-1,-1 0 1,1 0 0,-1 1-1,0 0 1,1 0 0,-1 1 0,1 0-1,-1 0 1,1 1 0,-1 0-1,-13 5 1,12 0-122,-1 0 1,2 1-1,-1 0 1,1 0-1,-12 15 1,-36 56-2900,9-4-2165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7.9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1 565 440,'0'0'16889,"2"-4"-16349,89-109-51,-8 12-502,-77 92-4,131-179-626,-52 60-2566,-82 123 2670,4-11-3009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18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0 680,'0'0'19156,"186"155"-19044,-141-114-24,0-1-88,3-3-136,-3 1-896,3-4-1248,4 6-345,-7-12-1312,-14-6-2728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26.5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0 3665,'0'0'8552,"1"11"-8173,1 112 278,-5 1-1,-20 132 1,13-131-999,9-73-2766,1-35-2247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26.9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41 392,'0'0'18956,"0"-10"-18836,3 10-56,21-3 40,7 0-80,7-3-24,7 3-16,0 0-96,0-3-464,3 2-1256,-10 1-977,-10 3-1648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35.8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4 5265,'0'0'11701,"-3"-1"-11289,-10 0-543,3 0 2413,24 1-1164,138 0-2188,1 0-3518,-152 0 4613,0 0 1,0 0 0,0 0 0,0 1 0,0-1 0,0 1 0,0-1 0,0 0 0,0 1 0,0 0 0,0-1 0,0 1 0,0 0 0,-1-1 0,1 1-1,0 0 1,0 0 0,-1-1 0,1 1 0,0 0 0,-1 0 0,1 0 0,-1 0 0,1 0 0,-1 0 0,0 0 0,1 0 0,-1 0 0,0 0 0,0 1-1,0-1 1,1 0 0,-2 1 0,1 49 557,-1-30-563,-20 261 1108,1 1-372,19-256-811,0-15 55,1 0 1,0 0 0,1 1 0,2 11 0,-3-22-123,1 1 0,-1-1 1,1 0-1,0 0 0,0 1 0,-1-1 0,2 0 1,-1 0-1,0 0 0,0 0 0,1 0 0,-1-1 1,1 1-1,-1 0 0,1-1 0,0 1 0,0-1 1,0 1-1,0-1 0,0 0 0,0 0 0,0 0 1,0 0-1,0 0 0,4 1 0,20 0-4833,-2-2-4717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2:36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13 8362,'0'0'13731,"-18"-13"-13651,42 13 24,8 0-8,9 0-48,0 0-40,4 0-16,0 0-352,-7 0-705,7 0-919,-11 0-1145,-10 0-1760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2.1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26 177 3745,'0'0'15062,"4"-23"-14505,2-8-322,13-37 0,-18 65-206,0 0 1,0 0 0,1 0 0,0 1 0,-1-1 0,1 0 0,0 0 0,1 1 0,-1 0 0,0-1-1,1 1 1,-1 0 0,1 0 0,0 0 0,-1 0 0,1 1 0,0-1 0,5-1 0,0 1 24,-1 0 1,1 1-1,-1 0 1,1 0-1,10 0 1,-8 1-25,-3-1-16,1 1-1,0 0 1,0 1-1,0-1 1,-1 1-1,1 1 1,0 0-1,-1 0 1,13 5-1,-14-4-7,-1 1-1,1 0 0,-1 0 1,0 0-1,0 1 0,-1 0 0,1 0 1,-1 0-1,0 0 0,0 1 1,5 10-1,-1-1 5,-1 0 1,-1 1 0,0 0-1,-1 1 1,0-1 0,3 32-1,-3 1-128,-2 55 0,-5-81-77,0 1-1,-2-1 0,0 1 0,-1-1 1,-2 0-1,0-1 0,-2 0 0,0 0 1,-2-1-1,0 0 0,-1-1 0,-1 0 1,-1-1-1,-1 0 0,0-1 1,-2-1-1,-23 20 0,32-31-97,0 0-1,0 0 1,-1-1-1,1 0 1,-18 7-1,22-10 128,0-1-1,-1 0 1,1 1-1,0-1 1,-1-1-1,1 1 1,-1-1-1,1 1 1,0-1-1,-1-1 1,1 1-1,-1 0 1,1-1-1,-1 0 1,-6-2-1,9 1 123,0 1 0,0-1 0,0 0 0,0 1 0,0-1 0,0 0 0,1 0-1,-1 0 1,0 0 0,1-1 0,0 1 0,-1 0 0,1 0 0,0-1 0,0 1 0,0-1 0,1 1 0,-1-1 0,1 0 0,-1 1-1,1-5 1,-1 3 44,1 1-1,0-1 1,0 1-1,0-1 0,1 1 1,-1-1-1,1 1 0,0-1 1,0 1-1,0 0 1,0 0-1,1-1 0,-1 1 1,1 0-1,0 0 0,3-4 1,5-2 65,0 0 1,1 1-1,0 0 1,0 1-1,1 0 1,14-6-1,82-30 1064,-95 39-941,118-38 987,-79 27-926,-1-2 1,0-2-1,77-42 0,-99 42-258,-2-2 0,0 0-1,-2-2 1,0-1 0,-2-1-1,-1-1 1,0-1 0,29-51-1,-44 64-420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2.4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0 960,'0'0'15461,"4"7"-15285,27 39 590,69 77 1,-11-17-552,-65-74-368,36 48-365,-25-24-4635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2.8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 1240,'0'0'18124,"66"-31"-18740,-49 31-816,-3 0-281,-11 6-719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3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152 1 624,'-40'20'3798,"17"-7"381,-35 22 0,56-33-3901,0-1-1,-1 1 1,1 0-1,0 0 1,0 0 0,0 0-1,0 0 1,0 0-1,1 1 1,-1-1-1,1 1 1,-1-1 0,1 1-1,0 0 1,0-1-1,0 1 1,-1 4-1,2-5-270,0 0-1,0 0 0,0 0 0,1 0 0,-1 0 0,0 0 0,1 0 0,0 0 0,-1-1 0,1 1 1,0 0-1,0 0 0,0 0 0,0-1 0,0 1 0,0-1 0,0 1 0,0-1 0,1 1 0,-1-1 1,1 0-1,-1 1 0,1-1 0,0 0 0,-1 0 0,4 1 0,13 6 23,34 12 0,-38-16-145,0 0 1,-1 2-1,0-1 0,25 16 0,-35-18 78,0-1 0,1 1 0,-1 0 0,0 0 0,0 0 0,-1 1 0,1-1 1,-1 1-1,0-1 0,1 1 0,-2 0 0,1 0 0,0 0 0,-1 0 0,0 0 0,0 0 0,0 1 0,0-1 0,-1 0 0,1 0 0,-1 5 0,0-2 34,-1-1 1,1 1-1,-1-1 1,0 0-1,0 1 1,-1-1-1,0 0 1,0 0-1,-1 0 1,1 0-1,-1 0 1,-1-1-1,1 1 1,-1-1-1,0 0 1,0 0-1,0 0 1,-1 0-1,1-1 1,-1 0-1,-9 6 1,-2 3-62,-1-1 1,-23 12-1,37-23-1179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3.5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1 11642,'0'0'8650,"-20"158"-8650,20-99-296,6 0-384,1 0-768,-3 6-729,-4-15-1920,0-13-4608</inkml:trace>
  <inkml:trace contextRef="#ctx0" brushRef="#br0" timeOffset="1">0 321 3609,'0'0'15867,"242"-47"-17123,-149 38-1409,-17-4-4144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3.8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12483,'0'0'6028,"22"18"-7866,70 55 519,-56-48 215,-30-21 670,0 0 0,0 0 0,0 1 0,-1-1 0,9 11 0,-13-13 394,0-1-1,0 1 0,0 0 0,0 0 1,-1 0-1,1 0 0,-1 0 0,1-1 1,-1 1-1,0 0 0,0 0 0,0 0 1,0 0-1,0 0 0,0 0 0,-1 0 0,1 0 1,0 0-1,-1 0 0,0 0 0,1 0 1,-3 2-1,1 1 86,-1-1 0,-1 0-1,1 0 1,0 0 0,-1-1 0,0 1 0,0-1 0,0 1-1,0-1 1,-1-1 0,1 1 0,-1-1 0,0 0-1,-6 3 1,3-2 483,1 1-1,0 0 0,-1 0 0,-6 7 1,13-11-513,1 0 0,0 1 1,0-1-1,0 0 1,0 0-1,-1 1 0,1-1 1,0 0-1,0 1 1,0-1-1,0 0 0,0 1 1,0-1-1,0 0 1,0 1-1,0-1 0,0 0 1,0 1-1,0-1 1,0 0-1,0 1 0,0-1 1,0 0-1,0 1 1,0-1-1,1 0 0,-1 0 1,0 1-1,0-1 0,0 0 1,0 1-1,1-1 1,-1 0-1,0 0 0,0 0 1,1 1-1,-1-1 1,0 0-1,0 0 0,1 0 1,-1 1-1,0-1 1,1 0-1,-1 0 0,0 0 1,1 0-1,-1 0 1,0 0-1,1 0 0,-1 0 1,0 0-1,1 0 1,21 7-29,-19-6 78,21 6-298,1 1 1,-2 1-1,1 1 1,30 19 0,-47-25-3,0 0 0,0 1 0,-1 0 0,1 0 0,-1 0 0,-1 1 0,1 0 0,-1 0 0,0 1 0,0-1 0,-1 1 0,1 0 0,-2 0 0,1 1 0,-1-1 0,0 1 0,3 14 0,-4-14 176,-1 1-1,0-1 1,-1 0-1,0 1 1,0-1-1,-1 0 1,0 0 0,0 1-1,-4 12 1,3-16 189,0-1 0,-1 1 0,1-1-1,-1 0 1,0 0 0,0 0 0,0 0 0,0-1 0,-1 1 0,1-1 0,-1 0 0,0 0 0,0 0 0,0 0 0,-1-1 0,1 0-1,-7 3 1,-3 0 81,0 0 0,0-1 0,-1 0 0,0-1 0,1-1 0,-1-1 0,-20 1-1,28-5-2278,6-10-3332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4.2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77 388 13587,'0'0'3193,"96"-183"-3193,-58 136-577,7-12-1151,-11 3-760,-13 13-3210</inkml:trace>
  <inkml:trace contextRef="#ctx0" brushRef="#br0" timeOffset="1">1 62 12659,'0'0'6449,"214"127"-6449,-163-96-496,5 10-1120,-15-13-777,-10-7-1984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4.6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 0 256,'0'0'13614,"-5"11"-13128,-22 36-120,-24 44 443,50-89-802,0-1 0,1 1 0,-1 0 0,0 0 0,0 0 0,1 0 0,-1 0 0,1 0 0,0 0 0,-1 0 0,1 0 0,0 0 0,0 0 0,0 0 0,1 0 0,-1 0 0,0 0 0,1 0-1,0 0 1,-1 0 0,1 0 0,0 0 0,0 0 0,0 0 0,0-1 0,0 1 0,0 0 0,0-1 0,1 1 0,-1-1 0,2 2 0,4 2 19,0-1 0,1 0 0,-1-1 0,1 0 0,-1 0 0,13 2 0,-4 0-17,5 2-562,1-1 1,1-1 0,-1-1-1,37 3 1,-58-8 572,-1 1 1,1 0-1,-1 0 0,0 0 1,1 0-1,-1 0 0,1-1 1,-1 1-1,0 0 1,1 0-1,-1-1 0,0 1 1,1 0-1,-1 0 0,0-1 1,1 1-1,-1 0 1,0-1-1,0 1 0,1-1 1,-1 1-1,0 0 0,0-1 1,0 1-1,0-1 1,0 1-1,1 0 0,-1-1 1,0 1-1,0-1 0,0 1 1,0-1-1,0 0 0,-1-14 710,1 14-527,-1-11 3279,-1 33-2839,1 95-3375,1-59-1512,0 0-4816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5.0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1 5873,'0'0'13579,"21"183"-13915,-11-124-120,-3 3-792,-7 9-729,0-15-871,0-16-4330</inkml:trace>
  <inkml:trace contextRef="#ctx0" brushRef="#br0" timeOffset="1">1 320 5657,'0'0'15572,"227"-74"-18837,-140 37-1912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6.6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28 176,'0'0'23253,"66"-28"-23245,-25 28-8,0 0-568,-3 0-776,4 0-801,-15 0-920,-13 0-1816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7.0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1 9618,'0'0'10017,"-4"27"-9918,-8 89-54,11-111-44,1 1 1,0-1-1,0 1 1,1-1-1,0 1 1,-1-1 0,3 6-1,-2-8 0,0-1 0,0 0-1,0 0 1,1-1 0,-1 1 0,0 0-1,1 0 1,-1-1 0,4 4 0,1 0 3,-4-3-4,0-1 0,-1 1 0,1-1 0,1 0 0,-1 1 1,0-1-1,0-1 0,0 1 0,0 0 0,1 0 0,-1-1 0,0 1 0,1-1 0,1 0 1,39 0 8,-22-1 3,78-4-13,-62 2-592,-1 2-1,44 3 1,-76-2 488,0 1 0,0 0 1,0 0-1,0 0 0,0 0 0,-1 1 0,1-1 0,0 1 1,-1 0-1,1 1 0,-1-1 0,0 0 0,0 1 0,0 0 1,0-1-1,0 1 0,0 0 0,-1 1 0,0-1 0,1 0 0,-1 1 1,0-1-1,-1 1 0,1 0 0,-1 0 0,0 0 0,2 5 1,0 9-154,0-1 0,-1 1 1,-1 0-1,-1 32 1,-1-42 303,0 0 0,-1 1 1,0-1-1,0 0 1,-1 0-1,0 0 0,0-1 1,-1 1-1,0-1 1,0 0-1,0 0 0,-1 0 1,-1 0-1,-7 8 0,8-10 14,1-1 0,-1 0 0,0 0 0,0 0 0,0 0-1,-1-1 1,1 1 0,-1-2 0,0 1 0,0 0 0,0-1-1,0 0 1,0-1 0,-1 1 0,1-1 0,0-1 0,-1 1-1,1-1 1,-10-1 0,14 1-232,1 0 1,-1-1-1,1 1 0,-1-1 1,1 0-1,0 1 0,-1-1 0,1 0 1,0 0-1,0 0 0,0 0 1,-1 0-1,1 0 0,0 0 0,0 0 1,0-1-1,1 1 0,-1 0 1,0-1-1,0 1 0,1 0 1,-1-1-1,1 1 0,-1-1 0,1 1 1,0-1-1,-1-2 0,-3-21-7661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7.3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1 584 7826,'0'0'12986,"114"-173"-13250,-66 110-712,-3-5-424,13-19-441,-16 10-391,-11 11-1825,-14 17-5865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7.7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1 708 3449,'0'0'18332,"186"106"-18204,-134-72-128,3 0-104,-7 0-889,11 7-743,-11-13-1185,-13-7-1736,-8-11-6697</inkml:trace>
  <inkml:trace contextRef="#ctx0" brushRef="#br0" timeOffset="1">484 1 3881,'0'0'8290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8.0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1 824,'125'69'1631,"-124"-68"-1536,0-1 0,-1 0 0,1 0-1,-1 1 1,1-1 0,0 0 0,-1 1-1,1-1 1,-1 1 0,1-1 0,-1 1 0,1-1-1,-1 1 1,1-1 0,-1 1 0,1 0 0,-1-1-1,0 1 1,1-1 0,-1 1 0,0 0-1,0-1 1,1 1 0,-1 0 0,0 0 0,0-1-1,0 1 1,0 0 0,0-1 0,0 1-1,0 0 1,0 0 0,0-1 0,0 1 0,0 0-1,-1-1 1,1 1 0,0 0 0,0-1 0,-1 2-1,-22 12 2818,15-11-2352,-8 5 340,13-7-692,-1 1-1,1-1 1,0 1-1,-1 0 1,1 0-1,0 0 1,0 1-1,0-1 1,-3 4-1,5-5-194,1-1 0,0 0 0,0 1 0,0-1 0,-1 1-1,1-1 1,0 0 0,0 1 0,0-1 0,0 1 0,0-1 0,0 1 0,-1-1 0,1 1-1,0-1 1,0 0 0,1 1 0,-1-1 0,0 1 0,0-1 0,0 1 0,0-1 0,0 0-1,0 1 1,0-1 0,1 1 0,-1-1 0,0 0 0,0 1 0,1-1 0,-1 0 0,0 1-1,1-1 1,-1 0 0,0 1 0,1-1 0,-1 0 0,0 0 0,1 1 0,-1-1 0,1 0-1,19 5-10,-17-4 22,40 4 137,-18-2-643,0 1-1,31 8 0,-50-10 269,0 0 0,0 1 0,0-1 0,0 1 0,0 0-1,-1 0 1,1 1 0,-1 0 0,0 0 0,0 0-1,0 1 1,0-1 0,6 10 0,-9-11 326,0 0 0,0 0 0,-1 0 0,1 0 0,-1 0 0,0 0 0,0 1 0,0-1 0,0 0 0,-1 0 0,1 1 0,-1-1 0,0 1 0,0-1 0,0 0 0,0 1 0,0-1 0,-1 1 0,0-1 0,1 0 0,-1 0 0,-1 1 0,1-1 0,0 0 0,-3 3 0,-1 2 263,0-1 1,-1 1-1,0-1 1,-1-1-1,0 1 1,0-1-1,-14 10 1,2-2-604,-22 14 37,27-21-3299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8.4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 1 12307,'0'0'7505,"14"205"-7505,-8-146-392,-6 18-1136,0-14-809,0-17-2320</inkml:trace>
  <inkml:trace contextRef="#ctx0" brushRef="#br0" timeOffset="1">0 342 6105,'0'0'16364,"142"-15"-16364,-91 9-48,18-10-1361,-10 4-3079,-7-4-4202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8.9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139 1 6529,'0'0'13402,"-8"30"-13362,-30 99-159,25-88-1,-27 61 0,13-38-20,24-58 116,1 1-1,0-1 1,1 1 0,-1 0-1,1 0 1,1 0-1,-1-1 1,1 1 0,1 10-1,-1-16-14,1 0 0,-1 0 0,0 0 0,1 0 0,-1 0 0,1 0 0,-1 0 0,1-1 0,0 1 0,-1 0 0,1 0 0,0 0 0,0-1 0,0 1 0,-1 0 1,1-1-1,0 1 0,0-1 0,0 1 0,0-1 0,0 1 0,0-1 0,0 0 0,0 1 0,0-1 0,0 0 0,0 0 0,2 0 0,36 2-721,-30-3 503,1 1 22,0 0 0,-1-1 0,1 0 1,0-1-1,-1 0 0,1 0 0,-1-1 0,0 0 0,0-1 1,0 0-1,0-1 0,-1 0 0,0 0 0,0 0 0,0-1 1,-1-1-1,1 1 0,-1-1 0,-1 0 0,0-1 0,10-13 1,-15 19 361,0 0 0,0-1 0,0 1 0,0-1 0,0 1 0,0 0 0,-1-1 1,1 1-1,-1-1 0,0 0 0,1 1 0,-1-1 0,-1-6 3776,1 24-3471,1 30-53,1 0-1,13 74 1,-10-98-840,0 0 1,2 0 0,0-1-1,1 0 1,1 0 0,1 0 0,21 30-1,-10-23-4836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9.2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0 615 10922,'0'0'8130,"0"-9"-8069,2-2 34,-1 1 0,2-1 0,-1 1 0,1 0-1,1 0 1,0 0 0,0 1 0,1-1 0,0 1-1,1 0 1,8-11 0,49-69 416,71-106-225,-54 61-3632,-64 99 220,-10 11-1872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9.6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13659,'0'0'8930,"159"99"-8866,-118-68-56,4 4-8,-3-4-552,6 3-1153,-10-9-2648,-11-7-2256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19.9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4353,'0'0'13424,"31"-1"-13162,99 5-258,-127-4-16,1 0 0,0 1 0,0 0 1,-1 0-1,1 0 0,-1 0 0,1 0 1,-1 1-1,1-1 0,-1 1 0,0 0 1,0 0-1,0 0 0,0 1 0,0-1 1,0 1-1,-1 0 0,1-1 0,-1 1 1,0 0-1,0 1 0,0-1 1,0 0-1,0 0 0,-1 1 0,2 4 1,2 2-46,-1 0-24,-1 0 0,1 0 0,-1 1 0,-1-1 0,0 1 0,-1 0 0,0 0 0,0 11-1,-1-16 57,0 0-1,0 0 1,-1 0-1,0-1 1,0 1-1,0 0 0,-1-1 1,0 1-1,0-1 1,0 0-1,-1 0 1,1 1-1,-1-2 1,-1 1-1,1 0 0,-6 5 1,3-4-89,-1-1-1,0 0 1,0 0 0,0 0-1,-1-1 1,1-1 0,-1 1-1,0-1 1,0 0 0,0-1-1,-1 0 1,1 0-1,0-1 1,-17 1 0,24-2 94,0 0 0,-1 0 0,1 0 1,0 0-1,0 0 0,0-1 0,0 1 0,-1 0 1,1 0-1,0-1 0,0 1 0,0-1 0,0 1 1,0-1-1,0 0 0,0 1 0,0-1 0,0 0 0,0 1 1,0-1-1,0 0 0,1 0 0,-1 0 0,0 0 1,0 0-1,1 0 0,-2-2 0,1-1 40,0 0 1,0 0-1,1 0 0,-1 0 0,1 0 0,0-7 0,0 8-13,1 1-4,-1 1 0,0-1 0,1 1 0,-1-1 0,1 1 0,-1 0-1,1-1 1,0 1 0,0 0 0,0-1 0,-1 1 0,1 0 0,0 0 0,0 0 0,1 0 0,-1 0 0,0 0-1,0 0 1,0 0 0,1 0 0,-1 1 0,0-1 0,1 1 0,-1-1 0,1 1 0,-1-1 0,1 1 0,-1 0-1,1-1 1,-1 1 0,3 0 0,9-2-1,0 1 0,23 1 0,-23 1 11,2-1-113,-1 1-1,0 1 1,0 0-1,0 1 1,0 0-1,-1 1 1,1 1-1,-1 0 1,0 1-1,0 0 1,17 12 0,27 17-3228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0.3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12307,'0'0'7529,"45"211"-7265,-31-143 104,-7 0-288,0-2 32,-1-11-112,1-8-752,-3-16-1720,-1-15-2217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0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0 446 1120,'0'0'22149,"135"-103"-21981,-80 100-120,7 0-48,24-3-680,-13 3-1777,-8 0-3920</inkml:trace>
  <inkml:trace contextRef="#ctx0" brushRef="#br0" timeOffset="1">1032 5 16420,'0'0'7593,"13"-1"-7529,231-2-1557,-133 4-343,-110 3 1852,-3 19-5,-1 1 0,-2-1 0,0 0 0,-16 43 0,-2 11-2,9-10-2071,2 0-1,3 1 0,-1 118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1.2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13155,'0'0'10330,"73"0"-10330,-18 0-192,31-12-1168,-13-7-1369,-8-2-2976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1.6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0 560 600,'0'0'19116,"149"-168"-19028,-98 112-80,1-6-8,0 0-432,-11 3-1328,-10-6-2057,-10 15-3161,-14 13 289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2.0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9722,'0'0'15043,"124"173"-14779,-75-138-184,-5-1-40,1-3-40,-3-3-624,-8-3-704,1-7-2417,-8-8-320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2.9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13355,'0'0'5953,"25"177"-5945,-19-115 0,1 0 0,-3-6-8,3-9 0,0-10-568,-1-9-800,1-12-1193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3.2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62 704,'0'0'24157,"-11"-18"-24085,63 18-24,7 0-48,6-3-16,1 0-496,-4 3-568,-7-4-776,-10 1-1889,-11-6-1144,1-13-7850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28.7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518 32 760,'0'0'11549,"-8"-2"-11179,-8-2-271,-8-3 993,-1 1-1,1 1 1,-39-2 0,44 6-918,0 1 1,0 2-1,0-1 0,0 2 1,0 1-1,0 0 0,1 1 0,0 1 1,-18 8-1,21-7-93,1 0 0,1 1-1,-1 0 1,1 1 0,1 1 0,-13 11-1,20-16-56,1 1 0,-1-1-1,1 1 1,0-1 0,1 1 0,-1 1-1,1-1 1,1 0 0,-1 1-1,1-1 1,0 1 0,0 0-1,1 0 1,0-1 0,0 1 0,1 9-1,0-12-21,0 0 0,1 0 0,-1-1 0,1 1 0,0 0 0,0-1 0,0 1 0,0-1 0,1 1 0,-1-1 0,1 0 0,0 1 0,0-1 0,0 0 0,5 5 0,-2-3 2,0-1-1,1 1 1,-1-1 0,1-1-1,0 1 1,0-1-1,1 0 1,6 3 0,5 0-8,-1-1 0,1-1 1,0-1-1,0 0 1,35 0-1,-43-4-48,0 0 1,0-1-1,0 0 1,0-1-1,0 1 0,-1-2 1,1 0-1,-1 0 1,0 0-1,0-1 0,0-1 1,-1 1-1,0-1 1,0-1-1,0 0 1,11-12-1,-7 5-2,-1 0-1,0-1 1,-1 0 0,0 0-1,-1-1 1,-1-1 0,-1 1 0,10-31-1,-10 28 105,1 32-41,-4-3-20,72 194 20,-67-172-124,-2 1 0,0 0-1,-3 0 1,2 51-1,-6-80 111,0 1-1,0-1 1,-1 1-1,0-1 1,0 1-1,0-1 1,0 0-1,0 1 1,-1-1-1,0 0 1,0 0-1,0 0 1,0 0-1,-1 0 1,0-1-1,-3 5 1,1-4 29,0 0 0,0 0 0,-1 0 0,1 0 0,-1-1 1,0 0-1,0 0 0,0 0 0,-13 3 0,-8 0 51,0-2-1,-1-1 1,0-1-1,-34-1 1,53-1-96,-111 0-2003,73 0-1782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1.5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279 0 208,'0'0'7986,"-30"4"-6629,-96 16-107,122-20-1201,1 1 1,-1 0-1,1 0 0,-1 0 1,1 0-1,0 0 0,0 1 1,0-1-1,0 1 0,0 0 1,0 0-1,0 0 0,0 0 1,1 1-1,-1-1 0,1 1 1,0-1-1,-1 1 0,1 0 1,1 0-1,-1 0 1,0 0-1,1 0 0,-1 1 1,1-1-1,-1 5 0,-1 2 25,-5 12 21,2 0 0,1 0 1,1 1-1,-2 35 0,5 98 280,2-89-154,-1-23-109,-1 19 121,2 0 0,16 95 0,-9-119-470,-1 0 0,-3 0 0,1 61-1,-5-98 95,0 1-1,0-1 0,-1 0 1,1 0-1,0 1 0,-1-1 0,1 0 1,-1 0-1,0 1 0,0-1 0,0 0 1,0 0-1,0 0 0,0 0 0,0 0 1,-1-1-1,1 1 0,-1 0 1,1-1-1,-1 1 0,0 0 0,1-1 1,-1 0-1,0 0 0,0 1 0,-2 0 1,-27 7-5165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1.8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31 208,'0'0'14275,"138"-31"-14187,-63 31-48,15 0-32,45 0-16,-18 0-40,-17 0-2873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2.2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136 1 3089,'0'0'12410,"-111"118"-12402,101-68 48,-1 5 136,8 4-144,3 0 280,0 4-328,0-4 104,10-4-104,21 4-248,0-18-1440,-3-10-2289</inkml:trace>
  <inkml:trace contextRef="#ctx0" brushRef="#br0" timeOffset="1">222 526 904,'0'0'16076,"89"-190"-15964,-58 156-112,4-3 0,-4 6 0,-3 6-128,-15 6-753,-37 16-8937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2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0 304 1376,'0'0'14979,"145"140"-14898,-73-106-162,-9-6-1903,-15-9-5145</inkml:trace>
  <inkml:trace contextRef="#ctx0" brushRef="#br0" timeOffset="1">418 0 536,'0'0'14635,"206"155"-14523,-171-89-48,-18-1-56,-10 3 96,-7 0-24,0-6-56,-27-6-24,-5-6 0,-2-19-472,6-6-1000,4-16-2441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2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1096,'0'0'16820,"100"-28"-16820,-69 28-384,3 0-1321,-10 0-1263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3.3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15 184 13411,'-14'-184'6521,"28"184"-6353,48 0-336,0 0-784,-7 0-3705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5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9978,'0'0'8194,"149"-44"-8154,-91 44-40,25 0-720,-14 0-1809,-10 0-2992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5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218 122 720,'0'0'14477,"8"-10"-14015,24-33 268,-31 42-641,0 0 0,-1 0 1,1 0-1,0 0 0,0 0 1,-1 0-1,1 0 0,0 0 1,-1 0-1,1-1 0,-1 1 0,0 0 1,1 0-1,-1 0 0,0-1 1,0 1-1,0 0 0,0 0 1,0-1-1,0 1 0,0 0 0,0 0 1,0 0-1,0-1 0,-1 1 1,1 0-1,0 0 0,-1 0 1,1 0-1,-1-1 0,0 1 0,1 0 1,-1 0-1,0 0 0,0 0 1,-1-1-1,-1 0-75,-1 0 1,0 0 0,1 0-1,-1 1 1,0-1-1,0 1 1,-7-1-1,7 1 97,-13-3-72,-1 1-1,0 1 1,0 1-1,1 1 1,-1 0-1,-30 5 1,45-4-39,1-1 0,-1 1 1,0 0-1,0 1 1,0-1-1,0 0 0,1 1 1,-1 0-1,1-1 0,-1 1 1,1 0-1,0 0 1,-1 0-1,1 1 0,0-1 1,1 1-1,-1-1 1,0 1-1,1-1 0,-1 1 1,1 0-1,0 0 0,0 0 1,0 0-1,-1 4 1,-1 7-2,1 1 1,0-1 0,1 1-1,1 14 1,0-28 0,0 25-2,1 0-1,2 0 1,0 0 0,2 0 0,0-1 0,10 26 0,41 129-910,-50-149 566,0 0 0,-3 0-1,0 1 1,-2 31 0,-1-55-118,-1 1 0,0-1 1,0 0-1,0 0 0,-1 0 1,0 0-1,-1-1 0,0 1 0,-7 13 1,-11 9-3958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5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0 808,'0'0'17964,"-107"78"-17628,87-32-328,6 7 152,7 3-160,7 6 0,0-6-72,3 0-792,28 0-1145,-3-10-1895,0-18-4994</inkml:trace>
  <inkml:trace contextRef="#ctx0" brushRef="#br0" timeOffset="1">287 366 8106,'0'0'10010,"142"-167"-10034,-111 139 24,0 6-1048,-7-6-937,-10 6-655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6.3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3201,'0'0'14859,"204"59"-14859,-156-34-48,7 9-1448,-13-6-1185,-15-3-3536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6.6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2280,'0'0'10076,"33"2"-9707,104 15-123,-132-16-240,1 0 0,-1 0 0,0 1 1,0 0-1,0 0 0,0 0 0,-1 1 1,1-1-1,-1 1 0,1 0 0,-1 0 1,0 1-1,0-1 0,0 1 0,-1 0 1,1 0-1,-1 1 0,0-1 0,4 9 0,0-2 28,1 1 65,-2 0-1,1 0 0,-2 1 0,0 0 1,0 0-1,-1 0 0,-1 0 0,0 1 1,-1 0-1,0-1 0,-1 1 0,0 0 1,-2 0-1,1-1 0,-2 1 0,-5 26 1,4-28-132,-1 0-1,-1-1 1,0 1 0,0-1 0,-1 0 0,0 0-1,-1 0 1,-8 9 0,7-11-360,0-1 0,0 0 1,-1 0-1,0 0 0,0-1 0,-1-1 0,1 0 1,-2 0-1,-11 5 0,-4-3-7387</inkml:trace>
  <inkml:trace contextRef="#ctx0" brushRef="#br0" timeOffset="1">704 442 3137,'0'0'17635,"107"-7"-17635,-59 7-808,-10 0-1560,-7-6-2401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7.0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101 246 6585,'-100'-212'6114,"100"203"-3354,3-3-1743,25 5-737,13 1 144,1 6-328,27 0-96,-11 0-1177,-9 0-3103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7.3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32 6833,'0'0'9338,"30"-7"-9258,95-16-180,-119 22 56,0 1 0,1-1 0,-1 1 0,0 0-1,1 1 1,-1-1 0,0 1 0,0 1-1,1-1 1,-1 1 0,7 3 0,-9-3-7,0 0 0,0 1 0,0-1 0,-1 1 1,1 0-1,-1 0 0,0 0 0,0 1 0,0-1 0,0 1 0,-1-1 1,4 7-1,-1 1-14,-1 1 0,0-1 1,-1 1-1,0 0 0,-1 0 1,0 0-1,-1 0 0,-1 23 1,0-19 45,-2 1-1,0-1 1,0 0 0,-2 1 0,0-1 0,-1-1-1,-1 1 1,0-1 0,-14 25 0,-5 1-402,-2-1 0,-35 39 0,57-72 341,-7 7-105,0 0 1,-17 16 0,25-27 168,0 0 1,1 0 0,-1 0-1,0-1 1,0 0-1,0 1 1,-1-1-1,1-1 1,0 1 0,-1-1-1,1 1 1,-1-1-1,0-1 1,-5 2 0,9-3 15,0 1 1,0 0 0,0 0-1,0-1 1,1 1 0,-1 0-1,0-1 1,0 1 0,1-1-1,-1 1 1,0-1 0,0 1-1,1-1 1,-1 1 0,1-1-1,-1 0 1,0 1 0,1-1-1,-1 0 1,1 0 0,0 1-1,-1-1 1,1 0-1,0 0 1,-1 0 0,1 0-1,0 1 1,0-1 0,0 0-1,0 0 1,0-2 0,-1-35 145,1 26-37,0 5-10,0 1 1,0-1 0,1 0 0,0 0 0,1 1 0,-1-1 0,1 0 0,0 1-1,1 0 1,5-11 0,-5 12-49,1 1 0,-1 0 0,0 0 0,1 0 0,0 0 1,0 1-1,0 0 0,1-1 0,-1 1 0,1 1 0,-1-1 0,1 1 0,0 0 0,9-3 0,-3 2-38,1 1-1,0 0 0,1 0 1,-1 1-1,0 1 1,0 0-1,0 0 1,0 2-1,0-1 1,0 2-1,0-1 1,0 2-1,0-1 1,-1 2-1,0-1 1,0 2-1,0-1 0,-1 2 1,14 9-1,20 21-3,14 10-10,-54-44 6,1-1 1,-1 1-1,1-1 0,0 0 1,-1 0-1,1 0 1,0 0-1,0-1 0,1 0 1,-1 0-1,6 0 0,-8-2 25,-1 1 0,0-1-1,0 1 1,0-1 0,0 0 0,0 0-1,0 0 1,0 0 0,-1 0-1,1 0 1,0 0 0,0-1-1,-1 1 1,1 0 0,-1-1-1,1 0 1,-1 1 0,0-1 0,0 0-1,0 0 1,2-2 0,20-48 304,-19 42-273,30-69-248,72-122 0,-86 167-1820,-7 10-1611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7.7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14123,'0'0'5513,"204"130"-5457,-152-80 0,-1 5-56,-6 1-216,11 10-960,-15-17-921,-10-12-2464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8.1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 8530,'0'0'7145,"173"-34"-10641,-149 34 543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8.4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 1 11034,'-23'18'2893,"22"-17"-2778,1 0 0,-1 0 0,0 0 0,1 0 0,-1 0 0,1 0 0,-1 0 0,1 0 0,-1 0 0,1 0 0,0 1 0,0-1 0,-1 0 0,1 0 0,0 0 0,0 1 0,0-1 0,0 0 0,1 0 0,-1 0 0,0 0 0,1 2 0,0 4 130,4 69 1,-5-69-232,2 0 0,-1 0-1,1-1 1,0 1 0,0-1 0,1 1 0,0-1-1,0 0 1,5 7 0,-7-12-14,1 0 0,-1 0-1,1 0 1,-1 0 0,1 0 0,0 0 0,-1-1 0,1 1-1,-1-1 1,1 1 0,0-1 0,0 1 0,-1-1-1,1 0 1,3 0 0,34-2-4,-27 1 3,2 0-188,0-1 0,23-7 0,-27 6 22,-1 1 0,1-1 1,-1 2-1,1-1 0,0 2 0,0-1 0,-1 1 0,13 2 1,-19-1 98,-1 0 1,1 0-1,-1 0 1,1 0-1,-1 1 1,0-1-1,1 1 1,-1 0-1,0 0 1,0 0 0,0 0-1,0 0 1,0 0-1,-1 0 1,1 1-1,-1-1 1,1 0-1,-1 1 1,0 0-1,0-1 1,0 1 0,0 0-1,-1-1 1,1 1-1,-1 0 1,1 3-1,1 13 53,0 0-1,-2 34 1,0-35 33,0-10 95,-1 0 0,0 0 0,0 0 1,-1 0-1,0-1 0,0 1 0,-1 0 0,0-1 1,0 1-1,-1-1 0,-4 8 0,5-11-128,1-1 1,-1 1-1,0-1 0,0 1 1,0-1-1,-1 0 0,1 0 1,-1 0-1,1-1 0,-1 1 0,0-1 1,0 0-1,0 0 0,-1 0 1,1-1-1,0 1 0,0-1 1,-1 0-1,1 0 0,-1-1 0,-4 1 1,-5-1-2686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8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13699,'0'0'4217,"93"208"-4217,-83-146 0,1 7-336,-11 18-1249,0-19-871,0-12-3513</inkml:trace>
  <inkml:trace contextRef="#ctx0" brushRef="#br0" timeOffset="1">8 382 5617,'0'0'12179,"114"-6"-12491,-70 6-1561,-2 0-3888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9.3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1040,'0'0'10590,"27"21"-10559,81 68-11,-104-86-13,-1 0 0,0 0 0,0 0 0,0 1 0,0-1 0,-1 1-1,1 0 1,2 4 0,-5-7 0,0 0 0,1 0 0,-1 1 0,0-1 0,0 0 0,0 0 0,0 0 1,0 1-1,0-1 0,0 0 0,0 0 0,0 0 0,0 0 0,-1 2 0,-1 6 87,2-7-32,-1 1 1,1 0 0,-1-1 0,1 1 0,-1-1-1,0 1 1,0-1 0,0 1 0,-1-1 0,1 0 0,-1 1-1,1-1 1,-1 0 0,0 0 0,1 0 0,-1 0-1,0-1 1,0 1 0,0 0 0,-3 1 0,-1 1 267,0-1 1,0 0 0,-1 0 0,1 0-1,-1 0 1,-10 2 0,36-7-433,-1 2 0,1 0 0,-1 1 0,1 1 0,-1 1 0,32 9 0,-37-9-220,-1 1 0,0 1 1,1 0-1,-2 0 0,1 1 0,-1 1 0,16 11 0,-23-14 287,1 0 0,-1 0-1,1 1 1,-1-1 0,0 1-1,-1 0 1,1 0-1,-1 1 1,0-1 0,-1 1-1,1-1 1,-1 1 0,0 0-1,0 0 1,-1 0 0,0 0-1,1 11 1,-2-11 113,1 0-1,-1 1 1,-1-1 0,1 0-1,-1 0 1,0 0 0,-1 0 0,1 0-1,-1 0 1,0 0 0,-6 10 0,1-7 164,0 1 0,0-1 0,-1-1 0,0 0 0,-14 11 1,8-7 154,-1-1 0,0-1 1,-26 15-1,-8-6-839,41-17-342,0-1 0,0 1-1,0-1 1,-10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39.6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1 392 5673,'0'0'14667,"103"-187"-14667,-58 147-96,-3-4-496,-1-2-1544,-10 5-761,-14 7-2512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0.0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10818,'0'0'7426,"190"131"-7298,-139-97-16,1 0-112,10 6-208,-13-12-1769,-15-6-3072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0.3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 1 8426,'0'0'4401,"8"30"-4220,19 98 11,-26-124-154,0 0 1,0-1-1,-1 1 0,1 0 0,-1 0 0,0 0 1,0-1-1,-1 1 0,1 0 0,-1 0 0,0 0 1,0-1-1,0 1 0,-1-1 0,1 1 1,-1-1-1,1 1 0,-1-1 0,0 0 0,-1 0 1,1 0-1,-1 0 0,1 0 0,-1 0 0,0-1 1,-5 5-1,-5 4 290,-6 5 134,8-6 738,31-7-750,-4-2-854,-1 0 0,1 1 0,-1 1 1,1 1-1,-1 0 0,0 1 1,0 0-1,-1 1 0,1 1 0,24 16 1,-27-15-147,-10-6 557,1 0 0,-1-1 0,0 0 1,0 1-1,1-1 0,-1 0 0,1 0 0,-1 0 0,1 0 0,-1-1 0,6 2 1,-8-37 3462,-1 1-1742,-7-50 0,12 247-3680,4-88-1223,0-8-2965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0.6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4625,'0'0'12523,"127"102"-11963,-110-52-328,-3 2-88,-7 4-144,-3-3-64,-4 9-1609,-4-15-2327,-13-7-5546</inkml:trace>
  <inkml:trace contextRef="#ctx0" brushRef="#br0" timeOffset="1">28 221 12899,'0'0'8810,"183"-9"-8810,-138 12-1153,-11-3-3560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1.0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6913,'0'0'11251,"162"-10"-11547,-138 7-2049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1.4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6689,'-60'10'8390,"57"-9"-8179,1 0 0,-1 0 0,1 0 1,0 1-1,-1-1 0,1 1 0,0-1 0,0 1 0,0 0 0,0 0 0,0 0 0,0 0 0,1 0 0,-1 0 0,1 1 0,-1-1 0,1 0 0,0 1 1,0-1-1,0 1 0,-1 4 0,0 2 26,0 1 0,1-1-1,0 0 1,1 12 0,-1-16-223,1-1-1,0 1 1,1-1 0,-1 1 0,1-1-1,0 0 1,0 1 0,0-1-1,1 0 1,-1 0 0,1 1-1,3 4 1,-2-6-20,-1-1 1,1 1-1,-1-1 1,1 0-1,0 0 0,0 0 1,0 0-1,0-1 1,0 1-1,0-1 1,0 0-1,1 0 0,-1 0 1,0 0-1,1 0 1,-1-1-1,5 0 0,34 3-1240,43-4-1,-32 0-462,-49 1 1608,-1 0 1,0 1-1,0-1 0,1 0 0,-1 1 1,0 0-1,0-1 0,0 1 0,0 1 1,0-1-1,0 0 0,0 1 0,0-1 1,0 1-1,0 0 0,-1 0 0,1 0 0,-1 0 1,1 1-1,-1-1 0,0 1 0,0-1 1,0 1-1,-1 0 0,1 0 0,0-1 1,-1 1-1,0 1 0,2 5 0,1 6 128,-2 0 0,1 1 0,-2-1 0,0 1-1,-2 16 1,1-15 148,0-3 57,-1 0 0,-1 0-1,-1 0 1,0 0 0,0-1 0,-1 1 0,-1-1 0,-9 19-1,11-25-116,-1-1-1,0 1 0,0-1 1,0 1-1,-1-1 1,0 0-1,0-1 0,-1 1 1,1-1-1,-1 0 0,0 0 1,-1-1-1,1 0 0,-1 0 1,0-1-1,0 1 1,-7 1-1,13-5-175,1 1 1,-1-1-1,0 0 0,1 0 1,-1 0-1,1 0 1,-1 1-1,0-1 0,1 0 1,-1 0-1,0 0 0,1-1 1,-1 1-1,0 0 1,1 0-1,-1 0 0,1 0 1,-1-1-1,0 1 1,1 0-1,-1 0 0,1-1 1,-1 1-1,1 0 0,-1-1 1,1 1-1,-1-1 1,1 1-1,-1-1 0,1 1 1,-1-1-1,1 1 0,0-1 1,-1 1-1,1-1 1,0 0-1,0 1 0,-1-1 1,1 1-1,0-1 1,0 0-1,0 1 0,0-2 1,-4-21-4983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1.7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1 445 13243,'0'0'9834,"152"-202"-9834,-114 149-192,-4 7-992,-6-10-1425,-11 6-2248,-10 13-3041</inkml:trace>
  <inkml:trace contextRef="#ctx0" brushRef="#br0" timeOffset="1">1 41 1640,'0'0'20189,"121"187"-20053,-80-147-136,0-6 0,11 10-144,-14-10-1929,-3-13-4936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2.1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12411,'0'0'6462,"23"5"-7833,3 1 827,40 14 0,-65-19 521,1 0 0,0 0 0,-1 0 0,1 0 1,-1 0-1,1 0 0,-1 1 0,1-1 0,-1 0 0,0 1 0,0-1 0,0 1 0,1 0 0,-2-1 0,1 1 0,0 0 1,0 0-1,0-1 0,-1 1 0,1 0 0,-1 0 0,0 0 0,1 0 0,-1 0 0,0 0 0,0 0 0,0 0 0,0 0 0,-1-1 1,1 1-1,0 0 0,-1 0 0,-1 3 0,1 3-30,-1-1 42,0 0-1,0 0 1,0 0 0,-1 0-1,0-1 1,0 1 0,-1-1 0,0 0-1,0 0 1,-7 8 0,-8 7 517,-29 24 1,40-38-172,8-6-314,0-1-1,0 0 0,0 0 0,0 0 1,0 0-1,0 0 0,0 0 1,0 0-1,0 0 0,0 0 0,0 0 1,0 0-1,0 1 0,0-1 1,0 0-1,0 0 0,0 0 0,0 0 1,0 0-1,0 0 0,0 0 1,0 0-1,0 0 0,0 1 1,0-1-1,0 0 0,0 0 0,0 0 1,0 0-1,0 0 0,0 0 1,0 0-1,0 0 0,0 0 0,0 0 1,0 1-1,0-1 0,0 0 1,1 0-1,-1 0 0,0 0 0,0 0 1,0 0-1,0 0 0,0 0 1,0 0-1,0 0 0,0 0 0,0 0 1,0 0-1,1 0 0,-1 0 1,0 0-1,0 0 0,0 0 1,0 0-1,0 0 0,0 0 0,0 0 1,0 0-1,0 0 0,1 0 1,-1 0-1,0 0 0,0 0 0,15 1 510,32-3-723,-13 0 147,-29 2-20,1 1-1,0-1 1,0 1 0,-1 0-1,1 0 1,-1 1 0,1 0 0,-1 0-1,1 0 1,-1 0 0,0 1-1,0 0 1,0 0 0,0 0-1,-1 1 1,1-1 0,-1 1 0,0 0-1,0 1 1,-1-1 0,1 1-1,-1-1 1,0 1 0,0 0-1,0 0 1,-1 0 0,0 1 0,0-1-1,0 1 1,0-1 0,-1 1-1,0-1 1,0 1 0,-1 10-1,1-7 271,-1 0-1,0 1 0,0-1 0,-1 0 1,-1 0-1,1 0 0,-4 9 1,2-12-116,1 0 1,-1-1 0,0 1 0,0-1 0,-1 0 0,1 0 0,-1 0 0,-1-1 0,1 1 0,0-1 0,-10 6 0,5-4-397,1 0-1,-1-1 1,0 0-1,-19 7 0,0-5-3306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2.5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6857,'0'0'10771,"42"143"-10851,-25-84-496,0 28-641,-6-15-751,-4-13-1305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2.8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 8002,'0'0'11810,"196"-19"-11970,-133 28-1416,-12-6-2865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3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0 8954,'0'0'10430,"-1"13"-10482,-9 179-527,-1-129 595,7-45-373,1-1 0,-2 32 0,5-48 318,0 0-1,0 1 1,1-1 0,-1 0-1,0 0 1,1 0-1,-1 1 1,1-1-1,-1 0 1,1 0-1,-1 0 1,1 0-1,0 0 1,0 0-1,-1 0 1,1 0-1,0 0 1,0 0-1,0-1 1,0 1-1,0 0 1,0-1-1,0 1 1,0 0-1,1-1 1,-1 1-1,0-1 1,0 0-1,2 1 1,40 4-366,-37-5 258,9 1-62,-4 0-109,1 0 0,-1-1 0,1-1 0,22-3 0,-30 3 301,-1 0 1,0 0 0,0 0-1,0-1 1,0 1 0,0-1 0,0 0-1,0 0 1,0 0 0,-1 0-1,1 0 1,-1-1 0,0 1 0,0-1-1,1 1 1,-1-1 0,-1 0-1,1 0 1,0 0 0,-1 0 0,7-16 5529,-9 37-5077,1 5-564,2 1 1,1-1-1,1 0 1,10 33-1,17 38-3287,-30-92 3321,16 43-4031</inkml:trace>
  <inkml:trace contextRef="#ctx0" brushRef="#br0" timeOffset="1">456 609 9858,'0'0'10522,"117"-193"-10202,-82 150-312,-1-1-16,1 7-488,-4-16-1208,-10 16-2441,-11 9-6441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3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8994,'0'0'13211,"162"180"-12939,-120-143-200,-1 0-144,1-2 40,13-4-1785,-14-10-1935,-6-11-3266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3.9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120 0 6649,'0'0'10520,"28"17"-10720,83 59-530,-109-74 688,1 0 0,0 1-1,-1-1 1,1 1 0,-1-1-1,0 1 1,0 0 0,0 0 0,0 0-1,0 0 1,-1 0 0,0 1-1,1-1 1,-1 0 0,0 1-1,0-1 1,-1 1 0,1-1-1,-1 1 1,0-1 0,0 1-1,0-1 1,0 1 0,-1-1-1,1 1 1,-2 3 0,0 6-21,0-2 62,-1 0 1,0 1 0,0-2-1,-2 1 1,1 0-1,-1-1 1,-1 1 0,0-1-1,0-1 1,-1 1-1,-14 14 1,-3 1 127,-1 0 0,-45 33 0,57-48-84,9-6-38,0 0 1,-1 0-1,0 0 1,0-1-1,0 0 1,-1 0 0,1 0-1,-1-1 1,1 1-1,-1-2 1,-11 4-1,16-6-13,1 1-1,-1-1 1,0 1 0,1-1-1,-1 0 1,0 1-1,1-1 1,-1 0 0,0 0-1,1 1 1,-1-1-1,1 0 1,0 0 0,-1 0-1,1 0 1,0 0-1,-1 0 1,1 1 0,0-1-1,0 0 1,0 0-1,0 0 1,0 0-1,0 0 1,0 0 0,0 0-1,0 0 1,0 0-1,1-1 1,3-32-157,-2 28 160,1-1-1,0 1 1,0 0 0,0 0-1,1 0 1,0 0 0,0 0 0,0 1-1,1 0 1,0 0 0,0 0-1,0 0 1,1 1 0,-1 0 0,11-5-1,-9 5 45,0 0-1,1 1 1,0-1-1,0 2 1,0-1-1,0 1 1,0 1-1,0 0 1,1 0-1,-1 0 1,1 1-1,14 1 1,-19 0-38,0 1 0,0-1 0,0 1 0,0-1-1,0 1 1,0 0 0,0 1 0,-1-1 0,1 1 0,-1-1 0,0 1 0,0 0 0,0 0 0,0 1-1,0-1 1,-1 1 0,4 6 0,0-1-70,27 38-1373,-5-3-2675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4.3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0 1504,'0'0'16028,"38"159"-15612,-21-88-304,1 0 8,-4 4-32,-8-7-88,1 13-512,-7-25-1825,0-13-2472</inkml:trace>
  <inkml:trace contextRef="#ctx0" brushRef="#br0" timeOffset="1">1 463 13355,'0'0'9962,"200"-28"-10298,-149 31-1625,-6-3-3120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4.6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14739,'0'0'5504,"36"-10"-5407,110-29-95,-135 35-52,1 1 1,-1 1 0,0 0 0,1 1-1,-1 0 1,1 1 0,13 1 0,5 1-511,28-2-1343,-57 0 1898,-1 0 1,1 0-1,-1 0 1,0 0-1,1 0 0,-1 0 1,1 1-1,-1-1 1,0 0-1,1 0 0,-1 0 1,0 1-1,1-1 1,-1 0-1,0 0 0,1 1 1,-1-1-1,0 0 0,0 1 1,1-1-1,-1 0 1,0 1-1,0-1 0,0 1 1,1-1-1,-1 0 1,0 1-1,0-1 0,0 1 1,0-1-1,0 0 1,0 1-1,0 0 0,0 15 235,-1-13-135,-1 27 272,-1 0 1,-2 0-1,-15 52 1,9-43-263,-6 50 0,5 104-198,14-66-6059,1-96-231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5.0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1 323 16371,'0'0'7066,"155"0"-7378,-79-12-1088,-17-1-1313,-11 4-3048</inkml:trace>
  <inkml:trace contextRef="#ctx0" brushRef="#br0" timeOffset="1">546 447 14547,'0'0'8258,"86"-149"-8266,-51 100-320,-1-4-184,1 0-529,-4-9-671,-7 15-1121,-10 13-2440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5.4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3505,'0'0'20204,"72"97"-19860,-44-60-40,-1 3-248,4 1-112,18 8-448,-8-8-1528,-7-17-3610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5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 11346,'0'0'8178,"-35"180"-8178,42-112-264,7 0-568,0 22-488,-1-12-873,-2-22-2096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6.1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1376,'0'0'20989,"113"-6"-20933,-61 6-56,38 0-480,-11-9-1673,-6-7-3648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0.5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15275,'0'0'7154,"224"-7"-7290,-155 7-88,28 0-1729,-18 0-2848,-14-6-7329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0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519 66 616,'0'0'20066,"-16"-11"-19647,2 2-352,7 4-48,0 0-1,0 0 1,0 1 0,-1-1-1,0 2 1,0-1 0,0 1 0,0 1-1,0-1 1,-1 1 0,1 1 0,-16-2-1,-2 2-22,-1 1 0,1 2-1,-1 0 1,1 2 0,0 0-1,-27 10 1,44-12 7,1 2 0,-1-1 0,0 1 0,1 1 0,0-1-1,0 1 1,0 1 0,1-1 0,-1 1 0,2 1 0,-1-1 0,1 1 0,-1 0 0,2 1 0,-1 0-1,1-1 1,1 2 0,-1-1 0,1 0 0,-5 17 0,4-1-15,1 0-1,1 1 1,2-1-1,0 1 1,1-1 0,7 47-1,1-29-403,1 0-1,26 68 0,5 23-2322,-35-113 1845,-2 1 0,0-1 0,-1 1 0,-1 34 0,-1-47 363,-1 0 0,0 0 0,-1 0 0,-3 11 0,-16 20-3805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0.9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6481,'0'0'12683,"-76"121"-12507,55-62-32,11 6 24,10 3-168,0-6-8,27 6-536,15-21-1832,-1-16-2121</inkml:trace>
  <inkml:trace contextRef="#ctx0" brushRef="#br0" timeOffset="1">283 395 3273,'0'0'16331,"169"-186"-16331,-127 145-8,-8 7-88,-6-6-1536,-7 9-817,-11 9-2656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1.3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1 289 1592,'0'0'18868,"158"112"-18684,-99-91-184,-4 1-168,14-9-1552,-17-4-2297,-11-6-3240</inkml:trace>
  <inkml:trace contextRef="#ctx0" brushRef="#br0" timeOffset="1">452 0 4793,'0'0'9506,"176"62"-9074,-120-21-224,-12 11-112,-9 11-96,-11 5 0,-10 6 152,-14-5-200,0-4 104,-21-3-40,-13-9-8,-4-10-8,-7-12 0,14-9-1056,7-22-4761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1.6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16780,'0'0'7281,"142"-75"-7473,-111 75-784,14 0-1305,-11 0-2168,-6 7-2824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2.0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43 8586,'0'0'13403,"159"-43"-13403,-107 43-1513,-14 0-3616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2.3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9234,'0'0'8284,"37"1"-7910,120 8-295,-146-8-103,-1 0 1,1 1 0,-1 0-1,0 1 1,0 0 0,0 1 0,0 0-1,-1 0 1,1 1 0,-1 0 0,0 1-1,-1 0 1,1 1 0,-1-1-1,0 2 1,-1-1 0,0 1 0,0 0-1,11 17 1,-11-14-75,0 1 0,0-1 0,-1 2 0,0-1 1,-1 1-1,-1 0 0,0 0 0,4 21 0,-5-10 50,-1-1 1,-1 1-1,-1 0 1,-2 23-1,0-34 43,0-1 1,-1 1-1,0 0 0,-1-1 1,0 0-1,-1 0 0,-1 0 1,1-1-1,-2 1 0,-7 10 0,-6 3 13,0-1 0,-44 41 0,59-60-2,-1 1 0,1-1 0,-1 0 0,0 0-1,0-1 1,-1 0 0,1 0 0,-1 0 0,0-1 0,0 0-1,0 0 1,-1-1 0,1 0 0,-1 0 0,-8 1 0,15-3-7,0 0 1,0 0 0,0 0 0,0 0 0,-1-1 0,1 1 0,0 0 0,0 0 0,0-1 0,0 1 0,0-1-1,0 1 1,0-1 0,0 1 0,0-1 0,0 1 0,1-1 0,-1 0 0,0 0 0,0 1 0,-1-3 0,1 1-1,-1-1 0,1 1 1,-1-1-1,1 0 1,0 0-1,0 1 0,1-1 1,-2-4-1,1-8-5,0 0 0,1-26 0,0 25-2,0 7 8,0 1 1,1-1-1,0 0 0,0 0 0,1 0 1,0 1-1,0-1 0,1 1 0,4-11 1,-5 16 11,0 0 1,1 0-1,-1 0 1,0 0-1,1 0 1,0 0-1,-1 1 1,1 0 0,0-1-1,0 1 1,1 0-1,-1 0 1,0 1-1,1-1 1,-1 1-1,1-1 1,-1 1-1,1 0 1,0 0 0,0 1-1,-1-1 1,1 1-1,0 0 1,4 0-1,9 0 105,12-1 10,0 2-1,0 1 1,44 9-1,-52-6-41,-1 1 1,-1-1 0,1-1 0,0 0 0,0-2-1,0 0 1,0-2 0,30-2 0,-47 2-64,-1-1 1,0 0-1,0 0 0,1-1 1,-1 1-1,0 0 0,0-1 1,0 1-1,0-1 0,0 0 0,-1 1 1,1-1-1,0 0 0,-1 0 1,1 0-1,-1 0 0,2-4 1,19-44-61,-17 36 48,48-133-1737,-28 47-2713,-20 62-1199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2.7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1344,'0'0'18012,"196"199"-17844,-151-143 0,0-1-232,0 1 64,10 0-184,-14-9-3585,-9-19 569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3.1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53 7 14715,'0'0'5985,"204"-6"-16227</inkml:trace>
  <inkml:trace contextRef="#ctx0" brushRef="#br0" timeOffset="1">53 7 9514,'-40'7'5805,"39"-7"-5663,0 1-1,0-1 1,0 0-1,1 1 1,-1-1-1,0 1 1,1 0-1,-1-1 1,0 1-1,1-1 0,-1 1 1,1 0-1,-1-1 1,1 1-1,-1 0 1,1 0-1,0 0 1,-1-1-1,1 1 1,0 0-1,0 0 1,0 0-1,-1 0 1,1-1-1,0 3 1,1 23 529,0-18-221,-2 10-81,2 26 21,-1-43-389,0 0 0,0 1-1,1-1 1,-1 1 0,1-1 0,0 0 0,-1 1 0,1-1 0,0 0 0,0 1 0,0-1 0,-1 0 0,1 0-1,0 0 1,1 0 0,-1 0 0,0 0 0,0 0 0,0 0 0,1-1 0,-1 1 0,0 0 0,1-1 0,2 2-1,11 1-81,1-1-1,0-1 0,0 0 1,26-2-1,-29 0-211,0 1 1,0 0-1,1 1 0,-1 0 1,0 1-1,0 0 0,15 5 1,-25-5 254,0-1 0,0 0 1,0 1-1,-1 0 0,1 0 1,0 0-1,-1 0 0,0 0 1,1 0-1,-1 0 0,0 1 1,0-1-1,0 1 1,-1 0-1,1 0 0,-1-1 1,1 1-1,-1 0 0,0 0 1,0 0-1,1 4 0,0 5 75,-1-1-1,0 1 1,-1 0 0,-1 16-1,0-22 46,-1 1 0,0-1 0,0 0 0,0 0 0,-1 0 0,0 0-1,0-1 1,0 1 0,-1-1 0,0 0 0,0 0 0,0 0 0,0 0 0,-1-1 0,-9 7 0,2-1-101,-1-1 1,0 0 0,-1 0 0,0-2 0,-20 9 0,10-9-2487,5-6-3303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3.5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12083,'0'0'7505,"35"180"-7489,-21-124-16,0 6-16,-4 19-256,-3-16-2536,0-18-2434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3.9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69 15267,'0'0'5946,"224"-31"-5994,-155 12-1969,-7 1-4088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4.3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 5817,'0'0'9668,"32"-4"-9162,99-15-308,-126 18-183,0 0 1,0 0-1,1 1 1,-1 0-1,0 0 1,1 0-1,-1 1 1,0 0-1,7 1 1,-11-1-13,1 0 0,-1 0 0,0 0 0,1-1 1,-1 2-1,0-1 0,0 0 0,0 0 1,0 0-1,0 0 0,0 1 0,0-1 1,-1 0-1,1 1 0,0-1 0,0 4 0,4 4 21,-1 1-19,-1 0 0,0 1 0,-1-1 0,0 1-1,-1 0 1,0 0 0,0-1 0,-1 1 0,-1 0 0,-2 18 0,2-27 54,1 1 1,-1 0-1,0 0 1,-1-1-1,1 1 1,0 0-1,-1-1 1,1 1-1,-1-1 1,0 0-1,0 0 1,0 1-1,0-1 1,0 0-1,0-1 1,-1 1-1,1 0 1,-1-1-1,1 1 1,-1-1-1,1 0 1,-1 0-1,-6 2 420,13-2-463,0-1 1,0 1 0,1-1 0,-1 0 0,0 0 0,0 0 0,0-1-1,0 1 1,0-1 0,6-2 0,6 0-9,-4 1-335,0 1 0,0 0 1,0 0-1,1 2 0,23 2 1,-33-2 197,1 0 1,0 0-1,0 1 1,-1-1 0,1 1-1,-1 0 1,1 0-1,-1 0 1,0 1 0,0-1-1,0 1 1,0-1-1,0 1 1,-1 0 0,1 0-1,-1 1 1,0-1 0,1 0-1,-2 1 1,1-1-1,2 8 1,0-1-28,-1 0-1,0 1 1,0-1-1,-1 1 1,-1-1 0,0 1-1,-1 0 1,1 0 0,-2-1-1,0 1 1,0 0 0,-1-1-1,-5 16 1,3-12 374,-2-1 0,0 0 0,0 0 0,-1-1 0,-1 0 0,0 0 0,0 0 0,-1-1 0,-16 14 0,10-10 184,0 0 0,-1-1 0,-1-1 0,-23 13 1,40-26-417,0 1 0,-1-1 0,1 0 0,0 1 0,-1-1 0,1 0 0,0 0 0,-1 0 0,1 1 0,-1-1 0,1 0 0,-1 0 0,1 0 0,0 0 0,-1 0 0,1 1 0,-1-1 0,1 0 0,-1 0 0,1 0 0,-1 0 0,1-1 0,-1 1 0,1 0 0,0 0 0,-1 0 0,1 0 0,-1 0 0,1-1 0,-1 1 0,1 0 0,0 0 0,-1 0 0,1-1 0,0 1 1,-1 0-1,1-1 0,0 1 0,-1 0 0,1-1 0,-2-18-2008,2 14 1397,0-28-4670</inkml:trace>
  <inkml:trace contextRef="#ctx0" brushRef="#br0" timeOffset="1">632 530 10538,'0'0'11195,"107"-171"-11900,-62 119-351,-1-11-1768,-13 14-1945,-13 8-6026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4.7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14123,'0'0'6473,"124"170"-6297,-76-123-176,1-4-96,-5-8-704,1-7-1472,-14-19-2369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5.0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11931,'0'0'5431,"-4"10"-4616,-1 1-753,1-1 0,-2 1 0,0-1 0,0-1 0,0 1 0,-2-1 0,1 0 0,-12 11 0,11-14-42,6-5-13,0 1 0,-1 0-1,1 0 1,0-1 0,0 2 0,0-1-1,0 0 1,1 0 0,-1 0-1,0 1 1,1-1 0,0 1 0,-1 0-1,0 3 1,18-1 10,18 5-574,0 1 1,-1 2-1,-1 1 0,39 24 0,-70-38 557,-1 0 0,0 0 0,1 1 0,-1-1 0,1 0 0,-1 0 0,1 1 0,-1-1 1,1 0-1,-1 0 0,1 0 0,0 0 0,-1 0 0,1 0 0,-1 0 0,1 0 0,-1 0 0,1 0 0,-1 0 0,1 0 0,-1 0 1,1-1-1,-1 1 0,1 0 0,-1 0 0,1 0 0,-1-1 0,1 1 0,-1 0 0,1-1 0,7-18 359,-7-34 1295,-1 40 566,0 16-1355,0 14-479,2 35-783,17 112-3211,-6-90-911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5.4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0 14131,'0'0'10026,"24"156"-9538,-3-97-488,-4-4 0,0 1-272,-3 0-888,-7 6-1441,-4-15-3096,-3-13-7274</inkml:trace>
  <inkml:trace contextRef="#ctx0" brushRef="#br0" timeOffset="1">0 320 7362,'0'0'15139,"104"-15"-15139,-63 8-872,-7 1-1745,-6-6-3272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5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6689,'0'0'15084,"200"-16"-19429,-173 16-1641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6.1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113 1 13731,'-73'72'3799,"68"-67"-3552,1-1-1,1 1 0,-1 0 0,1 0 0,0 0 0,0 1 0,0-1 0,1 1 0,0 0 0,0-1 1,0 1-1,1 0 0,0 0 0,0 0 0,1 0 0,-1 0 0,1 0 0,0 0 0,2 6 1,-2 7-203,0-18-34,0 7 32,0 0-1,0 1 0,1-1 0,0 0 0,0 0 0,3 8 0,-3-13-42,0-1-1,1 1 1,-1-1 0,1 0-1,0 1 1,-1-1-1,1 0 1,0 0 0,0 0-1,0 0 1,0 0 0,1-1-1,-1 1 1,0-1-1,1 1 1,-1-1 0,1 0-1,0 0 1,-1 0 0,1 0-1,3 0 1,13 3-107,0-2 0,1 0 0,-1-1 0,27-1 0,-29-1-309,0 1 1,0 0-1,0 1 0,0 1 0,27 7 0,-40-8 302,0 1 0,-1-1 0,1 1 1,-1 0-1,1 0 0,-1 0 0,0 0 0,0 0 0,0 1 0,0 0 0,-1-1 0,1 1 0,0 0 0,-1 0 1,0 1-1,0-1 0,0 0 0,0 1 0,-1-1 0,1 1 0,1 7 0,0 3 30,-1 0-1,0 0 1,-1 0 0,-2 23-1,1-16 193,0-13 51,-1-1 1,0 1 0,-1 0-1,0 0 1,0-1 0,0 1-1,-1-1 1,0 1 0,-1-1-1,1 0 1,-1-1 0,-1 1-1,1-1 1,-7 7-1,5-5-36,-1-1 0,0-1-1,0 1 1,-1-1-1,0-1 1,0 1-1,0-1 1,-1-1-1,1 0 1,-1 0-1,-13 4 1,21-8-225,0 1-1,0-1 1,0 0 0,0 0 0,1 0-1,-1 0 1,0 0 0,0 1 0,0-2-1,0 1 1,0 0 0,0 0 0,0 0-1,0 0 1,0-1 0,-2 0 0,-1-4-2433,4 4 2174,-1 0 0,1 0 0,-1 0 0,1 0-1,0 0 1,0 0 0,0 0 0,-1 0 0,1 0 0,0 0-1,0-2 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6.5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70 448 17108,'0'0'5833,"72"-177"-5833,-37 130-120,-4-2-944,0 2-337,-4-9-1271,-6 16-1457,-11 9-3017</inkml:trace>
  <inkml:trace contextRef="#ctx0" brushRef="#br0" timeOffset="1">1 100 1424,'0'0'18700,"100"193"-18412,-66-144-216,-3-2-72,7-4-8,14-2-632,-7-13-1680,-11-19-3073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6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6913,'0'0'10048,"23"1"-9661,70 8-595,-91-9 164,-1 0-1,1 0 1,0 1 0,-1-1 0,1 0 0,-1 1 0,1-1 0,-1 1-1,0 0 1,1-1 0,-1 1 0,0 0 0,1 0 0,-1 0 0,0 0-1,0 0 1,1 0 0,-1 0 0,0 0 0,1 2 0,-2-1-39,1-1 1,-1 0 0,0 1 0,0-1 0,1 1-1,-1-1 1,0 1 0,0-1 0,0 1-1,-1-1 1,1 1 0,-1 2 0,0 4-296,1-7 363,0 1 1,0 0-1,-1 0 1,1-1-1,-1 1 1,1 0-1,-1-1 1,0 1-1,1 0 1,-1-1-1,0 1 1,0-1-1,0 1 1,0-1-1,0 1 1,-1-1-1,1 0 1,0 0-1,-1 0 0,1 0 1,-3 2-1,-38 17 558,12-7 1424,43-8-292,35 26-3444,-40-25 1189,0 1-1,0 0 1,-1 0-1,-1 1 0,1 0 1,-1 1-1,5 9 1,-8-13 522,0 0 1,-1 0 0,0 1 0,0-1 0,-1 1 0,2 6-1,-3-8 340,0 0-1,1 0 1,-1 0-1,-1 0 1,1 0-1,-1 0 1,1 0-1,-1 0 1,0-1-1,-2 5 1,1-5-87,0-1 0,0 1-1,0-1 1,0 1 0,-1-1 0,1 0 0,-1 0 0,1 0-1,-1 0 1,0 0 0,0-1 0,0 1 0,0-1 0,0 0-1,0 0 1,0 0 0,0 0 0,0-1 0,-5 1-1,0 1-536,-1-1 0,1 0-1,-1-1 1,0 0 0,1 0 0,-15-3-1,2-5-4461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7.3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8490,'0'0'12146,"31"146"-12098,-21-84-40,-3 0-16,0 0-40,3 10-592,-3-13-1448,-3-19-2985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7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12643,'0'0'9490,"228"-22"-10058,-135 13-1449,-24 6-2160,-10 0-3704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8.0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1 4721,'0'0'16161,"-4"8"-16077,-23 55-62,-20 70 0,45-126-29,0 0 0,0 0-1,1 0 1,0 1 0,1-1 0,0 0 0,0 0 0,1 13 0,0-17-52,0 0 1,0 0 0,0 0 0,0 0 0,0 0 0,0 0-1,1 0 1,-1-1 0,1 1 0,0-1 0,0 1-1,0-1 1,0 1 0,0-1 0,1 0 0,-1 0-1,0 0 1,1-1 0,0 1 0,-1-1 0,5 3 0,9 0-642,0 1 0,0-2 1,0 0-1,0-1 0,0-1 1,1 0-1,19-2 1,-14 1-235,-20-1 940,0 1 0,-1-1 0,1 1 0,-1-1 0,1 0 0,-1 1 0,1-1 1,-1 0-1,1 0 0,-1 0 0,0 0 0,1 0 0,-1 0 0,0-1 0,0 1 0,0 0 0,0-1 1,0 1-1,0-1 0,-1 1 0,1-1 0,0 1 0,-1-1 0,1 1 0,-1-1 0,1-2 0,1-3 692,0-1 0,-1 1-1,1-1 1,-1-13 1033,-1 36-54,-1 24-1354,0-12-244,3 35 0,-1-54-150,0 0-1,1 1 0,0-1 0,0 0 1,1 0-1,0 0 0,0 0 0,7 11 0,29 32-2251,-9-22-2470,2-7-5760</inkml:trace>
  <inkml:trace contextRef="#ctx0" brushRef="#br0" timeOffset="1">618 525 14323,'0'0'8954,"90"-164"-8570,-49 127-288,1-4-96,-1 1-192,-3 0-288,3-4-1192,-10 10-1025,-6 6-2768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8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9090,'0'0'13387,"169"189"-13379,-121-149-8,4 1-256,-7-13-921,10 3-591,-14-13-2337,-10-5-1768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8.7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40 12347,'0'0'7163,"30"-9"-6829,-2 0-292,1 1 1,37-5-1,-64 13-39,-1-1 0,1 1 0,0 0 0,0 0 0,0 1 0,0-1 1,0 0-1,-1 0 0,1 1 0,0-1 0,0 1 0,0 0 0,-1 0 0,1-1 0,0 1 0,-1 0 0,1 0 0,-1 0 1,1 1-1,-1-1 0,0 0 0,1 1 0,-1-1 0,0 0 0,0 1 0,0 0 0,1 1 0,0 2 2,0 1-1,0-1 0,-1 0 1,0 1-1,0-1 0,0 10 1,0-4-6,3 46 60,-4 77 1,-1-121-51,-1-1 1,0 0-1,-1 1 1,0-1 0,-1 0-1,0-1 1,-1 1-1,0-1 1,-1 1-1,0-2 1,-1 1 0,0-1-1,-1 0 1,-10 10-1,13-14-61,0 0 0,-1-1 0,0 0-1,0 0 1,0 0 0,-1-1-1,1 0 1,-1 0 0,0-1 0,0 0-1,-1 0 1,1 0 0,-1-1-1,1 0 1,-1-1 0,0 0 0,1 0-1,-1 0 1,0-1 0,0 0 0,0-1-1,1 0 1,-15-3 0,20 3 13,-1 0 1,1 0 0,-1 0-1,1-1 1,-1 1 0,1-1-1,0 0 1,0 1-1,0-1 1,0 0 0,0 0-1,0 0 1,1-1 0,-1 1-1,0 0 1,1-1-1,0 1 1,0-1 0,-2-2-1,2 0 18,-1 0-1,1 0 1,0 0-1,0 0 1,1 0-1,-1 0 1,1 0-1,0-1 0,1-7 1,0 11 10,0 0 0,-1 0 0,1 0 0,0 0 0,0 1 0,0-1 0,0 0 0,1 0 0,-1 1 1,0-1-1,1 1 0,-1-1 0,1 1 0,-1 0 0,1 0 0,0 0 0,0-1 0,-1 2 0,1-1 0,0 0 0,0 0 0,0 0 0,0 1 1,0-1-1,0 1 0,0 0 0,2-1 0,11 0-41,-1-1 0,28 2 0,-26 1 22,5-1-443,1 2 0,-1 0 0,0 2 0,1 0 0,-2 1 1,37 15-1,0 2-3819</inkml:trace>
  <inkml:trace contextRef="#ctx0" brushRef="#br0" timeOffset="1">914 323 8010,'0'0'13195,"104"167"-13059,-94-92-136,-6-1-8,-1-8-56,1-10-761,2-13-1295,1-15-2865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9.1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7074,'0'0'15827,"210"-25"-16051,-116 4-1200,-19 5-3674,-12-12-9521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9.4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3345,'0'0'18377,"39"6"-18266,126 22-55,-129-21-130,66 24 0,-83-24-164,1-1-1,28 5 1,-39-10 107,1 1-83,0 0 0,0 0 0,17 7 0,-26-8 215,0 0 0,0-1-1,0 1 1,-1 0 0,1 0 0,0 0 0,-1 0-1,1 0 1,-1 0 0,1 0 0,-1 0 0,1 0-1,-1 1 1,0-1 0,1 0 0,-1 0 0,0 0-1,0 0 1,0 1 0,0-1 0,0 0 0,0 1-1,-3 30 538,-2-13-148,1-1-1,-15 33 1,-3 9 243,10-12-276,2 1 1,-8 92-1,13-22-1330,5 1-4422,0-116 5144,0 27-6397</inkml:trace>
  <inkml:trace contextRef="#ctx0" brushRef="#br0" timeOffset="1">208 473 15211,'0'0'8802,"238"-7"-11058,-183 7-3898,-14-3-8633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59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1 439 14683,'0'0'7210,"158"-187"-7434,-113 138-561,-7 5-415,-3-18-152,-15 6-993,-9 16-2560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00.1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1 286 14715,'0'0'6498,"200"152"-6498,-135-124-144,22-3-1521,-18-7-2728,-14-8-5801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06.8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56 2481,'0'0'21252,"-3"-12"-20964,13 9-224,18-1 136,6 4-128,11 0-144,14 0-120,13 0-968,56-3-1593,-14-9-2408,-14-10-7233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07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279 1 704,'0'0'19888,"-4"-1"-19445,1 1-427,1 0 0,0 0-1,0 0 1,0 1 0,-1-1-1,1 0 1,0 1 0,0-1-1,0 1 1,0 0 0,0 0-1,-1 0 1,2 0 0,-1 0-1,0 0 1,0 1 0,0-1-1,-2 3 1,-37 39 175,25-25-166,-26 28 83,-63 87 0,101-126-129,0 1 1,0 0-1,0-1 1,1 1-1,-3 14 1,5-20 12,0 0 1,1 0 0,-1 0 0,1 0 0,0 0-1,-1 0 1,1 0 0,0 0 0,0 0 0,0 1-1,1-1 1,-1 0 0,0 0 0,1 0-1,0 0 1,-1 0 0,1 0 0,0 0 0,0 0-1,0-1 1,0 1 0,0 0 0,0 0 0,1-1-1,-1 1 1,1-1 0,-1 1 0,3 1 0,5 0-198,-1 1 0,1-2 1,0 1-1,0-1 0,1-1 1,-1 1-1,0-2 0,1 1 1,17-3-1,-18 2-250,0-1 0,-1 1 0,1 0 0,0 0 0,-1 1 1,1 1-1,-1-1 0,0 1 0,1 1 0,-1 0 0,0 0 0,0 0 0,8 5 0,-9-2 234,0-2 1012,-7-13 243,0-6-1027,-3-46 3354,5 100-3903,2-1 0,12 54 0,-1-13-2890,-4-6-4562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0.5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53 888,'0'0'17020,"190"-53"-16828,-128 53-96,11 0-96,30 6-984,-17 1-1841,-17-1-5657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0.1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63 1464,'0'0'15480,"-6"-9"-14445,1 4-864,3 2-95,-1-1 0,1 1 0,-1 0 0,0 0-1,0 0 1,0 1 0,0-1 0,-1 1 0,1-1 0,-1 1 0,1 0 0,-1 0 0,0 1-1,0-1 1,0 1 0,-6-2 0,-11 0 237,-1 1 0,-26 1 1,42 1-294,0 0 0,0 1 0,0 0 0,1 0 0,-1 0 0,0 1 0,0-1 0,1 1 0,-1 1 0,1-1 0,-1 1 0,-8 7 0,6-3-18,0 0-1,1 1 1,0 1-1,0-1 1,1 1-1,0 0 0,1 0 1,-1 1-1,2 0 1,0 0-1,0 0 0,1 0 1,-4 21-1,2 3-37,2 1-1,3 67 0,0-85 21,3 14-241,1-1 1,1 0 0,2 0-1,0-1 1,18 42 0,14 55-2898,-38-125 3068,6 42-1632,-7-40 1405,0-1 1,1 1-1,-1-1 1,0 1-1,-1-1 1,1 1-1,0-1 1,-1 1-1,1-1 1,-1 1-1,0-1 1,0 0-1,0 1 1,-2 3-1,-15 7-4492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0.8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229 1 9162,'0'0'9666,"-180"139"-9394,156-92-24,7-4 0,10 10-152,7 3-120,0 6 24,0-6-104,24 0-848,21-6-1168,-7-16-1761,-4-12-2969</inkml:trace>
  <inkml:trace contextRef="#ctx0" brushRef="#br0" timeOffset="1">339 445 4177,'0'0'11194,"176"-118"-11146,-135 96-48,-6-6-456,-8 0-880,-9 3-1537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1.2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9026,'0'0'11810,"187"187"-11802,-122-147-16,1-6-672,13 0-1128,-17-6-2009,-14-18-2096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1.6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1 416,'0'0'12027,"211"96"-11627,-159-53-352,-4 4 112,-10 9-144,-14 0-32,-14 6 32,-10-6-32,0 6-16,-17-16 32,-14-8 8,-21-4-8,11-6-1056,0-10-3249</inkml:trace>
  <inkml:trace contextRef="#ctx0" brushRef="#br0" timeOffset="1">790 637 13515,'0'0'5585,"200"0"-6617,-158 0-1721,-4-6-2736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2.0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17772,'0'0'3737,"231"0"-5626,-169 0-3200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2.3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11018,'0'0'7887,"32"35"-7941,96 114 8,-122-143 33,-1 1-1,0-1 0,-1 1 0,0 0 1,0 0-1,0 0 0,-1 1 0,0-1 1,0 1-1,-1 0 0,0 0 0,-1 0 1,1 0-1,-2 0 0,1 0 0,-1 9 1,0 6-62,2-4-68,-2 0 1,0 0-1,-1 0 0,0-1 0,-2 1 0,0-1 0,-2 1 1,0-1-1,-10 24 0,3-17-274,-25 36 0,33-55 341,0 0-1,-1-1 1,1 1 0,-1-1 0,-1 0 0,1 0-1,0-1 1,-1 0 0,0 0 0,0 0 0,-7 3 0,11-6 66,0-1 0,1 1-1,-1-1 1,0 1 0,1-1 0,-1 0 0,0 0 0,0 0 0,1 0 0,-1 0 0,0 0 0,0 0 0,1 0 0,-1-1 0,0 1 0,0-1 0,1 1 0,-1-1 0,1 0 0,-1 0 0,1 1 0,-1-1 0,1 0 0,-1 0 0,1-1 0,0 1 0,-1 0 0,1 0 0,0-1-1,0 1 1,0-1 0,0 1 0,0-1 0,0 1 0,0-1 0,1 1 0,-1-3 0,-1 0 9,0 0 0,1-1 0,0 1 0,0-1-1,1 1 1,-1-1 0,1 1 0,0-1 0,0 1 0,0-1 0,1 1-1,0-1 1,2-7 0,-3 10 4,1 0-1,0 1 0,0-1 1,0 1-1,1-1 1,-1 1-1,0 0 1,0-1-1,1 1 0,-1 0 1,1 0-1,-1 0 1,1 0-1,-1 0 1,1 0-1,0 1 0,-1-1 1,1 0-1,0 1 1,0-1-1,0 1 0,2-1 1,47 0 7,-34 1-1,12 2-15,1 1 0,-1 2-1,55 15 1,-56-12 0,2-1 0,-1-2 0,58 4 0,-70-8 23,24-1-11,-40 0 38,1 0 0,-1 0 0,0-1 1,0 1-1,0 0 0,0-1 0,1 1 1,-1-1-1,0 1 0,0-1 0,0 1 1,0-1-1,0 0 0,0 1 0,0-1 1,0 0-1,-1 0 0,1 0 0,0 0 0,0 0 1,-1 0-1,1 0 0,0 0 0,-1 0 1,1 0-1,0-2 0,7-28 183,2 1-1,25-53 1,38-50-3190,-28 52-1410,-20 33-1536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2.7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0 880,'0'0'19716,"38"143"-19428,10-93-55,8-1-233,9 7 72,1-3-16,3 3-112,-7-13-705,-7-2-119,-7-13-1704,-13-16-2489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3.0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18340,'0'0'5073,"186"-6"-5185,-138 6-624,-10 0-1305,-10 0-1807,-14 0-1554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3.4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13779,'0'0'6857,"11"15"-6845,92 122 278,-100-132-349,1-1 0,-1 1 1,1-1-1,0 0 0,0-1 1,1 1-1,-1-1 0,1 0 0,-1 0 1,1 0-1,0 0 0,7 2 1,1-1-245,1-1 1,0 0 0,23 1-1,-29-3-14,0 0 0,-1 0 0,1 1 0,-1 0 0,0 0 0,1 1 0,-1 0 0,0 0 0,11 7 0,-14-7 258,-1 0 0,1 0 0,-1 0 0,0 1 0,0-1 0,0 1 1,-1 0-1,1 0 0,-1 0 0,0 0 0,0 0 0,0 0 0,-1 0 1,1 1-1,-1-1 0,0 1 0,0 7 0,1-3 147,-1 0 0,-1-1 0,0 1 0,0 0 0,-1 0 0,0-1 0,0 1 0,-4 9 0,3-12 21,-1 0 1,0 0-1,0 0 1,0-1-1,-1 0 1,1 1-1,-1-1 1,-1-1-1,1 1 1,-1 0-1,-9 6 1,-35 20-431,14-16-2688,13-8-3236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3.7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3697,'0'0'15315,"7"193"-15307,7-131 40,0 0-48,-4-6-80,1 0-464,-8-4-1609,-3-8-1679,0-16-5306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4.1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15603,'0'0'6242,"210"-3"-6818,-131 0-1897,-10-12-3744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4.5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14003,'0'0'4182,"31"0"-4078,95 0-210,-73 3-129,-51-3 178,1 1-1,-1-1 0,0 1 1,0 0-1,1 0 1,-1-1-1,0 1 0,0 1 1,0-1-1,3 2 1,-3 0-7,-1-1 0,1 1 1,-1-1-1,0 1 0,0 0 1,0-1-1,0 1 0,0 0 1,0 0-1,-1 0 0,0 0 1,1-1-1,-1 1 0,0 0 1,0 0-1,-1 5 1,1-6 55,0 4-4,-1 0 0,1-1 0,-1 1 1,0 0-1,0-1 0,-1 1 0,1-1 0,-1 0 0,-1 1 1,1-1-1,-6 8 0,0-2 61,0-1 1,-1 0-1,-20 18 1,-16 13 2240,62-41-2371,-1 1 0,1 0 1,0 2-1,-1 0 1,0 1-1,1 0 1,-1 1-1,-1 1 0,21 11 1,-28-13-55,-1 0 1,-1 0-1,1 1 0,-1 0 1,0 0-1,0 1 0,0-1 1,0 1-1,-1 1 1,0-1-1,-1 1 0,1 0 1,-1 0-1,-1 0 1,1 0-1,-1 1 0,-1-1 1,1 1-1,-1 0 0,0 0 1,0 9-1,-1-9 211,0 1-1,-1 0 0,0 0 1,-1-1-1,0 1 0,0 0 1,-3 9-1,2-13 43,0 0 0,0-1 0,0 1 1,-1-1-1,0 1 0,0-1 0,0 0 0,0 0 1,-1 0-1,0 0 0,0-1 0,-8 7 0,-6 3 380,-1-1-1,-26 12 0,37-19-810,-1-1 0,-1-1 1,1 0-1,0 0 0,-1-1 0,1 0 0,-18 1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4.8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56 541 14403,'0'0'4721,"93"-180"-4665,-55 124 24,3 0-32,-3-6-96,0 9-568,-3 10-720,-14 2-649,-4 7-967,-14 19-3826</inkml:trace>
  <inkml:trace contextRef="#ctx0" brushRef="#br0" timeOffset="1">1 134 13019,'0'0'8794,"193"180"-8794,-152-139-785,11-1-383,-14-12-1504,-7-6-2201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5.2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 0 5209,'0'0'13679,"1"8"-14038,0 0 297,1 1-1,-1-1 1,-1 1-1,0 0 1,0-1 0,-1 1-1,0-1 1,0 1-1,-1-1 1,0 1-1,-3 7 1,2-10 56,0 0 1,0 0 0,1 0-1,0 0 1,1 0 0,-1 0-1,1 1 1,0-1 0,0 0-1,1 1 1,0-1 0,0 1-1,2 10 1,-1-14-63,0 1 0,1-1 1,-1 0-1,1 0 0,0 0 0,-1 0 1,1 0-1,1 0 0,-1 0 0,0 0 1,1-1-1,-1 0 0,1 1 0,0-1 1,0 0-1,-1 0 0,2 0 0,-1-1 1,0 1-1,0-1 0,0 0 0,1 1 1,-1-2-1,1 1 0,6 1 0,9 0-951,0-1-1,35-1 1,-17-1-5,-36 0 1056,-1 1-1,1 0 1,-1-1-1,1 1 0,-1-1 1,1 1-1,-1-1 1,0 0-1,1 1 1,-1-1-1,0 1 1,0-1-1,1 1 1,-1-1-1,0 0 1,0 1-1,0-1 0,0 0 1,0 1-1,0-1 1,0 0-1,0 1 1,0-1-1,0 0 1,0-25 1685,0 20-1296,0 1-172,0 2-19,0 0 1,1 1 0,-1-1 0,0 0-1,-1 0 1,1 1 0,0-1 0,-1 0 0,1 1-1,-3-6 1,2 9-188,1 0 0,-1-1 0,0 1 0,1 0 0,-1 0 0,0 0 1,1 0-1,-1 0 0,1 1 0,0-1 0,-1 0 0,1 0 0,0 0 0,0 0 0,0 0 0,-1 0 0,1 1 0,1 0 0,-4 29-59,3-29 44,-1 29-526,1 0 1,7 49 0,-4-62-855,0-1 0,2 0 1,9 23-1,10 16-9456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5.6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16844,'0'0'5577,"21"180"-5577,-4-124-160,-7 6-232,4 0-849,-7 22-527,0-16-2385,-7-18-8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5.9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25 519 3017,'0'0'20972,"-24"-31"-20852,55 31-120,3 0-72,1 0-200,20-9-1104,-10-3-1345,-4-10-3664</inkml:trace>
  <inkml:trace contextRef="#ctx0" brushRef="#br0" timeOffset="1">794 106 2865,'0'0'18628,"203"-105"-19797,-178 105-1119,-8 0-2233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6.3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 7 16315,'-3'-1'356,"1"0"0,-1 0-1,0 0 1,0 0-1,0 1 1,1-1-1,-1 1 1,0 0-1,0-1 1,0 1-1,0 1 1,0-1-1,0 0 1,0 1-1,-4 1 1,5-1-265,0 0 1,1 0-1,-1 0 1,0 0-1,1 1 1,-1-1-1,1 1 1,0-1-1,-1 1 1,1-1-1,0 1 0,0 0 1,0 0-1,0-1 1,0 1-1,0 0 1,1 0-1,-1 0 1,1 0-1,-1 0 1,1 0-1,0 0 1,0 0-1,0 3 1,-1 0-78,0 1 0,1-1 0,0 0 0,0 0 0,1 0 0,0 1 0,-1-1 0,2 0 0,-1 0 0,0 0 0,1 0 0,0 0 0,0-1 0,1 1 0,-1 0 0,1-1 0,0 0 0,0 0 0,1 0 0,-1 0 0,1 0 0,0 0 0,0-1 0,0 0 0,0 0 0,1 0 0,-1 0 0,1-1 0,-1 0 0,1 0 0,0 0 0,0 0 0,0-1 0,0 0 0,8 1 0,12 0-357,49-3 1,-56-1-85,0 2 1,1 0 0,-1 1-1,0 0 1,25 7-1,-39-7 317,1 1-1,-1 0 0,0 1 0,0-1 1,0 1-1,0 0 0,-1 0 1,1 0-1,-1 0 0,0 1 1,0-1-1,0 1 0,0 0 0,0 0 1,-1 0-1,0 0 0,0 0 1,0 0-1,0 1 0,-1-1 0,1 1 1,0 4-1,-1-4 147,0 0 0,0 0 1,0 1-1,-1-1 0,0 0 0,0 1 0,0-1 0,0 0 0,-1 0 1,0 0-1,0 1 0,-1-1 0,1 0 0,-1 0 0,0-1 1,-1 1-1,1 0 0,-1-1 0,-5 8 0,-1-3 164,-1 0 1,-1-1-1,1 0 0,-1 0 0,-1-1 0,1-1 1,-1 0-1,-17 6 0,18-8-619,0-1 0,-1 0-1,1-1 1,-1 0 0,-21 1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6.7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49 485 13347,'0'0'4801,"141"-208"-4801,-96 152-128,0 0-616,3-12-1209,-13 12-871,-11 16-3130</inkml:trace>
  <inkml:trace contextRef="#ctx0" brushRef="#br0" timeOffset="1">1 112 11058,'0'0'11059,"165"199"-11059,-106-137 40,-4-6-40,0 6-112,4-6-1617,-11-22-687,-17-6-3033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7.1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12859,'0'0'7525,"28"8"-7446,86 23-183,-108-30-55,1 0-1,-1 1 1,-1 0-1,1 0 1,0 1 0,0 0-1,-1 0 1,0 0 0,1 0-1,5 7 1,-9-8-5,-1 1 0,1 0 0,-1-1 0,0 1 0,0 0 0,0 0-1,-1 0 1,1 0 0,0 0 0,-1 0 0,0 0 0,0 0 0,0 0 0,-1 4 0,1-1 94,0-2 64,-1-1-1,0 0 1,0 1-1,0-1 1,0 0-1,0 0 1,-1 0-1,0 0 1,1 0-1,-1 0 0,0 0 1,0 0-1,-1-1 1,1 1-1,0-1 1,-1 0-1,0 0 1,1 0-1,-5 3 0,-6 4 740,-2-1 0,-24 11 0,32-13-16,11-3-332,14-2-327,-17-1-55,13 0-355,0 0 1,0 1-1,-1 0 0,1 1 0,14 4 0,-24-5 257,-1 1 0,1-1-1,0 1 1,-1 0-1,1-1 1,-1 2 0,0-1-1,0 0 1,0 1-1,0-1 1,0 1 0,0 0-1,-1 0 1,1 0-1,-1 0 1,0 1 0,0-1-1,0 1 1,0-1-1,-1 1 1,1 0 0,-1-1-1,1 5 1,0 0 153,0 0 0,-1 0 1,0 0-1,-1 0 0,1 0 1,-2 0-1,1 0 0,-1 0 1,0 0-1,0 0 0,-1 0 0,-1 0 1,1 0-1,-1-1 0,0 1 1,-1-1-1,1 0 0,-2 0 1,1 0-1,-7 7 0,7-9-168,-12 14 888,-29 25-1,9-19-1260,32-23 39,1-1 0,0 1 0,-1-1-1,1 0 1,-1 0 0,0 0 0,1-1 0,-7 1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7.5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14443,'0'0'5609,"83"164"-6129,-59-102 8,-4 10-464,-2 11 320,-4-14-1169,-8-13-2560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7.8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90 2785,'0'0'18267,"238"-74"-19299,-173 67-1336,-6-2-3313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8.2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 0 12619,'0'0'8323,"-4"12"-8188,-50 129 14,44-120-128,1 0 0,-6 24 1,13-38-113,1-1-1,-1 1 1,1 0 0,0 0 0,1 0-1,0 0 1,0 0 0,0 0 0,1 0-1,0 0 1,2 9 0,-1-12-129,0 0 0,1 0 0,-1 0 0,1 0 0,0-1 0,0 1 0,0-1 0,1 0 0,-1 0 0,1 0 0,0 0 0,-1 0 0,1-1 0,0 0 0,9 4 0,-2-1-395,0-1 0,0-1 0,1 1 0,-1-2-1,15 2 1,-25-4 559,11 2-421,-1-1 0,0-1 0,0 0 0,18-2 0,-26 1 473,0 1 0,0-1 0,-1 0 0,1 0 0,0 0 0,-1 0 0,1 0 0,-1-1 0,1 1-1,-1-1 1,0 0 0,0 0 0,0 1 0,0-1 0,0-1 0,0 1 0,0 0 0,0 0-1,-1-1 1,1 1 0,-1-1 0,0 1 0,1-4 0,3-7 766,-1-1-1,0 1 1,-1-1 0,-1 0-1,2-20 1073,-4 50 151,0 32-1262,12 87 0,-8-112-1486,14 43-1,-12-50-770,1-1 0,0 1 1,14 20-1,0-6-7545</inkml:trace>
  <inkml:trace contextRef="#ctx0" brushRef="#br0" timeOffset="1">583 665 13755,'0'0'8450,"55"-208"-7922,-10 158-528,7 4-136,-4-4-496,-7 3-689,-3-2-711,-10 8-905,-14 13-2120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8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7434,'0'0'14123,"121"158"-13859,-72-115-120,2-2-288,-6-1-440,3-3-817,-13-2-1535,-8-23-2554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8.9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14691,'0'0'5261,"32"19"-5114,103 67-450,-130-83 247,0 1-1,0 0 0,0 0 1,0 1-1,-1-1 0,0 1 1,0 0-1,0 0 0,-1 0 1,1 0-1,4 12 1,-7-11 3,1-1 0,-1 1 0,0 0 0,0 0 1,-1 0-1,0 0 0,-1 10 0,0 3-48,1-11 95,-1 0 0,0 0 0,-1 0 0,0 0 0,0 0-1,-1 0 1,0-1 0,0 1 0,-1-1 0,0 0 0,0 0-1,-1 0 1,0-1 0,0 1 0,0-1 0,-1 0 0,0-1 0,0 1-1,0-1 1,-14 8 0,5-4 6,0-1 0,0 0-1,0-1 1,-1-1 0,0 0-1,0-1 1,0-1 0,-1-1 0,-19 2-1,33-4 6,1-1-1,-1 0 0,1 1 1,-1-1-1,1 0 1,-1-1-1,1 1 0,0 0 1,-1-1-1,1 1 1,-1-1-1,1 0 0,0 0 1,0 0-1,-1 0 1,1 0-1,0 0 0,0 0 1,0-1-1,-3-2 1,3 1 1,0-1 1,1 1-1,-1 0 0,1-1 1,0 1-1,0-1 1,0 1-1,0-1 1,1 1-1,0-1 1,-1 1-1,1-1 1,1-4-1,-1 5-7,0 0-1,1 1 1,-1-1 0,1 0-1,0 0 1,0 1 0,0-1 0,0 1-1,0-1 1,0 1 0,1-1-1,-1 1 1,1 0 0,0-1-1,0 1 1,0 0 0,0 0 0,0 0-1,0 1 1,0-1 0,1 1-1,-1-1 1,1 1 0,-1-1-1,1 1 1,-1 0 0,1 0 0,0 1-1,4-2 1,-2 1-3,1 0 1,-1 0-1,0 1 1,0-1-1,0 1 0,0 1 1,0-1-1,1 1 1,-1-1-1,0 2 0,0-1 1,0 0-1,0 1 1,-1 0-1,1 0 1,8 5-1,13 14-770,45 48 1,-33-31-555,19 15-1744,-5-8-2756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9.3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 0 12659,'0'0'8137,"31"187"-8081,-3-110-56,-7-2 0,-7 2-352,-8-8-584,-6-7-448,0-19-1113,0-18-1696</inkml:trace>
  <inkml:trace contextRef="#ctx0" brushRef="#br0" timeOffset="1">0 401 7074,'0'0'13602,"200"-34"-13602,-79 12-1608,-21-3-2529,-17 3-7913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19.7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 6081,'0'0'15476,"25"-3"-15306,87-8-118,-104 11-50,0 1 0,0 0 0,0 0 0,-1 1 0,1 0 0,-1 0 0,1 1 0,-1 0 0,0 0 0,1 1 0,-2 0 0,1 0 0,0 1 0,-1 0 0,0 0 0,6 7 0,4 1-10,-7-6-18,-1 0 1,0 1-1,0 0 0,-1 0 1,0 1-1,-1 0 1,0 0-1,0 0 1,5 13-1,-6-8 17,0 1 0,-1-1 0,0 1-1,-1 0 1,2 30 0,-1 214-1499,-5-165-2243,1-46-1202</inkml:trace>
  <inkml:trace contextRef="#ctx0" brushRef="#br0" timeOffset="1">101 450 11138,'0'0'13683,"158"-12"-14243,-65 12-1048,-17 0-2969,-10-13-2233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20.0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1 519 544,'0'0'20773,"59"-199"-20317,-15 156-456,1-10-248,4 3-457,-8 1-959,4-4-560,-14 9-649,-10 16-2544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20.4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16131,'0'0'8074,"69"164"-7906,-31-117-168,-3 3-200,-4-1-832,3 4-904,-10-9-1929,-3-10-1456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23.0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1 104,'0'0'0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23.3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0 121 864,'49'-80'31608,"-48"69"-30869,-2-19-10569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23.8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6753,'0'0'22789,"4"0"-22949,3 7-808,3-1-3241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8.3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72 144,'0'0'24389,"0"-28"-24293,14 28 0,7-3-88,10 0 40,7 3-48,3-3-160,8-1-808,-1 1-728,0-9-1337,-10 6-1992,-14-4-3753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0:48.7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1 4457,'0'0'18216,"-3"14"-17917,-3 28-143,1 2 1,2 76 0,4-117-158,-1 0-1,0 1 0,1-1 0,0 0 0,0 0 1,0 0-1,0 1 0,0-1 0,1 0 0,-1 0 1,1 0-1,0-1 0,0 1 0,0 0 0,0-1 1,0 1-1,1-1 0,-1 0 0,1 0 0,-1 0 1,1 0-1,0 0 0,0 0 0,0-1 0,0 1 1,0-1-1,0 0 0,0 0 0,7 1 0,8 1-137,0-1-1,0 0 0,1-2 0,25-1 1,-9 0-498,11 0-279,-16 0-853,54 5-1,-81-4 1625,0 1-1,0 0 0,0 0 0,0 0 0,0 0 1,0 0-1,0 1 0,0 0 0,-1-1 0,1 1 1,0 0-1,-1 0 0,1 0 0,-1 1 1,0-1-1,0 0 0,0 1 0,0 0 0,0-1 1,-1 1-1,1 0 0,-1 0 0,0 0 0,1 0 1,0 6-1,1 5-173,0 0 0,-1 0 1,-1 0-1,-1 21 1,0-27 410,-1 0 0,0 0 0,-1-1 0,0 1 0,0 0 0,0-1 0,-1 0 0,0 1 0,-1-1 0,1 0 0,-1-1 0,-1 1 0,1-1 0,-1 0 0,-1 0 0,1 0 0,-1-1 0,-7 7 0,-3 0 364,0-1 0,0 0-1,-1-2 1,0 1 0,-1-2-1,-23 8 1,28-12-794,1-1 0,-1-1 1,1 0-1,-1 0 0,0-1 0,-20-2 1,17 1-1755,-16 0-8325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34.0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12979,'0'0'9786,"48"21"-8434,69 31-793,-2 6 0,122 83 0,54 59-285,-67-43-274,653 439-159,-587-417-1945,345 157 0,-82-111-1264,-319-144-2554,-157-56-2256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34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13411,'0'0'8171,"47"21"-6757,393 159 49,404 72-906,31-81-1460,-704-152-1866,342-6 0,-468-15 1814,-1-1 1,1-2 0,84-22 0,-63 4-3522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35.4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1 612 472,'0'0'17108,"39"0"-14968,36 0-1458,447-5 1478,768-134-1736,-1013 85-2073,-4-11 0,489-187 0,-630 196-1231,-53 16-1525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36.0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2010 7314,'0'0'5723,"37"-9"-3956,35-10-994,-1-3 0,-1-3 0,73-37 0,91-56 344,1088-623 1908,-412 219-2682,-633 372-369,-141 78-89,201-113-2170,-317 173 1928,-10 7-77,0-1 0,0 0 0,0 0 0,-1-1 0,0 0 0,-1-1 0,13-14 0,-20 22 378,2-5-91,-12 7-261,-85 58-2923,51-26-1435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37.1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184 260 5209,'0'0'15795,"0"12"-15529,0 60-143,-13 501 89,12-548-250,-8-55-255,-95-655 106,94 612 222,-9-37 472,9 84 656,9 25-899,1 0 1,-1 0-1,1 0 1,-1 0-1,1 0 1,-1 0-1,0 0 0,0 0 1,1 0-1,-1 1 1,0-1-1,0 0 1,0 1-1,0-1 0,0 1 1,0-1-1,0 1 1,0-1-1,-2 0 1,29 1-126,-13-1-92,-1 0-1,1 2 1,-1-1 0,1 1-1,0 1 1,-1 0-1,0 1 1,0 1 0,22 8-1,14 15-34,-2 2-1,-1 2 1,-1 2-1,-2 1 1,-2 3-1,-1 1 1,54 68-1,-87-99 8,-1 0-1,1 0 1,-1 1-1,-1 0 1,1 0 0,-1 0-1,-1 0 1,1 0-1,-1 1 1,-1-1-1,0 1 1,2 16 0,-5-22 10,1 0 1,-2-1 0,1 1 0,0 0-1,0-1 1,-1 0 0,1 1 0,-1-1 0,0 0-1,0 0 1,0 0 0,0 0 0,0 0 0,0 0-1,-1 0 1,1-1 0,-3 2 0,-5 4 34,-215 186 1201,167-139-1373,-86 108 0,138-154-117,-1 0 0,2 1-1,-1 0 1,1 0 0,1 1-1,0-1 1,-5 19 0,6-16-1382,1 0 1,0 0-1,1 21 1,1 0-6736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10.4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1 608,'45'282'0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0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461 88 8370,'0'0'9255,"-34"-14"-8813,-110-42-110,135 52-273,0 1 0,-1 0 0,1 1 1,-1 0-1,0 0 0,1 1 1,-1 0-1,-17 2 0,5-1 172,16 0-182,1 0 1,0 0 0,-1 0-1,1 1 1,-1-1-1,1 1 1,0 1 0,0-1-1,-1 1 1,1 0-1,0 0 1,1 0 0,-1 1-1,0 0 1,1-1-1,-1 2 1,1-1 0,0 1-1,0-1 1,0 1-1,0 0 1,1 0 0,0 1-1,0-1 1,-3 6-1,0 3-13,0 1-1,1-1 1,1 1-1,0 0 0,1 0 1,0 1-1,0 19 0,2 111-29,3-74-5,3 38-723,6 1 0,31 138 0,-6-44-4538,-28-133 919,-7-18-2169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0.7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 14699,'0'0'7458,"207"-32"-7202,-100 32-240,7 0-16,38 0-840,-28 0-1753,-31 0-3128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1.0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13339,'0'0'6857,"138"174"-8977,-138-109-457,-4-3-1936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1.4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1 536,'0'0'16356,"-107"174"-15436,86-100-280,7 13-352,7 6-192,7-3-96,0-6-48,24 15-1408,7-21-2449,0-19-3233</inkml:trace>
  <inkml:trace contextRef="#ctx0" brushRef="#br0" timeOffset="1">342 702 4929,'0'0'10242,"152"-170"-9578,-115 129 257,1 1-225,0 0-312,0-4-296,-7 10-88,-3-13-1264,-18 13-1465,-6 9-3888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1.7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2617,'0'0'16923,"197"146"-16427,-125-102-280,0 2-120,-3-9-48,-6-9-96,-5-9-392,-3-19-1720,-13-3-2209,-15-22-6674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2.1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1 512,'0'0'19404,"165"201"-18524,-130-138-463,-11 5-265,-10 3-16,-14 10-136,0-3 24,-21 2-24,-21-11-8,-37 14-1137,10-20-1431,0-14-4994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4.4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12323,'0'0'9602,"131"28"-9674,-93-22-1001,0-6-751,14 0-761,-14 0-527,-11 0-2441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4.8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15563,'0'0'8930,"89"0"-8930,-37 0-96,27 0-1312,-10 0-2641,-17 0-2784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5.7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3777,'0'0'14895,"13"10"-14776,44 37-33,-55-45-71,0 0-1,0 1 0,0-1 0,0 1 1,-1 0-1,1-1 0,-1 1 0,1 0 1,-1 0-1,0 0 0,0 0 0,-1 0 0,1 0 1,-1 0-1,1 0 0,-1 0 0,0 1 1,0-1-1,0 0 0,-1 4 0,0 5 93,-7 155 1733,5-142-1733,-2-1 0,0 0 0,-2 0 0,-16 41 0,17-51-14,5-11-27,0 1 0,0-1 1,0 0-1,-1 1 1,1-1-1,-1 0 1,0 0-1,0 0 1,0 0-1,0-1 1,-1 1-1,1-1 1,-1 1-1,-4 3 1,4-5 381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8.6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132 78 2713,'0'0'15816,"-9"-15"-15005,-28-47-485,37 62-326,0 0 1,0 0 0,0 1-1,0-1 1,0 0 0,0 0 0,0 0-1,0 1 1,0-1 0,-1 0-1,1 0 1,0 0 0,0 0 0,0 1-1,0-1 1,0 0 0,0 0 0,-1 0-1,1 0 1,0 0 0,0 0-1,0 1 1,-1-1 0,1 0 0,0 0-1,0 0 1,0 0 0,0 0-1,-1 0 1,1 0 0,0 0 0,0 0-1,0 0 1,-1 0 0,1 0-1,0 0 1,0 0 0,-1 0 0,1 0-1,0 0 1,0 0 0,0 0 0,0 0-1,-1 0 1,1 0 0,0-1-1,0 1 1,0 0 0,-1 0 0,1 0-1,0 0 1,0-1 0,0 22 3,20 334-547,-20-188-2371,0-163 2770,0 0 1,0 1-1,-1-1 0,1 0 0,-1 0 0,0 0 0,0 1 0,0-1 0,-1 0 0,1 0 0,-1 0 0,0-1 0,0 1 0,-5 6 0,4-7 130,0-1 1,1 0-1,-1 1 1,0-1 0,0-1-1,-1 1 1,1 0-1,0-1 1,0 1-1,-1-1 1,1 0-1,-1 0 1,1-1-1,-1 1 1,0-1 0,1 0-1,-7 0 1,-2-2 1157,20-3-950,20-3-305,76-11-587,-3 1-4294,-72 14-1722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8.9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31 318 1144,'0'0'15009,"15"24"-14929,-15-24-80,68 101-2,-65-97-10,1 1 0,0-1 0,0 0 0,0-1 0,0 1 0,1-1-1,-1 0 1,1 0 0,0 0 0,0 0 0,0-1 0,1 0-1,-1 0 1,0-1 0,1 1 0,-1-1 0,1 0 0,-1-1 0,1 1-1,0-1 1,-1 0 0,1 0 0,5-2 0,9 2-113,-15 0 53,1-1 0,-1 1 0,1-1 0,-1 0 0,1 0 0,-1 0 0,1-1 0,-1 1 0,0-1 0,0-1 0,0 1 0,0-1-1,-1 0 1,1 0 0,-1 0 0,1-1 0,-1 1 0,0-1 0,0 0 0,-1-1 0,1 1 0,-1 0 0,0-1 0,0 0 0,-1 0 0,4-9-1,0-2 32,0-2 0,-2 1 0,0 0 0,-1-1 1,-1 0-1,-1 1 0,-1-20 0,0 26 66,-1 1 0,0-1 1,-1 0-1,-1 1 0,1 0 1,-2 0-1,1 0 0,-1 0 1,-1 0-1,0 1 1,0-1-1,-1 1 0,0 1 1,-1-1-1,0 1 0,0 0 1,0 1-1,-16-13 1,13 13-92,1 1 0,-1-1 1,0 1-1,0 1 1,-1 0-1,0 1 1,1 0-1,-2 0 1,1 1-1,0 1 1,-1 0-1,1 0 1,-1 1-1,1 1 1,-1 0-1,0 0 1,-13 3-1,21-2-11,1 0 1,0-1-1,0 2 0,-1-1 0,1 0 1,0 1-1,0-1 0,1 1 0,-1 0 1,0 0-1,0 0 0,1 0 0,-1 0 1,1 1-1,0-1 0,-3 5 0,0 1-388,0 0-1,1 1 1,0-1-1,-3 12 0,-10 46-4705,11-4 1467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9.3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0 351 9010,'0'0'10506,"159"-183"-10506,-121 149-776,-7-3-784,-11 3-553,-6 6-927,-14-7-4090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49.7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3593,'0'0'15403,"176"177"-15179,-125-143-224,-2 0 0,-4-3-376,6 3-1144,-9-9-881,-15-9-1544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0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159 0 3897,'0'0'11885,"-8"13"-11565,3-5-267,-4 6 50,0 0-1,-1 0 1,-1-1 0,-16 17 0,13-17-19,4-4 85,0 1 1,-15 18-1,22-24-141,1 0 0,0 0-1,-1 0 1,2 0 0,-1 0-1,0 0 1,1 0 0,0 0-1,-1 1 1,2-1 0,-1 1-1,0 6 1,2-9-31,-1 0-1,1 0 1,-1 0-1,1 0 1,0 0-1,0 0 1,0 0-1,0-1 1,0 1 0,0 0-1,0-1 1,1 1-1,-1-1 1,1 1-1,-1-1 1,1 0-1,-1 1 1,1-1 0,0 0-1,3 1 1,46 21-244,-40-19 66,99 45-2533,-110-49 2716,1 0-1,-1 0 1,0 0 0,1 0-1,-1 0 1,1 0 0,-1 0-1,1 0 1,-1 0 0,1 0-1,-1 0 1,0 0 0,1 0-1,-1 0 1,1 0 0,-1 0-1,1 0 1,-1-1 0,0 1-1,1 0 1,-1 0 0,1-1-1,-1 1 1,0 0 0,1 0-1,-1-1 1,0 1 0,1 0-1,-1-1 1,0 1 0,0 0-1,1-1 1,-1 1 0,0-1-1,0 1 1,0 0 0,1-1-1,-1 1 1,0-1 0,0 1-1,0-1 1,0 1 0,0-1-1,0 1 1,0-1-1,0-27 235,0 21-153,0-1 60,-1 3-67,1 0 1,0 1-1,0-1 1,0 0-1,1 1 1,-1-1 0,1 0-1,0 1 1,1-1-1,-1 1 1,4-8-1,-4 14-45,0 0-1,0 0 0,0 0 1,0 0-1,-1 0 1,1 0-1,0 0 0,-1 0 1,0 0-1,1 0 0,-1 0 1,0 3-1,12 115-1121,-11-58-1505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2.2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1360,'0'0'14907,"0"161"-14891,4-105-24,3 0 8,0 0 0,-4-3-152,-3-4-408,0-5-984,0-10-720,-3-9-3338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2.6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1688,'0'0'16956,"24"6"-16948,11 0 48,2-6-56,8 0-344,28 0-1104,-11-9-809,-10-7-2000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3.5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66 155 1272,'0'0'12235,"0"-15"-11123,-3-110 2075,1 111-1940,1 32-598,3 18-625,1 0 0,11 43 1,4 39-61,-14 93-1123,-4-146 431,0-51 470,-1-1 1,0 1-1,-4 15 0,4-25 204,0 1 0,0-1 0,-1 0 0,1 0 0,-1 0 0,0 0-1,0 0 1,0-1 0,0 1 0,-1 0 0,0-1 0,0 0 0,-6 6-1,8-8 61,0 0-1,-1-1 0,1 1 0,0-1 1,-1 1-1,1-1 0,0 0 0,-1 1 1,1-1-1,-1 0 0,1 0 0,0 0 1,-1 0-1,1 0 0,-1 0 0,1-1 1,-1 1-1,1 0 0,0-1 0,-1 1 1,-1-2-1,-24-15 2916,41 17-2838,170 6-3753,-141-6-120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4.1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 1 864,'0'0'15258,"32"9"-15105,99 35-121,-126-42-32,0 0 0,0 0-1,0 1 1,0-1 0,-1 1-1,1 0 1,-1 0-1,0 1 1,0-1 0,0 1-1,-1 0 1,1 0 0,-1 0-1,0 1 1,0-1-1,0 1 1,-1 0 0,3 5-1,0 0-13,0 3-11,-1 0-1,0 0 1,-1 0 0,-1 1-1,0 0 1,-1-1 0,0 1-1,-1 19 1,-1-23 26,-1-1-1,1 0 0,-1 0 1,-1 0-1,0 0 1,0-1-1,-1 1 1,1-1-1,-2 1 1,0-1-1,0-1 1,0 1-1,-1-1 0,0 0 1,0 0-1,-11 9 1,-11 8 15,0-1 1,-56 32-1,82-53-23,-5 3-9,1-1-1,-1 0 1,0 0 0,0 0-1,0-1 1,-1 0-1,1-1 1,-1 0-1,1 0 1,-16 2-1,22-27-1013,2 19 986,1 0 0,-1 0 0,1 0 0,-1 0 0,1 0 0,1 1 1,-1-1-1,0 0 0,1 1 0,0 0 0,0-1 0,0 1 0,0 0 1,0 1-1,1-1 0,-1 0 0,1 1 0,-1 0 0,1 0 1,7-3-1,1 0-26,1-1-1,0 2 1,-1-1 0,2 2 0,21-4 0,-22 6 59,0 0 1,0 0-1,0 1 0,-1 1 1,22 3-1,-26-2 5,-1 1 0,1-1 0,0 2 0,-1-1 0,0 1 0,0 0 0,0 0 0,0 1 0,-1-1 0,7 7 1,10 11-21,-11-10 38,1 0-1,0-2 1,17 12 0,-26-19-41,1-1-1,0 1 1,0-1-1,0 0 1,0-1-1,0 1 1,0-1-1,0 0 1,0 0 0,1-1-1,-1 1 1,0-1-1,0 0 1,9-2-1,-12 2 33,0-1-1,0 0 0,-1 1 0,1-1 0,0 0 0,0 0 0,-1-1 1,1 1-1,0 0 0,-1-1 0,0 1 0,1 0 0,-1-1 1,0 0-1,1 1 0,-1-1 0,0 0 0,0 1 0,1-5 0,15-43 558,-12 31-156,5-11-67,2 1 0,0 1 0,23-35 0,55-71-3256,-65 97 687,1-2-3272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4.4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12227,'0'0'6097,"114"198"-6025,-72-148-72,-4 3-120,0-4-736,-7-5-409,0-13-1007,-7-16-1553,3-8-6233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4.8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 11803,'0'0'4757,"33"-7"-4731,104-20-71,-133 26 17,0 0 0,-1 0-1,1 0 1,0 1 0,0-1 0,0 1 0,0 0 0,0 0 0,0 0 0,-1 1-1,1 0 1,0-1 0,0 1 0,4 2 0,-7-2 17,0 0-1,0 0 1,0 0-1,-1 0 1,1 1 0,-1-1-1,1 0 1,-1 0 0,1 1-1,-1-1 1,0 0 0,1 0-1,-1 1 1,0-1-1,0 0 1,0 1 0,0-1-1,0 0 1,0 1 0,0-1-1,-1 2 1,0 11 35,1-10-16,0 1 1,0-1-1,0 1 1,0 0 0,-1-1-1,0 1 1,0-1-1,0 1 1,0-1-1,-1 0 1,0 0 0,0 1-1,0-1 1,0 0-1,-1 0 1,1-1-1,-1 1 1,0-1 0,0 1-1,-1-1 1,1 0-1,-1 0 1,1 0-1,-1-1 1,0 1 0,0-1-1,-5 3 1,11-6-4,0 1 0,1-1 0,-1 1 0,1 0 0,-1 0 0,1 0 0,-1 1 0,0-1 0,1 0 0,-1 1 0,1 0 0,-1-1 0,0 1 0,0 0 0,1 0 0,-1 0 0,0 1 0,0-1 0,0 0 0,0 1 0,0-1 0,0 1 0,2 3 0,2 1-219,-1-1-1,0 1 0,0 0 0,0 0 0,-1 1 1,0 0-1,4 9 0,-2 0 12,0 0 0,-2 0 0,0 0 1,-1 1-1,-1-1 0,0 1 0,-1 17 0,-2-31 305,1-1 0,-1 1 0,0 0 0,0-1-1,-1 1 1,1-1 0,0 0 0,-1 1 0,1-1 0,-1 0 0,0 0-1,0 0 1,0 0 0,0 0 0,0 0 0,0 0 0,-1-1 0,1 1-1,0-1 1,-5 2 0,-58 27 1156,59-28-1196,-5 3-392,2 0-1,-1 0 0,0 1 1,-8 7-1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5.1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8954,'0'0'10426,"0"202"-10426,3-149-8,1-4-312,-1 1-192,-3-13-624,0 4-425,0-13-871,0-10-2913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1:55.5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 1216,'0'0'18372,"107"-24"-18276,-69 24-80,0 0-32,-4 0 16,1 0-520,6 0-1480,-6 0-601,-11-4-1944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1.0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128 68 784,'0'0'14835,"0"-10"-14352,0-48 1960,0 60-2307,1 112 139,-2 135-2345,1-238 1970,-1-1-1,0 0 0,0 1 1,-1-1-1,0 0 0,-1 0 0,0 0 1,-1-1-1,0 1 0,0-1 1,-1 0-1,0 0 0,-9 11 1,10-17 106,1 0 0,-1 0 0,-1-1 0,1 0 0,0 0 0,-1 0 0,1 0 0,-1-1 0,1 0 0,-1 0 0,0 0 0,1 0 0,-1-1 0,0 1 0,-6-2 0,9 1-88,21 0 34,171-9-2112,-160 9-393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1.4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6913,'0'0'13475,"83"0"-16515,-55 0 1007,-7 0-735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1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81 0 544,'-26'22'4213,"4"-5"-624,2 1 1868,19-16-5267,-1 0 0,1 0 0,0 0-1,0 0 1,0 0 0,0 0 0,0 0 0,0 0 0,0 0 0,1 1 0,-1-1 0,1 0-1,0 1 1,0 3 0,1 37 36,0-36-125,0-2-107,0 0-1,0 0 0,1 0 1,0 0-1,0 0 0,0-1 1,1 1-1,0-1 0,0 0 1,0 0-1,0 0 0,0 0 1,1 0-1,0-1 0,0 1 1,0-1-1,8 5 0,8 5-426,1-1 1,31 13-1,-51-25 396,11 5-760,0 1 0,0 0 0,-1 1 0,1 0 0,-1 0 0,18 18 0,-25-20 499,0 0 0,0 0 0,0 0 0,-1 1 1,0 0-1,0-1 0,0 1 0,-1 0 0,0 1 0,0-1 0,0 0 0,-1 0 0,0 1 0,0-1 1,-1 1-1,0 7 0,0-6 694,0 0 0,-1 0 0,0 0 0,0-1 0,0 1 0,-1 0 0,-1-1 0,1 1 0,-1-1 0,-4 9 0,1-7 324,-1 1 0,0-1 0,-1 0 0,0-1 0,0 0 0,-13 10 0,18-15-623,-6 4 281,0 1 0,0-2 0,-11 7 0,17-11-620,-1-1 0,1 0-1,0 0 1,0 1 0,-1-2-1,1 1 1,0 0 0,-7 0-1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2.1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1 417 6433,'0'0'12627,"169"-192"-13627,-128 139-344,-7 6-169,-2-2-551,-12 8-945,-13 7-2736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2.5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3649,'0'0'16907,"87"165"-16779,-67-122-112,5 1-16,-1-10 0,0-6-456,0-6-768,0-7-728,-3-15-249,-4 0-439,-7 0-1593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2.9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110 1 13795,'0'0'5486,"21"15"-5414,4 3-74,32 30-1,-54-45-4,-1 0 0,1 0 0,-1 0 0,0 0 0,0 0 1,-1 0-1,1 1 0,-1-1 0,1 0 0,-1 1 0,0-1 0,0 1 0,-1 0 0,1-1 0,-1 1 0,1 0 0,-1-1 0,0 1 0,-1 0 1,1-1-1,-2 6 0,1 7-22,0-7 9,-1 1 1,0 0 0,0-1 0,-1 1-1,0-1 1,0 0 0,-1 0 0,-1 0-1,1 0 1,-1-1 0,-1 1-1,0-2 1,0 1 0,-10 10 0,10-12-35,1 0 0,-2-1 1,1 0-1,0 0 0,-1-1 1,0 1-1,0-1 0,0-1 1,-1 0-1,1 0 1,-1 0-1,1-1 0,-1 0 1,0 0-1,0-1 0,0 0 1,0 0-1,-9-1 0,16-1 39,0 1-1,0-1 0,-1 0 0,1 0 0,0 1 0,0-1 0,0 0 0,0 0 0,0 0 1,0 0-1,0-1 0,0 1 0,0 0 0,1 0 0,-1 0 0,0-1 0,1 1 0,-1 0 0,1-1 1,-1 1-1,1-1 0,0 1 0,0 0 0,-1-1 0,1 1 0,1-3 0,-2 0 0,1 0 0,0 0 0,0 0 0,0 0 0,0 0 0,1 0 0,-1 0 0,1 0 0,2-7 0,0 9 1,-1-1 1,0 1-1,0-1 0,1 1 1,0 0-1,-1 0 0,1 0 0,0 0 1,0 1-1,0-1 0,0 1 1,0 0-1,0 0 0,0 0 1,1 0-1,-1 0 0,0 1 0,4-1 1,-3 0 1,1 1 1,-1 0-1,0-1 1,1 1-1,-1 1 1,0-1-1,0 1 1,0-1-1,1 1 1,-1 1-1,0-1 1,0 0-1,0 1 1,7 4-1,-6-1-72,1 1-1,-1 0 1,0 0-1,-1 0 0,1 0 1,-1 1-1,0 0 1,4 13-1,23 65-1959,-26-68 1325,1 0-1540,0 0 0,1-1 0,12 20 1,-1-6-929</inkml:trace>
  <inkml:trace contextRef="#ctx0" brushRef="#br0" timeOffset="1">469 578 13755,'0'0'6073,"0"196"-6017,0-150-40,0 1-16,0-10-128,0-3-576,0-18-728,0-7-553,-31-49-13626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3.2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1240,'0'0'21549,"93"-3"-21549,-51-7-488,2-8-1217,-9 5-2023,-11-5-1586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7.2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24 286 4217,'0'0'14820,"12"0"-14798,13 0-34,-2 1-13,0-1 0,29-4 0,-46 4-65,0-1 1,0 0-1,-1-1 1,1 1 0,0-1-1,0 0 1,-1-1-1,1 0 1,-1 1-1,0-2 1,0 1 0,0 0-1,0-1 1,6-7-1,-7 6 18,-1 1 0,1-1 0,-1 0 0,-1-1 0,1 1 0,-1 0 0,0-1 0,0 1 0,-1-1-1,2-8 1,1-58-505,-4 59 468,-1 10 61,1-1-1,0 0 1,-1 0-1,0 0 1,0 1-1,0-1 1,-1 0-1,1 1 1,-1-1-1,0 1 1,0-1-1,0 1 1,0 0-1,0 0 1,-1 0-1,0 0 1,1 0-1,-1 1 1,0-1-1,0 1 1,-1 0-1,1 0 0,0 0 1,-1 0-1,1 0 1,-1 1-1,1 0 1,-1 0-1,0 0 1,-6-1-1,4 0 30,-1 1-1,1 0 0,-1 1 0,1 0 1,-1 0-1,1 0 0,-1 1 1,1-1-1,-1 2 0,1-1 0,-1 1 1,1 0-1,0 0 0,0 0 1,0 1-1,0 0 0,-10 7 0,11-5 37,0 0 1,0 0-1,0 0 0,0 0 0,1 1 0,0-1 0,0 1 0,1 0 0,0 1 0,0-1 0,0 1 1,1-1-1,-1 1 0,2 0 0,-1-1 0,1 1 0,0 0 0,0 0 0,1 0 0,0 0 0,2 14 0,-2-18-82,1 0 0,0-1 0,0 1-1,0 0 1,1 0 0,-1-1-1,1 1 1,-1-1 0,1 0-1,0 1 1,0-1 0,0 0-1,3 3 1,37 25-3373,-13 3 1562,-30-32 2054,-16 11 336,9-6 212,3 0-541,1 0 0,0 0 0,0 0 0,1 1 1,-1-1-1,1 1 0,1 0 0,-1 0 0,1 0 0,0 0 0,1 0 0,0 1 0,0 8 0,-1 5-88,2 1-1,0-1 0,5 28 1,-4-40-92,1 0 1,1 0-1,-1 0 1,2 0-1,-1-1 1,1 0-1,0 1 1,1-2-1,0 1 1,0 0-1,0-1 0,1 0 1,12 11-1,-13-13-83,1-1-1,-1 0 1,1 0-1,-1 0 1,1-1-1,0 0 0,0 0 1,1 0-1,-1-1 1,0 0-1,1 0 0,0-1 1,-1 0-1,1 0 1,0 0-1,0-1 1,-1 0-1,1 0 0,9-2 1,-13 1 18,1-1 0,0 1 0,0-1-1,-1 0 1,1 0 0,-1 0 0,1-1 0,-1 1 0,0-1 0,0 0 0,0 0 0,0 0 0,-1 0 0,1 0 0,-1-1-1,0 1 1,0-1 0,0 1 0,0-1 0,1-5 0,2-5 40,0 0 0,-1-1 0,0 1 0,1-21 0,-4 30 76,3-30 670,-1-35-1,-2 62-575,-1 0-1,-1 1 1,0-1 0,0 0 0,0 1-1,-1-1 1,0 1 0,0 0-1,-1-1 1,0 1 0,-5-7 0,5 10-93,0 1 0,0-1 1,0 1-1,-1 0 0,1 0 1,-1 1-1,0-1 1,0 1-1,0 0 0,0 0 1,0 0-1,0 0 1,0 1-1,-1 0 0,1 0 1,-1 0-1,1 0 1,-1 1-1,1-1 0,-1 1 1,1 0-1,-1 1 1,0-1-1,1 1 0,-1 0 1,-5 2-1,1-1-58,0 1 1,0 0-1,1 1 0,0 0 1,-1 0-1,1 0 0,1 1 0,-1 1 1,1-1-1,0 1 0,0 0 1,-8 11-1,1 3-503,0 1 0,2 0 0,1 1-1,-13 36 1,4 8-4275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7.6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1 367 6889,'0'0'14131,"145"-137"-15787,-104 100 0,-3-6-97,-3-16-439,-8 9-193,-10 10-2296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7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1 888,'0'0'18812,"79"168"-18324,-48-122-400,4 1-88,-4-4-24,0-6-824,10-12-1624,-6-15-1681,-8-7-3225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08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0 1032,'0'0'19436,"0"205"-19364,0-146-72,0-3 0,0-6-320,0-4-504,0-8-512,0-10-785,0-10-719</inkml:trace>
  <inkml:trace contextRef="#ctx0" brushRef="#br0" timeOffset="1">0 295 1088,'0'0'20181,"28"-9"-19589,3 9-288,7 0-152,-4 0-152,8 0 0,16 0-944,-9 6-1873,-8-6-2632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12.1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37 640,'0'0'19579,"-5"-7"-17657,-14-20-795,20 27-1090,-1 0 0,0-1 0,1 1 1,-1 0-1,1 0 0,-1-1 0,1 1 1,-1 0-1,1 0 0,-1 0 0,1 0 0,-1-1 1,1 1-1,-1 0 0,1 0 0,-1 0 1,1 0-1,-1 0 0,1 0 0,-1 0 1,1 1-1,-1-1 0,1 0 0,-1 0 0,1 0 1,-1 0-1,1 1 0,-1-1 0,1 1 1,33 5-240,-23-3 258,38 3-1564,0-1 1,71-3 0,-86-2-129,-32 22 1534,-3-17 147,0 1 1,0-1 0,0 0 0,0 0 0,-1 1 0,0-1 0,0 0-1,-4 8 1,-9 20 46,-1 22-69,2 0 0,2 1 1,2 0-1,3 0 0,1 64 1,6-42-438,0 19-2343,0-33-6583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12.4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 1400,'0'0'21565,"62"-19"-21557,-17 19-8,7-3-8,-1 0-1024,-6 0-601,-7 0-599,-10 0-585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31.9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2472 1536,'0'0'7150,"0"-29"-6203,0-99-136,-7-727 5104,21 550-4430,-15 143-1041,2-177-324,2 70-869,-3 199-833,-3 58 1398,3 6 31,14 5 54,433 10 713,496 75 1,-389-37-576,2-35-40,-527-12 5,1001 46-356,-783-34 334,394-29 0,-143-9-71,-167 11-337,55-3 168,399-32 150,204-35-809,109-11 811,-219 40-39,2 47 144,-154 11 10,777-4-48,-949-17 75,-197 4 139,30-7-21,121-2 16,-505 23 8,0 1 0,0-1-1,0 0 1,0 0 0,-1 0 0,1 0-1,-1-1 1,1 0 0,-1 1-1,4-4 1,20-7 831,45-10-852,-66 21-161,0 0 1,0 0 0,0 1-1,0-1 1,0 1-1,0 1 1,10 1 0,4-1-49,-19-1 52,0 0 0,0 1-1,-1-1 1,1 1 0,0-1 0,-1 1-1,1-1 1,0 1 0,-1-1-1,1 1 1,0-1 0,-1 1 0,1 0-1,-1-1 1,1 1 0,-1 0 0,0 0-1,1-1 1,-1 1 0,0 0 0,1 0-1,-1-1 1,0 1 0,0 0-1,0 0 1,0 0 0,0 1 0,5 34 116,-4-19-63,30 287 296,-30-246-325,-2 0 0,-3-1 1,-14 74-1,-2-9-16,4 0-1,1 196 1,26 296-42,-11-602 35,3 77-33,-4 272 58,0-354-27,0 1-1,-1-1 0,-1 0 0,1 1 0,-1-1 1,0-1-1,-1 1 0,1 0 0,-1-1 1,-1 0-1,1 0 0,-1 0 0,-7 7 0,-10 8 33,-44 34-1,62-52-30,-16 11 24,-1 0 0,0-2 0,-1 0 0,-1-2 0,0 0 0,0-2-1,0 0 1,-47 8 0,-9-5 633,-113 2-1,89-8-57,-646 72 1182,730-73-1752,-727 102 529,-264-88 3,819-20-528,-708-51 104,670 34-127,165 14-10,-1202-66 12,816 73 27,-433-13-42,165-59-168,-28-1-305,-367 57 440,102 70 213,484-18-207,475-35-50,-361 20-2089,133-15-3854,92-7-1380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4.7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355 0 9602,'0'0'9289,"-31"6"-8692,-101 23 83,121-27-502,1 1-1,0 0 0,0 0 0,0 1 1,0 1-1,0-1 0,1 1 1,0 1-1,0 0 0,1 0 0,-1 1 1,1 0-1,1 0 0,-1 1 1,-6 9-1,9-11-124,1 0-1,0 0 1,0 0 0,1 0 0,-1 1 0,1-1-1,1 1 1,-1 0 0,1 0 0,1 0 0,-1 0-1,1 1 1,0-1 0,1 0 0,0 0 0,0 1-1,0-1 1,1 0 0,0 1 0,3 8 0,-1-6-50,0 0 0,2-1 1,-1 1-1,1-1 1,0 0-1,1 0 0,0 0 1,1-1-1,-1 0 1,2 0-1,-1-1 0,1 0 1,10 7-1,0-2 5,0 0 0,1-2 0,0 0 0,0-1 1,1-1-1,0-1 0,1-1 0,28 5 0,-14-5-284,1-3 1,-1 0-1,1-3 0,44-4 1,-68 3-60,0-1 0,0-1 0,-1 0 0,1 0 0,-1-1-1,19-9 1,-2-3-2106,31-22-1,-53 34 1885,40-28-6327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1.2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380 79 1304,'0'0'8570,"-25"-12"-8110,-82-38 42,100 47-385,-1 0 0,1 0 0,-1 1 0,0 0 0,1 1 0,-1 0 1,0 0-1,0 1 0,-13 0 0,2 1 213,13-2-200,0 1-1,0 1 1,1-1-1,-1 1 0,0 0 1,1 0-1,-1 1 1,1-1-1,-1 1 1,1 0-1,-8 5 1,9-4-66,0 0 1,1 0-1,0 1 1,-1-1-1,1 1 1,1 0 0,-1 0-1,0 0 1,1 0-1,0 0 1,0 1-1,0-1 1,0 1 0,-1 8-1,-2 12 74,1 0-1,2 1 1,0-1-1,3 39 1,0-19-26,16 231 929,-1-21 511,-14-177-1309,-5 239-6,3-299-693,-2 0 1,0 0-1,-1 0 1,-1 0-1,-1-1 1,-11 28-1,5-28-3220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1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32 128,'0'0'19204,"166"-31"-19020,-115 31 0,8 0-176,0 0 0,-4 0-8,10 0-816,-16 0-1632,-18 0-2618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2.0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0 3393,'0'0'12258,"-29"14"-11643,-10 5-447,-42 26-1,77-42-152,1 0 1,-1 0 0,0 0-1,1 0 1,0 1-1,0-1 1,0 1 0,0 0-1,0 0 1,1 0-1,0 0 1,0 1-1,0-1 1,0 1 0,1-1-1,-1 1 1,1-1-1,0 1 1,1 0-1,-1-1 1,1 1 0,0 6-1,-1 9 46,-6 63 263,7 154 0,1-219-367,1 0-1,1 0 1,0-1 0,1 1 0,1-1 0,1 0 0,0-1-1,1 1 1,12 18 0,-13-26-296,0 0-1,0 0 1,1 0 0,1-1-1,0 0 1,16 13 0,-17-16-321,0-1 0,1 1 0,-1-1 1,1 0-1,0-1 0,0 0 0,0 0 1,1-1-1,13 2 0,13-2-6963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2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1 473 7618,'0'0'7353,"190"-177"-7257,-142 130-96,4-2 0,13-23-760,-10 1-1112,-13 15-2497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2.7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9466,'0'0'6089,"176"68"-5361,-121-30-455,-3 2-121,3 4-152,-7-1 0,1-3-721,-8-9-1039,11-15-1393,-14-7-7465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3.0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8250,'0'0'7097,"166"180"-7001,-146-121-88,-6 6 72,-14 0-72,0 7 0,0-1 8,-24 0-16,-10-9 0,-1-3-256,-6-6-1008,10-12-760,6-13-4154</inkml:trace>
  <inkml:trace contextRef="#ctx0" brushRef="#br0" timeOffset="1">718 619 12819,'0'0'8522,"196"0"-8434,-147 0-88,-5 0-657,-2 0-735,6 6-896,-7 0-849,-9 0-4649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3.4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 3633,'0'0'18012,"79"0"-17692,-37 0-176,3 0-128,10 0-16,7 0-160,21-6-1937,-14-4-3160,-7-5-6393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6.0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81 1 856,'0'0'11223,"33"2"-10710,102 14-124,-132-15-372,1-1 0,-1 1 0,0 0 0,0 0 0,1 0 0,-1 0 0,0 1 0,0-1 0,0 1-1,0 0 1,0 0 0,-1 0 0,1 0 0,0 0 0,-1 0 0,0 1 0,0 0 0,1-1-1,-1 1 1,-1 0 0,1 0 0,0 0 0,-1 0 0,1 0 0,-1 0 0,1 6 0,3 4 84,2 7 56,-1 0-1,-1 1 1,0-1 0,-2 1-1,2 33 1,-4-6-28,-7 66 1,2-92-206,0-1 0,-2 1 0,0-1 0,-2 0 0,0-1 0,-1 0 0,-1 0 0,-1-1 0,0 0 0,-2-1 1,0-1-1,-1 0 0,0 0 0,-2-2 0,0 1 0,-35 24 0,43-36-235,0 1 0,1-1-1,-2-1 1,1 1 0,-11 2 0,17-5 210,0-1 0,0 1-1,0-1 1,0 1 0,0-1 0,0 0 0,0 0 0,0 0 0,-1 0 0,1 0 0,0 0-1,0-1 1,0 1 0,0-1 0,0 1 0,0-1 0,0 0 0,0 0 0,0 0-1,0 0 1,0 0 0,1 0 0,-1 0 0,0-1 0,1 1 0,-1-1 0,-1-1 0,0-3-208,1 1 1,-1-1 0,1 0 0,0-1 0,0 1 0,0 0 0,1-1 0,0 1 0,0-11 0,4-62-410,-3 75 835,1 0 0,0 0 1,0-1-1,0 1 0,0 0 0,1 0 0,0 1 0,-1-1 0,1 0 0,1 1 0,-1-1 0,1 1 0,-1-1 0,1 1 0,0 0 0,0 0 0,0 0 0,0 1 0,1-1 0,-1 1 0,1 0 0,0 0 1,-1 0-1,1 0 0,0 1 0,0-1 0,0 1 0,0 0 0,1 0 0,-1 1 0,6-1 0,2 0 77,-1 1-1,0 0 1,0 0 0,0 1-1,1 1 1,-1 0-1,0 0 1,-1 1 0,1 1-1,0 0 1,10 5 0,51 31 163,-34-17-288,0-2-1,1-2 0,69 22 0,-106-40-5,0 0-1,0-1 1,0 1-1,0-1 0,1 0 1,-1 1-1,0-1 0,0 0 1,0 0-1,1-1 0,-1 1 1,0 0-1,0-1 0,0 1 1,0-1-1,1 0 1,-1 0-1,0 0 0,0 0 1,2-1-1,0-2 158,0 0 0,0 0 0,-1 0 0,0-1 1,0 1-1,5-9 0,1-3-345,46-63 354,4 2 1,3 3-1,90-84 0,-138 141-562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06.3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1 640,'0'0'13147,"110"161"-12131,-75-121-264,-1 1-280,1-4-208,3-3-143,-7-3-65,0-6-56,-3-6-56,-1-7-657,-3 4-919,-3-7-1161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0.3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38 824,'0'0'17556,"3"-28"-17324,15 24-88,-1 1-72,4 0 0,3 3-72,-4 0-104,1 0-960,0 0-1065,-4 0-735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0.7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1816,'-81'72'1713,"58"-52"8212,19-6-8069,5 21-2957,-1-25 1787,0-8-683,0 1 1,1-1-1,-1 0 0,0 0 1,1 0-1,0 1 0,-1-1 1,1 0-1,0 0 0,0 0 0,0 0 1,0 0-1,1-1 0,-1 1 1,0 0-1,1 0 0,0-1 0,-1 1 1,1-1-1,0 1 0,0-1 1,-1 0-1,1 0 0,0 0 0,3 1 1,6 3-13,0-1 0,0-1 0,22 4 0,-7-1-2,-15-3-74,1 0-1,-1 1 1,0 0 0,0 1-1,0 0 1,-1 1 0,0 0-1,10 8 1,-16-10 13,1 0 1,-1 0-1,0 0 1,0 1-1,-1 0 0,1 0 1,-1 0-1,0 0 1,0 0-1,-1 0 0,0 1 1,0 0-1,0-1 1,0 1-1,-1 0 1,0 0-1,0 11 0,0-8 59,0 0 0,0-1 0,-2 1 0,1 0 0,-1-1 0,0 1 0,0 0 0,-1-1 0,-1 1 0,1-1 0,-1 0 0,-1 0 0,1 0-1,-6 8 1,2-6-41,0-1 0,0 0 0,-1-1 0,0 1 0,0-1 0,-1-1 0,0 0 0,-1 0 0,1-1 0,-12 5 0,13-7-523,0-1 0,0 0 1,-1-1-1,-15 3 0,5-4-4113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1.1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1 968,'0'0'13995,"0"170"-13995,0-126 0,0-1 0,3-2-200,4-4-240,-7 6-624,0-11-1017,0-11-1983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1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1 119 256,'0'0'15891,"200"-56"-15442,-128 47-345,8-1-104,23-5-529,-17-1-1735,-13 4-5186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1.8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11138,'0'0'2984,"24"24"-3320,70 79 198,-91-101 137,-1 0 0,0 1 1,0 0-1,0-1 0,0 1 0,-1 0 0,1 0 0,-1 0 0,0 0 0,1 0 1,-1 0-1,-1 1 0,1-1 0,0 0 0,-1 0 0,0 1 0,0-1 0,0 7 0,-1-7 17,0 0-1,0 0 0,-1 0 0,1 0 0,-1-1 0,0 1 0,0 0 0,0-1 0,0 1 0,0-1 0,-4 4 0,0 0 80,-1 2 68,-1-1 0,1 0 0,-1 0 0,-1-1 0,1 0 0,-1 0 0,-13 6 0,36-27-200,-2 9-23,0 0 0,0 1 0,1 1 0,-1 0 0,18-3 0,-26 6 8,0 0-1,0 1 1,0-1-1,-1 1 1,1 0 0,0 0-1,0 0 1,0 0-1,0 0 1,0 1-1,0 0 1,-1 0 0,1 0-1,0 0 1,-1 1-1,1 0 1,-1-1-1,1 1 1,-1 0 0,0 1-1,0-1 1,6 5-1,-5 1-66,1 0-1,-1 0 1,0 0-1,-1 0 0,0 0 1,0 1-1,-1-1 1,0 1-1,0 0 0,0 12 1,0 16-40,-3 42 1,0-64 214,0-7 80,0 0 1,-1 0 0,1-1-1,-2 1 1,1 0-1,-1-1 1,0 1-1,-1-1 1,0 0-1,0 0 1,0 0 0,-1-1-1,0 0 1,0 0-1,-1 0 1,1 0-1,-1-1 1,-1 0-1,1 0 1,-1-1-1,0 1 1,-7 2 0,13-6-158,-1 0 1,1 0-1,-1 0 1,1-1-1,-1 1 1,1 0-1,-1-1 1,1 1-1,-1-1 1,1 0-1,-1 0 1,0 1-1,1-1 1,-1 0-1,1 0 1,-1 0-1,0-1 1,1 1-1,-1 0 1,1-1-1,-1 1 1,1-1-1,-1 1 0,-1-2 1,1 1-171,0-1 0,1 0 0,-1 0 0,0 0 0,1 0 0,-1-1 0,1 1 0,0 0 0,0 0 0,0-1 0,0 1 0,-1-5 0,-6-24-3344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2.2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1 438 10226,'0'0'8138,"100"-193"-7954,-69 150-184,4-4-344,-4 7-688,-4-10-1001,-6 13-1880,-11 9-7009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2.5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1856,'0'0'15764,"204"127"-15636,-152-92-80,-4 5-40,0 3-8,-7 4-80,-3-4-760,11 7 231,-15-16-1415,-10-12-2137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2.9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171 1 3345,'0'0'12000,"-3"6"-11840,-8 16-21,-2-1 0,0-1 0,-2 0 0,-25 27 0,-21 30 250,59-75-388,1 0 1,-1 0-1,1 0 1,-1 0-1,1 0 1,0 1-1,0-1 1,0 1-1,1-1 1,-1 0-1,0 1 1,1-1-1,0 1 1,-1 0-1,1-1 1,0 1-1,0-1 1,0 1-1,1-1 1,-1 1-1,1-1 1,-1 1-1,2 2 1,0-2-12,0-1 0,-1 1 0,1-1-1,0 0 1,1 1 0,-1-1 0,0 0 0,1 0 0,-1 0 0,1-1 0,-1 1 0,1-1 0,0 1 0,0-1 0,0 0 0,-1 0 0,5 1 0,26 5-954,0-2 0,0-1 0,0-2 0,45-1 0,-55-1-11,-23-1 974,1 1 0,0 0 0,-1-1 0,1 1 1,-1 0-1,1-1 0,-1 1 0,1 0 0,-1-1 0,1 1 0,-1-1 1,1 1-1,-1-1 0,0 1 0,1-1 0,-1 0 0,0 1 0,1-1 1,-1 1-1,0-1 0,0 0 0,0 1 0,0-1 0,1 1 0,-1-1 1,0 0-1,0 1 0,0-1 0,0 0 0,0 1 0,-1-1 0,1 0 1,0 1-1,0-1 0,0 1 0,-1-2 0,1 1 18,1-16 385,0 13-16,-1-1 0,1 1 0,-1-1 0,0 1 0,-1-1 0,1 1 0,-1-1 0,-1-3 0,1 7 333,-1 8-387,3 42-1741,11 75 1,-4-53-2966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3.3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3849,'0'0'14171,"0"65"-14163,0-15 40,0 9-32,0 9-16,0 0-48,0-3 32,0-3-1008,0-3-233,0-15-1151,0-16-2945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3.6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19 432,'0'0'19212,"45"-3"-19140,-4 0-24,4 0-48,-4 3 0,-3-3-128,4 0-1520,-11-1-953,-10 4-1984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4.3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4425,'0'0'11658,"69"0"-11666,-38-3-568,4-3-232,3-1-616,0-2-265,-11 0-1199,-10 6-1313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4.7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 0 2721,'0'0'11823,"-6"16"-11514,3-8-257,-7 17 137,2 0-1,0 1 1,-4 35-1,10-45-35,1-1 1,0 0-1,1 0 0,4 23 0,-4-36-153,1 0 1,0-1-1,0 1 1,0-1-1,0 1 1,0-1-1,0 1 1,0-1-1,1 0 1,-1 1-1,0-1 1,1 0-1,-1 0 1,1 0-1,-1 0 1,1 0-1,0 0 1,-1-1-1,1 1 1,0-1-1,0 1 1,-1-1-1,1 1 1,0-1-1,2 0 1,55 2-2,-46-2 6,-1 0 56,10-1-315,0 2 1,1 0-1,-1 1 0,36 9 0,-51-9 108,-1 0 0,1 1-1,-1 0 1,1 0 0,-1 0 0,0 1 0,-1 0 0,1 0-1,0 1 1,-1 0 0,0-1 0,0 2 0,-1-1 0,1 1-1,-1-1 1,0 1 0,-1 0 0,0 1 0,4 6 0,-2 1-2,0 0 0,-1 0 0,0 0 1,-1 0-1,-1 1 0,0 0 0,-1-1 1,-1 1-1,0-1 0,-3 24 0,1-28 216,1-1-1,-1 0 0,-1 0 0,0 0 0,0 0 1,-1 0-1,0-1 0,-1 1 0,1-1 0,-2 0 0,1-1 1,-1 1-1,0-1 0,-1 0 0,1 0 0,-1-1 0,-10 7 1,8-7-47,-1 0 1,0-1-1,0 1 1,0-2-1,-1 0 1,0 0-1,1-1 1,-1 0-1,-1-1 1,1 0-1,0 0 1,0-2-1,-1 1 1,1-1-1,-13-2 1,0-10-1288,9-5-2706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5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1 391 5129,'0'0'10130,"169"-195"-10418,-128 148-584,4-15-576,-11 12-1025,-13 13-5409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5.5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12547,'0'0'3592,"207"140"-3592,-159-100 136,-6 0-136,-4 1 8,-4 2 8,-3 1-16,-3-7-944,0-9-248,-4-16-1136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5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11426,'0'0'3381,"26"13"-3738,80 42-13,-103-53 343,0-1-1,0 1 0,0 0 1,-1 0-1,1 0 1,-1 0-1,0 0 0,1 0 1,-1 1-1,2 3 1,-4-5 14,1-1 1,-1 1 0,0 0 0,1 0 0,-1 0 0,0 0 0,0 0 0,0 0 0,0 0 0,0 0 0,0 0 0,0 0 0,0 0 0,0 0 0,0 0 0,-1 1 0,0 5-40,1-4 71,0 1 0,0 0 0,-1 0 0,1-1 1,-1 1-1,0 0 0,0-1 0,0 1 0,0 0 0,-1-1 0,1 0 0,-1 1 0,0-1 0,0 0 0,0 0 0,0 0 0,-1 0 0,1 0 0,-1-1 0,0 1 0,0-1 0,0 1 1,0-1-1,0 0 0,0 0 0,0-1 0,-1 1 0,1-1 0,-1 1 0,-6 0 0,4-1 358,3-1 242,9 0-435,8 1-263,0 0-1,0 0 0,-1 1 1,1 1-1,-1 1 0,1 0 1,-1 0-1,0 1 0,18 10 1,-23-10-2,0 0 1,0 0 0,-1 0 0,0 1 0,0 0 0,0 1 0,0 0-1,-1 0 1,-1 0 0,1 0 0,-1 1 0,0 0 0,-1 0-1,1 1 1,3 13 0,-6-18 133,-1-1 0,0 1 0,0 0 0,0 0 0,0 0-1,-1 0 1,0 0 0,0 0 0,0 0 0,0 0 0,0 0 0,-1 1-1,0-2 1,0 1 0,0 0 0,0 0 0,-1 0 0,1 0 0,-1-1 0,0 1-1,0-1 1,-1 1 0,1-1 0,0 0 0,-1 0 0,0 0 0,0 0 0,0 0-1,0-1 1,-5 4 0,-12 7-288,0-1 0,-1 0 0,-1-2 0,1 0 0,-2-1 0,-31 7-1,29-11-3687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6.2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6753,'0'0'10899,"0"90"-10891,0-47 0,0 7 0,0 3-8,0-1-344,0 4-552,0 6-465,0-15-999,-4-10-3570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16.6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 1792,'0'0'17620,"190"-19"-17620,-149 13-72,11-3-1224,-7-1-1761,-14 1-5017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0.8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308 0 8242,'0'0'8586,"-13"15"-8464,-187 234 504,182-224-553,2 0 0,-20 39 0,31-55-79,2 0 0,-1 0-1,1 1 1,0-1-1,1 1 1,0-1 0,1 1-1,0 0 1,1-1-1,0 1 1,1 17-1,0-24-53,0-1-1,1 1 0,-1 0 0,0 0 1,1 0-1,-1-1 0,1 1 0,0-1 1,0 1-1,0-1 0,0 0 0,1 0 1,-1 0-1,1 0 0,-1 0 0,1 0 0,-1-1 1,1 1-1,0-1 0,0 0 0,0 1 1,0-2-1,0 1 0,0 0 0,0 0 1,5-1-1,13 3-403,-1-1 1,41-1-1,-41-2 196,-13 1 231,-3 1 34,-1-1 1,1 1-1,-1-1 0,0 0 1,1-1-1,-1 1 0,1-1 1,-1 1-1,0-1 0,1 0 1,-1 0-1,0 0 0,0-1 1,0 1-1,0-1 0,0 0 0,0 0 1,0 0-1,-1 0 0,1 0 1,3-4-1,45-59 1075,-51 88-180,8 147-243,-5-147-1186,1 1-1,1-1 1,1 0-1,1-1 1,12 29-1,-3-20-4586,-8-8-2207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1.2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1 473 1072,'0'0'15796,"162"-106"-15716,-121 60-16,8-4-64,-4-6-8,-1-3-520,1-6-705,-10 12-919,-18 16-2097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1.5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4121,'0'0'14427,"110"109"-14171,-68-69-152,-1 4-88,1 2-16,-1 4-16,-6 0-168,2-10-1240,5 0-441,-11-15-879,-4-12-4402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1.9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102 9 2513,'0'0'9547,"30"-2"-9479,91-4-48,-118 6-17,0-1 1,0 1-1,0 1 1,0-1-1,0 0 0,0 1 1,0-1-1,0 1 1,0 0-1,0 0 0,0 0 1,0 0-1,5 4 1,-7-4 0,0 0-1,0 0 1,0 0 0,0 1 0,-1-1 0,1 0 0,0 1-1,-1-1 1,1 0 0,-1 1 0,1-1 0,-1 1 0,0-1 0,0 1-1,1 1 1,0 4 18,1 7 20,-1-1 0,0 1 1,-1 0-1,0 0 1,-1 0-1,0 0 1,-2 0-1,1-1 1,-2 1-1,0-1 0,0 0 1,-1 0-1,-1 0 1,-10 18-1,2-10-120,0 0 0,-1-1-1,-1-1 1,0-1 0,-2 0 0,0-1 0,-27 19-1,40-32-135,0 0-1,0 0 0,0-1 0,-1 0 1,0 0-1,0 0 0,0-1 1,0 0-1,0 0 0,0 0 0,0-1 1,-1 0-1,-10 1 0,17-2 184,-1-1 0,0 1-1,1 0 1,-1 0 0,0 0-1,0 0 1,1-1 0,-1 1 0,0 0-1,1-1 1,-1 1 0,1-1-1,-1 1 1,0-1 0,1 1-1,-1-1 1,1 1 0,-1-1 0,1 1-1,0-1 1,-1 0 0,1 1-1,-1-1 1,1 0 0,-1 0-1,-4-27-211,4 21 239,1 0-1,1 0 0,-1 0 1,1 0-1,0 1 0,2-9 1,-1 12 21,0-1 1,0 1-1,0-1 1,0 1 0,1 0-1,-1-1 1,1 1-1,0 0 1,0 1-1,0-1 1,0 0-1,0 1 1,1 0-1,-1 0 1,1 0 0,-1 0-1,1 0 1,0 1-1,0 0 1,6-2-1,7 0 366,-1 1 0,0 0-1,28 1 1,-41 1-338,3 1 17,0-1-1,0 1 0,0 0 1,1 0-1,-1 1 0,-1 0 1,1 0-1,0 0 1,0 1-1,-1-1 0,6 5 1,6 5-235,-1 0 0,15 16 0,-6-5-828,11 6-2985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2.2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11803,'0'0'5241,"7"158"-5249,-3-99 8,-1 0-16,-3 0-913,0 16-775,0-20-856,0-11-4330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2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60 328,'0'0'16972,"203"-56"-16972,-155 56-544,-6 0-1521,-8-3-4672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2.9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 11827,'0'0'9414,"5"-1"-9344,35-4-161,0 2 0,76 4-1,-38 1-1485,-3-2-1717,-73 20 3197,-16 158 372,0 3-39,13-85-773,3 109-4470,0-180-2508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3.3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0 271 6705,'0'0'14620,"221"-63"-14548,-166 54-144,14 0-409,-17 3-1743,-14 3-2721</inkml:trace>
  <inkml:trace contextRef="#ctx0" brushRef="#br0" timeOffset="1">570 389 10666,'0'0'9746,"186"-187"-9746,-145 144-528,-6-1-1040,-1-5-793,-13 11-1960,-11 10-3872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3.6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3289,'0'0'17772,"97"74"-17540,-56-39-64,0 5-96,1 6-56,-1 4-16,1-3-601,6-4-399,-7-15-2032,-6-12-4458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4.0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0 968,'0'0'16628,"-24"62"-16444,24-18-96,0 9-88,-3 6 40,-1 3-32,-3 3-16,-3-3-816,-4 3-953,4-15-2032,-1-16-5977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0:24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2737,'0'0'19268,"134"-6"-19100,-75 6-56,3 0-104,4 0-16,27-3-864,-17-13-1553,-14 1-3672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38.8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0 538 208,'0'0'7006,"28"8"-6520,89 27-384,-66-21-48,2-2 1,90 8 0,80-15 55,-151-6-27,171-19 74,-38 1-134,37 15 92,260-20 750,-13-43-399,195-24-86,6 44 56,-67 43 264,338-9 518,2 1-53,-906 14-1115,-1 2 0,1 2-1,-1 3 1,0 3 0,78 26-1,-50-7 183,-3 3-1,134 78 0,-214-112-220,13 8-11,0 0 0,24 9 0,-35-16 42,0 0 0,0 0 0,0 0-1,0 0 1,0-1 0,0 1 0,0-1 0,0 1 0,1-1 0,-1 0-1,0-1 1,0 1 0,0 0 0,1-1 0,-1 0 0,0 1 0,0-1-1,0-1 1,0 1 0,5-3 0,35-33 100,-14 12-118,49-33-1,-18 23-26,3 2 0,0 3 0,2 3 0,117-32-1,-63 30-4,234-26 0,505 31 19,-558 25-7,1908-3 3,-1736 11-24,72 0-20,329-9 197,-475-28 122,-11-35 71,-199 30-291,357-47-6871,-492 73-1338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0.4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0 205 1776,'0'0'6714,"0"-7"-5885,0-15-251,0 4 2556,32 6-2193,-26 10-825,16-3-63,0 0 0,0 2 0,0 1-1,0 1 1,44 3 0,-13-1-47,123 0 54,286-9-1084,-25-60 1123,-411 63-102,-1 0 1,47-19 0,-70 23-92,-1 1 1,1-1-1,-1 0 1,0 1-1,1-1 1,-1 0-1,0 0 1,0 0-1,0 0 1,0 0-1,0 0 1,0 0-1,0-1 1,0 1-1,0 0 1,0-1 0,-1 1-1,2-3 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2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292 109 776,'0'0'11944,"-1"-12"-11451,-7-38 116,8 48-550,-1 0-1,0 1 1,0-1 0,0 0 0,0 0 0,0 1 0,0-1 0,0 0 0,0 1 0,-1 0-1,1-1 1,-1 1 0,1 0 0,-1-1 0,0 1 0,1 0 0,-1 0 0,-2-1 0,-32-8 879,30 9-736,-16-2-4,0 1 1,-1 1 0,1 1 0,-28 3-1,47-3-197,0 1-1,0-1 1,0 1-1,0 0 1,0 0-1,0 0 1,0 0-1,1 0 1,-1 1-1,0-1 1,1 1-1,-1 0 1,1-1-1,0 1 1,-1 0-1,-2 5 1,2-3-3,0 0 1,0 0-1,1 1 1,0-1-1,0 1 1,0 0 0,1 0-1,-1-1 1,0 8-1,0 7-3,0 1 0,2 0 0,0 0-1,3 19 1,3 7 6,23 80 0,-1-4-5,-20-57 212,2 108 0,-10-70-4735,0-54-715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2.3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1 141 968,'0'0'13027,"169"-81"-12915,-131 72-104,6-4-16,25 1-552,-10-1-1617,-11 1-4752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2.7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24 169 8026,'0'0'6646,"10"4"-6623,15 7-16,1-1 1,0-1-1,0-1 0,48 8 0,-62-15-34,2 0-44,0 1-1,0-2 1,0 1-1,0-2 1,0 0-1,0-1 1,18-4-1,-30 4-18,0 1-1,-1-1 0,1 1 1,0-1-1,0 0 0,-1 1 1,1-1-1,-1 0 0,0 0 0,0 0 1,1 0-1,-1-1 0,-1 1 1,1 0-1,0 0 0,0-1 1,-1 1-1,1 0 0,-1-1 1,0-2-1,1 1 8,-1-1-1,0 1 1,0-1 0,0 1-1,0-1 1,-1 1 0,0 0 0,0-1-1,0 1 1,-3-8 0,0 6 73,-1-1 0,0 1 0,0 0 0,-1 0 0,0 0 0,0 1 0,0 0 0,-1 0 0,1 1 1,-12-6-1,0 0 64,-1 1 0,-40-13 0,43 18-38,0 1 1,0 0-1,-1 1 1,1 1-1,0 0 0,-27 3 1,40-2-15,1 0 1,-1 1-1,1-1 0,-1 1 1,0 0-1,1-1 1,-1 1-1,1 0 1,0 1-1,-1-1 0,1 0 1,0 1-1,-1-1 1,1 1-1,0 0 1,0-1-1,1 1 0,-1 0 1,0 0-1,1 1 1,-1-1-1,1 0 1,-1 0-1,1 1 0,0-1 1,0 1-1,0-1 1,0 1-1,1-1 1,-1 1-1,0 3 0,1-1-111,0-1 0,0 0 0,0 1 0,0-1 0,1 0 0,-1 0 0,1 1 0,0-1 0,0 0 0,1 0 0,-1 0 0,1 0 0,0 0 0,0-1 0,1 1 0,-1 0 0,1-1 0,4 5 0,26 18-3408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3.1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87 1088,'0'0'10390,"5"29"-10371,14 88-16,-16-103-3,5 29 11,5-24-18,-13-18 2,0-1 1,1 0-1,-1 1 0,0-1 1,0 0-1,0 1 0,1-1 1,-1 0-1,0 0 0,0 1 1,0-1-1,1 0 0,-1 0 1,0 1-1,1-1 1,-1 0-1,0 0 0,0 0 1,1 0-1,-1 1 0,0-1 1,1 0-1,-1 0 0,0 0 1,1 0-1,-1 0 0,1 0 1,-1 0-1,0 0 1,1 0-1,-1 0 0,0 0 1,1 0-1,-1 0 0,0 0 1,1-1-1,-1 1 0,0 0 1,1 0-1,-1 0 0,0 0 1,0 0-1,1-1 1,-1 1-1,0 0 0,1 0 1,-1-1-1,0 1 0,0 0 1,0 0-1,1-1 0,-1 1 1,0 0-1,0-1 1,0 1-1,0 0 0,1-1 1,-1 1-1,0 0 0,0-1 1,0 1-1,0 0 0,0-1 1,0 1-1,0 0 0,0-1 1,0 1-1,0-1 1,1-26 47,-1 25-48,-8-179 904,7 155-453,0 16-253,1-22 292,0 31-480,0 0 0,0 0 0,1 0 0,-1 0 0,0 0 0,1 0 0,-1 0 0,1 0 0,-1 1 0,1-1 0,0 0 0,-1 0 0,1 0 0,0 1 0,-1-1 0,1 0 0,0 1 0,0-1 0,0 0 0,-1 1 0,1-1-1,0 1 1,0 0 0,0-1 0,0 1 0,0 0 0,1-1 0,26-2-85,0 1-1,0 1 1,29 2-1,-8 1-965,-1-2-1452,-8 0-2155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3.6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3745,'0'0'8472,"12"23"-8692,40 78-38,-48-93 242,0 0 1,-1 1 0,0-1 0,0 1 0,-1 0 0,0 0 0,-1 0 0,1 16 0,-2-18 13,0-1 0,1 0-1,0 0 1,0 0 0,4 11-1,-5-17 2,0 0 1,0 1-1,0-1 0,0 0 0,0 0 1,0 0-1,0 0 0,0 1 1,0-1-1,0 0 0,0 0 0,0 0 1,0 0-1,1 0 0,-1 1 0,0-1 1,0 0-1,0 0 0,0 0 1,0 0-1,0 0 0,1 0 0,-1 0 1,0 0-1,0 1 0,0-1 0,0 0 1,1 0-1,-1 0 0,0 0 0,0 0 1,0 0-1,0 0 0,1 0 1,-1 0-1,0 0 0,0 0 0,0 0 1,0 0-1,1 0 0,-1 0 0,0 0 1,0 0-1,0-1 0,0 1 0,1 0 1,-1 0-1,0 0 0,0 0 1,0 0-1,0 0 0,0 0 0,0 0 1,1-1-1,-1 1 0,0 0 0,0 0 1,0 0-1,0 0 0,0 0 1,0-1-1,6-11-45,6-43 119,7-23 149,-17 71-204,1 0 0,0 0 0,0 0 0,1 1 0,0-1 0,0 1 0,0 0 0,9-9 0,-12 14-15,0 0-1,0 0 1,0-1 0,0 1 0,0 0 0,0 0 0,1 0 0,-1 0 0,0 0 0,1 0 0,-1 0 0,1 1 0,-1-1 0,1 1 0,-1-1 0,1 1 0,0-1 0,-1 1 0,1 0 0,0 0 0,-1-1 0,1 1-1,0 0 1,-1 1 0,1-1 0,-1 0 0,1 0 0,0 1 0,-1-1 0,1 1 0,-1 0 0,1-1 0,-1 1 0,1 0 0,-1 0 0,1 0 0,-1 0 0,0 0 0,0 0 0,1 0 0,-1 0 0,0 0 0,2 3 0,3 7 9,1-1 0,-1 1 1,-1 0-1,9 22 1,-7-13 16,3 3-44,-4-9-125,0 0 0,1-1 0,9 15 0,-13-26-49,-2-14 217,-1 5 23,0 0 0,1 0 1,0-1-1,1 1 0,-1 0 1,2 1-1,-1-1 0,0 0 0,1 1 1,1-1-1,-1 1 0,1 0 1,0 0-1,0 0 0,1 0 1,-1 1-1,1 0 0,9-7 1,-6 6-46,0 0 0,1 0 1,0 1-1,0 0 1,0 1-1,1 0 1,-1 0-1,1 1 1,0 1-1,0-1 1,0 2-1,16-2 1,-22 2-6,0 1 0,0 0 1,0 0-1,0 0 1,0 1-1,0-1 0,0 1 1,0 0-1,0 0 0,0 1 1,0-1-1,0 1 1,6 3-1,-6-1 1,-1-1-1,0 0 1,0 1-1,0 0 1,0 0 0,-1-1-1,1 2 1,-1-1 0,0 0-1,0 0 1,2 10-1,4 13-66,-2 0-1,5 52 0,-4-20-2416,-3-41-1559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4.0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53 0 888,'0'0'11380,"19"21"-11220,59 67-33,-71-81-93,0 2-1,0-1 1,9 18 0,1-5-5,-16-21 112,-1-2-127,0 0 0,1-1 0,-1 1 0,0 0-1,0 0 1,-1-1 0,1 1 0,0 0 0,-1-1 0,1 1 0,-1 0 0,0 0-1,1 0 1,-3-4 0,0 4 4,0-1 1,1 1-1,-1 0 1,0 0-1,-1 0 0,1 0 1,0 0-1,0 1 0,-1-1 1,1 1-1,-1 0 0,1 0 1,-1 0-1,0 1 1,1-1-1,-5 1 0,-7-1 220,-1 1-1,-21 2 0,34-1-199,-1 0-1,1 0 0,-1 0 0,1 0 0,0 1 0,-1 0 0,1-1 1,0 1-1,0 0 0,0 1 0,0-1 0,1 0 0,-1 1 1,1 0-1,-1 0 0,1-1 0,0 1 0,0 0 0,0 1 1,0-1-1,1 0 0,-1 0 0,0 5 0,0-4-21,1-1 0,0 0 1,0 1-1,1-1 0,-1 1 0,1-1 0,-1 0 0,1 1 0,0-1 0,0 1 1,1-1-1,-1 1 0,1-1 0,0 1 0,-1-1 0,2 0 0,-1 1 0,0-1 1,1 0-1,-1 0 0,1 0 0,0 0 0,0 0 0,4 4 0,-1-3-19,-1-1-1,1 0 0,0 0 0,0-1 1,0 1-1,0-1 0,0 0 0,1-1 0,-1 1 1,1-1-1,8 1 0,64 0-615,-66-3 404,54-4-1865,-6-14-2394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4.9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367 38 1032,'0'0'15536,"-17"-7"-15150,4 2-294,1 0 4,0 1-1,-1 0 1,0 0-1,0 1 1,0 1-1,0 0 1,-17 0-1,18 3 0,0 0-1,0 0 0,0 1 0,0 0 0,1 1 0,-1 1 1,1 0-1,0 0 0,0 1 0,0 1 0,-18 12 0,24-15-61,0 1-1,1-1 0,-1 1 1,1 0-1,0 1 0,0-1 0,1 1 1,-1-1-1,1 1 0,0 0 1,0 1-1,1-1 0,-1 0 0,1 1 1,0-1-1,1 1 0,-1 0 1,1-1-1,0 1 0,1 0 1,-1 0-1,1 0 0,0 0 0,1 0 1,0 0-1,1 6 0,-1-8-54,1 0-1,0 0 0,0 0 1,0 0-1,0 0 1,0-1-1,1 1 0,0-1 1,0 0-1,0 1 0,0-1 1,0-1-1,0 1 1,1 0-1,0-1 0,-1 0 1,1 0-1,0 0 1,0 0-1,0 0 0,0-1 1,7 2-1,4 1-164,1-1 0,1 0-1,-1-1 1,27 0 0,-31-2-11,-1 0 0,1-1-1,-1 0 1,0-1 0,1 0 0,-1-1 0,20-7 0,-24 6 118,0 0 0,0 0-1,-1-1 1,1 0 0,-1 0 0,0 0 0,-1 0 0,1-1 0,-1 0 0,0-1 0,-1 1 0,6-10 0,-5 5 304,0 0 0,-1-1 1,0 0-1,0 0 0,-1 0 0,-1 0 0,0 0 0,-1-1 1,0 1-1,-2-16 0,8 55-217,1 0 1,2 0-1,15 33 1,-9-25 2,12 42 1,-21-45-14,-1 1 1,-1 0 0,-2 0 0,-2 39 0,0-64 4,-1-1-1,0 1 1,-1-1 0,0 0-1,0 1 1,0-1 0,-1 0-1,0 0 1,0 0 0,-1 0-1,0 0 1,0 0 0,-1-1-1,0 0 1,0 0 0,0 0-1,-1 0 1,0 0 0,0-1-1,0 0 1,-1 0 0,0 0-1,0-1 1,0 0 0,0 0-1,-1 0 1,-13 4 0,10-4 6,0-1 1,0 0-1,0 0 1,-1-1-1,1-1 0,-1 1 1,0-2-1,1 0 1,-1 0-1,-13-2 1,21 1-8,0 0 1,1 1 0,-1-1-1,1-1 1,-1 1-1,1 0 1,-1 0-1,1-1 1,0 1-1,0-1 1,0 0-1,0 0 1,0 0-1,0 0 1,0 0 0,1 0-1,-1 0 1,1-1-1,-1 1 1,1 0-1,0-1 1,0 1-1,0-1 1,0 0-1,1 1 1,-1-1-1,0-4 1,-1-8-26,1 1 0,0 0 0,2-28 0,0 34-40,0-1 0,1 1 0,0 0 0,0 0 1,0 0-1,1 0 0,1 0 0,-1 0 1,1 1-1,6-9 0,-1 4-93,0 1 0,1-1 0,0 2 0,1-1 0,14-10 0,14-5-218,0 1-1,72-33 0,-99 52 394,28-14-107,4 0-90,-1-2-1,-1-2 1,64-48-1,-103 70 136,0 0 0,0 0-1,-1 0 1,1-1 0,-1 1-1,0-1 1,0 1 0,0-1 0,0 0-1,0 0 1,-1 0 0,1 0-1,-1 0 1,0 0 0,0 0 0,0 0-1,0 0 1,0-1 0,-1 1-1,1 0 1,-1-1 0,0 1 0,0-6-1,-1 8 59,0 0-1,1 0 0,-1 0 0,0 0 1,1 0-1,-1 1 0,0-1 1,0 0-1,0 0 0,1 1 0,-1-1 1,0 1-1,0-1 0,0 1 1,0-1-1,0 1 0,0-1 1,0 1-1,0 0 0,-1 0 0,1-1 1,0 1-1,0 0 0,0 0 1,0 0-1,-1 0 0,-39 0 403,32 0-293,-4 0 53,0 1-1,0 0 1,0 0 0,0 1 0,1 1-1,-23 8 1,29-9-91,0 1 0,0 0 1,0 1-1,0-1 0,0 1 0,1 0 0,0 1 0,0-1 0,0 1 0,0 0 1,1 1-1,0-1 0,0 1 0,-6 11 0,7-11-60,1 0 1,-1 1-1,1-1 1,0 1-1,1 0 0,-1-1 1,1 1-1,1 0 1,-1 0-1,1 0 0,0 0 1,1 0-1,0 0 1,0 0-1,0-1 0,1 1 1,0 0-1,0-1 1,1 1-1,0-1 0,0 0 1,0 0-1,6 7 1,-4-5-120,2 0 1,-1-1-1,1 0 1,0 0-1,0 0 1,1-1-1,0 0 1,0-1 0,1 0-1,-1 0 1,1 0-1,0-1 1,0-1-1,0 0 1,1 0 0,11 2-1,6-2-1425,50-2 1,-46-2-725,23 1-5706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5.7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1 469 2272,'0'0'9959,"6"17"-9798,-2-4-146,6 16 18,2-1 0,0 0 1,19 30-1,-31-58-30,0 0 1,0-1-1,0 1 1,0 0-1,0 0 1,0-1-1,0 1 1,0 0-1,0 0 0,0 0 1,1-1-1,-1 1 1,0 0-1,0 0 1,0 0-1,0-1 0,0 1 1,1 0-1,-1 0 1,0 0-1,0 0 1,0-1-1,1 1 1,-1 0-1,0 0 0,0 0 1,0 0-1,1 0 1,-1 0-1,0 0 1,0 0-1,1 0 1,-1 0-1,0 0 0,0 0 1,1 0-1,-1 0 1,0 0-1,0 0 1,1 0-1,-1 0 1,0 0-1,0 0 0,1 0 1,-1 0-1,0 0 1,0 0-1,0 0 1,1 0-1,-1 1 0,0-1 1,0 0-1,0 0 1,1 0-1,-1 0 1,0 1-1,0-1 1,0 0-1,0 0 0,0 0 1,1 1-1,-1-1 1,0 0-1,0 0 1,0 1-1,0-1 0,3-22 50,-3 20-47,0-8-30,11-105 505,-9 101-298,1-1-1,0 1 1,1 0 0,1 1-1,12-26 1,-15 36-184,0 1 1,0-1-1,1 1 0,-1 0 1,1 0-1,-1 0 0,1 0 1,0 0-1,0 1 1,-1-1-1,1 1 0,0 0 1,1 0-1,-1 0 1,0 0-1,0 0 0,0 1 1,0-1-1,1 1 1,-1 0-1,0 0 0,7 1 1,-1 0-151,1 0 1,-1 0-1,1 1 0,-1 0 1,1 1-1,13 6 1,169 80-3193,-186-86 3484,1 0 0,-1 0-1,0 1 1,0 0-1,0 0 1,-1 0-1,0 1 1,0 0 0,0 0-1,0 0 1,-1 1-1,1-1 1,-1 1-1,5 10 640,-83-17 1248,37 2-1724,34-1-252,0 0-1,0 0 1,0 0 0,0 1-1,0-1 1,-1 1 0,1-1-1,0 1 1,0 0-1,0 0 1,0 1 0,1-1-1,-1 1 1,0-1-1,1 1 1,-1 0 0,1 0-1,-1 0 1,-3 5 0,3-3-7,1 0 1,0 0 0,0 1 0,0-1 0,0 1 0,1-1-1,0 1 1,0 0 0,0-1 0,0 1 0,1 0 0,0 8 0,0-10-43,0 0 1,0 0 0,1-1 0,-1 1-1,1 0 1,0-1 0,-1 1 0,1 0 0,0-1-1,0 1 1,1-1 0,-1 0 0,1 1-1,-1-1 1,1 0 0,0 0 0,2 3-1,0-2-1,0 0 0,0 0 0,0-1 0,0 1 0,0-1 0,1 0 0,-1 0 0,1-1 0,6 3 0,0-2-9,1 0 0,0-1 0,0 0 0,0 0 0,0-1 0,0-1 0,19-3 1,-19 0-50,0 1 1,-1-2-1,0 0 0,0 0 1,0-1-1,0 0 1,-1-1-1,0 0 1,-1-1-1,14-14 1,7-9-221,42-56 1,-54 63 317,-1-1 0,-2-1 0,0 0 0,-2-1 1,-1-1-1,-1 0 0,-1 0 0,-2-1 0,-1 0 0,-1 0 0,-1-1 0,-2 0 0,0-37 0,-4 2 136,0 64-154,1-1 0,0 1 0,-1 0 0,1 0 1,-1 0-1,0 0 0,1 0 0,-1 0 0,0 0 0,0 0 1,0 0-1,1 1 0,-1-1 0,0 0 0,0 0 0,0 1 1,0-1-1,0 1 0,0-1 0,-1 1 0,1-1 0,0 1 1,0-1-1,0 1 0,0 0 0,-1 0 0,1 0 0,0 0 1,0 0-1,0 0 0,-1 0 0,1 0 0,-2 1 0,0-1-9,-1 0 0,1 1-1,0-1 1,0 1 0,0 0-1,0 0 1,0 1 0,0-1-1,0 0 1,0 1 0,0 0-1,-4 4 1,1 0-8,1 1 0,0 0 0,0 0-1,0 1 1,1-1 0,1 1 0,-1 0 0,1 0 0,0 0 0,1 1-1,0-1 1,-1 10 0,-1 15 51,2 62 0,2-65-16,1-12-55,1 1 0,1-1 0,0 1 0,2-1 0,0 0 0,0 0 0,2-1 0,0 0 1,1 0-1,1 0 0,1-1 0,0 0 0,1-1 0,0-1 0,2 1 0,-1-2 0,2 0 0,17 14 0,-22-21-181,0 0 0,0 0 0,0-1 0,1 0 0,0-1 0,0 0 0,0-1 0,0 0 0,12 1 0,8 0-1308,55 1 0,-66-5 871,55 1-4451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6.5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345 454 1112,'0'0'13030,"-8"-1"-10541,-44-4-2254,52 5-234,-54-5 574,-72 4-1,121 2-559,1-1 0,0 1 1,-1-1-1,1 1 0,0 0 0,0 1 1,0-1-1,0 1 0,0 0 0,0 0 1,0 0-1,0 0 0,1 1 0,-1-1 1,1 1-1,0 0 0,0 0 1,0 0-1,0 1 0,-4 6 0,3-3-1,1 0 0,0 0 0,1 0 0,-1 0 0,1 1-1,1-1 1,-1 1 0,1-1 0,1 1 0,0 0 0,0 8 0,0-11-15,1 0 1,0-1 0,0 1 0,0 0 0,0-1-1,1 1 1,0-1 0,-1 1 0,2-1 0,-1 0-1,0 0 1,1 0 0,0 0 0,0-1 0,0 1-1,0-1 1,1 1 0,0-1 0,-1 0 0,1 0-1,0-1 1,0 1 0,0-1 0,1 0 0,5 2-1,4 1 2,0 0 0,1-1 0,0-1-1,-1-1 1,1 0 0,30 0 0,-38-2 4,1 0 1,-1-1-1,0 0 1,0 0-1,1-1 0,-1 0 1,0 0-1,0 0 1,-1-1-1,1 0 1,0-1-1,-1 0 1,0 0-1,7-5 1,-5 2 0,-1-1-1,0 1 1,0-1 0,-1 0 0,0-1 0,0 1-1,-1-1 1,-1 0 0,8-18 0,-6 7 4,0 1 0,-1-2 0,-1 1 0,2-31 1,-3-83 21,-4 91-35,1 16 13,-1 1-1,-1 0 1,-2-1 0,0 1 0,-2 0 0,-1 1 0,-13-32-1,18 53-9,2 3-4,0 0 0,0 0 0,-1 0 1,1 0-1,0 0 0,-1 0 1,1 0-1,-1 0 0,1 0 1,-1 1-1,1-1 0,-1 0 1,0 0-1,1 1 0,-1-1 0,0 0 1,0 1-1,0-1 0,-1-1 1,1 4-33,1-1-1,-1 0 1,0 0 0,1 0 0,0 1 0,-1-1 0,1 0-1,0 0 1,0 1 0,-1-1 0,1 0 0,0 1 0,0-1 0,0 0-1,1 1 1,-1 1 0,0 2-37,0 1 68,-1 26-179,2 0-1,0 0 0,2-1 1,2 1-1,15 57 0,-3-43-568,42 80 0,-46-103-517,2 0 0,0-1-1,1-1 1,37 38 0,-18-31-5743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6.9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98 0 912,'0'0'14075,"25"23"-13952,76 69-34,-95-87-86,0 0-1,0 1 0,-1 0 0,0 0 1,-1 0-1,8 11 0,4 4 736,-20-22-672,0 0 1,1 0-1,-1 0 1,0-1-1,0 1 1,1-1-1,-1 0 0,1 0 1,-6-4-1,-5-3-17,-1 1 20,-1 2-1,0 0 0,0 1 1,0 0-1,-1 2 1,1 0-1,-1 0 1,0 2-1,-27 0 0,42 2-60,0-1 0,0 0-1,1 1 1,-1-1 0,0 1-1,1-1 1,-1 1 0,1 0-1,-1-1 1,0 1 0,1 0-1,0 0 1,-1 0 0,1 0 0,0 1-1,-1-1 1,1 0 0,0 1-1,0-1 1,0 0 0,0 1-1,0-1 1,1 1 0,-1 0-1,0-1 1,1 1 0,-1-1-1,1 1 1,-1 0 0,1 0-1,0-1 1,0 1 0,0 0-1,0 0 1,0-1 0,0 1-1,0 0 1,1-1 0,-1 1-1,0 0 1,1-1 0,0 1-1,-1 0 1,1-1 0,0 1-1,0-1 1,0 1 0,1 1-1,2 1-2,0 1 0,0-1 0,0 0 0,1 0 0,0 0 0,0-1 0,0 0 0,0 0 0,0 0 0,1 0 0,-1-1 0,1 0 0,-1 0 0,11 2 0,7 1 1,0-2 0,34 3-1,-36-5-332,-1-1-1,0 0 0,1-1 1,-1-2-1,0 0 0,0-1 1,0 0-1,-1-2 0,1-1 0,30-14 1,0-5-3205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7.3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302 76 4297,'0'0'15862,"-30"-13"-15017,-95-39-446,121 50-376,-1 1 0,1-1 1,0 1-1,-1 0 0,1 0 0,-1 0 0,1 0 0,-1 1 0,1 0 0,-1 0 0,-5 1 0,8-1-12,0 1 0,0 0 0,1 0 0,-1 0 0,0 0 0,0 1-1,1-1 1,-1 0 0,0 1 0,1-1 0,0 1 0,-1-1-1,1 1 1,-1 1 0,-3 4 12,-2 3-5,0 0 1,1 0-1,0 1 0,1 0 0,1 0 1,-1 1-1,2-1 0,-1 1 0,2 0 1,0 0-1,-1 13 0,0 22-39,4 69 1,0-97 7,3 14-280,1 0-1,1 0 0,2-1 0,2 0 0,17 42 0,-10-30-2402,16 67 1,-30-95 100,-2 1 1,1 31 0,-2-30-4500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7.7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0 149 1696,'0'0'12904,"31"-14"-12635,99-42-141,-122 53-123,1 0-1,-1 0 1,0 1 0,1 0 0,0 1 0,-1 0 0,1 0 0,0 1 0,12 1 0,2 0 10,126-1-186,-148 0 160,0-1 0,0 1 0,-1-1-1,1 1 1,0-1 0,0 1 0,-1-1 0,1 1 0,-1-1 0,1 0 0,0 1 0,-1-1-1,1 0 1,-1 1 0,0-1 0,1 0 0,-1 0 0,1 0 0,-1 1 0,0-1-1,0 0 1,0 0 0,1 0 0,-1 0 0,0 1 0,0-1 0,0 0 0,0 0 0,0 0-1,0 0 1,-1 0 0,1 0 0,0 1 0,0-1 0,-1-1 0,1-5 695,7 16-500,2 5-118,0 0-1,1 0 1,1 0-1,20 19 1,-26-29-104,0 1 0,1-1 0,-1-1 0,1 1 0,0-1 0,0 0 0,0 0 0,0 0 0,1-1 0,-1 0 0,1-1 0,-1 1 0,1-1 0,0 0 0,7-1 0,-11 1 28,1-1-1,0 0 1,-1 0-1,1 0 1,-1-1 0,1 1-1,-1-1 1,1 0 0,-1 0-1,0 0 1,1 0-1,-1-1 1,0 1 0,0-1-1,0 0 1,0 0 0,0 0-1,0 0 1,0-1 0,-1 1-1,1-1 1,-1 1-1,0-1 1,0 0 0,0 0-1,0 0 1,0 0 0,-1 0-1,1 0 1,1-7-1,2-4 169,-1 0 0,0-1-1,-1 1 1,0-1-1,0-24 1,-3 50-247,2-1 0,-1 0 0,1 1 0,0-1-1,1 0 1,1 0 0,-1-1 0,1 1 0,1-1 0,0 1 0,0-1 0,1-1 0,0 1-1,1-1 1,0 0 0,0-1 0,0 1 0,1-1 0,0-1 0,0 1 0,18 9 0,10 1-2531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8.1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 7178,'0'0'8727,"17"21"-8670,52 63-92,-63-77-2,-1 0-1,0 0 1,0 0 0,-1 0-1,1 1 1,-2-1-1,5 12 1,0 2-52,-8-20 88,0-1-1,0 1 1,0-1-1,1 0 1,-1 1 0,0-1-1,0 0 1,0 1-1,0-1 1,1 0-1,-1 1 1,0-1-1,0 0 1,1 1-1,-1-1 1,0 0 0,1 0-1,-1 1 1,0-1-1,1 0 1,-1 0-1,0 0 1,1 1-1,-1-1 1,1 0-1,-1 0 1,0 0 0,1 0-1,-1 0 1,1 0-1,-1 0 1,0 0-1,1 0 1,-1 0-1,1 0 1,-1 0-1,0 0 1,1 0 0,-1 0-1,1 0 1,-1-1-1,0 1 1,1 0-1,-1 0 1,0 0-1,1-1 1,-1 1-1,0 0 1,1 0 0,-1-1-1,0 1 1,0 0-1,1-1 1,-1 0-1,23-45 57,-18 33-32,0 0-1,15-22 0,-13 25-18,0 1 0,1 0 0,0 0 1,0 1-1,1 0 0,10-7 0,-14 11 0,1 1-1,0-1 0,-1 1 0,1 0 0,1 1 0,-1 0 0,0 0 1,1 0-1,-1 1 0,1 0 0,-1 0 0,9 0 0,-13 1-2,0 1 0,0-1 0,1 1 0,-1-1 0,0 1 0,0 0 0,0 0 0,0 0 0,0 0 0,0 0 0,0 0 0,0 0 0,0 1 0,0-1 0,0 1 0,-1 0 0,1-1 0,-1 1 0,1 0 0,-1 0 0,0 0 0,0 0 0,0 0 0,0 0 0,0 0 0,0 0 0,-1 0 0,2 3 0,1 10 8,1-1 1,-2 1-1,2 19 1,-2-16-10,0 6-182,-1-12 294,0-1-1,1 1 0,0 0 1,4 12-1,-5-22-209,-1 0-1,1 0 1,0 0 0,0 0-1,0-1 1,0 1 0,0 0 0,0 0-1,0-1 1,1 1 0,-1 0 0,1-1-1,-1 0 1,1 1 0,0-1-1,-1 0 1,1 0 0,0 0 0,0 0-1,0 0 1,0 0 0,0 0-1,0-1 1,0 1 0,0-1 0,0 1-1,0-1 1,3 0 0,9 0-4511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8.5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17 912,'0'0'13459,"-15"-3"-12951,-51-9-70,62 11-351,1 1 1,0 0 0,0-1 0,0 1-1,-1 0 1,1 1 0,0-1 0,0 0-1,0 1 1,-1 0 0,1 0 0,0 0 0,0 0-1,0 0 1,0 1 0,1-1 0,-1 1-1,0 0 1,1 0 0,-1 0 0,1 0-1,-1 0 1,1 1 0,0-1 0,0 1-1,0-1 1,0 1 0,1 0 0,-1 0-1,1-1 1,0 1 0,-1 0 0,0 4 0,-1 7 42,-1-1 0,2 0 0,0 1 0,0 0 0,1 22 0,1-24-125,0-1-1,1 0 0,0 1 0,1-1 1,0 0-1,1 0 0,0 0 0,7 17 0,-7-24-75,0 1 0,-1-1-1,2 1 1,-1-1-1,0 0 1,1 0-1,0 0 1,0-1-1,0 1 1,0-1 0,1 0-1,-1-1 1,1 1-1,0-1 1,-1 1-1,1-1 1,0-1 0,1 1-1,-1-1 1,0 0-1,8 1 1,2 0-406,0-1 0,0-1 0,0 0 0,-1-1-1,1-1 1,24-5 0,15-18-3201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9.1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0 936,'0'0'10832,"24"22"-10260,76 70-72,-91-84-247,1 1 0,-1-2 0,18 12 0,-7-5 738,-22-11 67,-10-1-837,-13-1-232,10-1 29,-1 0 0,0 1 0,0 0 0,1 2 0,-30 7 0,40-8-5,0 0 0,0 1-1,0-1 1,1 1 0,-1 0-1,1 0 1,0 0 0,-1 0-1,2 1 1,-1 0 0,0 0-1,1 0 1,0 0 0,0 0-1,0 1 1,0-1 0,1 1-1,-1 0 1,1 0 0,1 0 0,-3 9-1,2-9-30,1 0 0,0 1 0,0 0 0,1-1 0,-1 1 0,1-1 0,1 1 0,-1-1 0,2 7 0,-2-10-32,1 0 1,-1 0-1,1 0 1,0 0-1,0-1 1,0 1-1,0 0 1,0 0-1,1 0 1,-1-1-1,0 1 1,1-1-1,0 1 1,-1-1-1,1 0 1,0 1-1,-1-1 1,1 0 0,0 0-1,0 0 1,0-1-1,0 1 1,0 0-1,0-1 1,3 1-1,4 1-275,0 0-1,1-1 1,-1-1-1,0 1 1,0-1 0,1-1-1,-1 0 1,0 0-1,13-4 1,-13 2-333,0-1 1,-1 1-1,1-2 1,-1 1-1,0-1 0,-1 0 1,1-1-1,-1 1 1,10-11-1,-9 7-264,-1 1 0,0-1 0,8-13 0,14-30 3685,-8 23 5452,-14 58-6943,-4-17-985,0-1-1,1 1 1,0 0 0,1-1-1,0 0 1,1 0 0,0 0 0,11 14-1,-14-20-240,1-1-1,0 1 0,1-1 0,-1 0 1,1 0-1,0 0 0,-1-1 1,2 0-1,-1 0 0,0 0 0,1 0 1,-1-1-1,1 0 0,0 0 1,-1-1-1,1 1 0,0-1 0,0 0 1,7-1-1,-7 1-41,0-1 0,0-1 1,0 1-1,0-1 0,-1 0 0,1 0 1,0-1-1,0 1 0,-1-1 0,1-1 0,-1 1 1,0-1-1,0 0 0,0 0 0,0 0 0,0-1 1,0 0-1,-1 0 0,0 0 0,0 0 1,0-1-1,0 1 0,-1-1 0,5-9 0,-1 3 18,-1-1 0,-1 0 0,0 0 0,-1 0 0,0-1 0,0 1 0,-2-1 0,1 0 0,-2 0 0,0 0 0,0-21 0,-1 31-4,0 0-1,-1 0 0,1 0 0,0 0 0,-1 0 0,0 0 1,1 0-1,-1 0 0,0 1 0,-1-1 0,1 0 0,0 1 1,-1-1-1,1 1 0,-1-1 0,0 1 0,0 0 0,0 0 1,0 0-1,0 0 0,-1 0 0,1 0 0,-1 0 0,1 1 1,-1-1-1,1 1 0,-1 0 0,0 0 0,0 0 0,1 0 1,-5-1-1,-9-1-258,0 1 1,0 1-1,-1 0 0,-26 2 1,13 0-786,-41-1-3205,43 0-892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49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455 115 14147,'0'0'7026,"221"-77"-6922,-176 61-104,-14 0-521,-14 10-943,-58 12-12435</inkml:trace>
  <inkml:trace contextRef="#ctx0" brushRef="#br0" timeOffset="1">0 1000 3121,'0'0'16299,"17"186"-16299,-17-152-2344,0-9-6418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0.0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0 856,'0'0'17408,"8"8"-16200,-7-7-1180,5 6 147,1 0 0,-1 0 0,0 0 0,-1 1 1,1 0-1,-2 0 0,1 1 0,6 16 0,5 39 122,-3-1 0,7 93-1,0 1-4261,-17-144 786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0.3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89 1 24,'0'0'16218,"20"6"-15911,62 21-195,-75-24-105,0 0 1,-1 1-1,0-1 0,0 2 1,0-1-1,0 1 0,-1 0 1,0 0-1,0 0 0,0 1 1,0-1-1,-1 1 1,0 1-1,0-1 0,-1 0 1,0 1-1,0 0 0,0 0 1,-1 0-1,0 0 0,0 0 1,-1 0-1,0 0 1,0 1-1,-1-1 0,0 12 1,-1-16-5,1 0 0,0-1 0,-1 1 0,0 0 0,1-1 0,-1 1 1,0-1-1,-1 1 0,1-1 0,0 1 0,-1-1 0,1 0 0,-1 0 1,1 1-1,-1-1 0,0 0 0,0-1 0,0 1 0,0 0 0,-1-1 1,1 1-1,0-1 0,-1 1 0,-2 0 0,-8 4 24,-1-1-1,1 0 0,-21 4 1,16-4-19,-143 37-5109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0.8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0 244 8306,'0'0'7155,"7"18"-7119,19 53-7,-25-68-29,0-1 1,0 0-1,0 1 1,0-1-1,0 0 0,0 0 1,1 0-1,-1 0 0,4 3 1,-5-5-1,0 1 0,1-1 0,-1 0 0,0 0 1,1 0-1,-1 0 0,0 0 0,0 0 0,1 0 0,-1 1 0,0-1 0,1 0 1,-1 0-1,0 0 0,1 0 0,-1 0 0,0 0 0,0 0 0,1-1 0,-1 1 1,0 0-1,1 0 0,-1 0 0,0 0 0,0 0 0,1 0 0,-1-1 0,0 1 1,1 0-1,-1 0 0,0 0 0,0 0 0,0-1 0,1 1 0,-1 0 1,0 0-1,0-1 0,0 1 0,1-1 0,9-30 16,-10 28-12,13-70 25,-7 36 6,12-43-1,-16 70-54,2 1 1,0-1-1,0 0 0,0 1 0,1 0 1,1 0-1,0 0 0,13-15 0,-14 21-44,-1-1 0,1 1 0,0 0 1,0 0-1,1 0 0,-1 1 0,0 0 0,1 0 0,0 0 0,-1 1 0,1 0 0,0 0 0,0 0 0,0 1 0,-1 0 0,1 0 0,7 1 0,-9-1 34,-1 1 0,0-1 0,0 1 0,0 0 0,1 0 0,-1 0 0,0 0 0,0 1 0,0-1 0,0 1-1,-1-1 1,6 5 0,33 33-447,-3-3-435,-11-19-346,-5-9-1490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1.1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1 289 12963,'0'0'6233,"134"168"-8553,-113-159-153</inkml:trace>
  <inkml:trace contextRef="#ctx0" brushRef="#br0" timeOffset="0.99">184 0 13675,'0'0'2424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1.7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0 856,'135'163'7216,"-104"-130"-2667,-28-33-4395,0 0-1,0 0 0,0 0 1,0 0-1,0 1 0,0-1 1,-1 1-1,1 0 0,0 0 1,0 0-1,-1 0 1,1 1-1,3 1 0,-2 0-160,-1 1 0,0-1 0,0 1 0,0-1 1,-1 1-1,1 0 0,-1 0 0,3 7 0,2 9 28,-1-1 0,0 2-1,-2-1 1,0 0 0,-1 1 0,-1 0 0,-1-1 0,-2 25 332,1-49 304,2-5-607,1-17 51,2 0 0,1 1 1,1 0-1,11-28 0,-16 47-150,1 0-1,-1 1 1,1 0-1,1-1 1,-1 1-1,1 0 1,-1 0-1,1 1 1,1-1-1,-1 1 1,1 0-1,-1 0 1,1 1-1,0-1 1,1 1-1,-1 0 1,1 0-1,-1 1 1,1-1-1,0 1 1,0 1-1,0-1 1,0 1-1,7-1 1,-10 2 32,-1 0 0,1-1 0,0 1 1,0 0-1,0 1 0,0-1 0,0 0 0,-1 1 0,1 0 1,0 0-1,0 0 0,-1 0 0,5 2 0,-6-2 15,1 1 0,0 0 0,-1 0 0,1 0 0,-1 0 0,0 0 0,1 0 0,-1 0 0,0 0 0,0 0 0,-1 1 0,1-1 0,0 0 0,-1 1 1,1-1-1,-1 4 0,2 12-7,-1 1 1,-1 26-1,-1-27 139,1 1-1,3 25 0,-3-43-91,0-1 0,0 0 0,0 0-1,0 1 1,0-1 0,0 0 0,0 1-1,0-1 1,0 0 0,0 0 0,0 1-1,0-1 1,0 0 0,0 1 0,0-1 0,0 0-1,1 0 1,-1 0 0,0 1 0,0-1-1,0 0 1,0 0 0,1 1 0,-1-1-1,0 0 1,0 0 0,0 0 0,1 0-1,-1 1 1,0-1 0,0 0 0,1 0-1,-1 0 1,0 0 0,1 0 0,-1 0 0,8-8 647,8-22-403,-14 25-250,10-18-5,0 1 1,2 0-1,23-30 1,-26 40-32,0-1 0,0 1 0,2 1 0,-1 0 0,1 1 0,22-13 0,-29 20-6,0 1-1,0-1 1,0 1-1,0 0 0,12-1 1,-16 2 2,0 1-1,0-1 1,0 1 0,0 0 0,1 0-1,-1 0 1,0 0 0,0 1-1,0-1 1,0 0 0,0 1 0,0 0-1,1-1 1,-1 1 0,0 0-1,-1 0 1,1 0 0,0 0 0,0 1-1,3 1 1,0 6-71,1 0 1,-2 0-1,1 0 0,-1 1 0,-1-1 0,5 18 1,-5-15 32,1-1 0,0 1 0,1 0 0,11 20 0,-13-29 13,-1 0 0,0 0 0,0-1-1,1 1 1,-1-1 0,1 1-1,0-1 1,0 0 0,0 0-1,0 0 1,0-1 0,0 1-1,0-1 1,1 1 0,-1-1-1,1 0 1,-1-1 0,1 1-1,-1 0 1,1-1 0,5 0-1,-2 0-331,0 0 0,0 0 0,0 0 0,0-1 0,0-1 0,0 1-1,0-1 1,-1 0 0,1 0 0,-1-1 0,1 0 0,-1 0 0,0-1-1,0 1 1,-1-1 0,1-1 0,-1 1 0,1-1 0,5-7 0,2-1-204,-1 0 1,-1-1-1,16-23 1,-23 30 862,-1 1-1,1-1 1,-1 0 0,-1 0 0,1 0-1,1-13 1,-4 27 450,-1 0-1,1 1 1,0-1-1,1 0 1,0 0-1,2 11 1,0-5-461,1-1-1,0 1 1,10 16 0,-8-16-301,1-1-1,0-1 1,1 0 0,0 0-1,1 0 1,0-1-1,1 0 1,19 15 0,-22-21-154,1-1-1,-1 1 1,0-1 0,1-1 0,0 1 0,-1-1-1,1 0 1,0-1 0,0 0 0,0 0 0,0-1-1,0 0 1,0-1 0,0 1 0,11-4 0,15-6-5210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2.2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9330,'0'0'1840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2.5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0 992,'0'0'16932,"0"193"-16828,0-134-96,17 3 0,1-3-8,-1-3 0,4-10-728,-4-2-1201,-3-19-1047</inkml:trace>
  <inkml:trace contextRef="#ctx0" brushRef="#br0" timeOffset="1">1 326 912,'0'0'15459,"217"-74"-15459,-148 65-664,-14-1-832,-10 1-3273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2.9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9154,'0'0'10274,"86"171"-12546,-86-134 463,0-9-991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3.3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0 252 9658,'0'0'6791,"24"27"-6692,73 89 159,-49-51 177,-20-30-136,-27-33-297,1-1 1,-1 0-1,0 0 1,1 0-1,-1 0 1,1 0-1,-1 0 1,1 0-1,0 0 1,-1-1-1,1 1 1,0 0-1,-1-1 1,1 0-1,0 1 1,0-1-1,0 0 1,-1 0-1,1 0 1,0 0-1,0 0 1,-1 0-1,1-1 1,0 1-1,0-1 0,-1 1 1,1-1-1,2 0 1,-1-1-2,0 0-1,0 0 1,0 0 0,0 0-1,0-1 1,-1 1 0,1-1 0,-1 0-1,1 0 1,-1 1 0,0-1-1,3-6 1,13-32 39,14-43 0,-17 42-303,28-58-1,16-3-1967,-10 37-3757,-18 36-2967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02:53.7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170 0 1088,'0'0'15263,"13"18"-14896,37 53-28,-48-69-250,-1-1-1,0 0 1,0 1-1,0-1 1,0 1-1,0 0 1,0-1-1,-1 1 1,1-1 0,0 1-1,-1 0 1,1 0-1,-1-1 1,0 1-1,1 3 1,-2-5-37,1 0 0,0 1 0,-1-1 1,1 0-1,-1 0 0,1 0 0,0 1 0,-1-1 1,1 0-1,-1 0 0,1 0 0,-1 0 0,1 0 0,0 0 1,-1 0-1,1 0 0,-1 0 0,1 0 0,-1 0 1,1 0-1,-1 0 0,1 0 0,0 0 0,-2-1 0,-2 0-415,-146-5 424,147 6-63,0 0 1,0 1-1,-1-1 0,1 1 1,0 0-1,0 0 0,0 0 0,0 0 1,0 0-1,0 1 0,0-1 1,1 1-1,-1 0 0,0 0 0,1 0 1,-1 0-1,1 0 0,0 0 1,0 1-1,0-1 0,0 1 0,0 0 1,0-1-1,1 1 0,-2 3 1,1-1-1,0 1 0,0-1 0,1 0 0,-1 1 0,1 0 1,1-1-1,-1 1 0,1-1 0,0 1 0,0 0 0,0-1 1,1 1-1,0 0 0,2 6 0,-2-10 8,0 0 0,0 0 0,0 0 1,0-1-1,0 1 0,0 0 0,0-1 0,1 1 0,-1-1 0,1 0 0,-1 1 0,1-1 0,-1 0 0,1 0 0,0 0 1,0 0-1,-1 0 0,1 0 0,0 0 0,0-1 0,0 1 0,0-1 0,4 1 0,5 1 111,0-1-1,1-1 0,13-1 1,-8 1 79,259-9-834,-203 10-5017,-53 4-1399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4.0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0 108 1456,'0'0'13770,"0"-20"-12937,0-68 2208,0 182-2891,22 164-1,-17-226-163,1 0 1,2 0-1,1-1 0,2 0 1,1-1-1,1 0 0,2-1 1,34 51-1,-41-69-49,1 0 0,0-1 1,1 0-1,0 0 0,12 8 0,-16-14 21,1 0 1,-1 0-1,1 0 0,0-1 0,0 0 1,0 0-1,1-1 0,-1 0 0,1 0 1,12 1-1,-3-2 21,-1-1-1,1-1 1,0 0-1,-1-1 1,0-1 0,29-9-1,-9-1-572,62-32 0,-40 15-664,16-7-4400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4.4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1720,'0'0'13507,"138"-25"-13275,-97 25-112,0 0-112,-3 0-8,0 0-472,-7 0-1272,-13 3-2929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4.7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72 496,'0'0'14475,"155"-71"-14475,-66 71 0,-13 0-1184,-14 0-2873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5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52 550 1016,'0'0'15564,"128"-208"-15220,-90 149-288,7 0 16,-4 3-72,-6 9-128,-8-6-1337,-13 16-1375,-10 6-4122</inkml:trace>
  <inkml:trace contextRef="#ctx0" brushRef="#br0" timeOffset="1">1 59 312,'0'0'18372,"196"140"-18220,-154-90-136,-1-1-16,4-2-504,10 2-1232,-6-14-825,-12-14-2496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5.5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321 1 856,'0'0'12632,"-9"0"-12238,-9 0-240,0 0 1,0 1-1,0 1 1,0 0-1,1 2 1,-1 0-1,1 0 1,-24 11 0,31-9-85,1-1 1,-1 1-1,1 1 1,1-1-1,0 2 1,0-1-1,0 1 1,1 0-1,0 1 1,0 0-1,-7 13 1,10-15-56,1 1 0,-1 0 0,2-1 0,-1 1 0,1 0 0,0 1 0,1-1 0,0 0 0,0 0 0,1 1 0,0-1 0,0 0 0,1 1 0,0-1 0,4 14 0,-3-16-16,1 0 0,0 0 0,0-1 0,0 1-1,0-1 1,1 0 0,0 1 0,0-2 0,1 1-1,-1 0 1,1-1 0,0 0 0,0 0 0,0-1-1,1 1 1,-1-1 0,10 4 0,1 0-32,1-1 1,0 0-1,0-1 0,0-1 1,22 3-1,-11-4-374,0-1 0,0-1-1,36-4 1,-48 1-323,-1 0 1,1-1-1,-1-1 1,0-1-1,0 0 1,-1 0-1,18-11 1,13-12-6444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5.8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0 277 12243,'0'0'3784,"235"-199"-4160,-170 156-1688,-17 8-3337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6.2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11426,'0'0'3333,"22"15"-3293,6 5 5,31 29 0,-56-46-42,-1-1 0,1 1 0,-1 0 1,0 0-1,0 0 0,0 0 1,-1 0-1,1 1 0,-1-1 1,0 0-1,0 1 0,0-1 1,0 1-1,0-1 0,-1 1 1,1 0-1,-1-1 0,0 1 1,0-1-1,-1 1 0,0 6 1,-1 6 21,2 98 82,0-113-111,0-1 0,0 0 0,0 0 0,0 0 0,0 1 0,0-1 0,0 0 0,0 0 0,0 1 0,0-1 1,0 0-1,0 0 0,0 1 0,0-1 0,0 0 0,0 0 0,0 1 0,0-1 0,0 0 0,1 0 0,-1 1 0,0-1 0,0 0 0,0 0 0,0 0 0,0 1 0,1-1 1,-1 0-1,0 0 0,0 0 0,0 0 0,1 0 0,-1 1 0,0-1 0,0 0 0,1 0 0,-1 0 0,0 0 0,10-6-60,7-15 49,20-54 20,-26 50 1,1 0 1,1 1 0,2 1-1,18-25 1,-32 46-15,1 0 1,-1 1-1,1-1 0,0 0 0,-1 1 0,1-1 0,0 1 0,0-1 1,0 1-1,0 0 0,0 0 0,0 0 0,1 0 0,-1 0 1,0 1-1,0-1 0,1 0 0,-1 1 0,0 0 0,1 0 1,-1-1-1,0 2 0,1-1 0,-1 0 0,1 0 0,-1 1 1,0-1-1,0 1 0,1 0 0,-1-1 0,0 1 0,0 0 1,0 0-1,0 1 0,0-1 0,0 0 0,0 1 0,0-1 0,0 1 1,-1 0-1,1-1 0,-1 1 0,1 0 0,-1 0 0,0 0 1,1 0-1,-1 0 0,1 4 0,4 16-92,-1 0-1,-1 0 1,-2 1-1,0-1 1,-1 1-1,-2 32 1,0-8 120,13-68-22,-3 6-2,60-104 53,-55 99-37,0 1 0,1 0 0,30-29 0,-43 47-12,-1-1 1,1 1-1,-1-1 1,1 1-1,0 0 0,0-1 1,0 1-1,0 0 1,0 0-1,0 1 1,0-1-1,0 0 0,0 1 1,0-1-1,5 0 1,-6 2-13,1-1-1,-1 0 1,0 0 0,0 1 0,1-1 0,-1 1 0,0-1 0,0 1 0,0 0 0,0-1-1,0 1 1,0 0 0,0 0 0,0 0 0,0 0 0,0 0 0,0 0 0,0 0-1,1 2 1,1 5-167,1 0-1,-1 0 0,0 1 0,-1-1 0,3 18 0,-2-15-107,10 53-2100,-2-5-2082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6.7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1 322 4305,'0'0'6720,"0"33"-5512,1 109-722,19 74 104,-12-160-624,1 75 1,-9-83-256,-5-52-1531,-1-13 1081,-2-46 37,3 0-1,4-112 0,2 89 771,-1 25 530,2 0 0,13-71 0,-11 110-372,1 0 1,1 1-1,1 0 1,0 0-1,2 1 0,0 0 1,1 1-1,1 0 1,20-27-1,-26 41-186,1 0 0,-1-1 0,1 1 0,0 1 0,0-1 0,0 1 0,0 0 0,1 1 0,11-5 0,-16 7-42,0 0-1,0 0 1,0 0 0,0 1 0,1-1 0,-1 1-1,0 0 1,0-1 0,0 1 0,0 0 0,1 0 0,-1 0-1,0 1 1,0-1 0,0 0 0,0 1 0,0-1-1,0 1 1,0 0 0,0 0 0,0 0 0,0 0-1,0 0 1,0 0 0,0 0 0,-1 1 0,1-1-1,0 1 1,-1-1 0,1 1 0,-1 0 0,0-1-1,0 1 1,1 0 0,-1 0 0,1 2 0,2 11-57,-1 0 0,0 0 0,-1 0 0,0 1 0,-1-1 0,-1 0 0,-3 31 0,2-24 60,-1-5-12,-1 0 1,-1-1-1,0 1 1,-1 0 0,0-1-1,-2 0 1,0 0-1,0-1 1,-2 0-1,0 0 1,0-1-1,-2 0 1,0-1-1,0 0 1,-1-1-1,-1 0 1,0 0-1,0-2 1,-1 0-1,0 0 1,-22 10-1,-3-5-2456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7.4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182 883 11827,'0'0'3978,"11"-33"-3561,5-9-323,50-158 260,-51 139-328,-3 0 0,-2-1 0,-3-1-1,-3 1 1,-4-73 0,-1 126-21,1-1 0,-1 0 0,-1 0 0,0 0 0,0 1 0,-1-1 1,-1 1-1,1 0 0,-1 0 0,-9-15 0,11 21-8,-1 0 1,1-1-1,-1 1 0,0 0 0,0 0 1,0 0-1,0 1 0,-1-1 1,1 1-1,-1 0 0,0-1 0,1 2 1,-1-1-1,0 0 0,0 1 1,0 0-1,0 0 0,0 0 0,0 0 1,-1 1-1,1-1 0,0 1 1,0 0-1,0 1 0,0-1 0,-1 1 1,1-1-1,-4 3 0,2-2-4,0 2 0,1-1 0,-1 1 1,1 0-1,0 0 0,0 0 0,0 1 0,0 0 0,0 0 0,1 0 0,0 0 0,0 1 0,0 0 0,-5 8 0,-2 5 4,1 0-1,1 0 0,-8 21 1,6-7 3,1 1 1,1-1 0,2 2 0,-4 52 0,7-31 7,3 1 1,7 57 0,-2-84-148,1-1 0,1 1 0,2-1 0,0 0 0,2 0-1,2-1 1,0-1 0,1 0 0,2 0 0,1-1 0,1-1 0,0-1-1,2-1 1,39 37 0,-52-54-89,0 0 0,1-1-1,0 0 1,-1 0 0,1 0 0,1-1 0,-1 0-1,0 0 1,1-1 0,-1 0 0,1 0 0,0-1-1,0 0 1,0 0 0,11-1 0,-16 0 162,0 0 0,0 0 0,-1-1 1,1 1-1,0-1 0,0 0 1,-1 1-1,1-1 0,0 0 0,-1-1 1,1 1-1,-1 0 0,1-1 0,-1 1 1,0-1-1,0 0 0,0 0 0,3-3 1,-2 1-12,1-1 0,-1 0 0,0 0 0,-1 0 0,1 0 0,-1-1 0,0 1 0,2-10 0,0-8 596,-1 0 0,0-1-1,-2-34 1,-1 50 385,11 17-422,-9-7-429,16 18 447,32 29 1,-43-43-478,1 0 1,0-1 0,0 0 0,0 0 0,1-1 0,-1 0-1,1-1 1,14 4 0,-13-4-21,0-1-1,0 0 1,0-1-1,0 0 1,1 0 0,-1-1-1,0-1 1,1 0-1,16-3 1,-22 2-8,-1 1 0,0-1 0,1 0 0,-1 0 0,0-1 0,0 1 1,0-1-1,-1 0 0,1 0 0,-1 0 0,1 0 0,-1-1 0,0 1 0,0-1 0,0 0 0,-1 0 0,0 0 0,1 0 1,-1 0-1,-1 0 0,1-1 0,-1 1 0,2-7 0,0-1-42,-1 0 0,0 0-1,0 0 1,-1 0 0,-1 0 0,0 0 0,-1 0-1,-3-18 1,2 22 36,0 1 0,0 0 0,-1 0 0,0 0 0,0 1 0,-1-1 0,1 1 0,-2-1 0,1 1-1,0 1 1,-1-1 0,0 0 0,-1 1 0,-11-8 0,8 6-5,-1 2-1,0-1 1,0 1-1,0 1 1,-1 0 0,0 0-1,0 1 1,0 1-1,0 0 1,0 0-1,0 1 1,-1 0 0,1 1-1,0 1 1,-1 0-1,1 0 1,-17 5-1,21-5 49,0 1 0,0 0 0,1 0 0,-1 1 0,1 0 0,-1 0 0,1 1 0,0-1 0,0 1-1,1 1 1,-1-1 0,1 1 0,0 0 0,0 0 0,1 0 0,-1 1 0,1 0 0,1 0 0,-1 0-1,1 0 1,0 0 0,0 1 0,1 0 0,-1-1 0,2 1 0,-1 0 0,1 0 0,-1 11 0,2-15-21,0-1 0,0 1 0,0 0 0,0-1 0,0 1 0,1-1 0,0 0 0,-1 1 0,1-1 0,0 1 0,0-1 1,0 0-1,0 0 0,1 1 0,-1-1 0,0 0 0,1 0 0,0 0 0,-1-1 0,1 1 0,0 0 0,0 0 0,0-1 1,0 0-1,0 1 0,1-1 0,-1 0 0,0 0 0,1 0 0,-1 0 0,0 0 0,4 0 0,9 2-3,-1-1 0,1-1 0,-1 0-1,23-2 1,-27 1-12,2 0-62,1-2 1,-1 1-1,1-2 0,-1 1 1,0-2-1,0 0 1,0 0-1,18-10 1,1-4-1124,51-38 0,-18 3-2839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8.2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174 0 7042,'0'0'13576,"35"5"-13426,112 22-44,-137-25-104,0 0-1,0 2 1,0-1 0,-1 1-1,1 0 1,-1 1 0,0 0 0,-1 0-1,1 1 1,-1 0 0,0 1 0,-1 0-1,1 0 1,-1 1 0,-1-1 0,1 1-1,-2 1 1,1-1 0,5 13-1,-5-9 7,0 1-1,-1-1 1,-1 2-1,0-1 0,0 0 1,-2 1-1,1 0 1,-2-1-1,0 24 0,-1-26-1,0 1-1,-2 0 0,1 0 0,-1-1 0,-1 1 0,0-1 1,-1 0-1,0 0 0,-1 0 0,0 0 0,-9 14 0,-3-3-121,-1-1-1,0-1 0,-1-1 0,-1-1 0,-1 0 1,-45 28-1,45-34-2,0 0 1,0-1 0,-1-1 0,-1-1 0,0-2-1,0 0 1,0-1 0,-27 3 0,41-8 31,0 0 1,0 0-1,0-1 0,-1-1 1,-9-1-1,17 2 61,0-1-1,0 1 1,0-1 0,0 0-1,0 0 1,0 0-1,0 0 1,0 0 0,0 0-1,1 0 1,-1 0-1,0-1 1,1 1 0,-1-1-1,1 1 1,-1-1-1,1 0 1,0 1 0,0-1-1,0 0 1,0 0 0,0 0-1,0 0 1,0 0-1,1 0 1,-2-3-1,1-1-44,0 0 0,1 0-1,-1 0 1,1 0-1,0 0 1,0 0-1,1 0 1,0 0 0,0 1-1,0-1 1,1 0-1,0 0 1,0 1-1,0-1 1,1 1 0,0-1-1,0 1 1,0 0-1,1 0 1,-1 0-1,9-7 1,1 0 49,0 1 0,1 1-1,0 0 1,1 1 0,0 0 0,24-10-1,-21 12 64,0 0 0,0 1 0,0 1 0,1 1 0,0 0 0,0 1 0,0 2 0,0 0 0,0 0 0,0 2 0,0 1 0,0 0-1,0 1 1,0 1 0,-1 1 0,1 0 0,-1 2 0,18 8 0,25 21 59,-34-20-720,0 0 0,1-2 1,38 14-1,-26-17-3788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3:59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128 1506 1640,'0'0'8766,"0"-29"-7377,0-202-604,0 230-782,-6-348 341,0 243-326,-27-136 0,-42-118 27,73 348-54,0 1 1,0-1-1,1 1 0,1-1 1,0 0-1,0 1 0,3-15 1,-2 25 46,-1 0 1,1 0-1,-1 0 1,1 0 0,-1 0-1,1 0 1,0 0-1,-1 0 1,1 1-1,0-1 1,0 0-1,0 0 1,0 1-1,-1-1 1,1 1 0,0-1-1,0 1 1,0-1-1,0 1 1,0-1-1,0 1 1,1 0-1,-1 0 1,0-1 0,2 1-1,34 0 1656,-21 1-1191,388 0 1355,458-2-2029,-728-1-1909,237-36-1,-324 28 2989,-29 6-184,1 0 0,-1 1 0,25-1 0,-42 4-667,0 0 0,-1 1 0,1-1 0,0 0 0,-1 0 0,1 0 0,0 1 0,-1-1 0,1 0 0,0 1 0,-1-1 0,1 1 0,-1-1 1,1 0-1,0 1 0,-1-1 0,1 1 0,-1 0 0,0-1 0,1 1 0,-1-1 0,1 1 0,-1 0 0,0-1 0,0 1 0,1 0 0,-1-1 0,0 1 0,0 0 0,0 0 0,0-1 1,1 1-1,-1 1 0,-1 33-34,1-17 62,13 638 99,-14-429-706,3 245-1262,7-416 1165,-1-1 229,-9-55 408,1 1 0,0-1 1,0 1-1,0-1 0,-1 0 1,1 1-1,0-1 0,-1 0 1,1 1-1,0-1 0,-1 0 1,1 0-1,0 1 0,-1-1 1,1 0-1,-1 0 0,1 0 1,0 1-1,-1-1 0,1 0 1,-1 0-1,1 0 0,0 0 1,-1 0-1,1 0 0,-1 0 1,1 0-1,-1 0 0,1 0 1,-1 0-1,-2 0 38,-454 36 3226,-3-31-1773,360-5-1211,-37 1 3,36 2 29,-200-20-1,289 15-650,-3 0 510,1-1 1,-22-6-1,9-6-1594,25 14 1010,0-1 0,1 1 1,-1-1-1,1 0 0,-1 1 0,1-1 0,0 0 1,-1 0-1,1 0 0,0 0 0,0-3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1.3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545 2 808,'0'0'11639,"5"-1"-11430,-4 1-190,0 0 1,0 0-1,-1 0 1,1 0-1,0 0 0,0 0 1,0 0-1,-1 0 1,1 0-1,0 0 0,0 0 1,-1 0-1,1 1 1,0-1-1,-1 0 0,1 1 1,0-1-1,-1 0 1,1 1-1,0-1 0,-1 1 1,1-1-1,-1 1 1,1-1-1,0 1 0,-1 0 1,0-1-1,1 1 1,-1 0-1,1-1 0,-1 1 1,0 0-1,1-1 1,-1 1-1,0 0 0,0 0 1,1 4 51,-1 0 1,0-1-1,0 1 1,0-1-1,-1 1 1,0-1-1,-1 7 1,-10 29 677,-30 71 1,20-59-422,-141 339 1202,-70 181-1080,161-369-3563,47-138-941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2.2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42 248 1456,'0'0'9789,"-3"29"-8441,-8 97-222,9-113-936,1 1 1,1-1-1,0 0 1,0 1-1,2-1 1,-1 0-1,2 1 1,6 19-1,-6-27-131,0 0 0,0 0-1,1-1 1,0 1 0,0-1-1,1 0 1,-1 0-1,1 0 1,0-1 0,0 0-1,1 0 1,-1 0 0,1-1-1,0 1 1,9 2-1,-5-1-25,1-1 0,0 0 0,0-1 0,0-1 0,0 1 0,0-2 0,1 1 0,-1-2 0,0 0 0,1 0 0,-1-1 0,1 0 0,-1-1 0,0 0 0,0-1 0,0 0 0,0-1 0,0 0 0,-1 0 0,0-2 0,0 1 0,0-1 0,-1 0 0,1-1-1,-2 0 1,1-1 0,7-8 0,-8 6-21,-1 0 0,0 0-1,-1-1 1,0 0 0,-1 0-1,0-1 1,-1 1 0,0-1-1,-1 0 1,0 0-1,-1 0 1,0 0 0,-1-1-1,-1-18 1,0 17-1,-1 0 0,-1 0 0,0 0 0,-1 0 0,0 0 0,-1 1 0,-1-1 0,0 1 0,-1 0 0,0 1 0,-1-1 0,-11-15 0,-1 4-211,-1 1-1,-43-39 1,53 54 81,0 0 0,-1 0 0,1 1 0,-1 0 1,-1 1-1,0 1 0,1 0 0,-2 0 0,-17-4 0,25 8-32,0 0-1,0 1 1,0 0 0,0-1-1,-1 2 1,1-1 0,0 1-1,0-1 1,0 1 0,0 1-1,0-1 1,0 1 0,1 0-1,-1 0 1,0 0-1,-7 6 1,4-2-373,0 0 0,1 1 0,0 0 0,0 1 0,0 0 0,1 0 0,-7 11 0,-26 51-5316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2.7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1 856,'0'0'12563,"21"177"-11971,-14-97-192,-4 4-120,4 0-120,0-3-8,0-10-152,3-9 0,4-3-368,-4-15-1512,1-16-2865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3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0 120 4153,'0'0'7712,"27"-20"-7056,88-58-54,-112 75-568,1 1 0,-1-1 0,1 1-1,0 0 1,0 0 0,0 1 0,0-1 0,0 1 0,1 0 0,-1 0 0,0 0 0,1 1 0,-1-1-1,0 1 1,1 0 0,4 1 0,6 0 107,-11-1-117,-1 0 0,0 1 0,1-1 0,-1 1 0,0 0-1,1 0 1,-1 0 0,0 0 0,0 0 0,0 1 0,0-1-1,0 1 1,0 0 0,-1 0 0,1 0 0,4 4 0,-4-2 4,1 1-1,-1-1 1,1 1 0,-1 0 0,-1 0 0,1 0 0,-1 0-1,0 0 1,3 10 0,-3-9-12,-1 1-1,1-1 1,-1 1 0,-1 0-1,1-1 1,-1 1 0,0 0-1,-1-1 1,0 1 0,0 0-1,0-1 1,-1 1 0,0-1-1,0 1 1,0-1 0,-1 0-1,-7 11 1,5-10 4,-1-1 0,0 0 1,-1 0-1,1-1 0,-1 0 1,0 0-1,-1 0 0,1-1 1,-1 0-1,-11 3 0,6-2-22,-1-1 1,0 0-1,-1-1 1,1-1-1,-20 1 0,30-3-136,1 0 0,-1 0 0,0 0 0,0-1 0,1 0-1,-1 0 1,0 0 0,1 0 0,-1-1 0,1 1 0,-1-1 0,1 0 0,0 0-1,0 0 1,0 0 0,0-1 0,0 1 0,0-1 0,1 1 0,-1-1 0,1 0-1,0 0 1,0-1 0,0 1 0,0 0 0,0-1 0,-1-6 0,-12-24-5077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3.4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1 624,'0'0'10218,"0"217"-9193,14-133 47,3 9-24,1 3-568,-4 3-96,-4-5-384,-3-7 0,-7 3-1032,0-22-1385,0-22-5288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3.7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2208,'0'0'9042,"224"-34"-8369,-165 34-393,-4 0-280,14 24-8,-17 4-1305,-11-3-2832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4.1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446 1 4337,'0'0'8929,"-31"3"-8767,-99 12-82,115-13-53,0 0-1,0 2 1,0 0 0,0 1-1,0 0 1,1 1 0,-25 14-1,13-6 144,17-9-38,0 0 0,0 0-1,0 1 1,1 0 0,0 0 0,1 1-1,-1 0 1,-10 13 0,14-14-66,0 0 1,1 0-1,0 1 0,0-1 0,0 1 0,1 0 1,0-1-1,0 1 0,0 0 0,1 0 1,0 0-1,1 14 0,0-16-56,0-1 0,1 0 0,-1 0 0,1 0 0,0 0 0,1 0 0,-1 0 0,1 0 0,-1 0 0,1 0 0,0-1 0,1 1 0,-1 0 0,5 4 0,-1-1-1,1-1-1,-1 0 1,2 0-1,-1-1 1,0 0 0,13 6-1,0-1-38,1-1 0,0-2-1,1 0 1,39 7 0,-17-8-1036,-1-3 0,78-3 0,-83-1-296,30-2-2801</inkml:trace>
  <inkml:trace contextRef="#ctx0" brushRef="#br0" timeOffset="1">104 323 184,'0'0'9722,"193"-108"-9402,-134 77-200,14-7-120,-18 11-928,-10 2-2369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4.4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0 233 1488,'0'0'11332,"0"13"-11275,0 60 69,1-73-111,-1 0 0,0 0 1,0 0-1,0 0 0,0 1 1,0-1-1,0 0 0,1 0 1,-1 0-1,0 0 0,0 0 1,0 0-1,0 0 1,1 0-1,-1 0 0,0 0 1,0 1-1,0-1 0,1 0 1,-1 0-1,0 0 0,0 0 1,0 0-1,0 0 0,1 0 1,-1-1-1,0 1 0,0 0 1,0 0-1,1 0 0,-1 0 1,0 0-1,0 0 0,0 0 1,0 0-1,1 0 0,-1 0 1,0-1-1,0 1 0,0 0 1,0 0-1,0 0 0,0 0 1,1 0-1,-1-1 0,0 1 1,0 0-1,0 0 0,0 0 1,0 0-1,0-1 0,0 1 1,0 0-1,9-12 432,7-65 133,-13 57-403,0-1 1,2 1-1,0 1 0,13-29 0,-16 42-143,2 0-1,-1 0 1,1 1-1,0 0 1,0-1 0,0 1-1,1 1 1,-1-1-1,1 1 1,0 0-1,1 0 1,-1 0 0,1 0-1,0 1 1,0 0-1,0 1 1,0-1 0,9-1-1,16-2-247,1 1 0,0 2 0,-1 1 0,48 3 0,-29 0-807,-1 0-849,-9 1-1685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4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275 1 1512,'0'0'15218,"22"19"-14802,67 64-296,-86-80-109,0 1-1,0 0 1,0 0-1,0 0 1,0 0-1,-1 1 1,0-1-1,1 1 1,-2-1-1,1 1 0,-1 0 1,1-1-1,-1 1 1,-1 0-1,1 0 1,-1 0-1,1 0 1,-2 0-1,1 0 1,-1 6-1,0 8 36,1 59-30,-1-77-35,-1-1 1,1 1-1,0 0 1,0-1 0,0 1-1,0-1 1,0 0-1,-1 1 1,1-1-1,0 0 1,0 0 0,-1 0-1,1 0 1,0 0-1,-1 0 1,1 0-1,0 0 1,0 0 0,-2-1-1,0 1-55,-9-2-3,0 0-1,1-1 1,-1 0 0,1-1-1,0 0 1,-15-8-1,12 5 60,-1 1 0,-29-8 0,21 10 28,0 1 0,0 2-1,0 0 1,-32 3 0,52-1 11,-1-1 0,0 1 0,1 0 0,-1 0 0,1 1 0,-1-1 0,1 1 1,-1 0-1,1 0 0,0 0 0,0 0 0,0 0 0,0 1 0,0-1 0,1 1 0,-1 0 0,1 0 0,0 0 0,-3 4 0,4-5-9,0 0-1,0 0 1,0 0 0,0 1-1,0-1 1,0 0 0,1 0-1,-1 1 1,1-1 0,-1 1-1,1-1 1,0 0 0,0 1-1,0-1 1,1 0 0,-1 1-1,0-1 1,1 0 0,0 1-1,-1-1 1,1 0-1,0 0 1,0 0 0,0 1-1,1-1 1,-1 0 0,0 0-1,1-1 1,-1 1 0,1 0-1,0 0 1,2 1 0,3 2-17,0-1 1,0 0-1,0 0 0,1 0 1,0-1-1,0-1 1,0 1-1,0-1 0,0 0 1,1-1-1,15 1 1,14-1-204,48-4 0,-78 3 156,7-2-566,0 1-1,0-2 1,0 0-1,0-1 1,-1 0-1,27-12 1,3-9-5765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5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103 1 2665,'0'0'11041,"32"19"-10724,96 65-94,-122-81-207,-1 1 0,1 0 0,-1 1 0,-1-1 0,1 1 1,4 6-1,-8-9-5,0-1 1,0 1-1,-1-1 1,1 1 0,0-1-1,-1 1 1,1 0-1,-1-1 1,0 1-1,0 0 1,0 0 0,0 2-1,1 6 58,2 76 666,-3-85-725,1 0 0,-1-1 0,0 1 0,0 0 0,0 0 1,0-1-1,-1 1 0,1 0 0,0-1 0,0 1 0,0 0 1,-1-1-1,1 1 0,0 0 0,0-1 0,-1 1 0,1-1 1,-1 1-1,1-1 0,0 1 0,-1-1 0,1 1 0,-1-1 1,1 1-1,-1-1 0,0 1 0,1-1 0,-2 1 0,1-1 5,-1 0-1,1 1 1,-1-1-1,1 0 0,-1 0 1,1-1-1,0 1 0,-1 0 1,1 0-1,-1-1 1,1 1-1,-3-2 0,-3-1 37,1 0-1,0 0 0,0-1 1,-8-6-1,5 4-13,1 0 0,-1 1 0,-1 0 0,1 1 0,-1 0-1,0 0 1,1 1 0,-2 0 0,1 1 0,0 0 0,0 1 0,-1 0 0,1 0 0,-1 1 0,1 0-1,0 1 1,-18 4 0,25-5-15,1 1 0,-1 0 0,1 0 0,-1 0-1,1 0 1,0 1 0,-1-1 0,1 1 0,0-1 0,0 1-1,0 0 1,0 0 0,0 0 0,1 0 0,-1 0 0,0 0 0,1 0-1,0 1 1,-1-1 0,1 0 0,0 1 0,0-1 0,0 1-1,1 0 1,-2 4 0,2-4-12,-1 1 1,1 0-1,0-1 1,0 1-1,0 0 0,0-1 1,0 1-1,1 0 1,0-1-1,0 1 1,0-1-1,0 1 0,0-1 1,1 1-1,0-1 1,-1 0-1,1 0 0,5 6 1,-1-3-23,1-1 0,0 1 1,0-1-1,0-1 1,1 0-1,0 0 0,0 0 1,0-1-1,0 0 0,0 0 1,1-1-1,-1 0 0,16 1 1,10 0-699,-1-2 0,41-3 0,-66 1 115,0 1 0,1-1 0,-1 0 1,0-1-1,-1 0 0,1-1 0,0 1 0,0-1 0,-1-1 0,8-4 0,13-14-6652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6.0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1 568,'0'0'11941,"30"30"-11847,88 97-46,-112-121-44,-1 1-1,0-1 1,0 1 0,0 0 0,5 12 0,-9-17 0,-1-1 1,1 1-1,-1 0 1,0 0-1,1-1 1,-1 1-1,0 0 1,0 0-1,0-1 1,0 1-1,-1 0 1,1 0-1,-1 1 1,-1 12 26,5-10 133,2-15-111,11-31-84,-8 19 66,-2 8-6,0 1 0,1-1-1,1 1 1,0 1-1,1 0 1,0 0 0,20-20-1,-22 26-25,-1 1-1,1-1 1,0 2-1,0-1 1,0 1-1,1 0 1,0 0-1,0 1 1,0 0 0,0 1-1,0-1 1,0 2-1,1-1 1,-1 1-1,12 0 1,-18 1 3,0 1 0,0-1 1,0 1-1,0-1 0,0 1 0,0 0 0,0 0 1,0 0-1,0 0 0,-1 0 0,1 1 1,0-1-1,-1 0 0,1 1 0,-1-1 0,1 1 1,-1-1-1,0 1 0,1 0 0,-1 0 1,0 0-1,1 2 0,21 52 88,-19-42-71,3 4 34,0 1 0,15 26 1,-19-40-259,0 0 0,1 0 1,0 0-1,0 0 0,0 0 0,0-1 1,1 0-1,0 0 0,0 0 0,0-1 1,0 1-1,7 2 0,7 1-4103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6.4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8994,'0'0'3649,"-4"161"-3481,4-99-160,11 3 56,6 1-56,0-4 0,-3-6-8,-7 0-680,0-16-1225,-7-12-8217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6.7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65 728,'0'0'12099,"211"-46"-12099,-135 40-200,-18-1-897,-6 1-3367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7.1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0 379 9714,'0'0'5097,"66"161"-5097,-56-123-8,4-4 8,-4-9-968,1-13-1881</inkml:trace>
  <inkml:trace contextRef="#ctx0" brushRef="#br0" timeOffset="1">166 0 9090,'0'0'5521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7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1192,'0'0'14075,"149"-25"-13867,-115 25-128,8 0-80,20 0-56,-7 0-2248,-7-16-7978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8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329 512 1008,'0'0'13195,"-5"-3"-12918,-8-1-165,0 0-1,1 0 0,-1 2 0,0-1 1,-1 2-1,1-1 0,0 2 0,0 0 1,-1 0-1,-24 5 0,30-4-27,0 1 0,0-1 0,1 2 0,-1-1 0,0 1 0,1 0 0,-1 0 0,1 1 0,0 0 1,0 0-1,1 1 0,-1 0 0,1 0 0,0 1 0,0-1 0,1 1 0,-1 1 0,1-1 0,-6 12 0,8-9-75,0 0-1,1 0 1,0 1-1,0-1 1,1 1 0,1-1-1,-1 1 1,1-1 0,2 10-1,-2-17-9,0 1-3,1 1-1,0-1 0,-1 1 0,1-1 0,0 0 0,1 1 0,-1-1 1,1 0-1,-1 0 0,1 1 0,0-1 0,0-1 0,0 1 0,1 0 1,-1 0-1,1-1 0,-1 0 0,1 1 0,0-1 0,0 0 1,0 0-1,0 0 0,0-1 0,0 1 0,1-1 0,-1 0 0,0 0 1,7 1-1,5 2-17,1-2 1,-1 0-1,0 0 1,1-2-1,20-1 1,-26-1 25,0 1 1,-1-2-1,1 1 0,0-1 1,-1-1-1,0 0 1,0 0-1,0-1 0,0 0 1,-1 0-1,0-1 0,0 0 1,0-1-1,-1 0 1,0 0-1,0 0 0,7-11 1,-2 2 6,0-1-1,-2 0 1,0-1 0,0 0 0,-2-1 0,0 0 0,7-31-1,-7 11 7,-3-1-1,-1 0 1,-4-76-1,0 60-10,0 36 4,-1-1 1,0 1-1,-2 0 0,0 0 0,-1 0 0,-1 0 0,-1 1 0,-9-22 0,4 28-49,4 20-48,0 22-50,3 330 154,6-295-7,-2-46-24,1 0 1,1 0-1,1 0 1,0 0-1,2 0 0,0-1 1,0 0-1,15 28 1,-16-37-92,0-1 1,1 0-1,0 0 0,0 0 1,0-1-1,1 0 1,0 0-1,0 0 1,1-1-1,0 1 1,0-2-1,0 1 1,0-1-1,1 0 0,-1-1 1,1 1-1,0-2 1,0 1-1,0-1 1,16 2-1,-13-2-92,1-1 1,-1-1-1,0 0 0,1-1 0,-1 0 0,0 0 0,0-1 0,0 0 1,0-1-1,19-8 0,-23 7 149,-1 1 0,1-2-1,-1 1 1,0-1 0,0 1 0,0-2 0,-1 1-1,0-1 1,0 1 0,0-2 0,0 1 0,-1 0-1,0-1 1,-1 0 0,0 0 0,5-13 0,-4 5 188,-1 0 1,0 0 0,-1-1 0,-1 1 0,-1 0-1,-2-29 1,2 42-90,0 1-1,-1-1 0,1 0 1,-1 1-1,1-1 1,-1 1-1,0-1 1,1 1-1,-1-1 1,0 1-1,0 0 1,0-1-1,0 1 1,0 0-1,0 0 0,0 0 1,-1 0-1,1 0 1,0 0-1,-1 0 1,1 0-1,0 0 1,-1 1-1,1-1 1,-1 0-1,0 1 1,1-1-1,-1 1 0,-2-1 1,1 1-19,0 0 0,1 0 0,-1-1 0,0 1 0,0 1 0,1-1 0,-1 0 1,0 1-1,1-1 0,-1 1 0,0 0 0,1 0 0,-1 0 0,1 0 0,-1 1 0,1-1 0,-5 4 0,4-2-28,1 0 1,-1 0-1,0 1 0,1-1 0,0 1 0,-1-1 0,2 1 1,-1 0-1,0 0 0,1 0 0,0 0 0,-1 0 0,0 8 1,1 5 9,0 1-1,1 19 1,0-13-10,0-17-7,1-1-1,-1 0 0,1 0 0,1 1 1,-1-1-1,1 0 0,0 0 0,0-1 1,0 1-1,1 0 0,0-1 1,0 1-1,1-1 0,0 0 0,-1 0 1,2 0-1,-1-1 0,7 6 1,-4-4-10,1 0 0,0-1 1,0-1-1,0 1 1,1-1-1,-1-1 1,1 1-1,0-2 1,0 1-1,0-1 0,18 2 1,-17-3-60,1 0-1,-1-1 1,0 0 0,1-1 0,-1 0-1,0-1 1,0 0 0,0 0 0,0-1 0,16-7-1,-18 6-5,-1-1 0,1 0 0,-1-1 0,0 0 0,0 0 0,0 0 0,-1-1 0,0 0 0,0 0 0,-1 0 0,0-1 0,5-9 0,-4 3 112,-1 1 0,0-1 0,-1 0-1,-1 0 1,0-1 0,-1 1-1,0 0 1,-2-1 0,1 1-1,-3-19 1,2 6 492,-1 17 69,1 10-583,0 0 0,0 0 0,0 0 0,0 0 0,0 0 0,0 0 0,0 0 0,0 0 0,0 0 0,1 0 0,-1 0-1,0 0 1,0 0 0,0 0 0,0 0 0,0 0 0,0 0 0,0 0 0,0 0 0,0 0 0,0 0 0,0 0 0,0 0 0,0 0 0,0 0 0,0 0 0,0 0 0,0 0-1,1 0 1,-1 0 0,0 0 0,0 0 0,0 0 0,0-1 0,0 1 0,0 0 0,0 0 0,0 0 0,0 0 0,0 0 0,0 0 0,0 0 0,0 0 0,0 0-1,0 0 1,0 0 0,0 0 0,0 0 0,0 0 0,0 0 0,0 0 0,0 0 0,0-1 0,0 1 0,0 0 0,0 0 0,0 0 0,0 0 0,14 3 9,2-1-144,1-1 1,-1 0-1,1-1 0,-1-2 0,1 1 0,-1-2 1,0 0-1,0-1 0,0 0 0,0-2 0,16-7 1,-31 12 122,0 1 0,-1-1 0,1 1 1,0-1-1,0 1 0,-1 0 0,1-1 1,0 1-1,0 0 0,0 0 0,-1-1 1,1 1-1,0 0 0,0 0 1,0 0-1,0 0 0,-1 0 0,1 0 1,0 0-1,0 0 0,0 1 0,0-1 1,-1 0-1,1 0 0,0 1 0,0-1 1,0 0-1,-1 1 0,1-1 0,0 1 1,-1-1-1,1 1 0,0 0 0,-1-1 1,2 2-1,-1 1 26,0 1 0,0-1 0,0 1 0,0-1 0,-1 1 0,1-1 0,-1 6 0,1 8-21,1-2 69,1 0 1,0 0-1,2-1 0,-1 1 0,2-1 0,0 0 0,0 0 0,10 12 0,-13-20-96,0-1 0,1 1 0,0-1-1,0 0 1,0 0 0,1-1 0,0 1 0,0-1-1,0 0 1,0-1 0,0 1 0,1-1 0,0 0 0,0 0-1,-1 0 1,2-1 0,-1 0 0,0-1 0,0 1-1,1-1 1,7 1 0,-10-3-226,1 1 0,-1 0 0,0-1 1,0 0-1,0 0 0,0 0 0,-1 0 0,1-1 0,0 0 0,0 1 0,-1-1 1,1-1-1,-1 1 0,0 0 0,0-1 0,0 0 0,0 1 0,0-1 0,0 0 0,-1-1 1,1 1-1,3-7 0,15-23-4217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9.2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0 249 288,'0'0'8194,"45"81"-7546,-31-38-232,3 1-24,7-4 280,1-3-112,2-9-184,4-9-280,7-19-96,-3 0-472,-11-9-3689</inkml:trace>
  <inkml:trace contextRef="#ctx0" brushRef="#br0" timeOffset="1">163 1 6593,'0'0'0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09.6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1 218 968,'0'0'14629,"15"-1"-14195,-3-1-336,-8 1-70,0 0 0,1 1 0,-1-1 0,1 1-1,-1 0 1,1 0 0,-1 0 0,0 1 0,1-1 0,-1 1 0,0 0-1,1 0 1,-1 1 0,0-1 0,0 1 0,0 0 0,0 0 0,0 1 0,0-1-1,4 5 1,60 75 288,-49-58-320,0 0-1,27 24 1,-45-47-20,1 1 0,-1 0 0,1-1-1,0 0 1,0 1 0,0-1 0,0 0 0,0 0 0,0 0 0,0 0 0,0 0-1,0 0 1,0-1 0,1 1 0,-1-1 0,0 0 0,0 1 0,1-1 0,-1 0-1,0 0 1,0-1 0,1 1 0,-1 0 0,0-1 0,0 1 0,0-1 0,0 0-1,1 0 1,-1 0 0,0 0 0,0 0 0,0 0 0,-1 0 0,1-1 0,0 1 0,0 0-1,-1-1 1,1 0 0,-1 1 0,1-1 0,-1 0 0,0 0 0,0 0 0,2-2-1,18-45 11,-2-1-1,17-69 0,8-22-15,-43 139-60,0-2 65,1 0 0,-1 0 0,1 1 0,0-1 0,0 0 0,4-5 0,-5 8-244,0 0-1,0 1 1,0-1 0,0 0-1,0 1 1,0-1-1,0 0 1,0 1-1,0-1 1,0 1-1,0 0 1,0-1 0,0 1-1,0 0 1,1 0-1,-1-1 1,2 1-1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0.0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235 1 960,'0'0'16696,"7"18"-16155,21 60-331,-26-72-191,0 0 0,-1-1 0,0 1 0,0 0 0,0 0 0,0 0 0,-1 0 0,0 0 0,-1 8 0,0 5 28,1-18-39,-12-2-31,-22-9-153,25 7 140,0 0 0,0 1-1,0 0 1,0 0-1,-15 0 1,5 2-29,6-1 48,1 1-1,0 0 1,0 1-1,-1 1 1,-20 5-1,30-6 15,0 0-1,1 0 1,-1 0 0,0 1-1,1-1 1,-1 1 0,1 0-1,0-1 1,-1 1-1,1 1 1,0-1 0,0 0-1,0 0 1,1 1-1,-1-1 1,0 1 0,1-1-1,0 1 1,-1 0 0,1-1-1,0 1 1,1 0-1,-1 0 1,0 0 0,1 0-1,0 0 1,-1 0 0,1 0-1,1 4 1,-1-4-22,0 0 0,1 0 0,-1 0 0,1 1 0,0-1-1,0 0 1,0 0 0,1 0 0,-1 0 0,1 0 0,-1-1 0,1 1 0,0 0 0,0-1 0,0 1 0,0-1 0,1 0 0,-1 0 0,1 0 0,-1 0 0,1 0 0,0 0 0,0-1-1,-1 1 1,1-1 0,0 0 0,1 0 0,-1 0 0,5 1 0,10 2-555,0 0-1,1-2 0,34 1 1,-49-3 446,11 1-604,0 0-1,0-1 1,-1-1-1,1 0 1,0-1-1,0-1 1,-1 0-1,1-1 0,19-8 1,3-7-6377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0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260 552 1672,'0'0'11788,"5"-12"-8311,-7 10-3462,-1 1 0,0-1 1,1 1-1,-1 0 0,0 0 0,0 0 1,0 1-1,0-1 0,1 0 0,-1 1 0,0 0 1,0 0-1,0 0 0,-6 1 0,3-1-10,-11 0-18,1 0 0,-24 4 0,34-2 10,0-1-1,0 1 0,0 0 1,0 1-1,0-1 0,1 1 0,-1 0 1,1 1-1,-8 5 0,7-4 0,0 0 0,1 0 0,-1 0 1,1 1-1,0-1 0,0 1 0,1 1 0,0-1 0,0 0 0,0 1 0,1 0 0,0 0 0,0 0 0,1 0 0,0 1 0,0-1 0,1 1 0,0-1 0,0 1 0,1-1 1,0 1-1,1 11 0,-1-18-33,1 1 0,-1 0 0,1 0-1,-1-1 1,1 1 0,-1 0 0,1-1 0,0 1 0,0 0 0,0-1 0,0 0 0,0 1 0,1-1 0,-1 1 0,0-1 0,0 0 0,1 0 0,-1 0 0,3 1 0,-1 0-49,1 0 1,0 0-1,1 0 1,-1-1-1,0 0 0,0 0 1,0 0-1,6 0 1,-3 0 11,0-1 0,1 0 0,-1 0 1,1 0-1,-1-1 0,1-1 0,-1 1 1,0-1-1,14-5 0,-12 1 116,-1 1 1,0-1-1,0 0 0,-1-1 0,1 0 1,-2 0-1,1-1 0,-1 1 0,0-1 1,0-1-1,-1 1 0,0-1 0,-1 0 1,0 0-1,0 0 0,4-18 0,-1-1 258,-1-1 0,-2 0 0,-1 0 0,0-44 0,-3-351-1412,-9 626 1103,0 7 147,9-183-45,0 5 73,1-1 0,5 38 0,-4-60-155,-1 1 0,1-1-1,1 0 1,0 1 0,0-1 0,1 0-1,0-1 1,0 1 0,0-1 0,1 0-1,0 0 1,10 10 0,-13-15-123,0 0 0,1 0 0,-1-1 0,0 1 0,1-1 1,-1 1-1,1-1 0,0 0 0,-1 0 0,1 0 0,0 0 0,0 0 0,0-1 0,3 1 0,-3-1-376,-1 0 0,0 0 0,1 0-1,-1-1 1,0 1 0,0-1 0,1 1-1,-1-1 1,0 0 0,0 0 0,4-2-1,15-15-8374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0.9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 1 3025,'0'0'11506,"23"8"-10740,72 30 35,-91-37-730,-1 1 0,0 0 0,1-1 0,-1 1 0,0 1 0,0-1 0,0 0 0,-1 1-1,1-1 1,0 1 0,-1 0 0,0 0 0,0 0 0,0 0 0,0 0 0,2 5 0,3 5 246,5 8 539,0 0 0,13 36-1,-24-56-348,0-6-389,-3-10-133,-2 8 8,1 0-1,-1 1 1,0-1 0,-1 1-1,0 0 1,0 1 0,0-1 0,0 1-1,-1 0 1,0 0 0,0 0-1,-1 1 1,-12-7 0,13 8-12,0 0-1,0 0 1,-1 1-1,1 0 1,-1 0 0,1 1-1,-1-1 1,0 1 0,0 1-1,0-1 1,1 1 0,-1 0-1,0 1 1,0 0 0,0 0-1,-7 2 1,12-1 18,-1-1 0,1 1 0,-1 0 0,1 0 0,-1 0 0,1 0 0,0 0 0,0 0 0,0 0-1,0 1 1,1-1 0,-1 1 0,1 0 0,-1-1 0,1 1 0,0 0 0,0 0 0,0 0 0,1 0 0,-1 0 0,0 0 0,1 0 0,0 0 0,0 5 0,0-4-7,0-1 1,0 1-1,0-1 1,0 1-1,0-1 0,1 1 1,0-1-1,0 0 1,0 1-1,0-1 1,0 0-1,1 0 1,-1 0-1,1 0 1,0 0-1,0 0 1,0 0-1,0 0 1,0-1-1,1 1 1,3 2-1,3-1 39,0-1 0,-1 0 0,1 0 0,0-1 0,0-1 0,1 1 0,-1-1 0,0-1 0,0 0 0,0 0 0,1-1 0,-1 0 0,0 0 0,0-1 0,0-1-1,0 1 1,16-8 0,-19 7-543,1 0-1,-1 1 1,1 0-1,0 0 0,0 0 1,-1 1-1,1 0 0,0 1 1,12 0-1,-5 0-4035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5.3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327 580 1088,'0'0'9876,"-16"2"-9720,-127 6 390,133-8-425,0 0-1,0 1 1,0 1-1,1 0 1,-1 0-1,1 1 1,-1 0-1,1 0 1,-11 6-1,16-7-85,0 1-1,1-1 1,-1 1-1,0-1 1,1 1-1,-1 0 1,1 1-1,0-1 1,0 1 0,0-1-1,1 1 1,-1 0-1,1 0 1,0 0-1,0 0 1,0 0-1,1 0 1,-1 1-1,1-1 1,0 1-1,0-1 1,0 6 0,0 5 32,0-2 45,0 1-1,1 0 0,1-1 1,2 20-1,-2-30-62,-1 0 1,1-1-1,-1 1 0,1-1 0,0 1 0,0-1 1,0 1-1,1-1 0,-1 0 0,0 0 0,1 1 1,0-1-1,-1 0 0,1 0 0,0 0 0,0-1 0,0 1 1,0 0-1,1-1 0,-1 1 0,0-1 0,0 0 1,1 0-1,-1 0 0,1 0 0,-1 0 0,1 0 1,0-1-1,2 1 0,-1-1 75,1 1 0,0-1 0,-1 0 0,1 0 0,-1 0 0,1-1 0,-1 0 0,1 0 0,-1 0 0,1 0 1,-1-1-1,0 0 0,0 1 0,0-2 0,5-2 0,-2-1-37,0 0 0,0 0 0,-1-1 0,0 0 0,0 0 0,9-16 0,-1-2-27,-1 1 1,-1-2-1,-2 0 1,0 0-1,-2-1 1,-1 0-1,-1 0 1,3-42-1,-2-27-187,-7-108 0,-2 91-390,2 35-644,0 66-383,0 49 818,-1 28 701,2 1 1,4-1 0,24 126-1,-15-142 119,19 49 0,-26-81-531,0-1 0,1-1 0,1 0 1,0 0-1,1-1 0,19 23 1,-6-16-3003,-2-12-2232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5.7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162 1 6361,'0'0'9533,"27"14"-8943,86 51-205,-108-62-356,-1 0 0,0 0 0,0 1 0,0-1 0,0 1 0,-1 0 0,1 0 0,-1 0 0,0 1 0,0-1 0,-1 1 0,0 0 0,1-1 0,-1 1 0,-1 0 0,1 1 0,-1-1 0,0 0 0,0 0 0,0 0 0,-1 7 0,2 6 34,2 49 574,-14-79-228,-3 1-404,-1 1-1,1 0 1,-2 1-1,1 0 1,-1 1 0,0 1-1,-1 1 1,0 0 0,0 1-1,0 0 1,-1 1 0,0 1-1,1 1 1,-1 0-1,0 2 1,-21 0 0,34 1-7,0-1 0,0 0 1,1 1-1,-1 0 0,0 0 0,0 0 1,1 0-1,-1 1 0,1 0 0,-1-1 1,1 1-1,-1 0 0,-4 4 1,7-4-1,0-1 1,-1 0-1,1 1 0,0-1 1,0 1-1,0 0 1,0-1-1,0 1 1,1-1-1,-1 1 1,0 0-1,1 0 1,-1 0-1,1-1 1,0 1-1,-1 0 0,1 0 1,0 0-1,0 0 1,0-1-1,1 1 1,-1 0-1,0 0 1,1 0-1,-1-1 1,1 1-1,-1 0 0,1 0 1,0-1-1,0 1 1,1 1-1,0 0-5,0 0-1,0-1 1,0 1-1,0-1 1,1 1-1,-1-1 1,1 0-1,0 0 1,-1-1-1,1 1 1,0 0-1,0-1 1,5 2-1,46 12-148,-14-9-323,0-2 0,72-1 0,-93-3 197,93-2-3020,-10-8-4084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6.1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166 0 5153,'0'0'12755,"-165"208"-12747,165-108-8,7 12 56,6 2-136,5 4-912,-8 28 343,-3-31-1623,-4-25-3265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6.5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78 9730,'0'0'4900,"37"0"-4188,125-2-373,23 2-309,22-1-5511,-203 1 5044,0 0 0,0-1 0,0 1 0,0-1-1,0 0 1,0 0 0,0 0 0,0-1 0,0 1 0,0-1-1,6-4 1,-8 5 211,-1 0 0,1-1-1,-1 1 1,1-1 0,-1 0-1,0 1 1,1-1 0,-1 0 0,0 0-1,0 0 1,-1 0 0,2-2-1,1-30 9784,-1 60-8067,-1-17-1476,1-1 0,0 1 0,0 0 0,1-1 0,1 1 0,-1-1 0,1 0-1,1 0 1,-1 0 0,1-1 0,1 0 0,-1 0 0,1 0 0,1 0-1,-1-1 1,15 11 0,-12-11-333,1 0 0,0 0 1,0-1-1,0 0 0,1-1 0,-1 0 0,1-1 0,0 0 0,0-1 0,0 0 0,0-1 0,1 0 0,11 0 1,-18-2 283,0 1 1,0-1 0,-1 0 0,1 0-1,0 0 1,-1-1 0,1 0 0,-1 0-1,1 0 1,-1 0 0,0-1 0,0 1-1,0-1 1,0 0 0,-1 0 0,1-1-1,-1 1 1,0-1 0,0 0 0,0 0-1,3-4 1,3-9 663,0-1 0,-1 0 0,11-37 0,-6 16 439,-13 38-1049,0 0 1,0 1 0,0-1 0,0 1 0,1-1 0,-1 0 0,0 1-1,0-1 1,1 1 0,-1-1 0,0 1 0,1-1 0,-1 0 0,0 1-1,1 0 1,-1-1 0,1 1 0,-1-1 0,1 1 0,-1-1 0,1 1 0,-1 0-1,1 0 1,0-1 0,-1 1 0,1 0 0,-1 0 0,1-1 0,0 1-1,-1 0 1,1 0 0,0 0 0,-1 0 0,1 0 0,0 0 0,-1 0-1,1 0 1,-1 0 0,1 1 0,0-1 0,-1 0 0,1 0 0,0 0 0,-1 1-1,1-1 1,-1 0 0,1 1 0,-1-1 0,1 0 0,-1 1 0,1-1-1,-1 1 1,1 0 0,21 27 481,-8 0-476,-8-14-170,1-1 0,0 0 0,0 0 0,1 0 0,1-1 0,0-1 0,1 1 0,0-2 0,19 17 0,-1-10-3380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7.0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1360,'0'0'14653,"16"28"-14517,51 86-124,-40-63-159,-26-48 111,1 0 0,-1 0 0,1 0 0,0 0 1,0 0-1,0 0 0,3 3 0,-4-5 15,0 0-1,0-1 0,0 1 1,-1 0-1,1 0 0,0-1 1,0 1-1,1 0 0,-1-1 1,0 1-1,0-1 0,0 0 0,0 1 1,0-1-1,1 0 0,-1 1 1,0-1-1,0 0 0,0 0 1,1 0-1,-1 0 0,0 0 1,0-1-1,0 1 0,1 0 1,-1 0-1,0-1 0,0 1 1,0-1-1,0 1 0,0-1 1,0 1-1,0-1 0,0 0 0,0 1 1,2-3-1,3-2 12,0-1 1,-1 0-1,0 0 0,7-10 0,-7 8 0,7-9-16,2-2 101,0 0 0,31-29 1,-41 44-48,0 0 1,0 1-1,1-1 1,-1 1-1,1 0 1,0 0 0,0 1-1,0-1 1,0 1-1,1 0 1,-1 1-1,0-1 1,1 1-1,0 0 1,-1 0-1,1 1 1,5 0-1,-8 1-22,-1-1 0,0 1 0,0 0 0,0 0 0,0 0-1,0 0 1,0 1 0,0-1 0,0 1 0,0-1 0,-1 1-1,1-1 1,0 1 0,-1 0 0,0 0 0,1 0 0,-1 0 0,0 0-1,0 0 1,0 0 0,0 0 0,1 5 0,16 58 112,-15-50-109,-1-6-9,5 24-20,1-1-1,20 48 0,-27-78-7,0 0 0,0-1 0,0 1 0,0 0-1,0-1 1,0 1 0,0-1 0,0 1 0,1-1-1,-1 0 1,1 0 0,-1 1 0,1-1 0,0 0-1,-1 0 1,1 0 0,0-1 0,2 2 0,37 2-4009,-38-4 3311,28 0-9179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7.3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123 31 1432,'0'0'4185,"20"-5"-2508,61-19 7186,-103 22-7635,-30 4-1313,42-1 298,0 1 1,1 0 0,0 1 0,0 0 0,0 0-1,0 1 1,-17 10 0,22-11-155,0 0 0,0 0 0,0 0 0,0 0 1,0 1-1,1 0 0,-1-1 0,1 2 0,0-1 0,0 0 0,1 0 0,-1 1 0,1-1 1,0 1-1,0 0 0,-2 9 0,3-8-52,0-1 0,0 1 0,1 0-1,0 0 1,0 0 0,0 0 0,1 0 0,0 0 0,0-1-1,0 1 1,1 0 0,0 0 0,0-1 0,0 1 0,1-1 0,-1 0-1,1 0 1,1 0 0,7 9 0,-3-6-139,1 0 0,0 0 0,1-1-1,-1-1 1,1 0 0,1 0 0,-1-1 0,1 0 0,13 4 0,-4-3-807,1-1 0,0-2 0,-1 0 0,1-1 0,0 0 0,0-2 0,0-1 0,24-3 0,13-7-6376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7.7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64 0 1344,'0'0'11107,"27"10"-10454,82 31-51,-106-40-565,0 0 1,-1 1 0,1-1-1,0 1 1,-1 0 0,1 0-1,-1-1 1,0 1 0,0 1-1,0-1 1,3 3 0,-4-3-4,-1-1 0,1 1 1,-1-1-1,1 1 0,-1-1 1,1 1-1,-1 0 0,0-1 1,0 1-1,0-1 0,0 4 1,0 4 131,3 20 159,5 26-64,-8-57-254,-1-1 0,0 1 0,-1 0 0,1 0 0,0 0 0,0 1 0,-1-1 0,1 0 0,-1 0 0,0 1 0,1-1 0,-1 1 0,0-1 0,0 1 0,0 0 0,0 0 0,-4-2 0,0 1 29,-1-1-1,1 1 1,-1 1-1,1-1 1,-1 1-1,-11-1 1,11 2-17,1-1-1,-1 1 1,1 1-1,-1-1 1,1 1-1,-1 0 1,1 1 0,-1-1-1,1 1 1,0 1-1,0-1 1,0 1-1,0 0 1,0 0 0,1 1-1,-7 4 1,7-2-22,0 0 0,1 0 0,-1 1 0,1-1 0,1 1 1,-1 0-1,1 0 0,0 0 0,1 0 0,0 1 0,0-1 0,0 1 0,1-1 1,0 1-1,1 0 0,-1-1 0,2 1 0,-1 0 0,2 7 0,-2-12-62,1 1-1,0-1 1,0 0-1,0-1 1,0 1-1,0 0 1,0 0-1,1 0 1,-1-1-1,1 1 0,0-1 1,0 1-1,0-1 1,0 0-1,0 1 1,0-1-1,1 0 1,-1-1-1,1 1 1,-1 0-1,1-1 0,0 1 1,0-1-1,-1 0 1,1 0-1,0 0 1,4 0-1,4 2-523,1-1 0,0 0 0,-1-1-1,1-1 1,21-1 0,-23 0-559,0 0 0,0-1 0,16-4 0,23-16-4845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8.0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69 252 4913,'0'0'9653,"32"13"-9364,99 39-142,-126-50-124,0 0 0,0 0 1,0 0-1,0 0 0,1-1 0,-1 0 1,0 0-1,1-1 0,-1 1 0,11-1 1,-3-2 81,-10 2-70,1 0 0,-1 0 0,0-1 0,0 1 1,0-1-1,0 0 0,0 0 0,0 0 0,0-1 0,0 1 0,0-1 0,0 1 0,-1-1 0,1 0 0,-1 0 0,1 0 0,-1-1 0,0 1 0,0 0 0,0-1 0,0 1 0,0-1 1,0 0-1,-1 0 0,1 0 0,-1 0 0,0 0 0,0 0 0,0 0 0,0 0 0,0-3 0,2-13 78,0 0 0,-1 0 0,-1 0 0,-2-21 0,1 19 187,0 17-276,-1 0 1,1 1-1,-1-1 0,1 1 0,-1-1 0,0 1 0,0-1 0,-1 1 0,1-1 0,-1 1 1,0 0-1,0 0 0,0 0 0,0 0 0,-4-4 0,1 2-7,-1 0-1,1 0 1,-1 1-1,0-1 1,-1 2-1,1-1 1,-10-4 0,-2 2-209,1 0 0,-1 1 0,0 1 0,0 1 0,-32-3 0,-77 5-5020,80 1-1980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18.4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935 150 6705,'0'0'18196,"224"-112"-18292,-172 96-48,-11 1-640,-13 9-1176</inkml:trace>
  <inkml:trace contextRef="#ctx0" brushRef="#br0" timeOffset="1">242 622 10922,'0'0'7994,"-83"161"-7906,55-121-88,-20 7-928,7-10-1809,-1-9-8145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0.5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 0 864,'0'0'13251,"-190"177"-13035,166-109-160,10 7 24,10-1-80,4 1 16,4-4-16,44 13-152,-6-19-1408,-1-18-4105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0.9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1 298 1040,'0'0'13235,"86"-71"-13051,-55 43-48,0-3-136,4-3 0,-1 0-400,1-7-912,-11 7-1505,-11 9-6489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1.2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0 616,'0'0'17492,"131"28"-17220,-90-9-232,8 6 8,-1 9-96,0 0-832,0 6-585,14 4-423,-13-10-737,-11-9-4688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1.6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1 624,'0'0'16668,"155"192"-16660,-123-139 40,-12 0-48,-9 3 8,-11-3-56,0-1 24,-7 1 16,-24-3-448,-18 9-185,8-16-751,10-12-1688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5.8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1216,'0'0'14595,"21"0"-12874,-14 0-913,0 0-296,7 0-384,-1 0-56,12 0-72,9 0-16,11 3-696,45 3-760,-14-3-1049,-4-3-3744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6.4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1112,'0'0'15139,"62"-13"-15115,-17 13-24,10 0-48,45 0-992,-14 0-1528,-10 0-5010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32.0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0 542 808,'1'-4'13920,"5"-10"-13771,0 1 0,0 0-1,1 1 1,16-21-1,-5 6 10,135-188-9,-47 70-2276,-104 142 1955,20-33-1689,-16 9-2453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32.4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1816,'0'0'12814,"32"14"-12202,102 45-192,-120-53-372,0 2-1,0-1 1,-1 2-1,0 0 1,0 0-1,-1 1 1,18 19 0,-5-5-33,60 66 38,3 4-264,-75-82-308,0-1 0,1 0-1,1-1 1,0 0-1,17 8 1,3-4-2519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34.2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1112,'0'0'12992,"2"-5"-12454,3-21 318,9 28 358,-11 2-1162,-1 0 0,0 1 1,0-1-1,0 0 0,0 1 1,-1-1-1,1 1 0,-1 0 1,-1 0-1,1-1 0,0 8 1,1 4 60,5 40 73,-2 105 0,-3-43-2745,0-84-2308,9 47 1,-7-67 325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34.6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38 928,'0'0'14675,"45"0"-14163,-17 0-328,9-3-15,8 0-169,7 0-56,3-3-233,25-1-1015,-15-2-856,-17 3-3105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29.0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1456,'0'0'16260,"4"9"-16148,13-3-104,4 4 88,13-1-96,8 0-8,9-2-48,11-1-880,28-6-753,-11 0-1527,-10 0-7603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30.0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3049,'0'0'10638,"35"-1"-10086,117-3-203,249 4-508,62-3-3566,-210-20 68,-153 8 803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46.0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198 97 2513,'0'0'10921,"0"-13"-9899,0-35-344,0 12 2215,20 274-2722,-6-110-248,-12-106 61,10 186-2136,-12-206 2134,0-1 0,-1 1-1,1-1 1,-1 1 0,0-1 0,1 1 0,-1-1 0,0 1 0,0-1 0,0 0 0,0 1 0,0-1-1,0 0 1,0 0 0,-1 0 0,1 0 0,0 0 0,-1 0 0,1 0 0,-1 0 0,1 0 0,-3 0 0,-42 17-863,34-14 445,-7 2-147,-117 46-1764,129-46 3088,16-3-335,26-2-101,-29-2-234,299 1-1934,-284 0-1621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46.8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 14 5577,'0'0'9745,"32"-4"-9505,106-5-117,-127 8-114,0 1 0,-1 1 0,1 0 0,0 0 0,-1 1 0,1 0 0,-1 1 0,1 1 0,-1-1 0,0 1 0,-1 1 0,1 0 0,17 12 0,-18-11 7,-3-2 29,0-1 0,-1 1 1,1 1-1,-1-1 0,0 1 0,0 0 0,-1 0 0,0 1 0,1-1 0,-2 1 0,1 0 0,-1 0 0,0 0 0,0 1 0,0-1 0,-1 1 0,0-1 0,-1 1 0,1 0 0,-1-1 1,0 1-1,-1 11 0,1-7 35,0 1 0,-1 0 0,0 0 0,-1 0 0,0-1 0,-1 1 1,-1 0-1,0-1 0,0 0 0,-1 0 0,-9 20 0,-4-3-78,-1-1 1,-1 0-1,-2-1 0,0-2 1,-1 0-1,-2-1 0,0-1 1,-2-1-1,0-2 0,-54 31 0,73-46-108,0-1-1,-1-1 0,1 1 0,-1-1 0,0-1 0,1 1 1,-1-1-1,-13-1 0,18 0 68,1 0 0,0 0 0,-1-1 0,1 1 0,0-1 0,0 0 0,-1 1 0,1-1 0,0 0 0,0-1 0,0 1 0,0 0 0,0 0 0,1-1 0,-1 1 0,0-1 0,1 0 0,-1 1-1,1-1 1,-1 0 0,1 0 0,0 0 0,-1 0 0,1 0 0,0 0 0,1 0 0,-1-1 0,0 1 0,0-3 0,-2-9-16,0 1-1,2 0 0,-2-25 1,3 33 36,-1-19 20,0 10-9,0 1 0,1-1 0,1 0 0,0 0 0,4-21 0,-4 32 13,0 0 1,0 0-1,0 1 0,1-1 1,-1 0-1,1 1 0,-1-1 1,1 1-1,0-1 0,0 1 1,0 0-1,0 0 0,0 0 1,1 0-1,-1 0 0,1 0 1,-1 0-1,1 1 0,0 0 1,-1-1-1,1 1 0,0 0 1,0 0-1,0 1 0,0-1 1,0 0-1,0 1 0,0 0 1,0 0-1,5 0 0,-2 0 56,0 1-1,0 0 0,0 0 1,0 1-1,-1-1 0,1 1 1,0 0-1,-1 1 0,0-1 0,1 1 1,8 7-1,4 4 56,29 28-1,-23-20-61,-2-2-11,1-1 0,2-1 0,27 16 0,-37-26-393,0-1 1,0 0-1,1-1 0,-1-1 1,2 0-1,31 4 0,-6-5-3365,-9-4-3761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48.1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114 8 1136,'0'-8'13063,"-6"12"-11548,-14 19-807,-23 38-1048,39-53 328,-2-1-7,1 1 0,1 0 0,0 0 0,0 0-1,0 1 1,1-1 0,0 1 0,1 0 0,0-1 0,1 1 0,-2 10 0,4-19 10,-1 1 1,0-1 0,0 1 0,0-1-1,0 0 1,0 1 0,1-1 0,-1 0-1,0 1 1,0-1 0,1 0 0,-1 1-1,0-1 1,0 0 0,1 0 0,-1 1-1,0-1 1,1 0 0,-1 0 0,0 0-1,1 1 1,-1-1 0,1 0 0,-1 0-1,0 0 1,1 0 0,-1 0 0,1 0-1,-1 0 1,0 0 0,1 0 0,0 0-1,17 0-10,-12 0-25,128 0-1393,-106 9-686,-28-9 2221,0-2 581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48.8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19 3265,'0'0'5988,"-3"-19"-194,17 230-5690,-15-196-281,3 9-812,-1-23 870,0 0 0,-1-1 1,1 1-1,0 0 0,-1-1 1,1 1-1,0-1 1,0 1-1,0-1 0,0 1 1,0-1-1,0 1 0,0-1 1,-1 0-1,1 0 0,0 1 1,0-1-1,0 0 0,0 0 1,0 0-1,0 0 0,0 0 1,2-1-1,11 1-2680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1.2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142 443 9834,'0'0'6291,"24"-4"-6059,81-15-148,-95 17-73,-1 0 0,0-1 0,1 0 0,-1-1 0,0 0 0,0 0 0,-1-1 0,1 0 0,-1-1 0,0 0 0,-1 0 0,1-1 0,-1 1 0,-1-2 0,1 1 0,-1-1 0,0 0 0,-1 0 0,7-14 0,-7 9-16,0 0-1,0 0 1,-2-1-1,1 1 0,-2-1 1,0 0-1,-1 0 1,0 0-1,-1 0 0,0 0 1,-4-23-1,3 32-13,-1 0 0,1 0 0,-1 0 0,0 0 0,0 0 0,0 0 0,-1 1 0,1-1 0,-1 1 0,0 0-1,0 0 1,-1 0 0,0 0 0,1 0 0,-1 1 0,0-1 0,-1 1 0,1 0 0,0 1 0,-1-1 0,0 1 0,1 0 0,-1 0 0,0 0 0,-8-1 0,-3-1-42,0 1 0,0 1 1,0 0-1,0 2 1,0 0-1,-1 0 1,-18 4-1,25-2 59,-1 1 0,1 0-1,0 1 1,0 0 0,0 1 0,1 0 0,0 0 0,0 1-1,0 0 1,0 0 0,1 1 0,0 0 0,1 1 0,0 0-1,0 0 1,0 0 0,1 1 0,0 0 0,1 0 0,0 1-1,1-1 1,-1 1 0,2 0 0,0 1 0,0-1-1,-3 19 1,6-21 19,-2 10-207,1 0 1,3 35 0,-2-50 119,0 1-1,1-1 1,-1 1-1,1-1 1,0 0-1,0 1 1,0-1-1,1 0 1,-1 0-1,1 0 1,0 0-1,-1 0 1,1 0-1,0 0 1,1 0-1,-1-1 1,1 1-1,-1-1 1,1 0 0,0 0-1,5 3 1,-9-5 76,1 0 0,-1 0 0,0 0 0,1 0 1,-1 0-1,1 0 0,-1 0 0,1 0 0,-1 0 1,1 0-1,-1 0 0,0 0 0,1 1 0,-1-1 1,1 0-1,-1 0 0,1 1 0,-1-1 0,1 0 0,0 0 1,-1 1-1,1-1 0,-1 1 0,1-1 0,0 0 1,-1 1-1,1-1 0,0 1 0,-1 0 0,-12 25 112,-3 31 173,14-36-109,0 0 0,1 0 1,1 0-1,6 39 0,-4-48-110,1-1 0,0 1 1,1 0-1,1-1 0,-1 0 1,2 0-1,-1 0 0,2-1 1,13 19-1,-11-19-65,0 0-1,0-1 1,1 0-1,0-1 1,1 0 0,0 0-1,0-1 1,1 0-1,0-1 1,0-1 0,0 0-1,1 0 1,-1-1-1,1-1 1,0 0 0,0-1-1,1 0 1,-1-1 0,0 0-1,21-3 1,-27 2-13,-1-1-1,0 1 1,1-1 0,-1-1 0,0 0-1,0 1 1,0-2 0,0 1 0,-1-1 0,1 0-1,-1 0 1,1 0 0,-1-1 0,0 0 0,0 0-1,-1 0 1,1-1 0,-1 1 0,0-1 0,0 0-1,0 0 1,-1-1 0,0 1 0,5-11 0,-2-1 14,0-1 1,-2 0 0,0 1-1,0-1 1,-2-1 0,0 1 0,-2-25-1,0 33-5,0 0-1,-1 0 1,-1 0-1,0 1 1,0-1-1,0 1 0,-1-1 1,-1 1-1,0 0 1,0 0-1,-1 0 1,0 1-1,0 0 1,-1 0-1,0 0 0,0 0 1,-1 1-1,0 0 1,0 1-1,-1 0 1,0 0-1,0 0 1,0 1-1,-1 0 0,0 1 1,0 0-1,0 0 1,0 1-1,-16-4 1,16 5-68,0 1 1,0 0 0,0 0-1,0 1 1,-1 0 0,1 1-1,0 0 1,0 0 0,0 1-1,0 0 1,0 0 0,-12 6 0,2 5-414,1 1 0,0 1 0,1 0 0,0 2-1,1 0 1,-18 26 0,-17 28-3834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1.6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 6465,'0'0'13890,"35"-2"-13535,-14 1-315,28-3 21,0 4 0,96 9-1,253 16-398,-131-26-3236,-89 0-2412,-178 1 5930,0 0 0,1-1 0,-1 1 0,1 0 0,-1 0 0,1 0 1,-1 0-1,0 0 0,1 0 0,-1 0 0,1 0 0,-1 0 0,1 0 0,-1 0 0,1 0 0,-1 0 0,0 0 0,1 0 0,-1 1 0,1-1 0,-1 0 0,0 0 0,1 0 0,-1 1 0,1-1 0,-1 0 0,0 1 0,1-1 0,-1 0 0,0 1 0,0-1 0,1 0 0,-1 1 0,0-1 0,0 0 0,1 1 0,-1-1 0,0 1 0,0-1 0,0 1 0,0-1 0,0 0 0,0 1 0,0-1 0,0 1 0,0-1 0,0 1 0,0-1 0,0 1 0,0-1 0,0 1 0,0 3-393,0 14-1720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2.3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24 500 3089,'0'0'9039,"-4"6"-8447,-12 17-24,12-18 664,5-9-1095,0-1-1,0 0 1,1 1-1,-1 0 1,1-1-1,0 1 0,0 0 1,1 0-1,-1 0 1,1 0-1,4-5 1,9-14 55,64-113 116,64-116-410,-136 239-118,-5 8-61,0 0 0,0 1 0,-1-1 0,0 0-1,0-1 1,0 1 0,0 0 0,1-8 0,-24 12-6427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2.6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9178,'0'0'8978,"159"165"-8818,-118-112-152,1-1 0,-1 1-8,0 0-80,-3-13-192,11-9-1329,-8-12-823,-13-13-2617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3.1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7378,'0'0'8112,"24"0"-7903,76 5-114,-96-5-108,-1 0 0,1 1 1,0-1-1,-1 1 0,1 0 0,-1 0 0,0 0 0,1 1 0,-1-1 1,0 1-1,0 0 0,1 0 0,-1 0 0,-1 0 0,1 0 1,0 1-1,-1-1 0,1 1 0,-1 0 0,0-1 0,1 1 1,-1 0-1,-1 1 0,1-1 0,0 0 0,1 5 0,-2-5 6,0 0 0,-1-1 0,1 1 0,-1 0-1,1 0 1,-1 0 0,0 0 0,0-1 0,0 1 0,0 0-1,-1 0 1,1 0 0,-1 0 0,1-1 0,-1 1 0,0 0-1,0 0 1,-1-1 0,1 1 0,0-1 0,-1 1 0,1-1-1,-1 0 1,0 0 0,0 1 0,0-1 0,-4 3 0,-1 0 21,0 0 0,1-1 0,-1 0 0,-1 0 0,1-1 0,-1 0 1,1 0-1,-15 3 0,18-5-21,51-2-73,-19-1-117,54 6 1,-79-3 93,1 0-1,-1-1 1,0 2 0,0-1 0,0 0 0,0 1-1,0-1 1,0 1 0,0 0 0,0 0-1,-1 0 1,1 0 0,-1 0 0,1 1 0,-1-1-1,0 1 1,0 0 0,0-1 0,0 1-1,-1 0 1,1 0 0,-1 0 0,2 6 0,-1-2 32,1 1 0,-2 0 0,1 0 1,-1 0-1,-1 0 0,1 0 0,-1 0 1,-2 14-1,1-17 174,-1-1-1,0 0 1,1 0 0,-1-1 0,-1 1-1,1 0 1,-1-1 0,1 1 0,-1-1 0,0 0-1,0 1 1,0-2 0,-1 1 0,1 0-1,-1-1 1,1 1 0,-8 2 0,1 1 49,0-1 1,0-1 0,-1 0-1,0 0 1,-17 4 0,6-7-1359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3.9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10 488,'0'0'19772,"190"-9"-19644,-135 9-32,1 0-96,2 0-80,-6 0-696,13 0-1264,-13 3-1737,-10 0-3041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6.1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6617,'0'0'8345,"8"-1"-8102,245-17 1357,8 15-4541,-260 4 2972,0-1 0,0 0 0,0 0 0,0 1 0,0-1 0,0 1 0,0-1 0,-1 0 0,1 1 0,0 0 0,0-1 0,-1 1 0,1-1 0,0 1 0,-1 0 0,1-1 0,0 1 0,-1 0 0,1 0 0,-1 0 0,1-1 0,-1 1 0,0 0-1,1 0 1,-1 0 0,0 0 0,0 0 0,0 0 0,1 0 0,-1 0 0,0 0 0,0 0 0,0 0 0,0-1 0,-1 1 0,1 2 0,-7 39 324,-8 11-252,3 1 0,2 0 0,2 0 1,-1 89-1,9 1-417,0-50-3212,0-61-473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6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6673,'0'0'9269,"12"0"-8755,111-1-34,146 3-4100,-231 4 570,-15 3-2303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7.2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1 464,'0'0'14399,"0"0"-14361,0 1 1,0-1-1,0 0 0,0 1 1,0-1-1,1 0 0,-1 1 0,0-1 1,0 1-1,1-1 0,-1 0 0,0 1 1,0-1-1,1 0 0,-1 0 1,0 1-1,1-1 0,-1 0 0,0 0 1,1 1-1,-1-1 0,1 0 1,-1 0-1,0 0 0,1 0 0,-1 0 1,1 0-1,-1 0 0,1 0 0,13 3 335,1-1 0,-1-1 0,0-1 0,29-2 0,0 0-176,302 2-164,-116 0-2985,-213 1 2108,0 0 1,-1 2-1,1 0 0,-1 0 1,0 1-1,0 1 0,0 1 1,-1 0-1,22 13 0,-21-14-2160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8.5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18 453 440,'-18'28'14096,"19"-33"-13969,0-1-1,0 0 1,0 0-1,0 1 1,1-1-1,0 1 1,0-1-1,0 1 1,6-9-1,34-47-281,-21 33 231,23-34-160,-6 10-1029,-2-2 0,30-64 0,-65 117 1010,1-2-395,-1-1-1,1 1 0,-1 0 1,0-1-1,0 1 0,0 0 1,0-1-1,0-5 0,-25 4-6969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8.8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0 120,'0'0'15195,"127"99"-14971,-85-58-152,-4-1 8,-4 0-64,1 1-16,-4-1 0,-4-6-104,8-3-488,-7-6-1416,-8-12-1857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4:59.6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1 336,'0'0'11759,"24"2"-11535,77 10-47,-97-12-168,-1 1 0,1 0 1,0 0-1,0 0 0,-1 1 0,1-1 1,-1 1-1,1 0 0,-1 0 0,0 0 0,1 1 1,-1-1-1,0 1 0,-1-1 0,1 1 1,0 0-1,-1 0 0,0 0 0,1 1 0,-1-1 1,0 1-1,-1-1 0,1 1 0,-1-1 1,2 7-1,0-2 3,1 4 8,0 1 0,-1 1 0,0-1 0,-1 0 0,0 27 0,-1-31 3,-2-1 1,1 1-1,-1-1 0,0 1 1,-1-1-1,0 0 1,0 1-1,-1-1 1,0 0-1,-6 10 0,-1-2 2,-2 0-1,0 0 0,-23 21 1,29-31-21,0 0 1,-1 0-1,0-1 1,0 0-1,0-1 1,0 0-1,-1 0 1,0 0-1,1-1 1,-16 4-1,22-7-12,0 1 1,1-1-1,-1 0 0,1 0 1,-1 0-1,1 0 0,-1 0 0,0-1 1,1 1-1,-1 0 0,1 0 0,-1 0 1,1 0-1,-1 0 0,1-1 1,-1 1-1,1 0 0,-1-1 0,1 1 1,-1 0-1,1-1 0,-1 1 0,1 0 1,0-1-1,-1 1 0,1-1 1,-1 0-1,-5-20-501,8-32-541,-1 44 935,1 0 54,-1 0 0,1 1 0,0-1 0,1 1-1,0 0 1,0-1 0,1 1 0,0 1 0,1-1 0,10-13-1,-12 16 68,1 1 0,-1 0 0,1 0-1,0 0 1,1 0 0,-1 1-1,0-1 1,1 1 0,0 0 0,0 1-1,0-1 1,0 1 0,0 0 0,0 0-1,1 1 1,-1 0 0,1 0 0,8-1-1,-11 2 29,-1 0 0,0 1 0,1-1 0,-1 1 0,0 0 0,0-1-1,1 1 1,-1 0 0,0 0 0,0 0 0,0 1 0,0-1 0,0 0 0,0 1 0,-1-1-1,3 3 1,26 35 128,-10-11-214,-10-18-181,-1 0 0,2 0 1,-1-1-1,2 0 0,18 11 0,10 1-2376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0.5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1 496,'0'0'14170,"4"0"-13405,-3 0-705,0 0 0,0 0 0,0 0-1,0 1 1,0-1 0,-1 0 0,1 0-1,0 1 1,0-1 0,0 1 0,-1-1-1,1 1 1,0-1 0,0 1 0,-1-1-1,1 1 1,-1 0 0,1-1 0,0 1-1,-1 0 1,1 0 0,-1-1 0,1 2-1,9 30 616,-5 48-457,-4-54-136,27 192-1162,-1-76-5298,-20-112 1485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0.9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0 536,'0'0'17556,"114"0"-17420,-76 0-128,3 0 32,4 0-40,14 3-680,-11 3-1689,-14 1-2808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1.8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1 128,'0'0'18100,"17"0"-17732,-3 0-248,3 0 128,7 0-144,7 0-96,0 0-8,7 3-136,0-3-640,17 0-1137,-6 0-751,-15-3-2593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2.3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0 3625,'0'0'11166,"-4"18"-10902,0-3-208,0 0 21,0 0 0,1 1 0,1-1-1,0 0 1,2 1 0,0 21 0,2-24-14,0 0 0,1 0 0,0-1 0,1 1 1,9 20-1,-12-29-40,1 0 0,0 0 1,1-1-1,-1 1 0,1-1 0,-1 1 0,1-1 1,0 0-1,0 0 0,1 0 0,-1 0 1,1 0-1,-1-1 0,1 0 0,0 1 0,0-1 1,0-1-1,0 1 0,0-1 0,8 2 1,33 1-75,75-3 0,-57-2-373,-57 1 366,0 0 0,-1 0 0,1 1 0,0 0 0,0 0 0,-1 1 0,1-1 0,-1 1 0,1 0 0,7 4 0,-11-4 16,1 0 0,0 0 0,-1 1 0,1-1 1,-1 0-1,1 1 0,-1 0 0,0-1 1,0 1-1,0 0 0,-1 0 0,1 0 0,-1 0 1,1 0-1,-1 0 0,0 1 0,0-1 1,0 7-1,1 2 11,-1 0 0,0 1 0,-1-1 0,0 0 0,-1 0 0,0 1 0,-1-1 0,0 0 0,-7 17 0,6-20 41,-1 0 0,-1-1-1,1 1 1,-1-1 0,-1 0 0,0-1-1,0 1 1,0-1 0,-1 0 0,0-1 0,0 0-1,-15 10 1,11-10 7,-1 0 0,0 0 0,0-1-1,-1-1 1,1 0 0,-1-1 0,0 0 0,0-1-1,0 0 1,0-1 0,0-1 0,-18-1 0,30 1-109,-1 1 0,0-1 0,1 0 0,-1-1 0,0 1 1,1 0-1,-1 0 0,0-1 0,1 1 0,-1-1 0,1 1 0,-1-1 0,1 0 0,-1 1 1,1-1-1,-1 0 0,1 0 0,-2-2 0,-5-9-2434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2.8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1600,'0'0'15654,"11"1"-14773,254 38 483,224-14-2683,-461-26 745,-1-1 0,0-1 0,1-1 0,39-13 0,-31 6-1870,39-19-1,-48 17-1447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3.6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1 620 288,'2'9'16324,"96"-146"-15851,-26 37-512,146-205-4335,-212 296 3674,-1 0 1,0 0-1,6-15 0,-4-11-5088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03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10682,'0'0'6426,"162"199"-6418,-117-156-8,0 1-96,0-1-448,10 7-1113,-10-13-1247,-11-6-6755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13.9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11522,'0'0'9787,"0"6"-9979,7-6-841,0 0-1719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18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317 102 10218,'0'0'6898,"-24"-16"-6661,-75-50 247,96 63-420,0 1 0,0 0 0,-1 0 0,1 0 0,0 1 0,-1-1 0,1 1 0,-1 0 0,0 0 0,1 0 0,-1 1 0,0-1 0,1 1 0,-1 0 0,0 0 1,0 0-1,1 0 0,-1 1 0,-4 0 0,0 1 102,3-1-124,1 1 0,0 0-1,-1-1 1,1 1 0,0 1 0,0-1-1,1 1 1,-1-1 0,0 1 0,1 0-1,0 0 1,0 1 0,0-1 0,0 1-1,0 0 1,1-1 0,-1 1 0,-1 5-1,-3 4-7,2 0-1,0 0 1,0 1-1,-4 24 0,4-8 2,2 0-1,0 0 0,3 0 1,0 1-1,8 49 1,41 147-3,-42-202-23,8 44 32,-3 1 0,5 96 0,-12 143-1758,-6-223-1,1-65-361,-6 41-1,2-35-1939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18.5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6241,'0'0'14909,"3"-1"-14816,18-2-50,1 1 1,0 1-1,0 1 0,28 4 0,-10-1-17,37 1-812,155 4-6163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23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 10922,'0'0'8210,"107"96"-8130,-89-65 336,-11 6 72,-4 3 128,-3 7-111,0 3-209,-28-1-120,-10 4-176,-20 19-472,6-13-2161,7-10-2480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4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4217,'0'0'14538,"0"-11"-14234,0-22-176,0 27-62,0 29-43,12 125 78,-4-73-93,9 59 27,0 6-2311,-13-48-5095,-4-71-1546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4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7434,'0'0'7833,"33"1"-7634,107 11-139,-134-12-55,-1 1-1,1 0 1,0 0 0,-1 1-1,0 0 1,1 0 0,-1 0-1,0 1 1,0 0-1,0 0 1,0 0 0,-1 0-1,1 1 1,-1-1 0,6 7-1,2 2-2,-4-5-2,-1 0 0,0 1 0,0 0 0,0 0 0,-1 0 0,8 16 0,-11-19-4,-1 1 0,0-1 0,0 1 0,-1-1 0,1 1 0,-1 0 0,0 0 1,-1-1-1,0 1 0,0 0 0,0 0 0,0 0 0,-3 8 0,2-9-4,-2 0 0,1 0 1,0 0-1,-1 0 0,0-1 0,0 1 0,0-1 0,-1 0 0,1 0 0,-1 0 0,0-1 0,0 1 0,0-1 0,-1 0 0,1 0 1,-8 4-1,-12 5-381,-47 18 1,68-28 342,-12 4 2,0-1 1,0 0-1,0-1 1,0-1 0,-1 0-1,-20 0 1,34-3 239,23 0-80,0 0-76,-12-1 54,1 0 1,0 1 0,-1 1 0,1 0-1,-1 0 1,1 0 0,-1 1-1,1 1 1,-1 0 0,0 0-1,14 7 1,0 7 20,-1 1 0,-1 1 0,-1 1 0,-1 0 0,29 40 0,-29-35-95,1-1 1,1 0 0,1-2 0,26 21 0,-44-39-223,1-1 0,0 0 0,0 1 1,0-1-1,0-1 0,0 1 1,1-1-1,-1 0 0,1 0 1,0-1-1,-1 1 0,12 0 1,-7-5-2731,-2-13-3041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5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9874,'0'0'7596,"9"25"-7438,1 6-117,-3-6 9,1 0 0,2 0 0,1-1 0,17 31 0,-23-49-26,-1 0 0,1 1 0,0-2 0,1 1 0,-1-1 0,1 1 0,0-1 0,0-1 1,1 1-1,-1-1 0,1-1 0,0 1 0,0-1 0,0 0 0,1-1 0,11 4 0,7-2-170,0 0-1,1-2 1,38-1-1,-53-1-23,-3 0-339,0-1 0,0 0 0,0 0 0,0 0 1,0-1-1,0-1 0,0 0 0,0 0 0,-1 0 0,11-7 1,0-3-4474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5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14 270 7466,'0'0'8881,"118"-25"-8881,-77 25 0,-3 0-32,7 0-928,-11 10-1552,-9-4-4066</inkml:trace>
  <inkml:trace contextRef="#ctx0" brushRef="#br0" timeOffset="1">1 31 9706,'0'0'6361,"217"-31"-6449,-134 31-1192,-11 0-1256,-13 0-5538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5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0 1256,'0'0'19208,"-27"8"-19101,-83 27-59,108-34-49,0-1 0,-1 1-1,1 0 1,0 0 0,0 0 0,0 1-1,0-1 1,0 0 0,0 1 0,0-1-1,0 1 1,0 0 0,1-1 0,-1 1-1,1 0 1,-1 0 0,1 0 0,0 0-1,0 1 1,0-1 0,0 0 0,0 0-1,0 1 1,1-1 0,-1 0 0,1 1-1,-1-1 1,1 0 0,0 1 0,0-1-1,0 1 1,0-1 0,1 1 0,0 3-1,0 6-21,-1-9-12,0 1-1,0 0 0,0 0 1,1-1-1,-1 1 0,1-1 1,0 1-1,0 0 1,0-1-1,1 1 0,-1-1 1,1 0-1,0 0 0,2 4 1,0-3-104,1 0 1,-1 0-1,0 0 0,1-1 1,0 0-1,0 0 1,0 0-1,9 3 1,40 15-1404,-40-17 1143,-1 0 1,0 1 0,-1 1 0,0 0-1,1 1 1,-2 0 0,1 0 0,13 13-1,-23-17 376,1-1-1,-1 1 1,0-1-1,-1 1 0,1 0 1,0 0-1,-1 0 1,0 0-1,1 0 0,-1 0 1,0 0-1,-1 0 1,1 1-1,-1-1 1,1 0-1,-1 0 0,0 1 1,0-1-1,0 0 1,-1 1-1,1-1 1,-1 0-1,0 0 0,-1 5 1,-1-1 33,0-1 0,0 0-1,0 0 1,-1 0 0,0-1 0,0 1 0,-1-1-1,1 0 1,-1 0 0,-8 6 0,-1 0 9,-1 0 1,0-2-1,0 1 1,-1-2-1,-1 0 1,1-1-1,-1-1 1,0-1-1,-26 6 1,41-11-79,1 1 0,-1-1 0,1 0 0,-1 0 0,0 1 0,1-1 0,-1 0 0,1 0 0,-1 0 0,1-1 0,-1 1 0,0 0 1,1-1-1,-1 1 0,1-1 0,0 1 0,-1-1 0,1 0 0,-1 1 0,1-1 0,0 0 0,-1 0 0,1 0 0,0 0 0,0 0 1,0 0-1,0 0 0,0-1 0,0 1 0,0 0 0,0-1 0,0-1 0,-5-25-4144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6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80 257 9338,'0'0'5288,"31"6"-4901,104 16-223,-125-20-146,0-1 0,0 0 1,0 0-1,-1-1 1,1-1-1,0 1 1,0-2-1,0 1 0,0-1 1,12-5-1,-15 4-18,0-1 0,0 0 0,0-1 0,0 0 0,0 0-1,-1 0 1,0-1 0,0 0 0,7-9 0,-9 10 0,-1-1 0,1 0 0,-1 0 1,0 0-1,0 0 0,-1 0 0,1 0 0,-2-1 0,3-10 1,-3 12 5,0 0 0,-1 0 0,1 0 0,-1 0-1,0 0 1,-1 0 0,1 0 0,-1 0 0,0 1 0,0-1 0,-1 0 0,1 0 0,-5-7 0,2 7 3,0 0 0,0 0-1,0 0 1,-1 1 0,0 0-1,0 0 1,0 0-1,0 1 1,-1 0 0,0 0-1,1 0 1,-1 1 0,0-1-1,0 1 1,0 1 0,-8-2-1,-9-1 20,0 1-1,-1 0 0,-24 2 0,26 1-30,13-1-17,-1 1 1,0 0-1,1 0 0,-1 1 1,1 0-1,0 1 1,-1 0-1,-16 7 0,15-2-322,0 0 0,1 1 0,0 0 0,0 1 0,1 0 0,0 1 0,0-1 0,-7 13 0,-11 24-4013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6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8906,'0'0'7131,"7"-4"-6907,21-6 15,-27 10-227,-1 0 1,1 0-1,-1 0 1,1 0 0,-1 0-1,1 0 1,-1 0-1,1 0 1,-1 1 0,0-1-1,1 0 1,-1 0 0,1 0-1,-1 1 1,1-1-1,-1 0 1,0 0 0,1 1-1,-1-1 1,0 0 0,1 1-1,-1-1 1,0 0-1,1 1 1,-1-1 0,0 1-1,0-1 1,1 0 0,-1 1-1,0-1 1,0 1-1,0-1 1,0 1 0,0-1-1,0 1 1,1 0 0,-1 19 360,0-15-267,0 270 585,0-273-710,0 1 0,0-1 1,0 0-1,0 1 0,0-1 0,1 1 0,-1-1 0,1 1 0,-1-1 0,1 0 1,0 1-1,0-1 0,0 0 0,0 0 0,1 0 0,-1 0 0,1 0 0,-1 0 0,1 0 1,0 0-1,-1 0 0,1-1 0,4 3 0,-1-1-46,1-1-1,-1-1 1,1 1-1,-1-1 1,1 0-1,0 0 1,-1 0-1,1-1 0,8 0 1,13 0-82,63-3-2105,-78 2 908,-1-1 1,0 0-1,13-5 0,-3 0-4126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7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4761,'0'0'10045,"3"-2"-9981,-2 2-53,-1-1 0,1 1 1,-1 0-1,1-1 0,-1 1 0,1 0 0,-1 0 1,1-1-1,0 1 0,-1 0 0,1 0 0,-1 0 1,1 0-1,0 0 0,-1 0 0,1 0 1,0 0-1,-1 0 0,1 0 0,-1 0 0,1 1 1,-1-1-1,1 0 0,0 0 0,-1 1 1,1-1-1,-1 0 0,1 0 0,-1 1 0,1 0 1,16 21 324,10 44 355,-19-44-372,-5-14-267,3 7 90,1 0 0,0 0 1,10 14-1,-15-25-123,0 0 1,1-1-1,0 0 1,0 1-1,0-1 1,0 0-1,1 0 0,-1-1 1,1 1-1,0-1 1,-1 0-1,1 0 1,0 0-1,0 0 1,1-1-1,5 2 1,-2-2-16,1 0-1,0 0 1,-1-1 0,1-1 0,-1 1-1,1-1 1,0 0 0,-1-1 0,0 0 0,1-1-1,-1 0 1,0 0 0,0 0 0,0-1-1,-1 0 1,0-1 0,1 0 0,-1 0 0,-1 0-1,1-1 1,-1 0 0,0 0 0,9-13-1,-4 4 6,-2 1-1,1-1 0,-2 0 0,0-1 1,-1 0-1,0-1 0,-2 1 0,0-1 1,0 0-1,3-32 0,-8 44-24,2-24-542,-2 28 454,0-1 1,0 1 0,0 0 0,0 0 0,0 0-1,0 0 1,0 0 0,0-1 0,-1 1 0,1 0-1,0 0 1,-1 0 0,1 0 0,-1 0 0,1 0-1,-1 0 1,0 0 0,0-1 0,-12 0-4377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7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5 1008,'0'0'13487,"-17"-1"-13011,4 1-390,-7-3 117,-1 2 1,0 1 0,0 1-1,0 0 1,1 2 0,-22 5-1,27-4 67,0 2 0,1 0 0,0 0 0,0 1 0,-17 13 0,26-17-204,0 1 0,0 0 0,0 0-1,1 1 1,0 0 0,0-1 0,0 1-1,1 0 1,-1 1 0,1-1 0,1 1-1,-1-1 1,1 1 0,0 0 0,0 0-1,-2 9 1,3-7-60,0 0 0,0 1 0,0-1 0,1 0-1,0 0 1,1 1 0,0-1 0,0 0 0,1 0 0,0 0 0,0 0 0,1 0 0,0 0-1,0-1 1,1 1 0,0-1 0,0 0 0,1 0 0,0 0 0,0-1 0,1 0-1,-1 0 1,1 0 0,1-1 0,-1 0 0,1 0 0,0 0 0,0-1 0,0 0-1,1 0 1,10 3 0,8 2-23,0-1 1,1-2-1,0 0 0,0-2 0,0-1 1,1-1-1,-1-1 0,54-6 0,-71 4-115,0 0-1,1-1 0,-1-1 0,0 0 0,0 0 0,-1-1 0,1 0 0,-1 0 0,1-1 0,-1-1 0,12-9 0,-16 11 63,1-1-1,-1 0 1,0 0-1,-1-1 1,1 0-1,-1 1 1,0-2-1,-1 1 1,1 0-1,-1-1 1,-1 1-1,1-1 1,-1 0-1,0 0 0,0 0 1,-1 0-1,1-10 1,-2-20 105,-6-53 0,2 46-36,4 43 8,0-3-28,-1-1 1,1 0-1,0 0 0,0 0 1,1 1-1,1-8 0,-2 10 8,1 1 0,-1 0 0,1 0 0,0 0 0,0 0 0,-1-1 0,1 1 0,0 0 0,0 0 0,0 0 0,0 1 0,0-1-1,0 0 1,0 0 0,1 1 0,-1-1 0,0 0 0,0 1 0,0-1 0,1 1 0,-1 0 0,0-1 0,1 1 0,-1 0 0,0 0-1,2 0 1,13-2-1,-1 0 0,0 2 0,0 0 0,26 3 0,-34-2 11,-1 1 0,1 0 0,-1 0 0,0 0 0,0 1 0,0-1 0,0 1 0,0 1 0,0-1 0,-1 1 0,0 0 0,0 1 0,6 5 0,-1 2-8,0 0 1,-1 2-1,0-1 0,-1 1 0,0 0 0,-1 1 0,-1-1 0,-1 1 0,5 19 0,2 18-165,7 75 0,-8-43-91,-10-78-84,0 0 0,1 0 1,0 0-1,0 0 0,3 8 0,6 2-2924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8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 11843,'0'0'5881,"214"-53"-6025,-159 53-968,-7 0-857,-13 0-1872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8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66 180 10906,'0'0'6300,"2"9"-6138,-2-3-133,2-1 1,-1 0-1,1 1 1,0-1-1,0 0 1,0 0-1,1 0 1,-1 0-1,1-1 1,0 1-1,1-1 1,-1 0-1,1 0 1,0 0-1,0 0 1,0 0-1,0-1 1,1 0-1,0 0 1,-1 0-1,1-1 1,0 1-1,7 1 1,3-1 23,0 0 1,-1-1-1,1-1 1,0 0-1,25-3 1,-20 2-42,-11-1-10,1 0 0,-1 0-1,1-1 1,-1 0 0,0-1-1,0 0 1,0 0 0,0-1-1,0 0 1,-1-1-1,0 0 1,0 0 0,14-12-1,-17 12 31,1 0 0,-1-1 0,0 0 0,0 0 0,0-1 0,-1 1 0,0-1 0,-1 0 0,1 0 0,-1 0-1,0 0 1,-1 0 0,0-1 0,0 0 0,-1 1 0,0-1 0,1-11 0,-2 16 21,-1 0 1,1 0 0,0 0-1,-1 0 1,0 0 0,1 0 0,-1 0-1,0 0 1,-1 0 0,1 1-1,0-1 1,-1 0 0,0 1-1,1-1 1,-1 1 0,-3-3-1,0 1 13,1 0-1,-1 0 0,0 0 0,-1 1 0,1 0 0,-1 0 0,-9-3 0,-3 0 7,0 1 0,-1 1 0,0 0 0,-26 0 0,10 1-155,0 2 0,-36 3 0,58 0-383,-1 0 0,1 1 0,-14 4 1,18-3-417,0-1 1,0 1 0,1 0 0,0 1-1,-10 7 1,-9 10-7782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8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10562,'0'0'9370,"203"-53"-9098,-144 44-224,-7-4-48,-11 4-96,-13 3-824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49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 12915,'0'0'8178,"-14"161"-7922,7-114-248,-3 0-8,-4-1-216,-6 7-1097,2-10-1359,8-12-3010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5:56.9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214 0 960,'0'0'13128,"-29"22"-12569,29-22-559,-121 96 479,116-92-442,1 0 1,-1 0 0,1 0-1,0 1 1,0 0-1,1 0 1,-1 0-1,1 0 1,0 0 0,1 1-1,-1 0 1,1-1-1,0 1 1,0 0-1,1 0 1,0 0 0,0 0-1,0 10 1,-1 4 105,-3 29 146,3 0 0,2 0 0,1 0 0,3 0 0,3-1 0,1 1 0,2-1 0,25 70 0,75 164 19,11 36-567,-107-271-105,-2 1 0,-2 0 0,-2 0 0,3 93 0,-11-125 233,1 5-89,-2 0 0,-3 22 0,2-35 99,1-1-1,-1 0 1,-1 1 0,1-1 0,-1 0 0,0-1 0,-1 1 0,0 0 0,-6 8 0,-2-2-807,0 1 0,-1-2 0,-1 0 0,1 0 0,-18 10 0,-12 4-6851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05.1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250 0 3673,'0'0'15963,"-12"5"-15479,2 0-435,0-1 0,0 1-1,1 1 1,0 0 0,0 0-1,0 1 1,1 0 0,0 0-1,-10 12 1,1 4 60,1 0 0,2 1 0,0 1 0,1 0 0,2 1 0,0 0 0,2 1 0,1 0 0,1 1 1,1-1-1,-3 52 0,7-56-111,2-1 1,0 0-1,1 1 1,2-1-1,0 0 0,2 0 1,0-1-1,1 1 1,1-1-1,1 0 1,1-1-1,1 0 1,1 0-1,0-1 1,27 33-1,5-7-1001,3-3 1,1-1-1,88 57 0,-12-24-5475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06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4673,'0'0'11827,"166"-38"-11827,-80 38-137,-14 0-1327,-6 4-2465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07.3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183 109 7114,'0'0'3704,"0"-18"-3401,0-54 248,0 53 1353,3 599 71,-3-578-1977,0 10 3,0-1 0,0 0 1,-2 0-1,-3 19 0,4-28-4,0 0 0,1 1 0,-1-1 0,0 0 0,0 1 0,-1-1 0,1 0 0,0 0 0,-1 0 0,1 0 0,-1 0 0,0 0 0,0 0 0,0-1 0,0 1 0,0-1 0,0 1 0,0-1 0,0 0 0,0 0 0,-1 0 0,1 0 0,0 0 0,-1 0 0,1-1 0,-1 1 0,-3 0 0,-119-1 1710,301 0-2373,-58 0-3229,-61 0-1713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07.8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67 1 9706,'0'0'6667,"33"0"-6538,106 3-69,-134-3-59,1 1 1,0-1-1,-1 1 0,1 1 1,0-1-1,-1 1 0,11 4 0,-14-4-1,1-1-1,-1 1 0,0 0 0,0 0 1,0 0-1,0 0 0,-1 0 1,1 0-1,2 4 0,1 2-6,1 1 3,-1-1 0,0 1 0,-1 0 0,0 0 0,-1 0 0,0 1 0,0-1 0,-1 1 0,2 16 0,-1 6 65,-3 52 0,0-81-60,-2 10-1,0 1 0,0-1 0,-1 0 0,-1 0 0,0 0 0,-1 0 0,0 0 0,-1-1 0,-1 0 0,0-1 0,0 1 0,-1-1 0,-16 17 0,6-9 5,0-1 0,-1-1 0,-1-1 0,0 0 1,-1-2-1,-35 18 0,48-28 1,-1-1-1,1 0 1,-1 0 0,-13 2 0,19-4-16,0-1 1,0 0 0,1 1-1,-1-1 1,0-1 0,0 1-1,0 0 1,-4-2-1,6 2-5,0-1-1,0 1 1,0 0-1,0-1 0,0 1 1,1-1-1,-1 0 0,0 1 1,0-1-1,0 0 0,1 1 1,-1-1-1,0 0 1,1 0-1,-1 0 0,1 1 1,-1-1-1,1 0 0,-1 0 1,1 0-1,0 0 0,-1 0 1,1-2-1,-1-4-58,0-1 1,0 0-1,1 1 1,1-1-1,-1 0 0,1 0 1,0 1-1,1-1 0,0 1 1,0-1-1,0 1 0,1 0 1,0-1-1,1 2 0,4-9 1,0 3 34,0 1 0,1 0 0,0 1 0,1 0 0,0 0 0,0 1 0,22-15 0,-29 22 44,-1 0-1,1 0 1,1 0-1,-1 1 0,0-1 1,0 1-1,1 0 1,-1-1-1,0 1 0,1 1 1,-1-1-1,1 1 1,-1-1-1,1 1 0,0 0 1,-1 0-1,1 0 0,-1 1 1,1-1-1,-1 1 1,1 0-1,-1 0 0,0 0 1,1 1-1,-1-1 1,0 1-1,6 3 0,2 4 29,-1 1-1,1 0 1,-2 1-1,1 0 1,12 21-1,18 19-72,-31-43-51,-1 0-1,1 0 1,1-1-1,-1-1 1,1 1 0,0-2-1,19 9 1,-11-7-1538,38 9 0,-1-8-5215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1.1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0 328,'0'0'18163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1.8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1 433 1400,'0'0'8299,"11"-12"-7960,88-97 655,80-104-403,-98 115-698,-93 105-3580,-11 14 1774,2 1-906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2.2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1360,'0'0'13079,"0"0"-13034,0-1 0,0 1 0,1 0 0,-1 0 1,0 0-1,1-1 0,-1 1 0,0 0 0,1 0 0,-1 0 0,1 0 0,-1 0 0,0-1 0,1 1 0,-1 0 0,0 0 1,1 0-1,-1 0 0,1 0 0,-1 0 0,0 0 0,1 1 0,-1-1 0,1 0 0,-1 0 0,0 0 0,1 0 0,-1 0 1,0 1-1,1-1 0,7 6 157,0 1 1,-1 0 0,0 0 0,0 1 0,-1 0-1,9 14 1,6 7-107,7 1-81,0-2 1,63 49-1,25 25-2903,-105-90 1650,-1 0 1,-1 1-1,10 16 1,-11-16-935,6 6-3624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2.9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1432,'0'0'14595,"59"-6"-14587,-32 6-8,1 0-128,3 0-240,14 0-576,-7 3-1112,-7-3-3754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3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1 1456,'0'0'12743,"0"7"-12622,0 4-76,-1 0-1,0 1 0,0-1 0,-1 0 0,-1 0 0,0 0 1,-7 16-1,-9 5 110,-9 17 219,26-46-389,1-1 0,0 1 0,1-1 0,-1 1 0,0-1 0,1 1 0,-1 0 0,1-1 0,0 1 0,0 0 0,0-1 0,0 1 0,1 0 0,-1-1 0,1 1 0,1 4 0,-1-5-51,1 1 0,0-1 1,0 0-1,0 0 1,0 0-1,0 0 1,0-1-1,0 1 0,0-1 1,1 1-1,-1-1 1,5 2-1,38 14-695,-33-13 320,-5-1 117,0-1 1,0 1 0,0 0 0,0 1-1,-1 0 1,11 8 0,-15-12 200,0 0 93,1-22-81,-2-71 2334,-2 106-1007,-4 129-735,8-46-2919,0-58-2063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5.0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1 960,'0'0'11268,"3"9"-10784,6 16-275,-2 1 1,-1 0-1,-1 0 1,-1 1-1,1 27 1,-5 149-285,-1-104-237,0-78 103,0-16 34,0 0 0,1 1-1,0-1 1,0 0 0,1 0-1,-1 0 1,3 9 0,-2-13 14,-1-1 0,1 1 1,-1-1-1,1 1 1,-1-1-1,1 1 1,0-1-1,-1 0 1,1 0-1,0 1 0,-1-1 1,1 0-1,0 0 1,0 0-1,-1 1 1,1-1-1,0 0 0,0 0 1,-1 0-1,1 0 1,0-1-1,1 1 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5.4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2280,'0'0'13875,"35"-31"-13482,-4 28-89,3 0 40,4 0-240,0 3 64,4 0-168,16 0-296,-6 0-1417,-10-3-2712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16.4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132 314 9842,'0'0'6356,"18"7"-6571,-9-4 191,10 5-68,35 8 1,-47-14 21,1 0 0,-1-1 0,1 0 0,0-1 0,-1 0 0,1 0 0,0 0 0,-1-1 0,1-1 0,8-1 0,-8 0-35,-1-1 1,1 0-1,-1 0 1,0 0-1,0-1 1,0 0-1,-1 0 0,0-1 1,0 0-1,0 0 1,-1 0-1,0-1 1,0 0-1,6-10 0,-7 11 110,-1-1 0,0 0 0,0 1 0,-1-1 0,0 0 0,0 0 0,0 0-1,-1-1 1,0 1 0,0 0 0,-1-1 0,0 1 0,0 0 0,-1-1-1,0 1 1,-4-13 0,3 15 35,-1 0 0,1 0 0,-1 0 0,-1 0 0,1 1 0,-1-1 0,0 1 0,0 0 0,0 0 0,0 1 0,-1-1 0,1 1 0,-6-3 0,-7-4 21,1 1 0,-29-10 0,26 13-45,-1 0 1,0 2-1,0 0 1,0 1-1,0 1 0,-36 2 1,50 0 5,1 0 0,0 0 0,0 1 0,0 0 1,0 0-1,0 1 0,0-1 0,1 1 0,-1 0 1,0 0-1,1 1 0,-1-1 0,1 1 0,0 0 0,0 0 1,0 0-1,0 1 0,1 0 0,-1-1 0,-4 9 1,3-5 22,1 1 0,0 0 1,0-1-1,1 1 0,0 1 0,0-1 1,1 0-1,0 1 0,1-1 1,0 1-1,0 14 0,1-11-44,0-1 0,1 1 0,0 0 1,1-1-1,6 22 0,-7-28-27,2-1-1,-1 1 1,0 0 0,1-1 0,0 0 0,0 0 0,0 0-1,0 0 1,1 0 0,0 0 0,-1-1 0,1 0 0,0 0-1,1 0 1,8 4 0,-4-2-18,2 3 18,-15 13 36,-1-2 25,1 1 0,1-1-1,0 1 1,1 0 0,1 0-1,4 36 1,-3-48-24,1 2 3,0-1 1,1 1-1,0-1 1,0 0-1,1 0 1,1 0-1,-1 0 1,1 0-1,1-1 1,0 0-1,0 0 1,0 0-1,1 0 1,0-1-1,1 0 1,0 0-1,0-1 1,0 0-1,1 0 1,0 0-1,0-1 1,0 0-1,0-1 1,1 0-1,0 0 1,0-1-1,0 0 1,0-1-1,1 0 1,16 2-1,-9-3-47,-1-1 0,27-2 1,-37 1-23,0 0 0,-1 0 0,1-1 0,0 0 0,-1 0 0,1 0 0,-1-1 0,1 0 0,-1 0 0,7-5 0,-4 1-25,0 0-1,-1 0 0,0-1 0,-1 1 1,1-1-1,-1-1 0,-1 1 1,0-1-1,0 0 0,-1-1 1,0 1-1,0-1 0,-1 1 1,0-1-1,-1 0 0,0 0 1,-1 0-1,0-1 0,0 1 1,-1 0-1,-1 0 0,0 0 0,-2-12 1,2 17 130,0-1 1,-1 1-1,0 0 0,1 0 1,-2 0-1,1 0 0,-1 0 1,0 1-1,0-1 0,0 1 1,0 0-1,-1 0 1,-7-7-1,4 5-4,0 1 0,-1 0 1,0 1-1,1 0 0,-1 0 1,-1 0-1,-15-4 0,5 4-50,0 0 1,0 1-1,-1 1 0,1 1 0,-1 1 1,1 1-1,-23 3 0,34-3-43,0 1 0,-1 0 0,1 1 0,0 0 0,0 0 0,0 1 0,1 0 0,-1 0-1,1 1 1,-9 7 0,1 2-428,0 0-1,1 0 0,-14 20 1,-5 11-3047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20.0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0 904,'0'0'11907,"14"0"-7042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20.8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0 371 1088,'0'0'9909,"5"-4"-9405,50-45 698,57-67 0,-76 77-1121,-15 17-113,-6 8-310,-1-1 0,-1 0 1,0-1-1,-1-1 0,0 0 0,14-30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21.2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1528,'0'0'12720,"6"4"-11943,100 83 1642,-66-52-2432,87 59-1,-100-79-1118,40 15 0,12 6-6502,-62-27 3884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26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1112,'1'2'20164,"9"0"-20077,25-2-598,59-1-2797,-32-6-2505,-9-4-4374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27.2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12723,'0'0'4615,"25"0"-5241,77 1-321,-98 0 770,-1-1 0,0 0 0,0 0 0,1 1 0,-1 0 0,0 0 1,0 0-1,1 0 0,-1 0 0,0 0 0,0 1 0,-1 0 0,5 3 0,-5-4 42,-1 0-1,0 1 0,0-1 0,0 0 0,0 1 0,0 0 0,0-1 0,0 1 0,0-1 1,-1 1-1,1 0 0,0 0 0,-1-1 0,0 1 0,1 0 0,-1 0 0,0 2 0,0 0 44,0-1-1,-1 1 0,0-1 0,1 1 1,-1-1-1,0 0 0,-1 1 0,1-1 1,0 0-1,-1 0 0,0 0 0,0 0 0,0 0 1,0 0-1,0-1 0,0 1 0,-4 2 1,-7 5 438,-1-1 1,0-1 0,-1 0 0,0 0-1,-18 5 1,31-13 156,9 0-326,41-3 4,-31 2-171,0-1 0,31 3 0,-46 0-58,1 0 1,-1 0-1,0 0 0,0 0 1,0 1-1,0-1 0,0 0 1,-1 1-1,1-1 0,0 1 1,-1 0-1,1 0 0,-1 0 1,1-1-1,-1 1 1,0 1-1,0-1 0,0 0 1,0 0-1,0 0 0,0 0 1,-1 1-1,1-1 0,-1 0 1,1 1-1,-1-1 0,0 4 1,1 3 0,-1-1 1,1 0-1,-1 1 1,-1-1 0,0 0-1,0 1 1,-3 7-1,2-10 112,-1 0 0,0-1-1,0 1 1,-1-1 0,0 0-1,0 0 1,0 0 0,0-1 0,-1 1-1,0-1 1,0 0 0,0-1-1,-7 5 1,-7 3 254,-1 0-1,-28 11 1,41-20-554,1 0 0,0 0 0,-1-1 0,0 0 1,1 0-1,-1 0 0,-13-1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3.0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1768,'0'0'17548,"7"-22"-17276,10 22-176,11 0-32,6 0-64,7 0-8,39 0-856,-4-3-1793,-7-9-2488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3.7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 6 1736,'0'0'16432,"-7"0"-16463,-16-2-165,42 4-361,58 1-465,-25-2 389,-21 0-15,1-1 1,-1-1 0,46-8 0,-77 9 702,1 1-1,0 0 1,-1 0 0,1-1 0,-1 1-1,0 0 1,1 0 0,-1 0-1,0 0 1,1-1 0,-1 1-1,0 0 1,0 0 0,0 0-1,0 0 1,0 0 0,0 0-1,0 0 1,0 0 0,0 0-1,-1 1 1,0 25 260,-8 25-77,2 1 0,0 65 1,7 110-523,0-77-3700,0-105-520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4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 1856,'0'0'16092,"100"-22"-16004,-55 16-88,0 0-376,6-3-1377,-2 3-911,-11 2-3578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4.9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0 984,'0'0'18844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7.3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7 484 368,'-7'6'15429,"9"-25"-14546,2 11-880,1 0 1,0 1 0,1 0 0,-1 0 0,1 0 0,1 0 0,-1 1 0,8-6 0,14-13-3,7-12-426,0-2 1,-3-1 0,-1-2 0,-2-1 0,-2-1 0,26-58 0,-50 95 332,2-15-574,-5 21 572,-1 1-1,1 0 0,-1 0 0,0 0 0,1 0 0,-1 0 0,1 0 1,-1 0-1,1 0 0,-1 0 0,0 0 0,1 1 0,-1-1 0,1 0 1,-1 0-1,1 0 0,-1 1 0,1-1 0,-1 0 0,1 1 1,-1-1-1,1 0 0,-1 1 0,-10 9-1706,0 1 0,-13 17 1,11-14 108,-18 21-1839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7.7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 1240,'0'0'15170,"7"-1"-14587,-1 1-527,-1 0 0,1 1 0,-1-1 0,1 1 0,-1 0 0,1 1 0,-1-1 0,1 1 0,-1 0 0,0 1 0,0-1 0,0 1 0,0 0 0,-1 0 0,1 1 0,7 7 0,84 78 221,-11-8-1210,-21-35-2792,-19-19-5182,-27-7 4250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8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16 520,'0'0'18468,"11"0"-18388,6 0-8,4 0-72,3 0-56,3 0-1304,18 0-817,-3-6-983,-8-3-6554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39.0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178 6 1016,'0'0'11511,"21"-2"-11366,67-1-70,-86 3-73,0 0 1,0 0 0,0 0 0,0 0-1,0 1 1,0-1 0,0 1-1,0-1 1,0 1 0,0 0-1,0 0 1,-1 0 0,1 0 0,0 0-1,0 0 1,-1 1 0,1-1-1,-1 0 1,1 1 0,-1 0-1,0-1 1,1 1 0,1 3 0,-2-1 21,1 0 1,-1 0-1,0 0 1,0 0-1,0 1 1,0-1-1,-1 7 1,0-8 26,2 7 1,-1 0 0,-1 1 0,0-1 0,0 0 0,-1 1 0,0-1 0,-1 0 0,0 0 0,-1 0 0,0 0 0,0 0 0,-1 0 0,0-1 0,-11 17 0,2-9-37,0-1 1,-2 0-1,0-1 0,-1 0 1,-23 16-1,30-25-107,-1 1-1,1-2 1,-1 1 0,0-2 0,-1 1-1,1-1 1,-1-1 0,0 0 0,0 0 0,0-1-1,-22 1 1,32-3 45,-1 0 0,0 0 1,0 0-1,0-1 0,1 1 0,-1 0 0,0-1 0,1 0 1,-1 1-1,0-1 0,1 0 0,-1 0 0,1 0 1,-1 0-1,1 0 0,-1 0 0,1 0 0,0 0 0,0 0 1,-1-1-1,1 1 0,0-1 0,0 1 0,0-1 1,1 1-1,-1-1 0,0 0 0,0 1 0,1-1 0,-1 0 1,1-2-1,-2-6-44,0 0 1,1 0 0,1 0-1,1-15 1,-1 8-115,0 14 201,1 1 0,-1 0 0,1-1 0,-1 1 0,1 0 0,0 0 0,0-1 0,0 1 0,0 0 0,0 0 0,0 0 0,1 0 0,-1 1 0,1-1 0,-1 0 1,1 1-1,0-1 0,0 0 0,0 1 0,0 0 0,0 0 0,0-1 0,0 1 0,3-1 0,-2 1 99,1-1 0,0 1 0,0 0 0,0 0 0,-1 0 0,1 0 0,0 1 0,0 0 0,0-1 0,0 1 0,0 1 0,0-1 0,0 1 0,6 1 0,-6 0 10,-1 0 1,1 1-1,-1-1 1,0 1 0,0 0-1,0 0 1,0 0-1,0 0 1,-1 1 0,1-1-1,-1 1 1,2 5 0,19 22 58,-18-26-180,1-1-1,-1 0 1,1 0-1,-1 0 1,1-1-1,0 0 1,1 0 0,-1 0-1,0-1 1,10 2-1,25 3-2090,1-6-4541,-24-1 2052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0.4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21 824,'0'0'14195,"2"-6"-13131,4-8-396,-6 14-654,0 0 0,0 0 0,0 0 0,0 0 0,0 0 0,0 0 0,0 0 0,0 0 0,0 0 1,0 0-1,0 1 0,0-1 0,0 0 0,0 0 0,0 0 0,0 0 0,0 0 0,0 0 0,0 0 0,1 0 0,-1 0 0,0 0 0,0 0 0,0 0 0,0 0 0,0 0 0,0 0 0,0 0 0,0 0 0,0 0 0,0 0 0,0 0 0,0 1 0,0-1 0,0 0 0,0 0 0,0 0 0,1 0 0,-1 0 0,0 0 0,0 0 0,0 0 0,0 0 0,0 0 0,0 0 0,0 0 0,0-1 0,0 1 0,0 0 0,0 0 0,0 0 0,0 0 0,0 0 0,1 0 0,-1 0 0,0 0 0,0 0 1,0 0-1,0 0 0,0 0 0,0 0 0,0 0 0,0 0 0,0 0 0,0 30 1460,0-6-1518,-1 54-206,3-1 0,24 143 0,-22-200-554,4 20-1223,-6-12-3798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6321,'0'0'13307,"7"0"-13163,21 0 104,3 0-160,10 0-32,1 0-56,9 0-8,1 0-728,14 0-1592,-11-9-1793,-10-1-6209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1.4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13 592,'0'0'16836,"55"-12"-16828,-17 12-8,0 0-8,0 0 0,0 0-1297,-7 0-999,-7 0-1801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1.8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0 1488,'0'0'13859,"-4"12"-13557,-31 105 1590,28-92-1504,1 1 0,2-1 0,-2 36 0,6-60-387,0 1-1,1-1 0,-1 0 1,0 0-1,0 0 1,0 0-1,1 0 0,-1 0 1,1 0-1,-1 0 0,1 0 1,-1 0-1,1 0 0,-1 0 1,1 0-1,0 0 0,0-1 1,-1 1-1,1 0 0,0 0 1,0-1-1,0 1 0,0-1 1,0 1-1,0-1 0,0 1 1,0-1-1,0 1 0,0-1 1,0 0-1,0 0 1,2 1-1,44 0-81,-30-2 12,208-2-3927,-221 3 3921,-1 0 0,0 0 0,1 1 0,-1-1 0,0 1 0,1 0 0,-1 0 0,0 0 0,1 0 0,-1 0 0,0 1 0,0-1 0,0 1-1,0 0 1,-1 0 0,1 0 0,0 0 0,-1 1 0,0-1 0,1 1 0,-1 0 0,0-1 0,0 1 0,0 0 0,-1 0 0,1 0 0,-1 0 0,0 0 0,0 1 0,1 2 0,2 11 83,-1-1 1,-1 0 0,0 1 0,-2 31 0,0-35 145,-1-6-64,0-1 1,0 0 0,0 0-1,-1 0 1,0 0 0,0 0-1,0-1 1,-1 1 0,0-1 0,0 1-1,-1-1 1,1 0 0,-1 0-1,0 0 1,0-1 0,-1 0-1,1 1 1,-1-2 0,0 1-1,0 0 1,-10 4 0,-3 2 22,-1 0 1,0-2-1,-1 0 1,0-1 0,-21 5-1,40-12-124,-64 11 174,62-10-263,0-1-1,-1 1 0,1-1 1,0 0-1,0-1 1,0 1-1,0 0 1,0-1-1,0 0 0,0 0 1,0 0-1,0 0 1,0 0-1,1 0 1,-1-1-1,0 1 0,1-1 1,-3-2-1,-7-14-2717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2.5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6305,'0'0'14699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5.1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0 515 656,'0'0'16317,"5"-3"-15806,81-82-672,102-133 1,-112 128-670,-45 55 355,-17 20-540,0-1 0,-2 0 0,14-21 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5.5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0 472,'0'0'15141,"-2"3"-14577,2-2-511,-1 0 1,1 0-1,-1 0 0,1 1 1,0-1-1,0 0 1,-1 0-1,1 0 1,0 1-1,0-1 0,0 0 1,0 0-1,0 0 1,0 1-1,1-1 0,-1 0 1,0 0-1,1 0 1,0 2-1,16 28 618,34 28-66,-43-52-545,23 26-345,2-1-1,1-2 0,1-1 1,54 32-1,-82-57 65,0 0-1,-1 0 1,1 0-1,-1 1 1,1-1 0,-1 2-1,-1-1 1,1 1 0,-1 0-1,0 0 1,0 0-1,-1 1 1,1-1 0,-2 1-1,1 0 1,2 9 0,-4-12-269,-1 0 1,1 0 0,0-1-1,0 1 1,0 0 0,1-1-1,-1 1 1,1-1 0,3 4-1,7 0-3613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6.2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29 280,'0'0'15515,"63"-10"-15355,-36 10-112,1-3-48,10-3-384,0 0-1408,-11 3-3625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6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19 1200,'0'0'14082,"0"-4"-13627,0-3-417,0 0 53,0 11-7,4 91 105,10-22-387,-6-39-402,-2 1-1,-1 0 0,-1 35 1,-28-69 448,-68 2 2067,264-5 592,-126 1-2764,4 1-3437,-26-3-2234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7.3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86 1 10778,'0'0'7974,"28"34"-7811,88 117-106,-103-134-51,-1 0 0,-1 1-1,0 1 1,-2 0 0,0 0 0,9 28-1,-12-27 3,6 17 10,-3 0 0,0 1 0,-3 1-1,2 41 1,-6 156-886,-4-208 660,-2 0 1,0-1-1,-2 0 0,-1 0 1,-1 0-1,-1-1 0,-1 0 0,-2 0 1,-28 46-1,22-45-496,-1-1 0,-1-1 0,-28 28 0,27-33-1617,-1-1 0,-1 0 0,-38 23 0,30-25-1287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8.3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373 506 1280,'0'0'13881,"-17"-9"-13635,-56-32 28,64 38-139,0-1 1,-1 1 0,1 1 0,0 0 0,-1 0-1,1 1 1,-1 0 0,1 1 0,-1 0 0,0 0 0,1 1-1,-15 3 1,19-4-45,-1 1-15,0 0 0,-1 1 0,1 0 0,0 0 0,0 0 1,0 0-1,1 1 0,-1 0 0,1 1 0,-1-1 0,1 1 0,0 0 0,0 0 0,1 0 0,-1 1 0,1 0 0,0 0 0,0 0 0,1 0 1,-1 0-1,1 1 0,-3 8 0,1-1-34,0 0 0,2 0 0,-1 0 0,2 1 0,0-1 0,0 1 0,1 0 0,1 0 0,2 20 0,-1-27-42,0 0-1,0-1 1,1 1 0,0 0 0,1 0 0,-1-1-1,1 1 1,0-1 0,1 0 0,-1 0-1,1 0 1,1 0 0,-1-1 0,1 0 0,0 0-1,0 0 1,0 0 0,1-1 0,8 6 0,-6-6 0,0 1 0,0-2 0,1 1 1,-1-1-1,1 0 0,0-1 1,-1 0-1,1 0 0,0-1 0,0 0 1,0 0-1,0-1 0,1-1 1,15-2-1,-20 2 12,1-1 1,-1 0 0,0-1-1,0 1 1,0-1-1,0 0 1,-1 0 0,1-1-1,-1 1 1,0-1-1,0 0 1,0 0 0,0 0-1,-1-1 1,1 1-1,-1-1 1,0 0 0,-1 0-1,1 0 1,2-9-1,2-3 55,-2-1-1,0 0 0,0 0 0,-2 0 0,2-21 0,1-357 383,-8 232-508,-1 98-49,3 66 98,0 1 0,0-1 0,0 0 0,0 0 0,-1 0 0,1 0 0,0 0 0,0 0 0,0 0 0,0 0 0,0 0 1,0 0-1,0 0 0,0 0 0,0 0 0,-1 0 0,1 1 0,0-1 0,0 0 0,0 0 0,0 0 0,0 0 0,0 0 0,0 0 0,0 0 0,-1 0 0,1 0 1,0 0-1,0-1 0,0 1 0,0 0 0,0 0 0,0 0 0,0 0 0,-1 0 0,1 0 0,0 0 0,0 0 0,0 0 0,0 0 0,-4 18-24,-3 234 86,8-208-61,-1 1 111,3-1 0,2 0 0,2 1 0,24 85 0,-21-101-417,1 0 0,2-1 0,17 29 0,-19-38-1044,1-1 1,1 0-1,1-1 1,31 30-1,-16-25-7212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8.8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1 518 832,'0'0'15645,"4"-14"-15037,5-12-357,1 0 1,1 0-1,21-34 1,127-156-33,-115 160-604,-33 41-343,28-35-1225,-11 22-6035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6:49.1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 10546,'-7'3'7482,"7"3"-6538,0 6-368,7 7 288,17 6-352,11 6-271,6 6-73,0 7-96,4 5-64,0 1-8,-7 3-40,0-4 40,-3-8-657,-4-7-495,7-12-1104,-4-13-1617,-6-9-2200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27.95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1356 1 2681,'0'0'11610,"-193"65"-11250,117-15-88,-21 15 256,-16 19 224,-19 15 313,-9 13-33,0 3-472,9-1-136,22-14-416,20-16 56,25-10-64,23-21-1392,18-19-2921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28.7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52 5 1144,'0'0'16058,"0"-4"-15508,0 6-383,1 23 63,-2 0 0,0 0 0,-2 0 0,-10 45 0,-20 37-2,33-107-207,-1 1 0,1-1-1,0 0 1,0 1 0,0-1-1,0 0 1,0 1 0,0-1-1,0 0 1,0 1-1,0-1 1,0 0 0,0 1-1,0-1 1,0 0 0,0 0-1,0 1 1,0-1 0,0 0-1,0 1 1,0-1-1,0 0 1,0 1 0,1-1-1,-1 0 1,0 1 0,0-1-1,0 0 1,0 0 0,1 1-1,-1-1 1,0 0 0,0 0-1,1 0 1,-1 1-1,0-1 1,0 0 0,1 0-1,-1 0 1,0 0 0,1 1-1,15-1 1356,-7-1-1566,17-1 386,0-1 0,0-1 1,37-12-1,-11 4-160,57-8-663,-37 15-3489,-49 5-941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29.56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 32 7058,'0'0'13106,"-3"-3"-12954,2 3-153,1 0 0,0 0 1,-1 0-1,1 0 0,-1 0 0,1 0 0,0-1 0,-1 1 0,1 0 0,0 0 0,0 0 0,-1-1 0,1 1 0,0 0 0,-1-1 0,1 1 1,0 0-1,0 0 0,0-1 0,-1 1 0,1-1 0,0 1 0,0 0 0,0-1 0,0 1 0,0 0 0,0-1 0,-1 1 0,1 0 0,0-1 1,12-4 10,38 4 98,-25 2-12,68-9-63,31 0-114,-123 9 85,0 0 1,0-1-1,0 1 1,0 0 0,0-1-1,0 1 1,0 0 0,-1 0-1,1 0 1,0 0-1,0 0 1,-1 0 0,1 0-1,-1 0 1,1 0-1,-1 0 1,1 0 0,-1 0-1,0 0 1,1 0-1,-1 0 1,0 3 0,7 28 38,-7-32-40,1 10 0,1 0 0,-1 0 0,-1-1 0,0 1 0,0 0 0,-1 0 0,0 0 0,-1-1 0,0 1 0,-1 0 0,-6 14 0,-43 83-2572,27-54-2021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0.27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1 355 2841,'0'0'10557,"30"-12"-10197,97-39-178,-89 36-123,37-21 0,-68 32-64,1-1 1,-1 0-1,0-1 1,0 0-1,-1 0 1,1 0 0,-1-1-1,7-11 1,-9 12 5,-1 1 0,-1-1 0,1 0 1,-1 0-1,0 0 0,0-1 1,-1 1-1,2-10 0,-3 12 3,1 0 0,-1 0 0,0 0 0,0 0-1,0 0 1,-1 0 0,1 0 0,-1 0 0,0 0 0,0 1 0,0-1-1,-1 0 1,0 0 0,-3-5 0,1 4 8,0 1 1,-1 0-1,0 0 0,0 1 1,0-1-1,0 1 0,0 0 0,-1 0 1,1 1-1,-1 0 0,0 0 1,1 0-1,-12-1 0,5 0 7,-1 2 0,0 0-1,1 0 1,-1 1-1,-21 3 1,31-3-19,1 1-1,-1-1 0,1 1 1,0 0-1,-1 0 1,1 0-1,0 0 1,0 0-1,-1 0 1,1 0-1,0 1 1,0-1-1,1 1 0,-1 0 1,0-1-1,0 1 1,1 0-1,-1 0 1,-1 4-1,1-2 7,0 1 0,0-1-1,0 1 1,1 0-1,0 0 1,0-1 0,0 1-1,1 0 1,0 8 0,0-3 7,1 1-1,0-1 1,1 0 0,0 0 0,1 0-1,0 0 1,0 0 0,1-1 0,6 11-1,0-4-12,0 0-1,2-1 1,0 0-1,0-1 0,1-1 1,1 0-1,1 0 0,-1-2 1,2 0-1,0 0 1,0-2-1,1 0 0,0-1 1,24 9-1,-5-10-618,1-2-1,-1-2 1,61-1-1,-3-2-3979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0.71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319 12 160,'0'0'13548,"-33"-2"-13173,-106-6-95,130 7-240,0 1 0,1 0 0,-1 0 0,0 1 0,1 0 0,-1 1 0,-9 2 0,14-2 2,0 0 0,1 0 0,-1 1 0,1-1 1,-1 1-1,1-1 0,0 1 0,0 0 0,-4 6 0,4-6 16,0 1-16,0 0 0,1 0 0,-1 0-1,1 0 1,0 0 0,0 0 0,0 0 0,0 1 0,1-1 0,-1 1 0,1-1-1,1 1 1,-1 0 0,1-1 0,-1 1 0,2 9 0,-1-11-44,1 0 1,-1 0-1,1 0 1,0 0 0,0-1-1,0 1 1,0 0-1,0 0 1,1-1 0,-1 1-1,1 0 1,0-1-1,0 1 1,-1-1-1,2 0 1,-1 0 0,0 0-1,0 0 1,1 0-1,-1 0 1,1-1-1,0 1 1,-1-1 0,1 1-1,5 0 1,-1 1-27,0-1 1,0-1-1,1 1 0,-1-1 1,0-1-1,1 1 1,-1-1-1,1-1 1,-1 1-1,1-1 0,-1 0 1,0-1-1,1 0 1,-1 0-1,0-1 1,0 1-1,-1-1 0,1-1 1,0 0-1,-1 0 1,0 0-1,0 0 1,0-1-1,-1 0 0,1 0 1,-1-1-1,0 1 1,-1-1-1,0 0 1,1-1-1,-2 1 0,1-1 1,-1 0-1,0 1 1,-1-1-1,1-1 1,-1 1-1,-1 0 0,1 0 1,-1-1-1,-1 1 1,1-13 689,-1 35-129,-7 510-2464,8-481-434,5-16-2099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1.24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0 174 1144,'0'0'14921,"9"2"-14466,3 0-422,1 0 1,-1-1 0,1 0-1,0-1 1,-1 0 0,1-1-1,0 0 1,-1-1 0,1-1 0,17-5-1,-13-1-110,0 0-1,-1-1 1,21-17 0,-29 21-72,-1 0 0,0-1 0,0 0 0,-1 0 0,1 0 0,-2-1 0,1 0 0,5-13 1,-6 8 238,-10 14 289,3 1-348,0 1-1,1-1 1,-1 0-1,1 0 1,-1 1-1,1-1 1,0 1-1,-1 3 1,0 1-12,0-1 0,1 1 0,0 0 0,0 0 0,1 0 0,0 0 0,0 0 0,1 0 0,-1 0 0,2 0 0,-1-1 0,5 14 0,-4-16-21,0 0 1,1 0-1,-1 0 1,1 0-1,0-1 1,0 1-1,0-1 1,1 0-1,-1 0 1,1 0-1,-1 0 1,1-1 0,0 1-1,0-1 1,0 0-1,1 0 1,-1-1-1,0 1 1,1-1-1,5 1 1,0 1-206,-1-1 1,0 0 0,1-1 0,-1 0-1,1-1 1,0 0 0,-1 0-1,1-1 1,-1-1 0,1 1-1,-1-1 1,0-1 0,0 0 0,1 0-1,-2-1 1,1 0 0,0 0-1,-1-1 1,0 0 0,0-1-1,-1 1 1,10-10 0,-4 2-479,0 0 0,20-30 1,-29 37 917,-1 1 1,0-1 0,0-1-1,0 1 1,0 0 0,-1-1-1,0 1 1,-1-1-1,1 1 1,-1-1 0,0-10 939,-2 27-156,0 2-992,-1 0 1,2 0 0,0 0-1,0 0 1,4 19 0,-3-26-31,0-1 1,1 1-1,-1-1 1,1 0 0,0 0-1,0 0 1,1 0-1,-1 0 1,1 0-1,0-1 1,0 1-1,0-1 1,0 0-1,1 0 1,-1 0-1,1 0 1,0-1 0,6 4-1,-2-2-148,-1-1 0,1 0-1,0 0 1,0-1 0,0 0 0,0-1-1,1 1 1,-1-1 0,0-1 0,1 0-1,-1 0 1,0-1 0,1 0 0,12-3-1,-13 2-530,0 0 0,1-1 0,-1-1 0,0 1 0,0-1 0,-1 0 0,1-1 0,9-7 0,21-22-4884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1.60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0 311 3489,'0'0'11114,"21"149"-11114,-1-112 0,12-6-288,9-18-856,-7-10-721,-3-3-6496</inkml:trace>
  <inkml:trace contextRef="#ctx0" brushRef="#br0" timeOffset="1">200 1 6081,'0'0'8226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2.17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28 137 960,'0'0'14099,"-4"-3"-13184,-15-12-425,15 11-104,5 8-326,-1-1 0,1 0 0,1 1 0,-1-1 0,0 0 0,1 0 0,-1 0 0,1 0 0,2 3 0,3 4 34,10 23 168,35 57 7,-46-82-276,0 1 0,0-1 0,1 0 0,0 0 0,1-1 0,-1 0 0,13 8 0,-18-14-7,0 1 0,0-1 0,0 0 1,0 0-1,0 0 0,0 0 1,0 0-1,0 0 0,0 0 1,1-1-1,-1 1 0,0-1 1,1 0-1,-1 0 0,0 0 1,1 0-1,-1 0 0,0 0 1,1 0-1,-1-1 0,0 1 1,0-1-1,1 0 0,-1 0 0,0 0 1,0 0-1,0 0 0,0 0 1,0 0-1,0-1 0,0 1 1,-1-1-1,1 1 0,0-1 1,-1 0-1,1 0 0,-1 1 1,2-5-1,4-6-94,0-1 1,-1 0-1,-1-1 1,0 0 0,3-15-1,-2 8 66,-2 10-4,5-19-1937,25-55-1,-30 77 1536,-1 1-1,1 0 1,1 1 0,-1-1 0,1 1-1,1-1 1,-1 2 0,1-1 0,0 0-1,0 1 1,1 0 0,12-7-1,2 5-4868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2.87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142 423 960,'0'0'13760,"16"18"-12895,49 56-212,-61-70-619,-1 0 0,0 0 0,0 0 1,0 0-1,0 1 0,-1-1 0,0 1 0,0 0 0,0-1 0,0 1 0,-1 0 0,0 0 0,0 0 1,0 0-1,-1 0 0,1 1 0,-1-1 0,-1 6 0,1 4 29,0 59 0,0-73 19,-10-3-47,-19-9-28,21 7-3,-1 0 0,0 1 0,0 1 0,0-1 0,0 1 0,-14-1 0,14 3-2,0-1 0,-1 2 0,1-1 0,0 1 1,1 1-1,-1-1 0,-15 6 0,21-5-1,0-1 0,-1 1-1,1-1 1,0 1 0,0 0 0,0 1-1,1-1 1,-1 0 0,0 1 0,1-1-1,0 1 1,0 0 0,-1 0 0,1 0-1,1 0 1,-1 0 0,0 0 0,1 1-1,0-1 1,0 0 0,0 1 0,-1 5-1,2-7-3,-1 0 0,1 0-1,0 0 1,0 0 0,0 0-1,0 0 1,0 0-1,0 0 1,0-1 0,1 1-1,-1 0 1,1 0 0,0 0-1,-1 0 1,1 0-1,0 0 1,0-1 0,0 1-1,0 0 1,0-1 0,1 1-1,-1-1 1,0 1 0,1-1-1,-1 0 1,1 1-1,0-1 1,-1 0 0,1 0-1,0 0 1,0 0 0,-1 0-1,1-1 1,0 1-1,0-1 1,3 1 0,8 2-54,0-1 0,0-1 0,0 0 0,21-1 0,-16-1-23,8 0-174,0-2 1,1 0-1,-2-2 0,1-1 0,-1-1 1,0-1-1,0-1 0,-1-1 1,0-2-1,-1 0 0,0-1 1,-1-2-1,23-18 0,-16 9 163,-2-1-1,0-1 1,-2-1 0,-1-1-1,-1-1 1,-1-1-1,-2-1 1,30-62 0,-40 67 298,0-1 1,-2 0 0,-1-1-1,-2 0 1,0 0 0,-2 0 0,0-54-1,-3 78-167,0 0 0,0 0 0,0 0 0,-1 0 0,1 0 0,-1 0 0,0 0 0,0 1 0,0-1 0,0 0 0,-1 1 0,0-1 0,0 0 0,-2-3 0,2 5-26,-1 0 1,1 0 0,-1 1-1,1-1 1,-1 0-1,0 1 1,0 0-1,0-1 1,0 1-1,0 0 1,0 1 0,0-1-1,0 0 1,0 1-1,0 0 1,0 0-1,0 0 1,-4 0 0,2 1-18,1-1 1,-1 1-1,1 0 1,-1 1-1,1-1 1,0 1 0,0 0-1,-1 0 1,1 0-1,0 1 1,1-1 0,-1 1-1,0 0 1,1 0-1,0 0 1,-1 0-1,1 1 1,-3 5 0,-8 10 3,1 0 1,-14 30-1,26-47-1,-12 26 18,0 0 0,2 1 0,2 1 0,0 0 0,2 0 0,1 0 0,2 1 0,1 0 0,1 0 0,4 56 0,0-75-23,-1 0 1,1-1 0,1 1-1,0-1 1,1 0 0,0 0 0,1 0-1,0-1 1,1 1 0,0-1 0,0 0-1,1-1 1,0 0 0,1 0-1,0 0 1,0-1 0,1 0 0,0-1-1,1 0 1,-1 0 0,1-1 0,1 0-1,-1-1 1,1 0 0,11 3 0,-7-3-258,-1-1 1,1 0 0,-1-1 0,1-1-1,0-1 1,0 0 0,0 0 0,24-4 0,-26 2-284,0-1 0,0-1 0,-1-1 0,1 0 0,-1 0 0,0-1 0,0-1 0,-1 0 0,1 0 0,13-11 0,-11 5 1,1 0 1,-2 0-1,0-2 1,0 1-1,-2-2 0,1 1 1,14-28-1,-19 28 1273,-1 0 0,0 0 0,-1 0 0,0-1 0,-1 0 0,-1 0 0,0 0 0,-1-1 0,0-22 0,-2 35-602,0 1 0,0-1 0,0 1 1,0 0-1,-1-1 0,1 1 0,-1 0 0,1-1 1,-1 1-1,0 0 0,0 0 0,0 0 1,0 0-1,0 0 0,0 0 0,-1 0 0,1 0 1,-1 0-1,1 0 0,-1 1 0,0-1 1,0 0-1,-3-1 0,1 1-3,0 1 0,0-1-1,0 1 1,0 0 0,0 0 0,-1 0-1,1 1 1,0 0 0,-1 0 0,1 0-1,0 0 1,-7 2 0,7-2-110,1 1 1,-1 1-1,0-1 1,0 0-1,0 1 0,1 0 1,-1 0-1,1 0 1,0 0-1,-1 1 1,1-1-1,0 1 0,0 0 1,1-1-1,-1 2 1,0-1-1,1 0 0,0 0 1,0 1-1,0-1 1,0 1-1,0 0 0,1-1 1,0 1-1,0 0 1,-1 5-1,-2 10 0,1 0-1,0 0 1,2 1 0,0 21-1,1-34-15,0 1-1,1 0 0,0 0 0,1-1 1,-1 1-1,1 0 0,1-1 0,-1 0 1,1 1-1,1-1 0,6 12 0,-6-14-49,0 0-1,0-1 1,0 1-1,1-1 1,-1 0-1,1 0 0,0-1 1,0 1-1,0-1 1,1 0-1,-1 0 0,1-1 1,-1 0-1,1 0 1,0 0-1,9 1 1,15 0-1238,0-1 1,39-3-1,-53 1 25,47-3-7267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3.26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62 2841,'0'0'11214,"9"-9"-10641,28-31-168,-36 39-308,1 0 1,-1 0 0,1-1 0,-1 1-1,1 0 1,-1 0 0,1 1 0,0-1 0,-1 0-1,1 1 1,0-1 0,0 1 0,-1-1-1,1 1 1,0 0 0,0-1 0,0 1 0,0 0-1,0 1 1,-1-1 0,1 0 0,0 0-1,0 1 1,1 0 0,4 0 62,9 2-140,0 0-1,0 2 1,0 0 0,27 13-1,-6-3-2645,-16-9-1889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3.65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1 624,'0'0'12866,"11"3"-12157,-8-2-662,0 0-25,1 0 0,-1 0 1,0 0-1,0 0 0,1 1 0,-1-1 1,0 1-1,-1 0 0,1-1 1,0 2-1,0-1 0,-1 0 1,1 0-1,-1 1 0,0-1 0,0 1 1,0 0-1,0 0 0,0 0 1,0 0-1,-1 0 0,0 0 1,1 0-1,0 4 0,5 32 193,5 56 1,-9-57 384,13 61 0,-16-97-595,1-1 0,-1 0 1,0 1-1,1-1 0,-1 0 0,1 0 0,-1 0 0,1 1 1,-1-1-1,1 0 0,0 0 0,-1 0 0,1 0 0,0 0 0,0 0 1,0 0-1,0 0 0,0 0 0,0-1 0,2 2 0,-2-2 1,0 0-1,0 0 0,0 0 1,0 0-1,0 0 1,0 0-1,0 0 0,0 0 1,0 0-1,0 0 0,0-1 1,0 1-1,0 0 1,0-1-1,0 1 0,-1-1 1,1 1-1,0-1 0,1-1 1,4-3 14,0 0 0,-1-1 0,0 1 0,0-1 0,5-9 0,20-32 43,-8 11-353,2 0-1,2 2 1,36-40-1,-60 73 259,-1-1-1,1 1 1,-1-1-1,1 1 1,0 0-1,0-1 1,0 1-1,0 0 1,0 0-1,0 0 1,0 1-1,0-1 1,0 0-1,0 1 0,0-1 1,0 1-1,3 0 1,-4 0 35,-1 1 1,1-1-1,0 1 1,0 0-1,-1-1 0,1 1 1,-1 0-1,1-1 1,-1 1-1,1 0 1,-1 0-1,1 0 0,-1-1 1,0 1-1,1 0 1,-1 0-1,0 0 0,0 0 1,1 0-1,-1 0 1,0 0-1,0-1 1,0 1-1,0 0 0,0 0 1,-1 1-1,1 36 156,0-28-105,-2 46 131,0-30-97,2-1 0,0 1 0,2-1 1,5 28-1,-6-48-97,1-1 0,-1 1 0,1-1 1,-1 1-1,1-1 0,1 0 0,-1 0 0,0 0 1,1 0-1,0 0 0,0-1 0,0 1 1,1-1-1,-1 0 0,1 0 0,-1 0 0,7 3 1,-2-2-486,1 0 0,-1-1 0,1 0 0,0 0 0,1-1 1,-1 0-1,16 1 0,20-1-6533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4.2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132 98 2441,'0'0'10889,"-6"-3"-10317,5 2-576,-37-12 828,36 12-747,0 1 1,0 0 0,0 0-1,0 0 1,0 0-1,0 0 1,0 0 0,0 0-1,0 1 1,0-1-1,0 1 1,0-1 0,0 1-1,0 0 1,0 0-1,0 0 1,1 0-1,-1 0 1,0 0 0,1 0-1,-3 3 1,-1 1 68,1 1 1,0 0-1,0 0 0,1 0 1,-1 0-1,1 0 0,1 1 1,-1 0-1,1-1 0,0 1 1,-1 10-1,1-2-37,1 1 1,0-1-1,1 0 1,3 20-1,-2-29-110,1 0 0,-1 0 1,1 0-1,0 0 0,1 0 0,-1 0 0,1-1 1,0 0-1,0 1 0,1-1 0,0 0 0,0 0 1,0-1-1,0 1 0,1-1 0,0 0 0,0 0 1,0-1-1,0 0 0,0 1 0,1-2 0,0 1 1,-1 0-1,1-1 0,0 0 0,10 1 0,-8-1-137,0 0-1,1-1 0,0 0 0,-1 0 1,1-1-1,0 0 0,-1 0 0,1-1 1,-1 0-1,1-1 0,-1 0 0,1 0 1,-1-1-1,0 0 0,0 0 0,0-1 1,-1 0-1,13-9 0,-6 0-192,0 0 0,-1-1 0,0 0 0,-1-1 0,-1-1 1,0 0-1,-1 0 0,-1-1 0,-1 0 0,11-34 0,-12 30 658,-1-1 0,-2 0-1,0 0 1,-2 0 0,1-29 0,-3 85-97,-1-5-111,1 1 0,7 38 0,-6-60-119,1 1 0,0-1 0,0 1 1,1-1-1,1 0 0,-1 0 0,1 0 0,1 0 1,-1-1-1,1 1 0,0-1 0,9 8 1,-11-12-18,0 0 1,1 0 0,0 0 0,0-1 0,0 1 0,0-1-1,0 0 1,0 0 0,0 0 0,1-1 0,7 2 0,2-1-654,-1-1 1,23 0-1,-32-1 444,31 0-3568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4.62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15283,'0'0'8002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5.3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 1 1816,'0'0'15437,"29"9"-15337,91 30-7,-117-38-88,1 1 0,0-1 0,-1 1 0,0 0 0,1 0 0,-1 0 0,0 1-1,0-1 1,5 6 0,-7-7 4,0 1 1,0-1-1,0 1 0,-1-1 0,1 1 0,0 0 0,-1-1 0,1 1 0,-1 0 0,0 0 1,1 2-1,0 6 68,2 3 112,0-1 1,-1 1-1,1 24 0,-12-40-431,9 3 241,-7-7-76,0 1 1,-1 1-1,0-1 1,0 1-1,0 0 1,0 1-1,-1 0 1,0 0-1,0 1 1,0 0-1,0 1 1,-17-3-1,19 5 57,0-1 1,0 1-1,0 0 1,-1 1-1,1 0 1,0 0-1,-6 2 0,10-2 31,1 0 0,0 0 0,0 0 0,0 0-1,1 1 1,-1-1 0,0 1 0,0-1 0,1 1-1,-1 0 1,1-1 0,-1 1 0,1 0 0,0 0-1,0 0 1,0 0 0,0 0 0,0 0 0,0 1-1,1-1 1,-1 0 0,1 0 0,-1 1 0,1 3-1,-1-2-1,0-1-1,1 1 1,0 0-1,0 0 0,0-1 1,0 1-1,1 0 1,-1-1-1,1 1 0,0 0 1,0-1-1,0 1 1,1-1-1,-1 0 0,1 1 1,0-1-1,0 0 1,3 4-1,-1-3-1,-1-1 0,1 0 0,0 0 0,0 0 0,1-1 0,-1 1 0,0-1 0,1 0 0,0-1 0,-1 1 0,1-1 0,0 0 0,6 1 0,0 0-121,0 0 1,0-1 0,-1 0-1,1-1 1,0-1 0,0 1-1,0-2 1,0 1 0,-1-2-1,1 1 1,-1-1-1,1-1 1,-1 0 0,0 0-1,0-1 1,-1-1 0,0 1-1,0-1 1,14-13 0,-21 18 16,-1 1 0,0-1 0,1 0 0,-1 1 0,0-1 0,1 1 0,-1-1 0,1 1 0,-1 0 0,0 0 0,1-1 1,-1 1-1,1 0 0,-1 0 0,1 0 0,-1 1 0,3-1 0,4 1-1030,6-1-2704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39.65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94 415 1480,'0'0'15458,"13"0"-14920,-4 0-413,-5 0-74,1 0 1,0 0-1,0 0 1,-1 1-1,10 1 1,-13-1-26,1 0 0,0-1 0,-1 1 0,1 0 0,-1 0 0,1-1 0,-1 1 0,0 1 0,1-1 0,-1 0 0,0 0 0,0 0 0,0 1 0,0-1 0,0 0 0,0 1 0,0-1 0,0 1 0,0-1 0,-1 1 1,1-1-1,-1 1 0,1 3 0,5 33 197,-3 1 1,-1 64-1,-2-67-203,0-35-70,0 1 0,0-1 0,0 1-1,0-1 1,0 1 0,0-1-1,-1 1 1,1-1 0,0 0-1,-1 1 1,1-1 0,-1 1 0,1-1-1,-1 0 1,0 1 0,0-1-1,1 0 1,-1 0 0,0 0 0,0 1-1,0-1 1,-1 0 0,1 0-1,0-1 1,0 1 0,0 0-1,-2 1 1,-2-1-322,0 0 0,0 0 0,0 0 0,0 0 0,0-1 1,-10 0-1,9 0 189,-21-2-661,19 1 737,0 1-1,0-1 1,0 1 0,0 0 0,0 1 0,0 0 0,0 1 0,-9 2 0,16-4 114,0 1 0,1-1 0,-1 1 1,0-1-1,0 1 0,1-1 0,-1 1 0,0 0 1,1-1-1,-1 1 0,1 0 0,-1 0 0,1-1 1,-1 1-1,1 0 0,-1 0 0,1 0 0,0 0 1,-1 0-1,1-1 0,0 1 0,0 0 0,0 0 1,0 0-1,0 0 0,0 0 0,0 0 0,0 0 0,0 0 1,0 0-1,0 0 0,1 0 0,-1-1 0,0 1 1,1 0-1,-1 0 0,0 0 0,2 1 0,-1 0 23,0 0-1,1 0 0,-1 1 1,1-1-1,-1 0 0,1 0 0,0-1 1,0 1-1,0 0 0,0 0 1,4 1-1,2 0 17,1 0 0,-1-1 0,1 0 0,0-1 0,-1 0 0,1 0 0,0-1 0,0 0-1,0-1 1,0 1 0,0-2 0,-1 1 0,1-1 0,0-1 0,-1 0 0,0 0 0,1 0 0,-1-1 0,14-10 0,2-4-15,-1-1-1,-1-1 1,0 0 0,-2-2 0,-1-1 0,-1 0-1,0-2 1,-2 0 0,19-38 0,-21 31-26,-1-1 0,-1 0 1,-2 0-1,-1-1 0,-2-1 1,-1 1-1,2-60 1,-7 59-22,1 6-80,-2 1-1,-3-29 0,3 57 90,0-1 0,-1 1 0,1-1 0,0 1 0,0-1 0,-1 1 0,1-1 0,0 1 0,-1-1 0,1 1 0,0-1 0,-1 1 0,1 0 0,-1-1 0,1 1 0,0 0 0,-1-1 0,1 1 0,-1 0 0,1 0 0,-1-1 0,1 1 0,-1 0 0,0 0 0,1 0 0,-1 0 0,1 0 0,-1 0-1,1 0 1,-1 0 0,1 0 0,-2 0 0,-18 6-32,15-1 45,1 0-1,-1 1 1,0-1-1,1 1 0,0 0 1,1 0-1,-6 13 0,-18 52 53,26-67-56,-11 38 126,2 0 1,2 0-1,2 1 0,2 0 0,2 71 1,2-99-96,0 0 0,1 0 1,1 0-1,0-1 0,1 1 0,1-1 1,0 1-1,1-1 0,8 16 1,-9-24-44,0 1 1,0-1 0,1 0 0,-1 0-1,1-1 1,1 1 0,-1-1 0,1 0-1,0 0 1,0-1 0,0 0 0,1 0-1,-1 0 1,1-1 0,0 0 0,0 0-1,0-1 1,0 0 0,1 0 0,10 1-1,3-1-981,1 0-1,0-2 1,42-4-1,-14-8-5776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0.4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276 62 696,'0'0'13214,"-19"-9"-13126,-62-31 18,77 38-86,0 0 0,0 1-1,0-1 1,-1 1 0,1-1-1,0 1 1,-1 1 0,1-1-1,-1 0 1,1 1 0,-1 0-1,0 0 1,1 1 0,-1-1-1,1 1 1,-1 0 0,1 0-1,0 1 1,-1-1 0,1 1-1,0 0 1,0 0 0,0 0-1,0 0 1,1 1 0,-1 0-1,0 0 1,1 0 0,0 0-1,0 0 1,0 1 0,0-1-1,0 1 1,1 0 0,0 0-1,-2 4 1,-2 4 48,1 0 1,1 0-1,0 1 0,1-1 1,0 1-1,1 0 0,0 0 0,1 0 1,1 0-1,0 16 0,1-26-75,0 1 1,0-1-1,0 0 0,0 1 0,0-1 0,0 0 0,1 0 1,0 0-1,0 0 0,0 0 0,0 0 0,0 0 0,0-1 1,1 1-1,-1-1 0,1 1 0,0-1 0,-1 0 0,1 0 1,0 0-1,0-1 0,1 1 0,-1-1 0,0 0 0,0 1 0,1-2 1,6 2-1,-4 0-103,0-1 0,0-1 0,0 1-1,-1-1 1,1 0 0,0 0 0,0-1 0,0 0 0,0 0 0,0 0 0,0-1 0,-1 0 0,1 0-1,0 0 1,-1-1 0,7-4 0,-3 0-23,-1 0 0,0-1-1,0 0 1,-1 0-1,0-1 1,-1 0 0,11-19-1,-6 5 378,0 0-1,10-34 0,-14 143 1122,-7 180-1291,-1-249-66,-1 1 0,0-1 0,-2 1 0,0-1 0,-1-1 0,-1 1 0,0-1 0,-1 1 0,-1-2 1,-1 1-1,0-1 0,-1-1 0,0 0 0,-1 0 0,-1-1 0,0 0 0,-16 12 0,24-21 9,0-1-1,0 1 1,-1-1 0,1-1 0,-1 1-1,0-1 1,0 1 0,0-1-1,-8 2 1,12-4-22,0 0 0,1 0 0,-1-1-1,1 1 1,-1 0 0,0 0 0,1 0 0,-1 0 0,1-1 0,-1 1 0,1 0-1,-1-1 1,1 1 0,-1 0 0,1-1 0,-1 1 0,1-1 0,-1 1 0,1-1-1,-1 1 1,1-1 0,0 1 0,-1-1 0,1 1 0,0-1 0,0 0 0,-1 1 0,1-1-1,0 1 1,0-1 0,0 0 0,0 1 0,0-1 0,0 1 0,0-1 0,0 0-1,0 1 1,0-1 0,0 0 0,2-34-380,-2 28 287,3-8-100,0 0 1,0 0 0,2 0-1,0 0 1,0 1 0,2 0-1,-1 0 1,2 0 0,0 1-1,1 0 1,14-17 0,6-4-152,2 2 0,61-51 1,21 2 359,7-5 1310,-115 82-1256,0 0 1,-1 0-1,1 0 1,-1 0-1,0-1 1,0 0-1,0 1 1,-1-2-1,1 1 1,-1 0-1,-1-1 0,1 1 1,-1-1-1,0 0 1,0 0-1,-1 0 1,1 0-1,-1 0 1,-1 0-1,1 0 1,-1 0-1,0 0 0,-1-7 1,0 11-56,1 0 0,-1 0 0,0 0 0,1 0 1,-1 0-1,0 0 0,0 0 0,0 0 0,-1 1 0,1-1 0,0 0 0,-1 1 0,1-1 1,-1 1-1,1 0 0,-1-1 0,0 1 0,0 0 0,1 0 0,-1 0 0,0 0 0,0 0 1,0 1-1,0-1 0,0 0 0,0 1 0,0 0 0,-3-1 0,-8-1 38,-1 0 1,1 1-1,-16 1 0,23 0-23,2 0 7,0 0 0,0 0 0,-1 1 0,1-1 0,0 1 0,0 0 0,0 0 0,0 1 0,0-1 0,0 1 0,1 0 0,-1 0 0,0 0 0,1 0 0,-1 1 0,1-1 0,0 1 0,0 0-1,0 0 1,0 0 0,1 1 0,-1-1 0,1 1 0,0-1 0,-3 7 0,1 0 72,1 0 0,0 0-1,0 0 1,1 0 0,0 0-1,1 0 1,0 1 0,1-1-1,1 15 1,0-19-90,0-1 0,0 1 0,0 0-1,1-1 1,-1 0 0,1 1 0,1-1-1,-1 0 1,1 0 0,0 0 0,0 0 0,0-1-1,5 6 1,-2-3-9,2 0-1,-1-1 1,1 1-1,0-1 1,1-1 0,16 9-1,-5-5-225,-1-1-1,2-1 1,-1-1 0,1-1-1,0-1 1,24 2 0,38-2-2613,-14-3-3185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0.75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1 181 11899,'0'0'5537,"103"-159"-5697,-78 137-2513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1.12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52 1 1064,'0'0'14323,"10"161"-14155,-6-89-168,-4 11-16,0 4 8,0-3-40,-7-3-80,-10-16-384,3-9 80,0-16-1032,4-12-673,6-12-2664</inkml:trace>
  <inkml:trace contextRef="#ctx0" brushRef="#br0" timeOffset="1">104 594 288,'0'0'8063,"31"-6"-6964,8-1-720,47-3 1,-84 10-358,-1 0 0,1-1 0,-1 1 0,1 0 0,-1 1 0,1-1 0,-1 0 0,1 0 0,-1 1 0,0-1 0,1 0 0,-1 1-1,1 0 1,-1-1 0,0 1 0,1 0 0,-1 0 0,0-1 0,0 1 0,0 0 0,0 0 0,0 0 0,0 1 0,0-1 0,2 2 0,-3-1 35,1 1-1,0 0 1,-1-1-1,0 1 1,1-1-1,-1 1 1,0 0 0,0-1-1,-1 6 1,0 2 179,1-7-184,0 9 448,0 0-1,-1 0 1,-3 21 0,2-28-343,1-1 1,-1 1-1,0-1 1,0 0-1,0 1 1,-1-1-1,1 0 1,-1 0-1,0-1 1,0 1 0,-1 0-1,-5 4 1,-2 1 37,0-1 0,0 0 0,-1-1 0,0 0 0,0-1 0,0-1 0,-1 0 0,0 0 0,0-1 1,0-1-1,-1 0 0,1-1 0,-15 1 0,27-3-225,0 0 0,1 0 0,-1 0 0,0-1 1,0 1-1,1 0 0,-1 0 0,0 0 0,1-1 0,-1 1 0,0 0 0,1-1 1,-1 1-1,0 0 0,1-1 0,-1 1 0,1-1 0,-1 1 0,1-1 0,-1 1 0,1-1 1,-1 0-1,1 1 0,-1-1 0,1 0 0,0 1 0,-1-1 0,1 0 0,0 1 1,0-1-1,0 0 0,-1 1 0,1-1 0,0 0 0,0 0 0,0 1 0,0-1 1,0 0-1,0 0 0,0 1 0,1-1 0,-1-1 0,0-4-784,0-27-2960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1.48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0 287 856,'0'0'13546,"4"-6"-13294,-1 1-232,0 0 1,0 0-1,0 0 1,-1-1 0,0 1-1,0-1 1,-1 0-1,0 1 1,1-7-1,1-59 223,-3 52-31,1 0-1,4-31 1,-4 46-207,0 1-1,0 0 1,0 0 0,1 0 0,-1 0 0,1 0 0,-1 0-1,1 1 1,0-1 0,0 1 0,0-1 0,1 1 0,-1-1-1,1 1 1,-1 0 0,1 0 0,0 1 0,-1-1 0,1 0 0,0 1-1,0 0 1,0-1 0,1 1 0,-1 1 0,0-1 0,0 0-1,6 0 1,8 0-94,0 0-1,0 1 0,0 0 1,18 4-1,-28-3 27,72 5-2175,-25-4-3245,-33-2-1013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1.83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1 180 1272,'0'0'12571,"34"168"-12115,-23-125-304,-4-2 104,3-10-256,14-3 0,0-10-896,0-8-1897</inkml:trace>
  <inkml:trace contextRef="#ctx0" brushRef="#br0" timeOffset="1">242 0 760,'0'0'16188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2.20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235 1 11058,'0'0'7059,"-33"11"-6705,-104 39 200,132-48-515,1 0-1,0 0 0,0 0 1,0 1-1,0-1 0,0 1 1,0 0-1,1 0 0,0 1 1,-1-1-1,1 1 0,-2 4 1,3-5 6,0 1 1,1-1-1,0 1 1,-1 0 0,2 0-1,-1 0 1,0 0-1,0 6 1,1-1 30,-2-1-50,2 0 1,-1 1 0,1-1 0,0 0-1,1 0 1,0 0 0,0 0 0,1 0 0,4 13-1,-3-16-43,0 0 0,0 1 0,0-2 0,0 1 0,1 0 0,-1-1 0,1 1 0,1-1 0,-1 0 0,0-1 0,1 1 0,0-1 0,0 0 0,6 3 0,5 1-378,1 0 0,0-2 0,1 0 0,-1-1 0,1-1 0,0 0 0,0-1 0,0-1 0,0-1 0,18-2 0,-21 1-1019,1-1 0,27-6-1,21-17-5186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7:42.56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170 1 984,'0'0'17512,"14"21"-17068,6 6-318,-5-8 17,0 2 0,13 27 0,-27-48-132,-1 1 1,0-1-1,0 0 0,0 1 1,0-1-1,1 0 0,-1 1 1,0-1-1,0 0 1,0 1-1,0-1 0,0 0 1,0 1-1,0-1 0,0 0 1,0 1-1,0-1 0,0 0 1,0 1-1,0-1 1,0 0-1,0 1 0,0-1 1,-1 0-1,1 0 0,0 1 1,0-1-1,0 0 0,0 1 1,-1-1-1,1 0 1,0 0-1,0 1 0,0-1 1,-1 0-1,-16 5 35,-30-5-398,34 0 274,-1 0 13,-1-1 47,0 1 1,1 1-1,-1 0 0,1 1 0,-22 6 0,32-7 23,1 0-1,-1 1 1,1-1 0,0 1-1,0 0 1,0 0-1,0 0 1,0 0-1,0 1 1,0-1 0,1 1-1,-1 0 1,1 0-1,0 0 1,0 0-1,0 0 1,0 0 0,0 0-1,1 1 1,0-1-1,-1 1 1,1-1-1,0 1 1,1-1-1,-1 1 1,1 0 0,-1 4-1,1-6-5,0 0-1,0 0 0,-1 0 1,1 0-1,1 0 1,-1 0-1,0 0 1,0 0-1,1 0 1,-1 0-1,1 0 1,-1 0-1,1 0 0,0-1 1,0 1-1,0 0 1,0-1-1,0 1 1,0 0-1,1-1 1,-1 1-1,0-1 0,1 0 1,-1 1-1,1-1 1,-1 0-1,1 0 1,0 0-1,0 0 1,-1 0-1,4 1 0,4 0 1,-1-1 0,1 0-1,0 0 1,-1 0 0,1-1-1,9-2 1,4 2-3,-14-1 10,0 1 0,0-1 0,0-1 0,0 1 0,0-1 0,-1-1-1,1 1 1,-1-1 0,13-7 0,0-3 115,35-28 1,-52 39-107,-1 0 1,0 1-1,1-1 0,0 1 1,-1 0-1,1 0 1,0 0-1,-1 0 0,1 0 1,0 0-1,0 1 1,0-1-1,-1 1 0,1 0 1,0 0-1,0 0 1,0 0-1,0 1 0,3 0 1,5 2-8,0 1 0,-1-1 0,18 10 0,-19-8-22,1-1 0,0 0 0,14 4 0,-7-5-544,1-1 1,30 1-1,5-9-5645,-24-7-4128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8:36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12187,'0'0'6889,"196"0"-12514,-137 0-1161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8:36.8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23 544,'0'0'19508,"93"-10"-19500,-55 10-8,17-3-656,-10 0-2008,-11-3-2578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8:38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43 3513,'0'0'14403,"76"-15"-14243,-42 12-152,8-3-8,6 3-8,4-1-880,20 1-1057,-13-3-1896,-14 3-4272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0:58:38.7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16 888,'0'0'15491,"186"-15"-15491,-138 15-456,11 6-952,-11 0-968,-10-3-3530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31.3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4257,'0'0'10051,"6"0"-8934,328-12-3855,-260 12-2275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32.2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75 111 3241,'0'0'8429,"0"-23"-7878,0-34-325,0 32 12,0 20 67,0 8 185,0 15-468,-1 9-3,2 0 0,1 0 0,7 38 0,5-9-21,36 194-36,-50-247 46,2 6-80,-2 1 0,1 0 0,-2 17 0,1-25 62,0 0 0,-1 0 0,1 0 0,-1 0 0,1 0 0,-1 0 0,0 0 0,1-1 0,-1 1 1,0 0-1,0 0 0,0-1 0,-1 1 0,1 0 0,0-1 0,-1 0 0,1 1 0,-1-1 0,1 0 0,-1 1 0,1-1 0,-1 0 0,0 0 0,-2 0 0,-119 46-19,154-48 132,48-18 129,-59 13-170,-1 1 0,1 1 0,35-4 0,-33 8-73,9-2-766,0 2-1,35 4 1,-23 6-3962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32.8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 8122,'0'0'5617,"34"-4"-5410,105-10-155,-133 13-49,0 0 0,0 1 0,0 0 0,0 1 0,0-1 0,0 1 0,0 0 0,0 1 0,0-1 0,0 1 0,0 0 0,8 5 0,-10-5 8,0 1 0,0 0 0,-1 0 0,1 0 0,-1 1 0,0-1 0,0 1 0,0 0 0,0 0 0,-1 0-1,1 0 1,2 8 0,0 3 57,-1 0-1,-1 1 0,0-1 0,-1 1 0,-1-1 1,-1 31-1,0-32-5,0-3-25,1 3-10,-1 0-1,0 1 0,-1-1 1,-1 0-1,0 0 0,-1 0 1,0 0-1,-1 0 0,-7 15 1,-3-3-19,-1 0 0,-1-1 0,-32 39 0,35-50-9,0 0 0,-1-1-1,-1 0 1,1-1-1,-2 0 1,-28 15-1,42-26-29,0 0 1,0 0-1,0 0 0,0 0 0,0 0 1,0-1-1,0 1 0,0-1 0,0 0 1,0 1-1,-1-1 0,1 0 0,0 0 1,0 0-1,-3-1 0,4 1 5,0-1-1,0 1 0,0-1 1,0 0-1,0 1 0,0-1 1,0 0-1,0 1 0,0-1 1,0 0-1,1 0 0,-1 0 1,0 0-1,0 0 1,1 0-1,-1 0 0,1 0 1,-1 0-1,1 0 0,-1-2 1,-1-5-91,1-1 1,0 0 0,0 0 0,1 0 0,1-17-1,-1 6 181,0 15-49,1 0 1,-1 0 0,1 0-1,0 0 1,0 0 0,0 1-1,1-1 1,-1 0 0,1 1 0,0-1-1,1 1 1,-1 0 0,1 0-1,-1 0 1,1 0 0,1 0 0,-1 1-1,0-1 1,5-3 0,-5 5 7,0 0 0,0 1 1,0-1-1,0 1 0,0 0 1,0 0-1,0 0 0,0 0 1,1 0-1,-1 0 0,0 1 1,1 0-1,-1 0 0,0 0 1,1 0-1,-1 0 0,0 1 1,0-1-1,1 1 0,-1 0 1,0 0-1,0 0 0,0 0 1,0 1-1,0-1 0,0 1 1,0 0-1,4 4 0,114 93-185,-40-31-2582,-52-44-415,-4-3-2315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33.2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13067,'0'0'5289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0.4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0 369 544,'0'0'7895,"9"-10"-6849,180-215 1926,-88 101-3132,-93 114-56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0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6 888,'0'0'11905,"3"-1"-11415,-1 0-435,0 0 0,1 0 1,-1 1-1,0-1 0,1 1 1,-1-1-1,0 1 0,1 0 1,-1 0-1,1 0 0,-1 1 0,1-1 1,-1 0-1,0 1 0,1 0 1,-1-1-1,0 1 0,0 0 1,1 0-1,-1 0 0,0 1 0,0-1 1,0 0-1,2 3 0,9 6 125,-1 1 1,19 21-1,-7-7-63,28 23-326,2-3 0,83 54-1,-129-94-327,1 0-1,-1-1 1,1 0-1,0 0 1,1-1-1,-1 0 1,15 3 0,-9-5-3274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2.0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4 912,'0'0'12395,"73"-3"-12275,-39 3-120,-3 0 8,7 0-8,-3 0-128,17 0-280,-11 0-1617,-6 0-3488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3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13 56,'0'0'8678,"5"-2"-7870,21-8 908,-34 26-867,-45 67-206,37-60-587,1 0-1,1 1 0,0 1 1,-13 38-1,26-60-55,0 0 0,0 0 0,0 0 0,0 0 0,1 0 0,0 0 1,0 1-1,0-1 0,0 5 0,1-6 0,-1-1 0,0 0 0,1 0 0,-1 0 0,1 0 0,-1 0 0,1 0 0,0 0 0,-1 0 0,1 0-1,0-1 1,0 1 0,0 0 0,-1 0 0,1-1 0,0 1 0,0 0 0,0-1 0,0 1 0,0-1 0,0 1 0,0-1 0,1 0 0,-1 1 0,0-1 0,0 0 0,2 0 0,44 6-538,83-2 1,-122-4 313,-8-22 321,0-43 2060,0 67-1940,0 43-175,4 126 742,-1-146-1449,0-1 1,1 0-1,2 0 1,15 43 0,-10-42-4230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3.6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1 760,'0'0'12055,"0"17"-11014,-1 74-851,2 94-654,2-144-2416,7 39 1,-6-57-2343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4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19 264,'0'0'12787,"42"-9"-12787,-18 6 128,4 3-128,13-3 0,-10 3-944,-7-4-3353,-3 4-3153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4.6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0 1432,'0'0'10234,"0"4"-10045,0 40 19,1-1 1,12 68 0,-7-68-254,-1 1 0,-2 74 0,-3-115 39,-1-2-23,1-1 0,0 1 0,-1 0 0,1-1 0,-1 1 0,1-1 0,-1 1 0,1 0 0,-1-1 0,1 1 0,-1-1 0,1 1 0,-1-1 0,0 0 0,1 1 0,-1-1 0,0 0 0,0 1 0,1-1 0,-1 0 0,0 0 0,0 0 0,1 0 0,-1 0 0,-1 1 0,-29 2 555,13-4 357,42 0-570,7 0-124,37-7 1,-38 4-1498,37-1 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5.5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23 928,'0'0'2807,"7"0"-1661,7 0-300,0 0 1,0-2-1,0 1 1,0-2-1,20-6 0,-28 7-810,1 1-1,-1 0 1,0-1 0,1 2-1,-1-1 1,1 1-1,7 1 1,-1-1-2304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6.5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1 156 576,'0'0'17775,"11"0"-17630,116 0 101,670-23-499,135-103-9513,-866 119 7756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7.1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0 880,'0'0'15387,"14"3"-14194,10-3-297,7-3-488,7 3-200,7 0-80,6 0-120,8 0-16,27 0-704,-13 0-1737,-15 0-4352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7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 1608,'0'0'13079,"-5"13"-12687,-10 21-124,-1-1 0,-39 58 0,25-51-105,8-12 50,-21 34 1,39-54-181,0 0 1,0-1-1,0 1 1,1 0-1,0 1 1,1-1-1,-1 0 1,2 1-1,-2 16 1,3-23-46,0-1 0,0 1 0,1-1 0,-1 0 0,0 1 0,1-1 0,0 0 0,-1 1 0,1-1 0,0 0 0,-1 0 0,1 0 0,0 1 0,0-1 0,0 0 0,0 0 0,0 0 0,0 0 0,0-1 0,1 1 0,-1 0 0,0 0 0,0-1 0,1 1 0,-1-1 0,0 1 0,1-1 0,-1 1 0,0-1 0,1 0 0,-1 0 0,1 0 0,1 0 0,10 2-190,0-2 0,26-1 0,-14-1-109,-13 2 47,0 0-1,0-1 0,0 0 1,-1-1-1,1-1 0,-1 0 1,21-8-1,-28 9 181,0 0 0,0 0 1,0-1-1,0 1 0,0-1 0,-1 0 0,1 0 0,-1 0 0,1-1 0,-1 1 1,0-1-1,-1 0 0,1 1 0,-1-1 0,0-1 0,1 1 0,-2 0 0,1 0 1,0-1-1,-1 1 0,0-1 0,1-6 0,2-23 4092,-4 38-3599,2 234 170,6-79-4299,-4-117-991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8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1 960,'0'0'11547,"0"127"-11539,4-77-8,-1 3 40,4 3-104,-4-1-296,-3 17-657,0-10-775,0-15-2929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8.5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 2409,'0'0'14291,"14"0"-14011,10 0-112,7 0-88,4 0-160,24 0-336,-11-6-1329,-3-3-2688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49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 1 880,'0'0'11421,"0"12"-11383,0 3-53,7 157 180,6-58-157,-2 134 0,-11-208 51,0-39 70,-76-1 3340,232 0-3812,-89 0-3479,-48 0-1342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1.1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81 176,'0'0'9841,"5"-11"-8896,1-3-578,15-42 1732,-21 67 1704,2 22-3530,-1-1-276,2 0-483,12 55-1,-8-56-907,5 63-1,-8 62-3997,-4-119 1318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1.5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2208,'0'0'15756,"0"-16"-15604,17 13 336,11 3-336,3 0-56,10 0-96,4 0-16,35 0-1472,-15 0-1129,-6-6-3968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2.3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183 428 1768,'0'0'15417,"15"-7"-16499,46-27 346,-57 31 677,1 0 0,-1-1 0,0 0 0,0 0 0,0 0 0,0 0 0,-1-1 0,1 1-1,-1-1 1,-1 0 0,1 0 0,0 0 0,-1 0 0,0 0 0,1-7 0,1-4 59,-2 0 0,1 0 0,-1-24 0,-2 29 24,1-5 154,-1-1 0,0 1 0,-1-1 1,-1 1-1,-8-31 0,9 42-154,-1 0 0,1 1 0,-1 0 0,0-1 0,-1 1 0,1 0 1,-1 0-1,0 0 0,0 0 0,0 1 0,0-1 0,-1 1 0,1 0 0,-1 0 0,0 0 0,0 0 0,0 1 0,0-1 0,0 1 0,-1 0 0,1 1 1,-1-1-1,1 1 0,-1 0 0,-4-1 0,3 1-14,-1 1 1,1 0-1,0 1 1,0-1-1,0 1 1,0 0-1,0 1 1,0 0-1,1-1 0,-1 2 1,0-1-1,1 1 1,-1 0-1,1 0 1,0 0-1,0 1 1,0 0-1,1 0 1,-1 0-1,1 0 1,-6 8-1,0 1 5,0 0 0,1 1 0,0 0 1,1 0-1,0 1 0,-10 31 0,13-27-38,1 1 0,1 0 0,1 0-1,0 0 1,2 25 0,0-40-161,0-1 0,0 0 1,0 0-1,1 0 0,0 0 0,-1 0 0,1 0 0,1 0 1,-1-1-1,0 1 0,1 0 0,0 0 0,0-1 0,0 1 0,0-1 1,1 0-1,-1 0 0,1 0 0,0 0 0,0 0 0,0 0 0,0-1 1,0 1-1,1-1 0,-1 0 0,1 0 0,0 0 0,-1-1 1,1 1-1,0-1 0,0 0 0,0 0 0,0 0 0,7 0 0,-11-8 2378,-8 45-1887,2 0 0,1 1 0,1 46 1,3-65-137,2-1 0,0 1 0,1 0 0,1-1 0,6 21 0,-7-34-140,1 1-1,-1-1 1,1 1-1,1-1 1,-1 0-1,1 0 1,0 0-1,0-1 0,1 1 1,0-1-1,0 0 1,0-1-1,0 1 1,1-1-1,0 0 1,0 0-1,11 5 1,-11-6-33,1 0 1,-1-1-1,1 0 1,-1 0-1,1 0 1,0-1-1,0 0 1,0 0-1,0-1 1,0 0 0,0 0-1,-1-1 1,1 0-1,0 0 1,13-4-1,-11 1-186,0 0 0,0 0 0,0-1 0,-1 0 0,0-1 1,0 1-1,0-2 0,-1 1 0,0-1 0,8-10 0,-2 2-112,-2-1 0,0-1 0,-1 0 0,0 0 0,-2-1 1,0 0-1,-1-1 0,-1 1 0,-1-1 0,6-34 0,-10 42 433,0 1 0,0-1 0,-1 0 0,-1 1 0,1-1 0,-2 0 0,1 1 0,-2-1 0,1 1 0,-8-16 0,8 21-56,-1-1-1,0 1 0,-1 1 0,0-1 0,1 0 1,-1 1-1,-1 0 0,1 0 0,-1 0 0,1 0 1,-1 1-1,0 0 0,0 0 0,-1 0 0,1 1 1,-1-1-1,1 1 0,-1 0 0,0 1 0,-8-2 1,-2 0-24,0 1 1,0 1-1,0 0 1,-17 1-1,25 1-51,0 0 0,-1 0 0,1 1 0,0 0 0,0 0-1,0 1 1,0 0 0,1 1 0,-1-1 0,-8 8 0,-6 7-373,0 2 0,2 1 0,1 0 0,-32 46 0,3 6-2523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2.8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0 576,'0'0'17804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5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0 404 704,'0'0'5221,"0"5"-3430,0 21 6002,19-40-7696,3-6-113,-1 0-1,-1-2 1,-1 0-1,29-44 1,53-108-3044,-65 107 523,-27 48-244,-7 8-1556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6.0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1192,'0'0'15848,"17"19"-15636,59 65-104,-56-64-91,2 0 0,0-2 1,42 27-1,-6-6-25,-22-8-516,-1 1 1,49 57-1,-81-86 176,1 0 0,-1 1 1,1-1-1,0 0 0,-1-1 0,1 1 0,1-1 1,-1 1-1,0-1 0,0-1 0,1 1 0,-1 0 1,1-1-1,8 1 0,5-1-6108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6.5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1304,'0'0'14155,"58"6"-14155,-23-6 0,3 0-856,-4 0-872,-10 0-2601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7.0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8674,'0'0'4956,"25"3"-6274,76 12 160,-98-15 1027,-1 0 0,0 1-1,1-1 1,-1 1 0,1-1 0,-1 1-1,0 0 1,1 0 0,-1 0-1,0 0 1,0 1 0,0-1-1,0 1 1,0-1 0,0 1 0,0-1-1,2 4 1,-4-3 14,1-1 0,0 1-1,-1 0 1,0 0 0,1 0 0,-1-1-1,0 1 1,0 0 0,0 0 0,0 0 0,0 0-1,0-1 1,-1 4 0,0 6 305,1-9-103,0 0 1,0 0 0,-1 1 0,1-1 0,-1 0 0,1 0 0,-1 1 0,0-1 0,0 0-1,0 0 1,0 0 0,0 0 0,0 0 0,-1 0 0,1-1 0,-2 3 0,-33 23 1148,2-2 2,33-24-1238,26-2-38,-10-3 17,29-3 76,-42 7-78,0 0 0,0 0 0,-1 0 0,1 0-1,0 1 1,0-1 0,0 0 0,-1 1 0,1-1 0,0 1 0,0 0 0,-1 0 0,1-1 0,0 1 0,-1 0-1,1 0 1,-1 0 0,1 1 0,-1-1 0,2 2 0,1 4-153,0 0-1,0 1 1,0-1 0,-1 1-1,0 0 1,-1 0 0,0 0-1,2 13 1,-2-4 228,0 0 0,-1 0 0,-2 24 1,0-38 72,0 0 0,-1 0 0,1 0 0,0 1 0,-1-1 0,0-1 0,0 1 1,0 0-1,0 0 0,0-1 0,0 1 0,-1-1 0,1 0 0,-1 1 0,0-1 0,0 0 0,0-1 1,0 1-1,0-1 0,0 1 0,0-1 0,-4 1 0,-7 4 333,-1-2 0,1 0-1,-27 4 1,8-5-109,30-3-762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7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0 984,'0'0'13411,"0"31"-13083,3-3-112,1 3-136,-1 7 0,4 2-80,0 3-8,-3 1-104,2 12-904,-2-7-640,-1-11-2593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7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35 784,'0'0'15067,"38"-31"-14771,-25 28 65,5 3-345,-1 0 96,0 0-112,11 0-80,-4 0-1729,0 0-3840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8.6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2 800,'0'0'10658,"1"0"-10653,-1 0 0,0 0-1,1 0 1,-1-1-1,0 1 1,1 0-1,-1 0 1,0 0 0,1 0-1,-1-1 1,1 1-1,-1 0 1,0 0-1,1 0 1,-1 0 0,1 0-1,-1 0 1,0 0-1,1 0 1,-1 0-1,0 0 1,1 1-1,-1-1 1,1 0 0,-1 0-1,0 0 1,1 0-1,-1 0 1,0 1-1,1-1 1,-1 0 0,0 0-1,0 1 1,1-1-1,-1 0 1,0 1-1,1-1 1,-1 0 0,0 1-1,6 12 63,-1 1-1,-1-1 1,0 1 0,-1 0-1,-1 0 1,2 16 0,-1 91-58,-3-105 9,1 45-154,-2 64-1725,-1-126 2019,-1-1-1,0 1 1,0-1 0,1 1-1,-1 0 1,0 0 0,0 0-1,0 0 1,-6 0 0,-7-2 1655,34 4-1251,18 0-629,-23-4-284,0-1-1,-1 0 1,0 0-1,0-1 1,0-1-1,0 0 1,14-11 0,5-1-3123,-2 2-4264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9.4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0 125 11947,'0'0'6529,"37"-8"-5993,1 1-459,19-6-10,1 4-1,72-3 0,357 8-1271,-47 2-5581,-335-4 3925,188-36 0,-247 30 1860,-15 3-2741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1:59.9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28 16,'0'0'20148,"69"-24"-19860,-31 21-96,7 3-184,10 0-8,38 0-488,-10 0-1960,-11 0-3145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0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1360,'0'0'13713,"17"1"-13615,56 6-35,-71-7-69,0 1-1,0-1 1,0 1-1,0 0 1,0 0 0,-1 0-1,1 0 1,0 0 0,-1 0-1,1 0 1,-1 1 0,1-1-1,-1 0 1,0 1-1,0-1 1,1 1 0,-1-1-1,0 1 1,0 0 0,0 0-1,-1-1 1,1 1-1,0 0 1,-1 0 0,1 0-1,-1 0 1,0 0 0,1 0-1,-1 0 1,0 0 0,0 0-1,0-1 1,-1 1-1,1 0 1,-1 3 0,1 2-33,0 1 25,-1-1 0,1 1-1,-1-1 1,-1 0 0,1 1 0,-1-1 0,-1 0 0,-2 7 0,3-10 23,1-1 1,-1 0-1,0 0 1,0 0 0,0 0-1,-1-1 1,1 1-1,0 0 1,-1-1-1,0 0 1,0 1-1,0-1 1,0 0 0,0-1-1,0 1 1,0 0-1,0-1 1,-1 0-1,-3 2 1,36-25 189,-22 19-203,0 0 0,-1 1 0,1 0 0,0 0 1,0 0-1,1 1 0,8-1 0,-13 1-27,0 1 1,-1 0-1,1 0 0,0 0 0,0 1 1,0-1-1,-1 1 0,1-1 0,0 1 1,-1 0-1,1 0 0,-1 0 0,1 0 1,-1 1-1,1-1 0,-1 1 1,0-1-1,1 1 0,-1 0 0,0 0 1,3 4-1,-1 0-81,-1 0 1,0 0-1,0 1 1,0-1-1,-1 1 1,0 0-1,0 0 1,1 12 0,0 59 22,-3-60 117,0-11 110,-1-1 1,0 1 0,-1 0 0,1 0 0,-1-1 0,0 1 0,-1-1 0,0 0 0,0 1 0,0-1 0,-1-1 0,0 1 0,0 0 0,0-1 0,-1 0 0,0 0 0,0 0 0,0-1 0,0 1 0,-7 3 0,2-2 10,0 0 0,0 0 0,0-1 0,-1 0 0,1-1 0,-1 0 0,0-1 0,0 0 0,-1-1 0,1 0 0,-17 0 0,27-4-559,0 0 0,0 0 0,0 0 0,0 0 0,1 0 0,-1 0 0,1 0 0,0 0 0,0 0 0,-1 0 0,1 0 0,1 0 0,-1 0 0,0-1-1,1-1 1,-1-23-11193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0.9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1376,'0'0'12243,"14"177"-12379,-14-125-64,3 4-264,-3 0-352,0-3-417,0-6-863,0-1-4666,0-9 4850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1.2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66 312,'0'0'15443,"80"-31"-15283,-46 25-160,25 0-232,-4-1-1248,-10 1-3113,-4-3-4025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1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90 1 888,'0'0'13216,"3"14"-13181,2 11-19,32 190 48,-30 27-279,-7-242 167,-14 0 10,-15-1 401,22 0 44,-1 0-1,0 1 1,1-1 0,-1 2-1,1-1 1,-1 1 0,1 0 0,-1 1-1,-11 4 1,18-6-390,0 0 0,0 1 0,0 0 0,1-1 0,-1 1 0,0-1 0,1 1 1,-1 0-1,1-1 0,-1 1 0,0 0 0,1 0 0,-1 0 0,1-1 0,0 1 0,-1 0 0,1 0 0,0 0 0,0 0 1,-1 0-1,1 0 0,0 0 0,0 0 0,0 0 0,0 1 0,29-2-37,-19-1-150,-1 0 1,1-1-1,0 0 0,-1 0 0,0-1 1,1-1-1,-1 0 0,9-5 0,-5 3-179,1 0 1,-1 1-1,18-5 0,22 1-2759,-34 8-431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4.1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0 440,'2'13'19768,"120"-10"-18162,-6 0-3441,-42-3-2150,-5 0-2631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4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2481,'0'0'15167,"8"-7"-15050,0 5-112,0 1 0,0 0-1,0 0 1,1 1 0,-1 0-1,11 2 1,9-1-105,37-4-1573,-44 1-541,1-1-1,31-10 1,-53 13 2281,0 0-1,1 0 1,-1 0 0,0 0-1,0 0 1,0 0 0,1 0-1,-1 0 1,0 1 0,0-1 0,0 0-1,0 0 1,1 0 0,-1 0-1,0 0 1,0 0 0,0 1-1,0-1 1,1 0 0,-1 0-1,0 0 1,0 1 0,0-1-1,0 0 1,0 0 0,0 0-1,0 1 1,0-1 0,0 0 0,0 0-1,0 0 1,0 1 0,1-1-1,-2 0 1,1 0 0,0 1-1,0-1 1,0 0 0,0 0-1,0 0 1,0 1 0,0-1-1,0 0 1,-2 13 128,-16 56 1161,10-43-889,-9 51-1,10 14-327,6 98-1,2-94-238,0-61-1016,9 50 0,-4-42-1654,-2-3-2796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5.3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1616,'0'0'15756,"149"-56"-15748,-108 53-8,14 0-872,-10 3-1073,-10 0-2416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5.6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6249,'0'0'13435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9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1632,'0'0'15172,"65"0"-15156,-34 0-16,4 0 0,16 3-481,-9-3-1735,-11 0-3633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0.5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0 1424,'0'0'12079,"23"2"-11974,9 0-73,33 7 0,-62-9-31,-1 0 0,0 1-1,0-1 1,1 1 0,-1 0-1,0 0 1,0 0-1,0 0 1,0 0 0,0 1-1,0-1 1,-1 0 0,1 1-1,0-1 1,-1 1 0,1 0-1,-1 0 1,1-1 0,-1 1-1,0 0 1,0 0 0,0 0-1,0 0 1,0 1 0,0-1-1,0 0 1,-1 0 0,1 0-1,-1 1 1,0 2 0,2 4 8,2 13 7,-1-1 1,-1 1 0,-1 0 0,0 0 0,-6 39 0,3-49-16,-1 0 0,0-1 0,-1 1 0,0-1-1,-1 0 1,0-1 0,-1 1 0,0-1 0,-9 12 0,4-8-10,-1 1-1,0-1 1,-1-1 0,0 0 0,-19 13-1,28-23-27,-1-1 0,1 1 0,-1-1 0,0 1 0,0-1 0,0-1 0,0 1 0,0-1 0,0 0 0,0 0 0,0 0 0,-1-1 0,-9 0-1,14 0 21,1 0-1,-1 0 1,1 0-1,-1 0 0,1-1 1,-1 1-1,1 0 0,-1 0 1,1-1-1,0 1 0,-1 0 1,1-1-1,-1 1 0,1 0 1,0-1-1,-1 1 1,1-1-1,0 1 0,0 0 1,-1-1-1,1 1 0,0-1 1,0 1-1,0-1 0,0 1 1,-1-1-1,1 0 0,-3-24-377,6-23-600,-2 42 861,1 0 1,-1 0-1,2 1 1,-1-1-1,0 1 1,1-1-1,0 1 0,0 0 1,1 0-1,0 0 1,-1 1-1,9-8 0,-5 6 51,0-1 0,1 1 0,0 0 0,0 0 0,0 1 1,1 0-1,9-4 0,-16 8 137,1 0 1,-1 0-1,0 1 1,1-1 0,-1 0-1,1 1 1,0 0-1,-1-1 1,1 1 0,-1 0-1,1 0 1,-1 1-1,1-1 1,-1 0 0,1 1-1,-1 0 1,1-1-1,-1 1 1,1 0 0,-1 0-1,0 0 1,1 1-1,-1-1 1,2 2 0,2 4-1,0-1 1,0 0 0,-1 1-1,0 0 1,7 15-1,11 15-58,25 19-788,-8-25-4279,-16-20 781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0.9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1144,'0'0'12107,"14"71"-11971,-4-34 376,-3 7-336,-4 5 168,4-2-288,0 0 48,-4-4-104,1-6-120,-1-6-1160,1-9-1329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1.3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 1456,'0'0'13691,"83"-43"-13571,-59 43-120,0 0 0,0 0-120,11 0-784,-8 9-1400,-3-2-7323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1.9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33 1072,'0'0'12887,"4"-8"-12478,-4 6-374,1 0-1,0 0 1,0 0-1,0 0 1,0 0-1,0 0 0,1 0 1,-1 0-1,1 0 1,2-2-1,-4 4-25,0 0 1,1 0-1,-1 0 0,0 0 1,1 0-1,-1 0 0,0 0 1,0 0-1,1 0 0,-1 0 0,0 0 1,1 0-1,-1 0 0,0 0 1,0 1-1,1-1 0,-1 0 1,0 0-1,0 0 0,0 0 0,1 1 1,-1-1-1,0 0 0,0 0 1,0 0-1,1 1 0,-1-1 1,0 0-1,0 0 0,0 1 0,0-1 1,0 1-1,9 23 219,6 43-448,-2 0 1,-4 1-1,2 90 0,-36-158 196,9 0 43,11-1 10,-1 0 1,0 1-1,0 0 1,1 0-1,-1 1 1,0 0-1,1 0 1,-1 0-1,1 0 1,-1 1-1,1 0 1,0 0 0,-1 0-1,-6 5 1,12-7-24,0 0 1,0 0 0,-1 0 0,1 1 0,0-1 0,0 0 0,-1 0 0,1 0 0,0 0 0,0 0 0,0 1 0,-1-1 0,1 0 0,0 0 0,0 1 0,0-1 0,0 0 0,-1 0 0,1 0 0,0 1 0,0-1 0,0 0 0,0 0 0,0 1 0,0-1 0,0 0-1,0 1 1,0-1 0,0 0 0,0 0 0,0 1 0,0-1 0,0 0 0,0 0 0,0 1 0,0-1 0,0 0 0,0 1 0,0-1 0,0 0 0,0 0 0,0 1 0,1-1 0,-1 0 0,0 0 0,0 0 0,0 1 0,0-1 0,1 0 0,-1 0 0,0 0 0,0 1-1,1-1 1,-1 0 0,0 0 0,0 0 0,1 0 0,-1 0 0,0 0 0,0 0 0,1 0 0,-1 1 0,0-1 0,0 0 0,1 0 0,-1 0 0,0 0 0,1 0 0,-1-1 0,25 2 179,-21-1-131,79-3 505,1 0-3466,-69 3-2675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9.0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1 446 776,'0'0'10065,"1"-10"-9618,2 4-300,0-1 1,1 1-1,-1 0 1,1-1-1,1 2 1,9-11-1,8-12 442,82-132 1082,25-34-3699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09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0 992,'0'0'16144,"7"1"-15940,3 1-179,-1 0 1,0 0-1,-1 1 0,1 0 1,0 1-1,-1 0 1,0 0-1,0 0 1,0 1-1,0 1 0,-1-1 1,8 9-1,19 17-34,35 43 0,-41-42 23,-3-5-146,39 33 0,-54-52-410,1 0-1,0-1 1,0 0 0,0-1 0,1 0 0,0-1-1,17 6 1,0-4-2536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2.7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0 150 1640,'0'0'19380,"204"-37"-18947,-101 33-209,21-2-112,38-3 32,45-3-288,45-7-881,14-6-735,-49 6-832,-55 7 783,-37 6 129,-53 6-617,-13 0-4128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3.4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7 912,'0'0'19420,"89"-6"-19172,-44 6-200,7 0-96,0 9-184,17-9-1528,-14 0-2481,-14 0-4817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3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1 1792,'0'0'12799,"27"2"-12711,86 13-60,-109-15-27,0 1-1,0 0 0,0 0 1,-1 1-1,1-1 0,0 1 1,0 0-1,-1 0 1,1 0-1,-1 0 0,0 0 1,0 1-1,0 0 1,0 0-1,0-1 0,0 2 1,-1-1-1,1 0 0,-1 0 1,3 7-1,-2-2 8,-1 0-1,1 0 1,-2 0 0,1 1-1,-1-1 1,0 16-1,-1-19 0,1 16 109,-2 0 1,0 0-1,-4 27 0,2-37-93,0 0-1,0 0 0,-1 0 1,0 0-1,-1-1 1,0 0-1,-10 16 0,1-7-5,-1 0 0,0-1 0,-1-1-1,-23 20 1,32-31-17,0 0 0,0 0-1,-1-1 1,0-1 0,0 1 0,0-1-1,-1 0 1,1-1 0,-1 0-1,0 0 1,0-1 0,0 0 0,-15 0-1,22-1-12,0-1 0,0 0 1,0 0-1,0 0 0,1-1 0,-1 1 0,0 0 0,0-1 0,0 1 0,1-1 0,-1 0 0,0 1 0,0-1 0,1 0 1,-1 0-1,1 0 0,-1 0 0,1 0 0,-1-1 0,1 1 0,0 0 0,-1-1 0,1 1 0,0-1 0,0 1 0,0-1 1,0 1-1,-1-4 0,1-2-4,-1 0 0,1 0 1,0 0-1,1 0 1,0 0-1,0-9 0,1-1 24,-1 13-7,0 0 0,1 1 0,-1-1-1,1 0 1,0 0 0,0 0 0,0 0-1,1 0 1,-1 1 0,1-1 0,0 1-1,0-1 1,1 1 0,-1 0 0,0 0 0,1 0-1,0 0 1,0 0 0,0 0 0,0 1-1,0 0 1,1-1 0,-1 1 0,1 0-1,-1 1 1,1-1 0,5-1 0,5-2 41,1 1 0,-1 1 0,1 0-1,-1 1 1,1 1 0,17 0 0,-25 2-25,-1-1-1,0 1 1,0 0-1,1 1 0,-1-1 1,0 1-1,0 0 1,-1 1-1,1 0 0,9 5 1,4 5-63,29 26 1,-10-6-361,-2-7-861,-11-10-2602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4.2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0 968,'0'0'13547,"0"90"-13539,7-43-8,-3 3 0,2 5 128,-2-2-176,-1-3 48,1-4-176,3-2-1432,-7-10-785,0-12-3664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4.6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 2345,'0'0'15283,"72"-6"-14739,-31 6-448,1 0 32,6-3-128,14-1-336,-13 1-1393,-8 0-3096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15.0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0 2465,'0'0'13368,"0"4"-13259,2 28-45,11 60 0,3 13-65,-11-16 5,-7 91 0,1-176-43,1-1 0,-1 1 1,0 0-1,0 0 0,0 0 1,-3 5-1,4-8 16,0-1 0,0 1 0,-1-1 0,1 1 0,0 0 0,-1-1 0,1 1 0,0-1 0,-1 0 0,1 1 0,-1-1 0,1 1 0,-1-1 0,1 0 0,-1 1 0,1-1 0,-1 0 0,1 1 0,-1-1 0,1 0 0,-1 0 0,0 0 0,1 0 0,-1 1 0,1-1 0,-1 0 0,0 0 0,1 0 0,-1 0 0,1 0 0,-1 0 0,0-1 0,1 1 0,-1 0 0,1 0 0,-1 0 0,0 0 0,1-1 0,-1 1 0,1 0 0,-1-1 0,1 1 0,-1 0 0,1-1 0,-1 1 0,1-1 0,0 1 0,-1 0 0,1-1 0,-1 1 0,1-1 0,0 0 0,-1 0 0,-1-1 111,0-1-1,0 1 0,0 0 1,0 0-1,0 0 0,-1 0 1,1 0-1,-1 0 0,1 0 1,-1 1-1,0-1 0,0 1 1,0 0-1,0 0 0,1 0 1,-1 0-1,-1 1 0,1-1 1,0 1-1,0 0 0,0 0 1,0 0-1,0 0 0,0 0 1,0 1-1,-5 0 0,7 0-58,1-1 0,-1 1 0,1-1 0,-1 1 0,1-1 0,-1 1 0,1-1 0,-1 1-1,1-1 1,-1 1 0,1 0 0,0-1 0,-1 1 0,1 0 0,0-1 0,0 1 0,-1 0 0,1-1-1,0 1 1,0 0 0,0 0 0,0-1 0,0 1 0,0 0 0,0 0 0,0-1 0,0 1 0,0 0-1,0-1 1,1 1 0,-1 0 0,0-1 0,1 1 0,-1 0 0,0-1 0,1 1 0,-1 0 0,0-1 0,1 1-1,-1-1 1,1 1 0,-1-1 0,1 1 0,0-1 0,-1 1 0,1-1 0,-1 1 0,2-1 0,16 5-198,1-1 1,-1-1 0,1-1 0,-1-1-1,1 0 1,24-3 0,-2 1-1047,22 1-3543,-44 0-2189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29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 1816,'0'0'10537,"-1"0"-10534,1 0 0,0-1 0,0 1 0,0 0-1,0-1 1,0 1 0,0 0 0,0 0 0,0-1 0,0 1-1,1 0 1,-1-1 0,0 1 0,0 0 0,0 0 0,0-1-1,0 1 1,0 0 0,0 0 0,1-1 0,-1 1 0,0 0-1,0 0 1,0 0 0,1-1 0,-1 1 0,0 0 0,0 0-1,1 0 1,-1 0 0,1-1 0,0 4 37,1-1-1,0 1 1,-1 0-1,1 0 1,-1 0-1,0-1 1,0 1-1,0 0 1,0 1-1,0-1 1,0 4 0,3 38 583,-6 248 482,-2-108-1624,3-182 307,1 0-1,0 0 0,0-1 1,1 1-1,-1 0 1,0 0-1,1-1 0,-1 1 1,1 0-1,0-1 0,0 1 1,0 0-1,1-1 1,-1 1-1,3 3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30.2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1008,'0'0'18252,"3"-16"-18060,11 16-88,7 0-176,6 0 120,8 0-96,3 0-24,3 0-576,4 0-1008,14 0-689,-11 0-888,-10-3-6113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30.7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1696,'0'0'15532,"110"-9"-16196,-79 6-537,4 0-783,-8 0-577,-6 0-2744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31.1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 0 24,'-84'29'8212,"82"-28"-7804,0-1 0,1 1 1,-1-1-1,1 1 0,-1 0 0,1 0 0,-1-1 0,1 1 0,0 0 0,-1 0 0,1 1 0,0-1 0,0 0 0,-1 0 0,-1 3 0,4 12-382,0-9 530,-3 56 426,1-30-417,1 0-1,7 60 1,-7-89-554,1 0 0,0 0 0,0-1-1,0 1 1,0 0 0,1 0 0,-1-1 0,1 1 0,0-1 0,0 0 0,0 1 0,1-1 0,-1 0 0,1 0 0,-1 0 0,1-1 0,0 1 0,5 2 0,-2-2-19,0 0-1,0-1 0,0 0 1,0 0-1,1-1 0,-1 0 1,1 0-1,-1 0 0,1-1 1,7 0-1,144 0-2465,-154 0 2359,0 0 1,0 0-1,1 0 1,-1 1-1,0-1 1,0 1-1,0 1 1,0-1-1,0 0 0,0 1 1,0 0-1,0 0 1,0 0-1,-1 0 1,1 1-1,-1-1 1,0 1-1,0 0 0,1 0 1,-2 0-1,1 0 1,0 1-1,-1-1 1,0 1-1,1-1 1,-1 1-1,-1 0 0,1 0 1,1 7-1,2 8-47,-1 0-1,-2 1 1,0-1-1,0 1 1,-3 22 0,1-25 244,0-8-24,-1 0 0,0 0-1,-1 0 1,0-1 0,0 1 0,-1-1 0,0 1-1,-1-1 1,1 0 0,-2 0 0,1 0 0,-1-1-1,0 1 1,-1-1 0,1-1 0,-2 1 0,1-1-1,-1 0 1,1 0 0,-2-1 0,1 1-1,0-2 1,-1 1 0,0-1 0,0 0 0,-1-1-1,1 0 1,-1 0 0,1-1 0,-1 0 0,0-1-1,-10 1 1,16-2-251,0 0 0,0 0 0,0 0 0,0 0 0,-1-1 0,1 1 0,0-1 0,0 0 0,0 0 0,0 0 0,1-1 0,-1 1 0,0-1 0,0 1 0,1-1 0,-1 0-1,1 0 1,0 0 0,-4-4 0,-16-22-5353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31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14459,'0'0'5569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44.2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 1560,'0'0'11097,"0"10"-8312,0 46-2276,-2 75-438,5 145-1565,2-253 469,0-1-3088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44.6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1120,'0'0'17460,"35"-16"-16844,-15 16-368,8 0 40,3 0-192,4 0-96,2 0 0,8 0-184,21 0-776,-8 0-1681,-9-3-2232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2:45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332 23 784,'0'0'14374,"-16"-4"-13855,6 1-430,-53-10 789,55 12-697,1 0 1,-1 1-1,1 0 0,-1 0 1,1 1-1,-1-1 0,1 2 1,-10 2-1,7-1-21,1 2 0,0-1 0,0 1 0,0 0 0,1 1 0,-1 0 0,1 1 0,1-1 0,-1 1 0,1 1 0,1-1 0,-1 1 0,1 1 0,0-1 0,1 1 0,-7 15 0,6-9-103,1-1 1,0 1-1,1 0 0,0 0 0,2 0 1,0 1-1,0-1 0,1 0 0,1 1 1,3 21-1,-2-30-54,0 0-1,1 0 1,0 0 0,0 0 0,0-1 0,1 1-1,0-1 1,0 1 0,1-1 0,0 0-1,0 0 1,0-1 0,8 9 0,-4-7-24,1 0 1,0 0-1,0-1 1,0 0-1,1 0 0,0-1 1,20 7-1,-6-4-351,-1-2-1,1-1 1,1-1-1,-1-1 0,1-1 1,46-2-1,-46-2-1309,40-8 1,14-13-3934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39.06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285 25 2665,'0'0'16296,"-19"-5"-15287,-63-14-427,79 19-549,0-1-1,-1 1 1,1 0-1,-1 0 1,1 0-1,-1 1 1,1-1-1,0 1 1,-1 0-1,1 0 1,0 0-1,0 0 1,-1 0-1,1 1 1,0-1-1,0 1 1,0 0-1,1 0 1,-1 0-1,0 1 1,-3 3-1,-3 2 82,0 0-29,1 0 1,0 1 0,0 0 0,0 0 0,1 1 0,1 0-1,0 0 1,0 1 0,1 0 0,0 0 0,1 0 0,0 0-1,-3 19 1,2 0-60,2 1 0,1-1 1,2 1-1,3 34 0,-1-42-22,2-1 0,0 1 0,1-1 0,2 0 0,15 37 1,61 103-246,-30-61-342,-37-67 323,-1 1 1,-3 1-1,0 0 1,-3 0-1,-1 1 1,-1 1-1,-2-1 0,-2 1 1,-2-1-1,-3 48 1,-1-62 241,0 0 1,-2-1 0,0 1 0,-1-1-1,-1 0 1,-12 23 0,-2-2-667,-1-1 0,-28 38 0,13-31-1408,10-18-2150,2-8-5734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3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1 507 1584,'0'0'7443,"12"-11"-7396,27-26 790,51-62 0,31-47 1323,26-35-5105,-142 159-5877,-5 19 9813,0-4-2019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4.3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1 744,'0'0'10684,"-13"1"-9440,-37 3-472,37-3 3034,16-1-3260,5 4-443,0 0 1,0 0 0,0 0-1,0 1 1,-1 0 0,0 1-1,0 0 1,-1 0-1,10 11 1,5 3-60,195 177-3270,-187-168 803,-13-8-3174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5.0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35 288,'0'0'13187,"159"-19"-14611,-118 13-745,-3-3-2864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5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107 4 1480,'0'0'10453,"1"-4"-10047,1 24 56,13 169 272,-15-27-401,-3-161-281,0-1-1,0 1 0,0 0 0,-1-1 1,1 0-1,0 0 0,0 0 1,-5-1-1,2 1 5,-80 7 2198,96-7-2097,103 0-76,-63 0-3580,-36 0-134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8.5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376 438 936,'0'0'11943,"8"-3"-10767,25-13-297,-33 15-850,1 1-1,0 0 1,-1 0 0,1-1-1,-1 1 1,1 0 0,-1-1 0,1 1-1,-1-1 1,1 1 0,-1-1 0,1 1-1,-1-1 1,1 1 0,-1-1-1,0 1 1,1-1 0,-1 1 0,0-1-1,0 0 1,1 1 0,-1-1-1,0 1 1,0-1 0,0 0 0,0 1-1,0-1 1,0 0 0,0 1 0,0-1-1,0 0 1,0 1 0,0-1-1,0 0 1,0 1 0,0-1 0,-1 0-1,1 1 1,0-1 0,0 1-1,-1-1 1,1 1 0,-1-1 0,1 1-1,0-1 1,-1 1 0,1-1 0,-1 1-1,1-1 1,-1 1 0,0-1-1,-26-14 363,5 10-361,0 1 1,0 1-1,0 0 0,0 2 0,-1 1 0,1 0 0,-36 6 1,48-4-29,-1 1-1,1 0 1,-1 1 0,1-1 0,0 2 0,1 0 0,-1 0 0,1 0 0,0 1-1,0 1 1,1 0 0,-12 12 0,15-15-1,1 0 0,1 1 0,-1-1 0,0 1-1,1 0 1,0 0 0,0 0 0,1 1 0,0-1 0,-1 1 0,2-1 0,-1 1 0,1 0 0,0 0-1,0 0 1,0-1 0,1 1 0,0 0 0,0 0 0,1 0 0,-1 0 0,1 0 0,0 0-1,3 7 1,-1-8-3,-1 0 0,1-1 0,0 1 0,0-1 0,1 1 0,-1-1-1,1 0 1,0-1 0,0 1 0,0-1 0,0 1 0,1-1 0,-1 0 0,1-1-1,0 1 1,0-1 0,0 0 0,0 0 0,0-1 0,0 1 0,7 0-1,13 2-9,0-1 0,1-1 0,27-1 0,-52-1 11,6 0 1,0-1 0,-1 0 0,1 0 0,0 0 0,-1-1 0,1 0 0,-1 0 0,0 0-1,1-1 1,-1 0 0,0 0 0,-1-1 0,1 0 0,0 0 0,-1 0 0,0 0 0,0-1 0,0 0-1,-1 0 1,0-1 0,0 1 0,0-1 0,-1 0 0,1 0 0,-1 0 0,3-10 0,8-24-26,-1-1 0,-3 0 1,8-56-1,-3 11-403,7-3-264,-11 49 53,-2 0 1,4-44-1,-29 217 656,14-101-4,2 0 0,1 0 0,2 0 0,10 49 0,71 218-684,-83-295 462,9 24-1372,-9-27 1236,0 0 0,-1 0 1,3 1-692,-2-1 691,-1-1 0,1 1 1,0-1-1,0 1 0,0-1 1,0 1-1,0-1 1,0 0-1,2 1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8.96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0 348 1328,'0'0'10865,"2"10"-10229,9 27-21,-11-37-583,0 1 1,0 0-1,1-1 0,-1 1 1,0-1-1,1 1 0,-1 0 1,0-1-1,1 1 0,-1-1 0,1 1 1,-1-1-1,1 0 0,-1 1 1,1-1-1,-1 1 0,1-1 0,-1 0 1,1 1-1,-1-1 0,1 0 1,0 0-1,-1 0 0,1 1 0,0-1 1,-1 0-1,1 0 0,-1 0 1,1 0-1,0 0 0,-1 0 0,1 0 1,0 0-1,-1 0 0,1 0 1,0-1-1,-1 1 0,2 0 1,16-12 470,23-34-390,-3-1 0,-2-2 0,41-74 0,-68 106-898,0 0 0,-1-1 0,-1 0 0,5-19 1,-8 17-2861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9.30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1696,'0'0'15748,"124"83"-15364,-90-55-240,1 0-88,-1 3-48,-3 3-8,1 4 0,-5-1-1032,-6 3-417,6 7-735,-9-13-969,-1-6-4208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49.6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16 1744,'0'0'17396,"86"-16"-17396,-51 16-24,3 0-392,0 0-672,17 0-537,-14 0-855,-6 0-1873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3:50.09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25 7 3897,'0'0'17067,"-24"-6"-16834,51 6-177,11 0 112,4 0-168,6 0-312,17 0-1577,-9 0-2552,-12 0-5449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14.1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0 472,'0'0'728,"-11"13"-720,11-10 168,0 0-64,0 0-112,0 0-72,0 0-1096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14.7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1229 128,'-20'73'9549,"6"-59"-5369,7-8-3211,14-16-656,0 0 0,-1 0 0,10-19 0,-4 7-225,21-41-70,-3-1 1,-3-2-1,-2 0 0,-4-2 0,-2 0 1,-3-2-1,-4 1 0,-2-2 1,0-119-1,-8 116-47,0 20 6,-6-56 0,2 95 22,0 0 0,0 0 1,-2 0-1,0 0 0,-1 0 1,0 1-1,-1 0 0,-10-18 0,13 28-4,0-1 0,-1 1 0,1 0 0,-1 0 0,0 0 0,-1 0-1,1 1 1,0 0 0,-1 0 0,0 0 0,0 0 0,0 1 0,0 0-1,0 0 1,0 0 0,-1 0 0,1 1 0,0 0 0,-1 0 0,1 1-1,-1-1 1,1 1 0,-1 0 0,1 1 0,-1 0 0,1-1 0,-1 2-1,1-1 1,-1 0 0,1 1 0,0 0 0,0 1 0,0-1 0,-6 5-1,3 0 5,0 1 0,1-1-1,1 2 1,-1-1 0,1 1-1,1-1 1,-1 2 0,1-1-1,1 1 1,0-1 0,0 1-1,1 0 1,1 0 0,-3 20-1,0 12 36,2 1 0,3 58 0,1-45 52,-2 47 0,5 0 0,18 105 0,-16-174-92,1 0 0,2-1-1,1 1 1,2-2 0,1 0-1,2 0 1,1-2 0,1 1-1,2-2 1,22 27 0,-13-26-1034,1-1 0,1-2 0,36 25 0,-33-25-1942,-9-7-3415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15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0 120,'0'0'1392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16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1 128 400,'4'-59'13542,"-3"59"-13339,10 4 1105,10 12-2027,-16-10 758,-1-1 1,0 1 0,0 0-1,-1 0 1,1 1 0,-1-1-1,-1 1 1,1 0 0,2 13-1,8 68 298,-11-67-393,5 15 119,0 18 0,-7-54-67,0 0 0,0 1 1,0-1-1,0 0 0,0 0 1,0 1-1,0-1 0,0 0 1,0 0-1,0 1 0,0-1 1,0 0-1,0 0 0,0 1 1,0-1-1,1 0 0,-1 0 1,0 1-1,0-1 0,0 0 1,0 0-1,0 0 0,1 1 1,-1-1-1,0 0 0,0 0 0,0 0 1,1 0-1,-1 1 0,0-1 1,0 0-1,0 0 0,1 0 1,-1 0-1,0 0 0,0 0 1,1 0-1,-1 0 0,0 0 1,0 1-1,1-1 0,-1 0 1,0 0-1,0 0 0,1-1 1,-1 1-1,0 0 0,1 0 1,-1 0-1,0 0 0,0 0 1,0 0-1,1 0 0,-1 0 1,0 0-1,0-1 0,1 1 1,-1 0-1,0 0 0,0 0 1,0 0-1,1-1 0,-1 1 1,0 0-1,13-16-219,-7-10 229,6-53 0,-10 56 0,1-1 0,1 1 0,2 0 0,7-22 0,-10 38-5,-1 1-1,1 0 1,1-1 0,-1 1 0,1 1 0,0-1 0,1 1 0,-1-1 0,1 1 0,0 0 0,1 1 0,-1-1-1,1 1 1,-1 0 0,1 1 0,0-1 0,1 1 0,6-2 0,-2 2-3,-1 0 1,1 0-1,1 1 1,-1 1-1,0 0 1,22 1-1,-29 0 2,-2 0 4,-1 1-1,0-1 0,0 1 0,0-1 1,0 1-1,0-1 0,0 1 0,0 0 1,0 0-1,0-1 0,0 1 1,-1 0-1,1 0 0,0 0 0,0 0 1,-1 0-1,1 0 0,0 0 1,-1 0-1,1 0 0,-1 0 0,1 2 1,11 35 113,-9-27-95,69 266 51,-71-274-110,-1 0-1,1-1 0,-1 1 1,1 0-1,0-1 0,0 1 1,0-1-1,0 1 0,1-1 1,-1 0-1,1 1 0,0-1 1,-1 0-1,1 0 0,0 0 1,0 0-1,4 2 0,-3-2-389,0-1-1,1 0 0,-1 1 1,1-1-1,-1-1 1,1 1-1,-1-1 1,5 1-1,13 0-6048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1.4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0 2713,'0'0'12600,"0"17"-12502,1 146 6,-8 391-65,3-285-1005,4-205-2045,0-50-908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1.8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1 476 3913,'0'0'11996,"13"-26"-11538,45-86-269,-46 91-174,0 0 0,2 1 0,30-35 0,-18 25-13,14-15-36,-25 30-470,-1 0-1,-1-2 1,-1 1 0,21-37 0,-33 53 541,7-20-2670,-7 19 2457,0 1-1,0-1 1,-1 1 0,1-1 0,0 1-1,0-1 1,-1 1 0,1-1 0,-6-3-2468,6 4 2468,-1 0 0,1 0 0,-1 0-1,1 0 1,-1 0 0,1 0 0,-1 0 0,1 0-1,-1 0 1,1 0 0,-1 0 0,0 0-1,-21 0-4161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2.2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1 904,'0'0'15039,"3"13"-14394,2 10-486,2 0 0,1-1 0,0 0 0,21 37 1,-9-24-138,165 266-1097,-183-297 906,0-1-29,-1-1 1,1 1-1,0-1 1,-1 1-1,1-1 1,0 0-1,0 1 0,1-1 1,-1 0-1,0 0 1,1-1-1,-1 1 0,1 0 1,0-1-1,0 0 1,-1 1-1,1-1 1,4 1-1,4-2-3480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2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68 760,'0'0'13468,"2"-12"-13186,11-36-17,-9 40-15,-1 11-100,2 10 125,-5-12-212,13 67 323,-3 1 0,-3-1 0,-2 80 0,-2-56-309,23 229-447,-4-184-2695,-16-97 286,-5-7-2204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4.88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36 672,'0'0'14942,"2"-8"-13547,0-1-1395,2-9 1664,-1 39-703,-3 259-902,0-187-2755,0-1-3951,0-77 1186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5.24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57 256,'0'0'16860,"121"-56"-16772,-83 56-176,3 0 64,11 0-408,21 6-961,-11 13-879,-7-4-2193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4:35.60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382 50 3393,'0'0'14784,"-10"-8"-14070,6 4-654,0 0 11,0 1 0,0-1-1,-1 1 1,1 0 0,-1 0 0,0 0-1,0 1 1,0-1 0,0 1-1,0 0 1,-1 1 0,1-1 0,0 1-1,-1 0 1,-7 0 0,-2 1 158,0 1 0,0 0 1,0 1-1,0 0 0,0 1 0,-20 7 0,25-6-129,1 0 0,0 1 0,0 0 0,1 1 0,-1 0 0,1 0 0,0 1 0,1-1-1,0 2 1,-10 11 0,10-9-84,0 1-1,1 0 1,0 1 0,1-1-1,0 1 1,1 0-1,0 0 1,1 1 0,0-1-1,1 1 1,0-1 0,1 1-1,1 0 1,0 0-1,0-1 1,4 20 0,-3-26-13,1 0 1,-1-1-1,1 1 0,0 0 1,0-1-1,1 1 1,0-1-1,0 0 1,0 0-1,0 0 1,1 0-1,6 6 1,-3-4-4,1-1 0,0 0 1,0 0-1,0 0 0,1-1 1,17 7-1,-4-4-58,1 0 1,-1-2-1,1-1 0,0-1 1,38 2-1,105-3-2333,-134-5-749,43-8 1,-10-7-7359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1.6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1156 472,'0'0'922,"-2"10"571,-2 23-1302,2-16 2249,0 4 5400,20-35-6235,0-9-1352,0 0 0,-1-1-1,22-42 1,30-87-221,-40 77-39,-4-1 0,20-105 1,-35 129-120,-3 0 1,-3-1 0,-1 0 0,-7-79-1,2 119 89,0 1 0,-1 0-1,-1 0 1,0 0 0,0 0 0,-1 1-1,-1 0 1,0-1 0,-1 2 0,0-1-1,-1 1 1,0 0 0,-1 1-1,0 0 1,0 1 0,-1-1 0,-1 2-1,1-1 1,-23-12 0,28 19 37,0-1 0,-1 2 0,1-1 0,0 0 0,0 1 0,-1 0 0,1 1 0,-1-1 0,1 1 0,-1 0 0,1 0 0,-11 2 0,12-1 5,1 0 1,-1 0-1,1 0 0,-1 1 0,1 0 1,0-1-1,-1 1 0,1 0 0,0 1 1,0-1-1,0 0 0,1 1 0,-1 0 1,0-1-1,1 1 0,0 0 0,0 0 1,0 1-1,-2 3 0,-3 8 11,2 1 0,0-1-1,0 1 1,2 0 0,0 0 0,-2 28 0,6 103 49,0-113-62,4 27 12,3 1 0,3-1 0,3-1-1,2 0 1,43 104 0,-43-125-19,2 0-1,1 0 1,2-2-1,46 63 1,-58-90-165,0 0 1,1 0 0,0-1 0,1 0 0,0 0 0,0-2 0,1 1-1,0-1 1,0-1 0,1 0 0,0-1 0,0 0 0,15 2 0,19 2-3329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2.5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1328,'0'0'8697,"17"-1"-7948,53-1-195,-67 2-494,0 0 0,0 0 0,0 0 0,0 1 0,0-1-1,0 1 1,0 0 0,0-1 0,0 2 0,0-1 0,0 0 0,0 0 0,-1 1 0,1 0 0,0-1 0,-1 1 0,0 0 0,1 0 0,-1 1 0,0-1 0,0 0 0,0 1 0,0-1 0,-1 1 0,1-1 0,-1 1 0,1 0 0,-1 0-1,2 5 1,0 6 135,0 0 0,-1-1 0,0 1 0,-1 0-1,0 15 1,-1-10 46,3 120 172,-3-139-414,0 1 1,0-1-1,0 1 1,0-1 0,0 1-1,0-1 1,0 1 0,0-1-1,0 1 1,0-1 0,0 0-1,0 1 1,0-1-1,1 1 1,-1-1 0,0 1-1,0-1 1,0 0 0,1 1-1,-1-1 1,0 1 0,1-1-1,-1 0 1,0 1-1,1-1 1,-1 0 0,0 0-1,1 1 1,-1-1 0,1 0-1,-1 0 1,1 0 0,-1 1-1,0-1 1,2 0 0,-1 0 6,-1 0 0,1 0 0,0-1 1,0 1-1,-1 0 0,1 0 1,0-1-1,-1 1 0,1-1 1,0 1-1,-1 0 0,1-1 1,0 1-1,-1-1 0,1 0 1,-1 1-1,1-1 0,-1 1 1,1-1-1,-1 0 0,0 1 1,1-1-1,-1-1 0,11-22 170,-1-1 1,8-35-1,-12 36-137,2 0 0,1 0 1,13-27-1,-22 51-39,6-10 18,0 0 1,1 0-1,9-12 0,-14 20-15,-1 0-1,1 0 1,0 1-1,0-1 1,0 0-1,0 1 1,0-1-1,0 1 1,0 0-1,0 0 1,0 0-1,1 0 1,-1 0-1,0 0 1,1 1-1,-1-1 1,1 1-1,-1-1 0,1 1 1,-1 0-1,1 0 1,4 1-1,-6-1 1,1 1-1,0 0 0,-1 0 0,1 0 0,-1 1 1,1-1-1,-1 0 0,1 1 0,-1-1 0,0 0 1,0 1-1,0 0 0,0-1 0,0 1 1,0 0-1,0-1 0,0 1 0,0 0 0,-1 0 1,1 3-1,9 45 19,-8-40-21,6 45 5,24 108-238,-30-156 142,1 1-1,0 0 0,0-1 0,1 1 1,0-1-1,8 11 0,14 6-1643,-23-22 1156,-1 0-1,1-1 1,0 0-1,0 1 1,0-1-1,1 0 1,-1 0 0,5 0-1,19 0-7571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3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1016,'0'0'11241,"4"26"-11141,1 8-75,13 122 278,-14 152 1392,4 45-1184,-4-329-718,0 0 0,1-1-1,10 28 1,18 26-8212,-26-63 2776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3.7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0 525 312,'0'0'9130,"128"-164"-8514,-94 120-256,1-2-152,-1-1-200,-3 1-8,0 2-312,-6 7-472,-5 9-1032,-6 3-2209,-4 10 1232,-3-1 1889,-7 4 904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4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7009,'0'0'7924,"17"24"-7910,54 76 1,52 51 128,-86-109-30,-31-35-170,10 12 136,1-1 0,22 18 1,-34-31-280,1-1 0,0 1 0,1-1 0,-1-1 0,1 1 0,0-1 1,0-1-1,0 1 0,0-1 0,0 0 0,11 1 0,11-2-2678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4.6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1296,'0'0'13854,"1"35"-13417,6 115-37,-6 228 1604,1-19-2115,3-306-1789,14 59 0,-10-61-4535,5 60 1,-14-78 5223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06.0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0 181 56,'0'0'864,"155"-180"-864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48.44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104 2405 880,'0'0'10636,"0"3"-9921,-1 4-341,-1-10 303,-5-22 1149,-7-38 678,4-30-2497,5-183 1,5 83-13,-3-146 61,4 259-142,0 52 79,6-35 0,-3 35 22,1-37 0,-5-714-3352,-7 606 1982,6 156 1233,-1 0 0,0 1 0,-1-1-1,-1 1 1,0-1 0,-1 1 0,-9-17 0,14 31 148,-1 1 1,1-1 0,-1 0 0,0 1 0,0-1 0,0 0-1,0 1 1,0-1 0,0 1 0,-1-1 0,1 1-1,0 0 1,-1-1 0,1 1 0,-1 0 0,1 0 0,-1 0-1,0 0 1,1 0 0,-1 1 0,0-1 0,1 0 0,-1 1-1,0 0 1,-4-1 0,6-1 377,0 2-399,0 0-1,0 0 1,0-1-1,0 1 1,0 0 0,0 0-1,0-1 1,0 1-1,0 0 1,0-1 0,0 1-1,0 0 1,0 0-1,0-1 1,0 1 0,0 0-1,1 0 1,-1-1-1,0 1 1,0 0-1,0 0 1,0-1 0,0 1-1,1 0 1,-1 0-1,0 0 1,0-1 0,0 1-1,1 0 1,-1 0-1,0 0 1,0 0 0,1-1-1,16-2 46,0 1 0,1 0-1,-1 1 1,20 1 0,6 0 4,439-4-27,-44 1 14,-305 1-37,135 16 0,-155-8 8,169-13 1,6-1 10,305 15-42,-463 4 45,5 1 2,198-10 56,-175-3-207,77 13 268,250-18-147,-325 22 23,-146-16-23,537 9-8,-308 16 67,-94-7-74,158-13 137,-179-6-80,849-6 199,-546-3-202,1-1-26,315 4 613,-609 17-290,-3-1-93,-90-7-316,43-2 424,-81-1-549,0 1-1,1-2 1,-1 1-1,0-1 1,0 0 0,0 0-1,0-1 1,0 0-1,6-4 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49.60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218 6 1768,'0'0'12146,"-4"-1"-11792,-13-3-247,17 4-105,-1 1-1,1 0 0,0-1 1,-1 1-1,1 0 1,-1-1-1,1 1 1,0 0-1,0-1 0,-1 1 1,1 0-1,0 0 1,0-1-1,0 1 1,0 0-1,0 0 0,0-1 1,0 1-1,0 0 1,0 0-1,0-1 1,0 2-1,0-2 3,0 55 178,-14 462 78,-21-276-261,19-158-3,5 0 0,-2 90 0,14-98 8,-3-1 0,-3 0 0,-20 94 0,13-104-7,-8 121 0,4-62 13,9-84 31,-4 75 0,4 110 3040,7-223-3081,0-1 1,0 1 0,0-1-1,0 1 1,0-1-1,0 0 1,0 1-1,0-1 1,0 1-1,1-1 1,-1 1 0,0-1-1,0 1 1,0-1-1,1 1 1,-1-1-1,0 0 1,0 1 0,1-1-1,-1 0 1,0 1-1,1-1 1,-1 0-1,0 1 1,1-1 0,-1 0-1,1 1 1,-1-1-1,0 0 1,1 0-1,-1 0 1,1 0-1,-1 1 1,1-1 0,-1 0-1,1 0 1,-1 0-1,1 0 1,-1 0-1,1 0 1,-1 0 0,0 0-1,1 0 1,-1 0-1,1 0 1,-1-1-1,1 1 1,0 0 0,0 0-137,0-1 0,0 1 0,0-1 0,0 1 0,0-1 0,0 1 0,0-1 0,0 0 0,0 0 0,0 1 0,0-1 0,0 0 0,0 0 0,0 0 0,-1 0 0,1 0 1,0 0-1,0-2 0,3-15-4691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52.03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41 1304,'0'0'13367,"1"-6"-12936,-1 4-423,0 1 33,0 0-1,0 0 1,0-1 0,0 1-1,0 0 1,0 0-1,0-1 1,1 1 0,-1 0-1,0 0 1,1 0-1,-1-1 1,1 1 0,-1 0-1,1 0 1,0 0-1,-1 0 1,1 0-1,0 0 1,0 0 0,0 0-1,0 0 1,0 1-1,0-1 1,0 0 0,0 0-1,0 1 1,0-1-1,0 1 1,0-1 0,0 1-1,1-1 1,-1 1-1,0 0 1,0 0-1,1-1 1,-1 1 0,0 0-1,0 0 1,1 0-1,-1 0 1,2 1 0,728 32 1905,-542-20-1855,136-2-52,112 10 12,311 3-24,-658-24-26,473 6 88,-169 19-100,-253-14 157,179-8-1,-168-4-90,-134 1-62,316 9 187,28-6 97,-335-3-268,294-12 137,-14 20-91,-48-6 18,3 0-85,272 3 73,-301-7-44,181-10-5,153 7 582,-316 7 243,193-2 692,-380 6-1377,-62-6-113,3 1 1204,10 1-5405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41.25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331 2677 128,'0'0'9359,"-3"1"-7990,2 0-1292,0-1 1,1 1-1,-1-1 1,1 0-1,-1 0 1,0 1-1,1-1 1,-1 0-1,0 0 1,0 0-1,1 1 1,-1-1-1,0 0 1,0 0-1,1 0 1,-1 0-1,0-1 1,1 1-1,-1 0 1,0 0-1,0 0 1,1 0-1,-2-1 1,1-1-30,0 1 0,0-1 0,0 1 0,0-1 0,0 1 0,1-1 0,-1 0 0,0 0 0,1 1 0,-1-1 0,1-3 0,-23-94 414,5 0 0,4-2-1,-1-106 1,17 0-457,-5-236-18,-29 111-238,6 83 82,-11-77 90,32 211-628,6 87 696,-1-1 0,-2 1 0,-1 0 0,-1 0 0,-15-52 0,12 67-59,-1-1 0,0 1 1,-1 1-1,-1-1 0,0 1 0,-1 1 0,0 0 0,-15-11 1,24 20 31,55 2-917,-27-1 1112,194 3 165,253-5-7,-289-11-150,66-2-127,444 4 1126,-289 11-1082,124-8 420,128 0-433,-375 12-12,373 0-45,-460 8 0,-22-1 25,80-9 44,298 18-109,195 9 5,-618-28 9,199-12 9,-89 1 25,97-3-11,124-2 0,-302 16 13,384-9 168,-53 3 128,-280 8-285,154-11 158,-196 2-170,-93 2 56,90-20 0,49-3 53,110 22 489,-292 6-618,-27 0-184,0 0 0,0 1 0,1 0-1,-1-1 1,0 1 0,0 1-1,0-1 1,-1 0 0,1 1 0,3 1-1,-1 0-635,13 6-2066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5:42.19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1 640,'0'0'8133,"3"9"-6832,-1-3-1148,10 34 1001,13 83 0,-24 88 1050,-3-138-1868,9 91 0,26 3-241,-3-32-103,-18-23-11,-3 191-1,-10-243 20,-7 78 26,-1 0-485,19 111 196,-8-194 276,-2 1 1,-11 86-1,8-120-12,2 0-1,1 26 1,0-21 21,27-27-842,-20 0-1480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02.97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80 1 24,'0'0'6813,"4"2"-6475,-1 0-251,-1-1-62,-1-1-1,1 1 0,-1 0 0,1-1 0,-1 1 1,0 0-1,1 0 0,-1 0 0,0 0 1,0 0-1,0 0 0,0 1 0,2 1 1,-3-3 10,0 0 0,0 1 1,0-1-1,0 0 1,0 1-1,0-1 0,0 0 1,0 1-1,-1-1 1,1 1-1,0-1 0,0 0 1,0 1-1,0-1 1,0 0-1,-1 1 0,1-1 1,0 0-1,0 0 0,-1 1 1,1-1-1,0 0 1,0 0-1,-1 1 0,1-1 1,0 0-1,-1 0 1,1 0-1,0 1 0,-1-1 1,1 0-1,0 0 1,-1 0-1,1 0 0,0 0 1,-1 0-1,1 0 1,-1 0-1,1 0 0,0 0 1,-1 0-1,1 0 1,0 0-1,-1 0 0,-24 2-272,20-2 297,-49 1-4265,42-1-607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04.83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72 91 1032,'-71'28'7491,"85"-28"-6249,18-1-1334,389-11 5270,107 16-4518,-233 16-615,-211-12-88,114 16 14,119 7 51,174 3-35,-134-6 53,-243-20-23,214 6 18,-89-15-88,260 3 91,48 5-58,-107-2-48,923 4 141,-1094-9-46,138-10-79,-212 4 28,138-13 36,-55 1 9,238-14 18,65-2 16,-224 4 380,-135 8-17,379-52 2172,-475 55-1440,252-3-1,-344 22-1123,86-3-257,-116 1-754,-15 1-88,-24-2-2029,30 3 2285,-54-3-9087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05.99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4 928,'3'-4'16616,"7"166"-16238,-7-101 2600,1-53-6248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4.8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29 832,'0'0'20781,"7"0"-20461,10 0-128,8 0 0,6 0-192,7 0 0,10 0-112,4 0-952,24-3-1353,-14-10-2304,-7 1-3057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5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14723,'0'0'8730,"72"12"-9626,7-12-809,-13 0-903,-4 0-2753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6.6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53 992,'0'0'16980,"-4"-37"-16756,15 34-168,20 3 0,10-4-48,7 4-8,8 0 0,6 0-480,21 0-768,-14-3-817,-14-3-1840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7.0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1 496,'0'0'10154,"89"3"-10154,-26-3 0,-1 0-736,-11 0-2032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7.6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8770,'0'0'6345,"180"-19"-6345,-115 19-184,-3 0-1720,-13 0-2321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8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112 90 1112,'0'0'6507,"-2"-14"-5492,-3-43 92,4 56-1021,1 0 1,-1 0 0,1 0-1,-1 0 1,1 0 0,-1 0 0,1 0-1,-1 0 1,0 0 0,0 0-1,0 1 1,1-1 0,-1 0-1,0 0 1,0 1 0,0-1-1,0 0 1,0 1 0,0-1-1,0 1 1,0 0 0,-1-1-1,1 1 1,0 0 0,0 0 0,0-1-1,0 1 1,0 0 0,-1 0-1,1 0 1,0 0 0,0 1-1,0-1 1,0 0 0,-1 0-1,1 1 1,0-1 0,0 1-1,0-1 1,0 1 0,-1 0 0,0 3-60,1-1 1,-1 1 0,1 0 0,0 0 0,0 0 0,1 0 0,-1 0 0,1 0 0,0 1 0,0-1 0,1 7 0,-1 2-15,0 40-10,2 1 1,17 91-1,-10-86-444,-2-1 0,-2 107 0,-40-164 17,-20 1 610,47-2 243,35-2-274,-19 1-177,135-20 91,-56 7-331,-15 4-1057,-11 0-1276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9.0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39 464,'0'0'11629,"36"-7"-11289,113-20-257,-135 25-66,0 0-1,-1 1 1,29 2 0,-37-1 6,-1 1-1,1 0 1,0 0 0,0 0 0,-1 1 0,1 0-1,-1-1 1,1 2 0,6 3 0,-7-2 60,0-1 0,0 2 0,-1-1 0,1 0 0,-1 0 0,0 1 1,0 0-1,-1 0 0,1 0 0,-1 0 0,0 0 0,0 0 0,-1 0 1,0 1-1,0-1 0,0 1 0,0 9 0,2 10 218,-1 1-1,-1-1 1,-5 51 0,2-65-289,0 1 1,-1-1-1,0 0 1,-1 0-1,0 0 0,-1 0 1,0-1-1,-1 0 1,0 0-1,0 0 1,-9 10-1,3-7 2,0 0 1,0-1-1,-2-1 0,1 0 0,-23 14 0,27-20-17,0 0-1,-1 0 1,0-1 0,0 0-1,0-1 1,0 0 0,0-1-1,-1 0 1,1-1 0,-14 1-1,23-2 4,0 0-1,0 0 1,0 0-1,-1-1 1,1 1-1,0 0 0,0 0 1,0-1-1,0 1 1,0-1-1,0 1 1,0-1-1,0 0 0,1 1 1,-1-1-1,0 0 1,0 1-1,0-1 1,1 0-1,-1 0 0,0 0 1,0-1-1,-1-1-3,1 0 0,0 0 0,-1-1 0,1 1 0,1 0 1,-1 0-1,0-7 0,0 3-4,1-1 1,0 1 0,0-1-1,1 1 1,0-1 0,4-13-1,-4 17 6,0 1 0,1 0 0,0-1 0,0 1-1,0 0 1,0 0 0,0 0 0,0 1 0,1-1-1,0 0 1,-1 1 0,1 0 0,0-1 0,0 1-1,0 0 1,0 1 0,1-1 0,-1 1 0,7-3-1,1 1-1,1 1-1,-1 0 0,0 0 1,1 1-1,13 1 0,-21 0 7,0 1-1,0 0 0,0-1 0,0 1 0,0 0 1,0 1-1,0-1 0,-1 1 0,1 0 1,0 0-1,-1 0 0,1 0 0,-1 1 1,4 2-1,6 7-14,-1 1 0,13 15 0,-3-1-69,58 60-2956,-47-52-2135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29.4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15963,'0'0'4713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1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1 467 568,'0'0'15346,"0"-5"-14836,4-2-510,0 1 1,0-1 0,0 1 0,1 0 0,0 1 0,0-1 0,0 1 0,12-9 0,10-11 17,113-135-280,-109 121-947,-2-1-1,30-56 0,-57 93 816,-1 0 1,1 0-1,-1-1 1,1 1 0,-1 0-1,0-1 1,0 1-1,-1-1 1,1-6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1.7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3569,'0'0'12305,"13"13"-12082,-5-6-198,8 9 9,0-1 1,2 0 0,36 23 0,-24-19-26,0 1-1,-1 2 1,-2 1 0,0 1 0,-2 2 0,0 0 0,39 57-1,-52-65-26,-9-12-25,1 1 1,0-1-1,0 0 0,0 0 0,1-1 0,0 1 0,0-1 0,1 0 0,-1 0 0,1-1 0,0 0 1,0 0-1,12 6 0,-9-9-703,1 1 0,0-1 0,0-1 0,0 0 0,16-2 0,4-3-5946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2.1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1296,'0'0'15244,"106"0"-15252,-61 0-112,17 0-945,-10 0-1119,-7-6-2033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2.6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14 9186,'0'0'3418,"30"-3"-3379,95-7-458,-81 11-246,-42-1 627,-1 1 0,1-1 0,-1 1 1,1-1-1,-1 1 0,1-1 0,-1 1 0,0 0 1,1 0-1,-1 0 0,0 0 0,1 0 1,0 1-1,-1 0 6,0 0 1,0 0-1,0-1 0,0 1 1,-1 0-1,1 1 1,-1-1-1,1 0 1,-1 0-1,0 0 0,0 0 1,0 0-1,0 0 1,0 0-1,-1 0 0,0 4 1,0 12 55,0-14 5,1-1-1,-1 1 1,0-1 0,1 0-1,-2 1 1,1-1 0,0 0-1,-1 0 1,1 1 0,-1-1-1,0 0 1,0-1 0,0 1 0,-5 5-1,-39 31 546,45-39-570,-5 6 175,9-8 46,14-6-126,-11 7-92,0-1 0,0 1 0,0 0 0,0 1 1,0-1-1,0 1 0,0 1 0,0-1 0,11 3 0,-14-2-27,0 0-1,0 0 1,0 0-1,-1 1 1,1 0 0,0-1-1,-1 1 1,1 0-1,-1 0 1,1 0-1,-1 0 1,0 1 0,0-1-1,0 1 1,0-1-1,0 1 1,-1 0-1,1-1 1,1 7-1,1-1-23,-1 1 0,-1 0 0,0-1 0,0 1-1,0 0 1,-1 1 0,-1-1 0,1 0-1,-2 12 1,0-15 115,0-1 0,0 0 0,0 0 0,-1 0 0,1 1 0,-1-1 0,0-1 0,-1 1 0,1 0 0,-1 0 0,0-1 0,0 0 0,0 0 0,-1 1 0,0-2 0,-7 7 0,0-2 73,-1 0 1,0-1 0,0-1 0,0 0 0,-1 0-1,0-2 1,0 1 0,-1-2 0,-13 3-1,-23 0-2378,-1-4-3881,30-2 706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3.3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3385,'0'0'13671,"28"0"-13187,181 0 49,321 0-1464,-178 0-5221,-295 6 3877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3.7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3897,'0'0'14483,"138"12"-14435,-86-12-48,27 0-280,-10 0-2337,-10 0-4240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 3729,'0'0'12149,"23"-1"-12048,71 0-22,-88 1-85,-1 0 1,1 1-1,-1 0 0,1 0 0,0 0 0,-1 0 1,0 1-1,1 0 0,4 3 0,-7-4-7,0 1 0,0 0 0,-1 0 1,1 0-1,-1 0 0,0 0 0,0 0 0,0 1 0,0-1 0,0 1 0,0 0 0,1 3 0,0 2-18,0 1 0,-1-1-1,0 1 1,0-1-1,-1 1 1,-1 0-1,1 0 1,-2 11 0,1-14 28,-1 0 16,0-1-1,0 0 1,0 0 0,-1 1-1,0-1 1,0 0-1,-1-1 1,1 1 0,-1 0-1,0-1 1,0 1-1,0-1 1,-1 0-1,0 0 1,1 0 0,-1-1-1,-1 1 1,1-1-1,0 0 1,-1 0 0,0-1-1,-5 3 1,38-25 451,-21 18-475,-1 0 1,1 0 0,0 0-1,0 1 1,0 0-1,0 1 1,0-1 0,1 1-1,10 2 1,-15-2-7,0 1 1,0 0-1,1-1 0,-1 1 1,0 0-1,0 0 1,0 1-1,0-1 0,0 1 1,-1 0-1,1-1 1,0 1-1,-1 0 1,1 1-1,-1-1 0,0 0 1,1 1-1,-1-1 1,0 1-1,-1 0 1,1-1-1,2 5 0,0 10 2,-1 0-1,0-1 1,-1 1-1,0 1 1,-2-1-1,0 0 1,-5 32-1,4-41 43,-1-1 1,0 1-1,0 0 0,-1-1 0,0 1 0,0-1 0,-1 0 0,0 0 0,0 0 0,-1-1 0,0 0 0,-10 11 0,3-5 290,0-1 0,-2 0 0,1-1 0,-29 16 0,8-15 542,26-12-1668,8-2-175,0-12-4228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6.3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1 600,'0'0'17074,"-4"3"-16991,1 1-60,1 1-1,-1 0 1,1-1 0,0 1-1,0 0 1,0 0 0,1 0-1,0 0 1,0 0 0,0 0 0,1 0-1,-1 0 1,1 9 0,6 81 30,-4-80-50,17 137-139,-2-53-2742,-13-71-83,-3-10-2474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6.7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44 824,'0'0'17220,"103"-44"-17140,-54 44-80,27 0-96,-7 0-1993,-7 0-2648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7.2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118 475 9754,'0'0'8665,"33"-18"-10091,106-62 236,-132 76 1076,-1-1 1,1 1-1,-1-1 0,0 0 0,0-1 0,0 1 0,-1-1 0,0 0 0,0 0 0,0-1 0,-1 0 0,0 0 1,0 0-1,2-7 0,-3 3 80,0 0 1,-2 0-1,1 0 1,-1 0-1,-1 0 1,-1-19-1,0 0 74,1 24 4,0 0-1,-1 0 0,1 0 0,-2 0 1,1 0-1,0 1 0,-1-1 0,0 0 1,0 1-1,-1 0 0,0-1 0,0 1 1,0 0-1,0 0 0,-1 0 1,0 1-1,0 0 0,0-1 0,0 1 1,-1 0-1,1 1 0,-8-5 0,2 3 55,0 0 0,-1 0 0,0 1-1,0 0 1,0 1 0,0 0-1,-1 1 1,1 0 0,-1 0-1,-17 1 1,22 2-40,0 0-1,1 0 1,-1 0 0,1 1-1,0 0 1,0 0-1,-1 1 1,1 0 0,1 0-1,-1 0 1,0 1 0,1-1-1,0 1 1,0 1-1,0-1 1,0 1 0,1 0-1,-1 0 1,1 0 0,0 0-1,-4 10 1,1-3-12,0 1 1,1 0 0,0 0-1,1 1 1,1-1-1,0 1 1,1 0 0,1 0-1,-2 17 1,3-24-122,1 0 1,0 1-1,0-1 0,1 0 1,0 1-1,0-1 1,1 0-1,4 13 1,-5-18-57,1 0 1,-1 1-1,1-1 1,0 0 0,-1 0-1,1 0 1,0 0-1,0 0 1,1 0-1,-1 0 1,0-1 0,1 1-1,-1-1 1,1 0-1,-1 1 1,1-1-1,-1-1 1,1 1 0,0 0-1,0 0 1,-1-1-1,1 0 1,0 0-1,0 1 1,5-2 0,-8 3 123,0 0 0,0 1 1,0-1-1,0 0 1,-1 0-1,1 0 1,0 0-1,-1 0 1,0 0-1,-1 3 1,-6 15 163,0-1 1,2 1-1,0 0 1,1 0 0,1 0-1,0 1 1,2-1-1,1 1 1,0 0 0,4 33-1,-2-46-134,0 0-1,1 1 1,0-1-1,0 0 1,1-1-1,0 1 0,0 0 1,1-1-1,0 0 1,0 0-1,1 0 1,0 0-1,0-1 1,0 0-1,1 0 1,0 0-1,0 0 0,1-1 1,0 0-1,8 4 1,-7-4-42,2 0 1,-1 0-1,0-1 1,1-1-1,-1 0 1,1 0-1,0-1 1,0 0-1,0 0 1,1-1 0,-1-1-1,0 0 1,0 0-1,1-1 1,-1 0-1,11-3 1,-16 2-63,1 0 0,-1 0 0,0-1 0,0 0 1,0 0-1,-1 0 0,1-1 0,-1 1 0,0-1 1,0 0-1,0-1 0,0 1 0,-1 0 0,1-1 1,-1 0-1,-1 0 0,1 0 0,-1 0 0,1 0 1,1-8-1,1-3-63,-1 0 1,0 0-1,-1-1 1,-1 1-1,1-30 1,-3 35 171,0 1 1,-1-1 0,0 0-1,-1 0 1,0 1 0,-1-1-1,0 1 1,0 0 0,-7-15-1,6 20 17,1-1-1,-1 1 0,0 0 1,0 0-1,0 1 1,-1-1-1,0 1 0,0 0 1,0 0-1,0 0 1,-1 1-1,1 0 0,-1 0 1,0 0-1,0 1 1,0 0-1,-8-2 0,4 1 23,0 1-1,-1 0 1,1 1-1,-1 0 1,-12 1-1,18 0-52,0 0-1,0 1 0,0 0 1,0 0-1,0 0 0,0 1 1,0 0-1,1 0 0,-1 0 0,1 0 1,-1 1-1,1-1 0,-7 7 1,-3 7-215,1 0 0,0 0 0,1 2 0,1-1 0,-13 30 0,-6 19-2605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7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10066,'0'0'14123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0.5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 6705,'0'0'11523,"193"-6"-12819,-134 3-1049,-11-4-2824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1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 9178,'0'0'3679,"31"-1"-3525,102 3-77,-128-2-72,-1 0 0,1 1-1,0-1 1,0 1 0,-1 0 0,1 0 0,-1 1-1,1-1 1,-1 1 0,0 0 0,1 0 0,-1 1-1,0-1 1,0 1 0,-1 0 0,1 0-1,0 0 1,-1 0 0,0 1 0,0 0 0,0-1-1,0 1 1,-1 0 0,4 6 0,-3 0 38,0 0 0,0 0 0,-1 1 0,-1-1 0,1 1 0,-2 0 0,0 15 1,0-24-31,-1 10 41,0-1 0,-1-1 0,0 1 1,0 0-1,-2 0 0,1-1 0,-1 0 1,-1 0-1,0 0 0,0 0 0,-1 0 1,-11 14-1,2-5 38,-1-1 1,-1-1 0,-1 0-1,-34 24 1,48-37-98,0-1 0,-1-1 0,0 1-1,1 0 1,-1-1 0,0 0 0,0 0 0,0-1 0,-1 1 0,1-1 0,0 0 0,0-1 0,-1 1 0,1-1 0,-7 0-1,10-1-3,0 1 0,1-1 0,-1 1 0,0-1-1,0 0 1,1 0 0,-1 0 0,1 0-1,-1 0 1,1 0 0,-1 0 0,1 0-1,-1 0 1,1-1 0,0 1 0,0-1-1,0 1 1,0-1 0,0 1 0,0-1 0,0 0-1,0 1 1,1-1 0,-1 0 0,1 0-1,-1 0 1,1 1 0,0-4 0,-2-7-2,0 1 1,1-1 0,1-14-1,0 22-1,0-2 8,-1 0 1,2 0-1,-1-1 0,1 1 1,0 0-1,0 0 0,1 0 1,0 0-1,4-10 1,-4 14 1,-1-1 0,1 1 1,1 0-1,-1-1 1,0 1-1,0 0 0,1 0 1,-1 1-1,1-1 1,0 0-1,-1 1 0,1 0 1,0-1-1,0 1 1,0 0-1,0 1 0,0-1 1,0 0-1,0 1 1,0 0-1,0 0 0,3 0 1,3-1 10,1 1 0,-1 0 0,0 1 0,0 0 1,13 2-1,-17-1-6,-1 0 0,1-1 0,-1 2 1,1-1-1,-1 0 0,0 1 0,0 0 0,0 0 0,0 0 1,0 0-1,4 6 0,9 12 55,25 40 1,-15-22-2034,2-1-4978,-15-27 1413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39.8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49 339 104,'0'0'9435,"-9"5"-8633,-31 21 6037,50-37-6193,46-35-554,-28 24-688,44-44 0,57-88-4705,-79 84-35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0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1 360,'0'0'14667,"200"199"-14667,-162-153 0,4 7-8,-1-7 0,1-2-344,-1-13-728,4-15-728,-14-10-4562,-7-6 969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1.7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44 1112,'0'0'17412,"18"0"-17229,228-15 194,238-13-1019,-276 27-5831,-149 1 3020,-25 0-4271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2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14667,'0'0'5081,"196"0"-5121,-109 0-1224,-15 0-2585,-10 0-4385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2.5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0 8994,'0'0'7644,"34"7"-7588,106 26-29,-135-32-22,-1 0 1,0 1-1,1-1 0,-1 1 1,0 1-1,0-1 0,0 0 1,0 1-1,-1 0 0,1 0 1,-1 0-1,1 0 1,-1 0-1,0 1 0,0 0 1,-1-1-1,1 1 0,-1 0 1,4 8-1,-4-4 39,0 1 0,0 0 0,-1-1 0,0 1 0,-1 0 0,1 0 0,-2 9 0,0 0 137,1-3-119,-1 0 1,0-1-1,-2 1 0,0-1 0,0 1 0,-1-1 1,-1 0-1,0 0 0,-1-1 0,-1 1 1,0-1-1,0-1 0,-1 1 0,-11 11 1,5-5-69,-2-1 1,1 0 0,-23 19 0,32-32-19,0 0 0,0 0 1,0-1-1,-1 0 0,1 0 0,-1 0 1,0-1-1,0 0 0,0-1 0,-1 1 0,1-1 1,-1-1-1,-14 2 0,18-3 6,1 1 0,-1-1-1,0-1 1,0 1 0,0 0 0,0-1 0,0 0-1,1 0 1,-1 0 0,0 0 0,1-1-1,-1 1 1,-4-4 0,6 3 14,0-1 1,0 0-1,0 1 1,0-1-1,0 0 0,1 0 1,-1 0-1,1 0 1,0 0-1,0-1 1,0 1-1,0 0 0,0-1 1,1 1-1,0 0 1,0-5-1,-2-2-13,2 0-1,-1-1 0,2 1 1,0-12-1,0 19 12,-1 1 1,1-1-1,0 0 0,0 1 0,0-1 0,0 0 1,0 1-1,1-1 0,-1 1 0,1 0 0,0-1 1,-1 1-1,1 0 0,0 0 0,0 0 0,0 0 0,1 1 1,-1-1-1,5-2 0,1 0 2,0 0 0,1 1 0,-1 0-1,1 1 1,0 0 0,0 0 0,0 1 0,0 0 0,0 0 0,0 1-1,0 0 1,1 1 0,12 2 0,8 4-423,0 2-1,47 19 1,23 7-3118,-40-24-2006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5.2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5153,'0'0'16476,"20"-19"-16468,8 19 0,10 0-8,14 0 0,48-3-1329,-14-3-1695,-10 0-3138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5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51 832,'0'0'15581,"0"-3"-15441,1 2-139,-1-1 0,1 1 0,0 0 0,0-1 0,0 1 0,0 0 0,0 0 1,0 0-1,0 0 0,0 0 0,0 0 0,0 0 0,1 0 0,-1 0 0,0 1 0,1-1 0,-1 0 0,0 1 0,1-1 1,-1 1-1,1 0 0,-1-1 0,1 1 0,-1 0 0,1 0 0,2 0 0,59-6 4,-43 4-4,12 0 61,216-14-4527,-247 16 4464,-1 0-1,0 0 1,0 0 0,1 0-1,-1 0 1,0 0-1,0-1 1,1 1 0,-1 0-1,0 0 1,0 0-1,1 0 1,-1 0 0,0 0-1,0 0 1,1 0-1,-1 0 1,0 0 0,0 0-1,1 0 1,-1 0-1,0 1 1,0-1 0,1 0-1,-1 0 1,0 0-1,0 0 1,0 0 0,1 0-1,-1 1 1,0-1-1,0 0 1,0 0 0,1 0-1,-1 1 1,0-1-1,0 0 1,0 0 0,0 0-1,0 1 1,0-1-1,1 0 1,-1 0 0,0 1-1,0-1 1,0 0-1,0 0 1,0 1 0,0-1-1,0 0 1,0 0-1,0 1 1,0-1 0,0 0-1,0 0 1,0 1-1,-1-1 1,1 2 61,-1 8 223,0 0-1,-1 0 1,-1 0-1,1-1 1,-2 1-1,-3 8 1,-13 45 576,12 4-689,3 1 0,3 0 1,6 70-1,22 59-1157,-8-82-5718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6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4481,'0'0'11698,"179"-15"-11618,-134 15-80,17 0-136,-10 0-1472,-14 0-2657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6.5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14227,'0'0'5209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8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1 531 856,'0'0'12292,"15"-17"-11662,3-2-456,2-2 149,-1-2-1,29-42 0,74-101 1236,-6 9-3269,-114 154 1197,0-1 1,0 1-1,0 0 1,0-1 0,-1 1-1,0-1 1,1 0-1,-1 1 1,0-1-1,-1 0 1,1 0 0,0-5-1,-1-2-3752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8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0 856,'0'0'15714,"3"5"-15319,4 4-206,1-1 0,1 0-1,-1 0 1,1 0 0,1-1 0,0-1 0,11 7 0,32 22 58,-26-10-177,0 0-1,26 35 1,-26-29-76,42 37 0,-64-63-100,1-1 1,-1 0-1,1 0 1,0-1-1,0 0 1,0 0-1,0 0 1,0-1-1,10 3 1,36 0-3369,-16-5-1475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9.1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41 4601,'0'0'13299,"176"-34"-15228,-114 31-383,-10 0-2065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49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84 18 672,'0'0'14885,"-4"-4"-14699,3 2-90,-9-8-194,10 10 113,0 0 0,0 0 0,0-1 0,0 1-1,-1 0 1,1 0 0,0 0 0,0 0 0,0 0 0,0 0 0,-1 0 0,1 0 0,0 0 0,0 0 0,0 0 0,-1 0 0,1 0 0,0 0 0,0 0 0,0 0 0,-1 0 0,1 0 0,0 0 0,0 0 0,0 0 0,0 0 0,-1 0 0,1 0 0,0 0-1,0 0 1,0 0 0,0 0 0,-1 1 0,1-1 0,0 0 0,0 0 0,0 0 0,0 0 0,0 0 0,0 1 0,-1-1 0,1 0 0,0 0 0,0 0 0,0 0 0,0 1 0,0-1 0,0 0 0,0 0 0,0 0 0,0 1 0,0-1 0,0 0 0,0 0-1,0 0 1,0 0 0,0 1 0,0-1 0,0 0 0,0 0 0,0 0 0,0 1 0,0-1 0,0 0 0,0 0 0,0 0 0,1 0 0,-1 1 0,0 74-232,17 119-1,-14-176-249,-1-12 131,-1 0-1,0 0 0,0 0 1,-1 0-1,1 0 0,-1 1 1,0-1-1,-3 12 0,0-17 363,-1 0-1,1 0 0,-1 0 0,1-1 1,-1 1-1,0-1 0,1 0 0,-1 0 0,0 0 1,-6-1-1,2 0 224,-23 1 3799,82 0-4062,17 0-1749,-3 1-3438,-25 1-4309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0.1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75 600,'0'0'17265,"10"0"-17095,45 0 39,370-7-1523,-322 0-1789,0-4 0,115-28-1,-180 29-699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0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4081,'0'0'13075,"145"-3"-13083,-69 3-1073,-14 0-1247,-6-6-3001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1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 2192,'0'0'12380,"0"5"-12214,14 253-53,-11-227-120,-2 1-1,-3 45 1,2-75 6,0 0 0,-1 0 0,1 0 0,-1 0 0,0 0 0,0 0 0,1 0 1,-1 0-1,-1-1 0,1 1 0,0 0 0,0-1 0,-1 1 0,1-1 1,0 1-1,-1-1 0,0 0 0,1 1 0,-1-1 0,0 0 0,-3 1 1,-4 2-10,0 0 0,-1-1 1,-14 2-1,-8 4 39,11-2 2182,38-7-1744,0-1-418,0-1 0,22-5-1,-22 4-49,0 0-1,24 0 1,17 5-653,22-1-3591,-29-6-5289,-23-2 6667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3.3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1792,'0'0'12438,"0"14"-11093,3 22-953,1 0-1,1-1 1,18 61-1,-13-57-685,-2-1 0,8 77 0,-16 33-4860,0-133 2819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3.7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3505,'0'0'17355,"31"-31"-17010,10 25-105,8 3-184,9 0-56,4 3-216,0 0-1105,14 0-1199,-17 0-1753,-18 0-3713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4.0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14051,'0'0'6353,"196"0"-12218,-165 0 1920,-13 0-2768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4.4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58 0 696,'0'0'15234,"-9"27"-15041,-28 83 6,34-103-135,1 0-1,0 0 1,1 0 0,-1 0-1,1 0 1,1 0 0,-1 0-1,1 1 1,1 8 0,1 6 158,-2-20-212,0 0 0,0 0 1,0 1-1,0-1 0,1 0 0,-1 0 1,1 0-1,-1 0 0,1 0 0,0 1 1,0-1-1,0-1 0,0 1 0,0 0 1,0 0-1,1 0 0,-1 0 0,1-1 1,-1 1-1,1-1 0,0 1 0,-1-1 1,1 0-1,0 1 0,0-1 0,0 0 1,0 0-1,0-1 0,4 2 0,5 1-33,0-1 0,0-1 0,0 0 0,22 0 0,1-1-180,-18 2-293,1 0 1,-1 1-1,1 1 0,-1 0 0,0 1 0,0 1 0,-1 0 0,22 13 1,-30-15 301,0 0 1,-1 1-1,0-1 1,0 1 0,-1 0-1,1 1 1,-1-1-1,0 1 1,0 0-1,-1 1 1,0-1 0,0 1-1,0 0 1,-1 0-1,0 0 1,-1 0 0,1 0-1,-1 1 1,-1-1-1,2 14 1,-2-16 371,-1-1 1,0 1 0,0 0-1,0 0 1,-1-1-1,0 1 1,0 0 0,0 0-1,0-1 1,-1 1-1,-2 5 1,0-4 9,0 0-1,0-1 1,-1 0 0,0 0-1,0 0 1,0-1 0,-8 6 0,-13 11-4,0-1 1,-1-2 0,-2-1-1,1-1 1,-47 18 0,47-27-1516,9-6-2359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4.8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14003,'0'0'7546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7.3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63 835 680,'0'0'9342,"-2"5"-8176,-5 14-399,5-15-277,3-8-376,0 0-1,1 0 0,-1 0 0,1 0 0,-1 0 1,1 0-1,0 1 0,1-1 0,-1 1 1,1-1-1,4-4 0,5-8 246,7-16-207,-1-1-1,-1 0 1,-2-1 0,-1-1 0,-2 0-1,14-70 1,-16 42-568,-3-1-1,-2 0 0,-4-74 1,-2 130 334,0 0 0,0 1-1,-1-1 1,1 0 0,-2 1 0,1-1 0,-1 1-1,0-1 1,-1 1 0,0 0 0,0 1 0,0-1-1,-1 1 1,0 0 0,-7-7 0,8 9 41,0 0-1,0 0 1,-1 1 0,1 0 0,-1 0-1,0 0 1,0 1 0,0-1 0,0 1 0,0 0-1,0 1 1,-1-1 0,1 1 0,-1 0-1,1 0 1,-1 1 0,1 0 0,-1 0 0,0 0-1,1 0 1,-1 1 0,-6 2 0,10-2 89,0 0-1,0 0 1,0 0 0,0 0 0,0 0-1,1 1 1,-1-1 0,0 1 0,1-1-1,-1 1 1,1 0 0,0-1 0,-1 1-1,1 0 1,0 0 0,0 0 0,0 0-1,-1 4 1,-11 42 690,12-45-679,-4 27 227,1 0-1,2 0 1,1 0 0,1 0 0,6 37-1,0-23-204,2 0 1,25 77-1,-25-98-94,58 156 65,-55-154-122,1 0 0,1-1 1,1-1-1,32 40 0,-38-54-245,1 0-1,0-1 0,0 0 0,1-1 0,-1 0 0,2-1 0,-1 0 0,15 7 0,15-4-2599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7.8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9874,'0'0'5333,"17"24"-5289,51 77-36,-61-91-8,-1 0 0,-1 0 0,1 1 0,5 19 0,-9-22 16,-1 1-1,0-1 1,0 0-1,-2 15 1,1-6 44,0-16-19,0-18-132,0 10 89,0-10-12,0 1-1,1-1 1,6-28 0,-6 40 17,1-1 0,0 1 0,0 0 0,0 0 0,1 0 0,0 0 0,0 0 0,0 0 0,0 1 0,1 0 0,0-1 0,-1 2 0,2-1 1,-1 0-1,6-4 0,-8 7 2,0-1 1,0 1 0,0 0 0,0 0 0,0 0 0,0 0 0,0 0-1,0 0 1,0 0 0,1 1 0,-1-1 0,0 1 0,0 0 0,1-1-1,-1 1 1,0 0 0,1 1 0,-1-1 0,0 0 0,0 0 0,1 1-1,-1 0 1,0-1 0,0 1 0,4 2 0,-3-1 5,0 0-1,0 1 1,-1-1 0,1 1 0,-1 0-1,1 0 1,-1 0 0,0 0 0,0 1-1,0-1 1,-1 0 0,1 1 0,-1-1-1,2 6 1,24 112 60,-5-19-127,-20-94-71,1 0 0,0 0 0,0 0 0,0-1 0,1 1-1,7 10 1,-7-14-323,-1 0 0,0 0-1,1-1 1,0 1-1,-1-1 1,2 0-1,3 3 1,11 2-6177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8.1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2336,'0'0'14292,"7"221"-13900,-1-147-64,8 7-128,-3 3-120,-1 3-72,0-10-8,4 16-448,-4-21-1713,1-16-3680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8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0 466 1256,'0'0'14091,"145"-193"-14003,-114 147-88,0-1-48,0 4-608,0-13-1104,-3 9-801,-14 13-3864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6:58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0 557 10274,'0'0'6314,"183"174"-6306,-145-122-8,-3 1 96,-1-3-192,-3-4-129,11-5-463,-4-20-1280,-7-8-2857,0-13-3673</inkml:trace>
  <inkml:trace contextRef="#ctx0" brushRef="#br0" timeOffset="1">642 1 1400,'0'0'12371,"0"199"-12219,7-131-144,3 10 192,-3 5 88,0 4 168,0-3-184,3-3-176,1-4-96,6 20-208,-3-29-1824,-4-6-3593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01.5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17 720,'0'0'10740,"1"-5"-9717,7-7 1020,-6 45 1077,1 6-3004,18 187 336,6 33-2841,-10-165-4651,-13-64-1441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01.9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2345,'0'0'13638,"0"-1"-13600,0 1 1,0 0-1,0 0 0,-1-1 0,1 1 0,0 0 0,0-1 0,0 1 0,0 0 0,0-1 0,0 1 0,0 0 0,0-1 0,0 1 1,1 0-1,-1-1 0,0 1 0,0 0 0,0-1 0,0 1 0,0 0 0,0-1 0,1 1 0,-1 0 0,0 0 0,0-1 0,1 1 1,-1-1-1,38 1 3,46 0-352,112 13-1,-105-1-1965,-28-5-1986,-2-1-5287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02.4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456 5 392,'0'0'11484,"-31"-1"-10553,-99-2-31,120 3-758,0 0 0,1 0 0,-1 1 0,1 0 0,-1 1 1,1 0-1,0 0 0,0 1 0,0 0 0,0 1 0,0 0 0,1 0 0,-1 1 0,1 0 0,0 1 1,-13 11-1,10-8 81,1-1-118,0 1 0,0 0 0,1 1 0,0 0 0,1 1 0,0-1 0,1 2 0,0-1 0,1 1 0,0 0 0,1 0 0,0 1 0,1-1 0,0 1 0,1 0 0,0 0 0,1 0 0,1 1 0,0-1 0,1 0 0,0 1 0,1-1 0,1 0 0,0 0 0,1 0 0,0 0-1,1 0 1,0 0 0,1-1 0,1 0 0,0 0 0,0 0 0,1-1 0,16 20 0,-9-16-183,2 0 0,0-1-1,0-1 1,2 0 0,-1-1-1,2-1 1,-1-1 0,1 0 0,1-2-1,0 0 1,0-1 0,0-1-1,1-1 1,28 3 0,-28-5-588,0-2 0,0 0 1,0-2-1,1 0 0,-1-1 1,0-1-1,0-1 0,35-12 1,20-17-6253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03.2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63 832,'0'0'16716,"166"-6"-17132,-118-1-801,1 1-391,-1-3-360,4-10-2241,-11 4-3921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03.6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53 1120,'0'0'19052,"-3"-9"-18972,44 9 56,7-3-72,7 0-64,8-3-400,19-4-1984,-16-2-2025,-14 3-6473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12.8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1957 3489,'0'0'8894,"27"-35"-7975,94-115-133,-53 71-76,3 3 0,138-114 0,-183 168-602,923-720 653,-539 433-1275,-372 280 258,110-91-1914,-131 105 1597,-2 0 0,0-2 0,-1 0 0,0 0 0,19-36 0,-29 47 159,-1-1 0,0 0 0,-1 0 0,3-10 0,-3-9-2648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14.3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1641 784,'0'0'10817,"42"-31"-9711,291-222 697,-272 206-1595,801-664 739,-618 478-774,50-44-136,-277 261-220,-2 2 36,33-24 0,-43 34-376,1 1-1,-1 0 0,1 1 1,0-1-1,0 1 1,7-2-1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0.4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41 328,'0'0'14883,"110"0"-14819,-62 0 0,8 0-16,6-13-96,3 7 24,1 0-240,10 3-688,-18-3-1096,-16-1-2009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0.8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19 576,'0'0'14299,"89"-13"-14355,-30 13 112,10-6-128,4 6 8,33 0-920,-19 0-1449,-11 0-5808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1.8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305 0 1008,'0'0'8935,"-21"30"-8536,-71 97-149,17-32 417,57-73-391,0 1 1,1 0-1,2 1 0,-21 41 0,34-61-255,0 0 1,0 0-1,1 0 1,0 0-1,-1 0 1,1 0-1,1 1 0,-1-1 1,1 0-1,-1 0 1,1 1-1,0-1 1,1 0-1,1 8 0,0-10-10,1 1-1,0-1 0,0 0 1,0 0-1,0 0 0,0 0 0,0-1 1,0 1-1,1-1 0,-1 0 0,0 0 1,5 1-1,2 1 4,70 19 29,-60-16-553,0-2-1,1 0 1,0-1 0,-1-1-1,42-1 1,-61-1 483,1-1 1,-1 1-1,0 0 0,0 0 0,1-1 0,-1 1 0,0-1 1,0 1-1,0-1 0,1 1 0,-1-1 0,0 0 0,0 0 1,0 0-1,0 1 0,0-1 0,-1 0 0,1 0 0,0 0 1,0 0-1,0 0 0,-1-1 0,1 1 0,-1 0 1,1 0-1,-1 0 0,1-1 0,-1 1 0,0 0 0,1-3 1,3-46 1115,-4 32-491,2-16 1128,-1 19 2808,-2 100-4537,4 0 0,23 145 0,-22-214-349,0-1 0,0 0 0,8 15 0,-9-24-290,-1-1 0,2 0 0,-1 0 0,0 1-1,1-2 1,4 6 0,10 0-6699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2.7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0 373 784,'0'0'7722,"19"-18"-6379,62-64-372,-58 57-74,36-54 1,-10 13-413,-27 39-414,-13 15-149,0 1 0,1-1-1,1 2 1,17-15 0,-14 20-3017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3.1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0 936,'0'0'14511,"8"2"-14063,1 1-369,0-1 0,1 2 0,-1-1 0,0 1 0,-1 1 0,1 0 0,-1 0 0,0 1 0,8 6 0,12 13 72,27 32-1,-38-37-243,1-2 0,1 0 0,1-1 0,36 25 0,-33-31-1583,41 16 0,-29-14-2203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4.2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19 440,'0'-16'18668,"2"14"-19331,199 2-2209,-153 0-978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24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3 888,'0'0'13354,"17"0"-13321,133-3-693,-147 3 584,-1 0 0,0 1 0,0-1 0,1 0 0,-1 1 0,0 0 0,0-1 0,0 1 0,0 0 0,0 0 0,0 0 1,0 1-1,0-1 0,0 0 0,-1 1 0,1-1 0,0 1 0,-1-1 0,0 1 0,1 0 0,-1 0 0,0-1 0,0 1 0,1 0 0,-1 0 0,-1 0 0,1 1 0,0-1 0,0 4 0,0-3 60,0 0 0,-1 0 0,1 1 0,-1-1 0,0 0 0,0 1 0,0-1 0,-1 1 0,1-1-1,-1 0 1,0 0 0,0 1 0,0-1 0,0 0 0,0 0 0,-1 0 0,1 0 0,-1 0 0,0-1-1,-2 4 1,-4 2 33,0-1-1,0 0 0,0 0 1,-1-1-1,0 0 0,-1-1 0,1 0 1,-13 5-1,19-9 37,4-3 40,11-4 159,23-7 93,-28 12-388,0 0 0,0 1 0,0 0 0,0 0 0,0 0 0,0 1 0,-1 0 0,1 1 0,0-1 0,0 1 0,-1 1 0,8 2 0,-10-3 19,-1 1-1,0-1 1,1 1 0,-1-1 0,0 1-1,-1 0 1,1 0 0,0 0-1,-1 0 1,0 1 0,0-1 0,0 1-1,0-1 1,0 1 0,-1 0-1,1-1 1,-1 1 0,0 0-1,0 0 1,-1 0 0,1 0 0,-1 6-1,1-2 107,-1 1 0,1 0 0,-2-1 0,1 1 0,-1-1 0,-3 11 0,3-15-20,-1 0 0,0 0-1,0-1 1,0 1 0,0-1-1,-1 0 1,1 1 0,-1-1-1,0 0 1,1 0-1,-2-1 1,1 1 0,0-1-1,0 1 1,-5 1 0,-1 2 33,-1 0 1,0 0-1,-1-1 1,1 0-1,-1-1 1,0 0-1,0-1 1,-1 0-1,-15 1 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1.5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1305 1120,'0'0'8798,"26"-28"-8342,8-11-345,115-133 369,90-130 1194,119-139 898,-64 136-3471,-287 297 213,5-2-276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2.2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0 975 1304,'0'0'12814,"34"-29"-12250,227-189-73,469-479-1365,-719 686 463,5-8-1704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7.0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22 24,'0'0'16234,"-3"-2"-15094,-11-6-531,11 6-417,5 2-139,6 0-84,246-1-596,-86-4-5886,-104 2-1471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7.9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1 1016,'0'0'11416,"-2"10"-11241,-5 11 80,-1-1 0,0 0 0,-2-1 1,-21 34-1,0-11 265,12-19-64,-20 36 1,35-52-410,0 1 0,1-1 0,-1 1 0,2 0 0,-1-1 0,1 1 0,0 0 0,1 0 0,-1 15 0,2-21-57,0 0 0,0 0 0,0 0 0,1 0 0,-1 0 0,1-1 0,0 1 0,-1 0 0,1 0 0,0 0 0,0-1 0,0 1 0,0-1 0,1 1 0,-1-1 0,0 1 0,0-1 0,1 0 0,-1 1 0,1-1 0,0 0 0,-1 0 0,1 0 0,0 0 0,-1-1 0,1 1 0,0 0 0,0-1 0,0 1 0,-1-1 0,4 1 0,8 1-213,-1 0 0,1-1-1,22-1 1,-20-1-128,15 1-337,1-1-526,0 2 0,61 9-1,-67-2 1168,-11-4 461,-13-5-375,-1 0 0,1 0 0,-1-1 0,1 1 0,-1 0 0,0 0 0,1 0 0,-1 0 0,0-1 0,0 1 0,0 0 0,0 0 0,0 0 0,0-1 0,0-1 0,0-53 4210,0 64-3149,0 110-1185,24 183 0,-21-278-410,-1-5 224,1-1 0,7 25 1,-9-38-45,0-1-1,1 0 1,-1 1 0,1-1 0,-1 0-1,1 0 1,0 0 0,0 0 0,0 0-1,1 0 1,-1-1 0,1 1 0,-1-1-1,1 0 1,0 0 0,0 1 0,6 2-1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8.3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1 466 3513,'0'0'10907,"6"-11"-10869,129-190 288,-22 37-2746,-105 153 1427,-2 0-1,1 0 1,-2-1 0,6-14 0,-9 7-2036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8.7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0 536,'0'0'14923,"10"11"-14373,206 190 1249,-176-166-1914,-19-15-160,41 34-1828,-19-26-3810,-21-20-2377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9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1064,'0'0'16220,"144"0"-16220,-102 0-16,6 0-768,-7 0-1433,-9 0-4632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39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 13 12499,'0'0'3123,"30"-3"-3479,94-6 164,-120 9 189,0-1 0,-1 1 0,1 0 0,0 0 0,0 0 0,-1 1 0,1-1 0,0 1 0,0 0 0,-1 0 0,1 1 0,-1-1 0,1 0 0,-1 1 0,0 0 0,1 0-1,-1 0 1,0 0 0,0 1 0,-1-1 0,1 1 0,0 0 0,-1 0 0,1-1 0,-1 2 0,0-1 0,0 0 0,0 0 0,-1 1 0,1-1 0,-1 1 0,0-1 0,0 1 0,1 6 0,2 2 13,1 6 56,-2 0 1,0 0-1,-1 0 0,-1 0 1,0 1-1,-2-1 0,-4 35 1,2-41-61,0 0 1,-1 0-1,0 0 1,0 0-1,-2-1 1,1 1 0,-2-1-1,1-1 1,-1 1-1,-1-1 1,0 0-1,0-1 1,-15 13-1,14-14-3,0-1 0,0 1 0,-1-1 0,1-1 0,-2 0 0,1 0 0,-1-1 0,1-1 0,-1 1 0,-1-2 0,1 0 0,0 0 0,-1-1 0,-16 1 0,27-3 3,-1 0 0,0 0 1,1 0-1,-1-1 0,0 1 1,1 0-1,-1-1 0,0 0 1,1 1-1,-1-1 0,1 0 1,-1 0-1,1 0 0,-1 0 1,1 0-1,0 0 0,0 0 1,-1 0-1,1-1 0,0 1 1,-2-3-1,1 0-5,0 0 0,0 0 1,1 0-1,-1 0 0,1-1 1,0 1-1,0 0 0,-1-8 0,2 5-5,-1 1-1,1-1 0,0 0 0,1 1 0,0-1 0,0 1 0,0-1 0,1 1 0,-1 0 0,2 0 0,-1-1 0,5-7 0,-4 10 11,1 0-1,0 1 0,0-1 0,1 1 0,-1 0 1,1 0-1,-1 0 0,1 0 0,0 1 1,0 0-1,0 0 0,0 0 0,1 1 0,-1 0 1,0 0-1,1 0 0,-1 0 0,0 1 0,1 0 1,-1 0-1,1 1 0,-1-1 0,0 1 0,1 0 1,-1 1-1,0-1 0,0 1 0,0 0 1,0 1-1,0-1 0,0 1 0,4 3 0,30 26-97,-22-16-221,1-1 0,1-1 0,1 0 0,0-1-1,39 17 1,-24-17-2585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3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1872,'0'0'15110,"0"14"-14894,5 85-282,17 104 0,-11-118-889,-5-45-1897,11 47-1,-12-68-2728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3.9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1216,'0'0'15444,"135"-28"-15300,-94 28 24,0 0-168,4 0 8,4 0-8,16 0-753,-10 0-1087,-6 0-4681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4.4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1328,'0'0'15396,"43"7"-13620,-16-1-1782,1-2 1,0-1-1,0-1 0,42-2 1,-36 0-857,11-7-1493,-35 5 1947,-10 2 410,0 0 0,1 0 0,-1 0 0,0 1-1,0-1 1,1 0 0,-1 0 0,0 0 0,0 0 0,1 0-1,-1 0 1,0 1 0,0-1 0,1 0 0,-1 0 0,0 0-1,0 1 1,0-1 0,0 0 0,1 0 0,-1 1 0,0-1-1,0 0 1,0 0 0,0 1 0,0-1 0,0 0 0,0 1-1,0-1 1,0 0 0,0 0 0,0 1 0,0-1 0,0 0-1,0 1 1,0-1 0,0 0 0,0 0 0,0 1 0,0-1-1,0 0 1,0 1 0,-1 0 42,-9 335 2404,9-217-2449,3 139-4211,4-210 1033,1-16-1726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4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 1400,'0'0'19508,"107"-7"-19388,-58 7-63,6 0-57,0 0-305,14 0-1239,-14-6-3057,-13 0-2864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5.5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1 864,'0'0'12891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5.9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0 523 1272,'0'0'13591,"17"-22"-13409,52-70 130,134-151 337,-185 221-990,31-46 18,-46 62-296,1 0-1,-1 0 1,-1 0-1,1 0 0,-1 0 1,0-1-1,-1 1 1,1-1-1,-1 1 1,0-8-1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6.2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16,'0'0'17748,"145"174"-17292,-104-133-448,1 2 216,2 4-136,1-7-128,-3-6 48,-1-3-16,0-6-696,8-16-953,-11-9-1079,-7 0-4042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6.6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1216,'0'0'12067,"193"0"-12451,-155-6-1753,-3-4-6649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7.3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 1 1200,'0'0'12914,"-1"9"-12910,0 9-2,0-1 1,2 1 0,0-1-1,4 22 1,10 75 30,-12-74-13,13 57 0,-12-79-41,-32-17-146,-55-7 3285,99 7-2846,17 2-361,0-1 0,39-2 0,35 1-6549,-74 4-3463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8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4097,'0'0'13623,"0"10"-13570,12 114-31,1-1 0,-7 199-2388,-1-263 620,8-23-2722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8.4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1464,'0'0'15908,"162"0"-15740,-107 0-160,7 0 48,0 0-56,28-15-48,-18 2-1809,-10 1-2528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4.0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305 55 6185,'0'0'10293,"-14"-9"-9662,6 2-409,-33-21 398,38 26-547,-1 1 0,1-1 0,0 1 0,-1 0 0,1 0 0,-1 0 0,1 1 0,-1-1 0,1 1 0,-1 0 0,0 0 1,1 0-1,-1 0 0,-5 2 0,0 0 84,0 2 1,0-1-1,0 1 1,0 0-1,1 1 1,0 0-1,0 0 1,0 1 0,1 0-1,0 0 1,0 1-1,0 0 1,1 0-1,0 1 1,0 0-1,1 0 1,0 0-1,-7 16 1,5-5-76,0 0 0,1 1 0,1 0 0,0 0 0,2 0 1,0 0-1,1 36 0,2-26-78,-1-9 38,1-1 0,4 24 0,-3-37-44,1 0 0,-1-1 0,1 1 0,1-1 0,-1 0 0,1 0 1,0 0-1,0 0 0,1 0 0,6 7 0,-3-4-10,1-2-1,1 1 1,-1-1-1,1 0 1,0-1-1,0 0 1,1-1-1,0 0 0,0 0 1,0-1-1,1 0 1,-1-1-1,18 3 1,-13-3-82,0-1 0,0-1 0,0 0 0,0-1 0,0-1 0,0-1 0,0 0 0,0 0 0,26-9 0,-16 0-691,0 0-1,0-2 0,-2-1 0,25-17 0,-3-7-4437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8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1096,'0'0'18196,"111"-24"-18140,-73 20-112,0 4-192,-4-3-728,-6 0-825,-11-3-583,-7 0-1553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9.3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1072,'0'0'16241,"0"10"-15502,0 283 843,0-291-1581,0-1 0,0 0 0,1 0 0,-1 0 0,1 1 1,-1-1-1,1 0 0,0 0 0,-1 0 0,1 0 0,0 0 1,0 0-1,0 0 0,0 0 0,0 0 0,0 0 1,0-1-1,0 1 0,0 0 0,0-1 0,0 1 0,0 0 1,1-1-1,-1 0 0,0 1 0,0-1 0,1 0 1,-1 1-1,0-1 0,0 0 0,1 0 0,1 0 0,58-1 55,-39 0-53,40-1-52,-36 0-304,1 1-1,-1 2 0,48 6 1,-68-5 271,0 0-1,0 0 1,0 1 0,0 0-1,0 0 1,-1 1 0,1-1 0,-1 1-1,0 0 1,0 0 0,-1 1-1,1 0 1,-1 0 0,0 0-1,0 0 1,0 0 0,-1 1 0,0 0-1,4 10 1,-1-2 13,-1 0 0,-1 0-1,0 1 1,-1 0 0,0 0 0,-1 0 0,-1 20 0,0-27 129,-2 0 0,1 0 1,-1 0-1,0-1 0,0 1 1,-1 0-1,0-1 0,-1 1 1,1-1-1,-1 0 0,-1 0 1,0 0-1,0 0 0,0 0 1,0-1-1,-1 0 0,0 0 1,-1 0-1,1-1 0,-1 1 1,0-2-1,-1 1 0,1 0 1,-1-1-1,1 0 0,-1-1 1,-1 0-1,1 0 0,-15 4 0,15-6-296,1 0-1,-1 0 0,0-1 0,0 0 1,1 0-1,-1 0 0,0-1 0,1 0 1,-1 0-1,1-1 0,-1 0 0,-12-5 0,-6-11-4009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49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14723,'0'0'3753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0.2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200 1099 10394,'0'0'4837,"14"-34"-4729,44-109-65,-43 102-25,-2-1-1,-2 0 1,-1-1-1,-3 0 1,4-69-1,-9 82-11,6-297 64,-8 245-20,0 72-40,0-4-6,0 1-1,-1-1 1,0 1-1,-1-1 1,-4-14 0,5 25-2,0 0 1,0 0 0,0 0-1,-1 0 1,1 1 0,-1-1 0,1 0-1,-1 1 1,0-1 0,0 1 0,-1 0-1,1-1 1,0 1 0,-1 0-1,1 1 1,-1-1 0,0 0 0,1 1-1,-1-1 1,0 1 0,0 0-1,0 0 1,0 0 0,0 0 0,0 1-1,0-1 1,-5 1 0,0 0 12,1 0 1,-1 1 0,0 0 0,1 0-1,-1 1 1,1 0 0,-1 0-1,1 1 1,0 0 0,0 1 0,0-1-1,1 1 1,-1 0 0,1 1 0,0 0-1,0 0 1,-8 9 0,-1 1 22,1 1 1,1 1 0,1 0-1,0 1 1,-12 26-1,15-26-12,2 0-1,0 0 1,1 1-1,1 0 1,1 0-1,1 0 1,0 0-1,1 1 1,1-1-1,1 1 1,1-1-1,6 34 1,0-20-33,1-1 0,2 0 0,1 0 0,1-1 0,2-1 0,27 44 0,72 97-1031,-28-66-2766,-49-63-919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0.7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88 1176,'0'0'13495,"12"3"-13438,-5-1-57,0-1 0,-1 1 0,1 1-1,-1-1 1,1 1 0,-1 0 0,0 0-1,0 1 1,-1 0 0,1 0-1,-1 0 1,0 1 0,0 0 0,0 0-1,0 0 1,-1 0 0,0 1-1,6 10 1,-6-5 13,0 1-1,-1-1 1,-1 1-1,0 0 1,0 0-1,-1 0 1,0 0-1,-2 17 1,1-15 113,1-27-105,1-1 1,0 1 0,1-1-1,1 1 1,0 0 0,1 0-1,0 1 1,1-1-1,7-11 1,-2 5 26,1 1 0,1 0-1,0 0 1,2 1 0,17-16 0,-25 27-22,0 0 0,1 0 0,-1 1 0,1 0 1,11-5-1,-17 9-16,0 0 0,0 0 1,0 0-1,0 1 0,0-1 0,0 0 1,1 1-1,-1 0 0,0-1 0,0 1 1,0 0-1,0 0 0,1 0 0,-1 1 1,0-1-1,0 0 0,0 1 0,0-1 0,0 1 1,0 0-1,0 0 0,0 0 0,0 0 1,0 0-1,0 0 0,0 0 0,-1 1 1,1-1-1,-1 1 0,3 2 0,3 8 37,0 1-1,-1 0 1,0 0-1,-1 0 1,6 25-1,0-2 53,0-3-94,1-1-1,2 0 1,22 35 0,8-3-4196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1.4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0 2545,'0'0'11786,"-1"34"-11276,-3 111-164,4-44-176,24 181 0,-8-145-115,7 22-217,-16-128-3526,15 41-1,-12-49-4090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1.8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0 358 1432,'0'0'13947,"83"-125"-13875,-59 91-80,1 0 8,-1 6 0,0-6-352,-3 6-912,3-12-1153,-7 6-2888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2.2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1360,'0'0'15237,"8"5"-14693,7 5-365,1 2-1,-2 0 1,1 0 0,-2 1 0,23 28-1,39 88-206,2 2-2344,-73-124 1968,0-2 1,1 1 0,0 0-1,0-1 1,1 0-1,-1 0 1,13 7 0,-13-9-430,0 0-1,1-1 1,0 1 0,0-1 0,9 2 0,11-2-4938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2.6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 1144,'0'0'15125,"-1"10"-14818,0 26 68,2 0 1,9 58-1,2 16 384,-8-12-431,-1-4-803,3 0-1,36 172 0,-40-257 66,13 48-6326,-11-39-247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3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1616,'0'0'16580,"0"96"-16532,3-46-96,4 6 24,-3 0-88,-1 6 32,1-9-224,-1 3-32,-3-7-833,0 7-127,0-15-992,0-7-2433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3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51 9618,'0'0'11394,"83"0"-11362,-31 0-32,7 0-56,3 0-16,3-3-760,21-16-616,-17 3-1465,-10 4-1872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7:56.6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159 2 1144,'-6'-1'13678,"-23"0"-13141,24 4-552,0 1 0,0-1-1,1 1 1,-1 0 0,1 0 0,0 0-1,0 1 1,1 0 0,-1-1 0,1 1-1,0 1 1,0-1 0,-3 8-1,-1 0-190,-21 37-1626,-3 0-1817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06.9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218 2289 264,'0'0'14909,"-6"1"-14756,-14 3 116,19-4-228,1-1 0,-1 1 0,1 0-1,-1-1 1,1 1 0,-1-1-1,1 1 1,0-1 0,-1 1 0,1-1-1,0 1 1,-1-1 0,1 1 0,0-1-1,0 0 1,-1 1 0,1-1 0,0 0-1,0 1 1,0-1 0,0 1 0,0-1-1,0 0 1,0 1 0,0-1-1,0 0 1,0 1 0,0-1 0,1 0-1,-1-1 117,-19-130 939,1 14-875,-5-228-194,-10-98-34,2-52-221,28 444 211,-3-1 0,-23-91 0,26 128 12,-4-11 11,3 11-262,1 0 0,0 1 0,-1-33 0,4 48 219,0-1-26,0-1 28,0 1 19,0 1 1,0-1-1,0 1 0,0-1 0,0 1 0,1 0 0,-1-1 1,0 1-1,0-1 0,0 1 0,0 0 0,1-1 0,-1 1 1,0-1-1,0 1 0,1 0 0,-1-1 0,0 1 0,1 0 0,-1-1 1,0 1-1,1 0 0,-1 0 0,0-1 0,1 1 0,-1 0 1,0 0-1,1 0 0,-1 0 0,1-1 0,-1 1 0,1 0 1,-1 0-1,0 0 0,1 0 0,-1 0 0,1 0 0,-1 0 1,1 0-1,-1 0 0,1 1 0,22 4 87,-19-3-108,30 9 45,1 0 0,1-3 0,-1-1-1,69 5 1,164-6 88,-120 5-121,2 0 26,-101-11-3,163 5-19,-173-2 17,-1 2 0,0 2 0,57 17 0,-50-8 2,0-2 0,1-3-1,0-1 1,83 6-1,315-31-1906,-388 11 1885,1 3 0,0 2 1,88 12-1,-44-4 148,-1-4 0,113-10 0,-77-3-67,72-2-54,-40 12 5,192-5 194,-264-6-204,80-2-20,-103 12 25,83 13 0,-103-9-13,1-2 0,-1-3 0,0-2 0,71-13 0,-54 9-26,1 2 1,72 6 0,-32 0 18,228-14 70,-58 10 201,-154 3-214,140 13-42,1 0-2,-89-16-41,200 5 26,-293 3 8,103 3-66,-144-9 49,1-2 0,-1-1 0,47-11 0,17-10 4,1 4-1,221-10 1,-234 31 25,1-5 0,139-22-1,-143 7-197,1 5-1,142-5 0,-94 19 234,319-6 192,-9 1-592,-273 7 379,130-29 38,-191 12-121,-96 13 56,222-17-1959,-225 19 1932,-9 0 100,0-1 0,0 2 1,0-1-1,-1 1 0,1 1 0,0 0 1,0 1-1,12 4 0,-6-1 71,0-1-1,0-1 0,1 0 1,-1-2-1,1 0 1,-1-1-1,1 0 1,19-3-1,0 2-124,83-6-325,205-36 1,-205 22-139,210-9 1,-29 42 3200,214-29-2376,37 15-686,61-13 617,-208 11-1101,-203 6 1214,-151-6-552,1-3 0,-1-2 0,68-18 0,-69 13-9,1 2-1,0 2 1,72-2-1,-117 11 163,3-1 162,1 1 1,-1 1 0,0-1-1,0 1 1,0 1 0,0 0-1,14 5 1,5 2-19,0-2 1,0-1 0,1-1-1,0-1 1,0-1-1,32-2 1,-7 1-91,47 4-61,430 13-24,-476-22 61,-1-3 0,0-2 0,79-22 0,-69 14 33,116-13 0,78 17 87,16-2 158,386-4 408,-287 2-690,-333 6 143,-12 2-162,21-1-34,2 3 0,58-1 536,-110 23-437,-1-1-1,-6 22 0,-2 19 90,-13 344-168,23-67-545,17-103-15,-9-135 449,25 118 1,-5-47-1086,-21-115 1163,27 254 130,-32-271 14,7 87 58,-7-104-102,1-1 0,0 0 0,2 0 0,0 0 0,7 15 0,36 37 1159,-37-46-4315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11.5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69 384,'0'1'12219,"0"-1"-12215,0 0 1,0 0 0,-1 1 0,1-1-1,0 0 1,0 0 0,0 0 0,0 0-1,0 1 1,0-1 0,0 0-1,0 0 1,0 0 0,0 0 0,0 0-1,0 1 1,1-1 0,-1 0 0,0 0-1,0 0 1,0 0 0,0 0-1,0 1 1,0-1 0,0 0 0,0 0-1,0 0 1,0 0 0,1 0 0,-1 0-1,0 1 1,0-1 0,0 0-1,0 0 1,0 0 0,0 0 0,1 0-1,-1 0 1,0 0 0,0 0 0,0 0-1,0 0 1,1 0 0,-1 0-1,0 0 1,0 0 0,0 0 0,0 0-1,0 0 1,1 0 0,-1 0 0,0 0-1,0 0 1,0 0 0,681 0 2310,-643-2-2169,-1-2-1,63-14 1,-57 8-15,71-5 0,10 11 432,171 17 1,58-3 53,-82-7-370,-53 20-233,16 2-16,-137-24 20,143-17 1,-116 8-13,-106 8-4,1 0 0,-1 2 0,0 0 0,31 9 0,13 5 19,1-2-1,0-3 0,89 3 1,195-12-76,-176-4 106,-127 2-72,1 2 0,77 12 0,-54-2 13,108 6-1,69-14-12,-214-4 20,126 11 10,2 0 1,-101-11-20,19 1 1,89-11 0,-113 4 9,0 3 1,101 6-1,-137 0-19,1 0-1,20 7 0,-22-5 31,1-1-1,30 3 0,-20-5-8,0-1 0,0-2 0,0 0 0,-1-2 0,53-12 0,-27-1 1,1 2 0,1 3 0,0 2 0,89-3 0,-20 10 12,132-17 1,-149 10-24,157 6 0,-137 4 10,348-13 205,-35 0-158,-264 24 66,226-25 201,-130 4-253,-253 10-48,1 1 0,-1 1 0,30 8 0,-30-6 4,0-1-1,0 0 1,32 0-1,43-5 184,137-21-1,-98 9-4,228 7 1,-207 8-98,607-2 125,-714-2-199,55-10-1,23-1-16,196 13-22,-211 13 1,-68-7 69,60 2 1,517-36 8,-103 20 167,-318 10-167,16 12-47,3 0 6,-95-15 378,230-32 0,-233 17-299,217-2 0,-287 20 271,72 12 0,19 3 86,274-15-255,-217-3-204,118-12 15,-241 12-13,-22 0 40,0 1 0,94 14 0,-113-10 100,1-1-1,59-2 1,-43-2-71,4-2-9,72-12-1,5-1-30,437 8 602,-345 10-371,182-2 821,-319-7 174,184 7 19,-241 11-789,-8-3-374,7 0-467,0-2-1,1-1 1,0-1 0,41 1-1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15.5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50 440,'0'0'11563,"107"-34"-11507,-76 34-24,4-6 48,-1 6 96,4 0-8,-4 0-40,4 0-40,4 0-80,13 0-8,-7 0-984,-13-9-2873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16.2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 29 1480,'0'0'16812,"-13"0"-16804,33 0 128,8 0-88,10 0-40,7 0-8,6 0 0,32 0-1400,-10-16-817,-8 4-2304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26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87 241 40,'3'0'9913,"12"-7"-9072,-6-3-469,-1 0 1,0-1-1,-1 0 0,11-19 0,-3 4 301,54-71 880,-40 58-1209,-138 167 433,73-83-785,-34 43 19,62-76-43,0 0 0,1 1 1,1 0-1,0 0 0,-7 21 0,12-31 1,0 0 0,0 0 1,1 1-1,-1-1 0,1 0 0,-1 0 0,1 0 0,0 1 0,0-1 1,0 0-1,2 6 0,-1-7 7,0 0 0,0-1-1,0 1 1,0 0 0,1-1 0,-1 1 0,1-1-1,-1 1 1,1-1 0,-1 0 0,1 0 0,0 1-1,0-1 1,-1 0 0,1-1 0,0 1 0,3 1 0,17 6-349,1-2 1,25 5 0,17 5-364,-53-13 633,-5-1-104,0 0-1,0 1 1,0-1-1,9 6 1,-11-5-62,-1-1 1,1 0-1,0-1 1,0 1-1,0-1 1,0 0-1,0 0 1,10 0-1,-14-1 268,-1-1-1,1 1 1,-1-1-1,1 1 1,-1-1-1,1 1 1,-1-1-1,1 1 1,-1-1-1,1 1 1,-1-1-1,0 0 1,1 1-1,-1-1 1,0 0-1,0 1 1,1-1-1,-1 0 1,0 1 0,0-1-1,0 0 1,0 0-1,0 1 1,0-1-1,0 0 1,0 0-1,0-26 57,0 22-38,0-16 116,0-9 71,0 25 402,-1 16 625,-8 338-1223,10-333-1285,1 1 0,4 19 0,-2-19-5273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27.4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46 160,'0'0'12455,"10"-6"-11812,0 1-524,0 0 1,0 0 0,1 1-1,0 0 1,-1 1 0,1 0-1,18-2 1,343-1 561,-211 9-911,327-3-2188,-458 4 2628,-3 1-3121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28.2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0 468 1424,'0'0'8585,"9"-10"-8190,124-182 1262,10-26-1519,-118 170-532,-52 54-7378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28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1520,'0'0'9744,"10"2"-8865,-4 0-770,-1-2-52,0 2 1,0-1-1,0 0 1,0 1-1,-1 0 1,1 0-1,0 1 0,-1-1 1,0 1-1,1 0 1,-1 0-1,0 0 1,6 7-1,56 72-179,3-4 1,86 76-1,-91-97-4189,-42-35-660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29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27 656,'0'0'12778,"11"-5"-12430,35-14-82,-43 18-252,-1 1-1,1-1 1,0 1 0,-1 0-1,1-1 1,-1 1-1,1 0 1,0 1-1,-1-1 1,1 0 0,-1 1-1,1-1 1,0 1-1,-1 0 1,1 0-1,-1 0 1,0 0 0,1 0-1,-1 1 1,0-1-1,0 1 1,0-1-1,0 1 1,0 0-1,2 2 1,2 3-4,-1 0-1,0-1 1,0 2 0,0-1-1,5 13 1,-8-15-50,0 0 0,-1 0-1,1 0 1,-1 0 0,0 0 0,0 0-1,-1 1 1,1-1 0,-1 0 0,-1 0-1,1 0 1,-1 1 0,-1 6-1,1-10 26,1 1-1,-1-1 0,0 0 0,0 1 0,0-1 1,0 0-1,0 0 0,-1 0 0,1 0 0,-1 0 1,1 0-1,-1 0 0,0 0 0,0-1 0,0 1 1,0-1-1,0 1 0,0-1 0,0 0 0,0 0 1,0 0-1,-1 0 0,1 0 0,0-1 0,-1 1 1,1 0-1,-1-1 0,1 0 0,-1 0 0,-2 0 1,5 0-210,3-2-98,0 0 297,0 0 1,0 1 0,0-1 0,0 1 0,1-1 0,3 0-1,-5 1 25,4-1 5,0 0-1,1 1 0,-1-1 1,1 1-1,0 1 1,-1-1-1,9 1 1,-12 0-2,-1 0 0,0 1 0,1-1 0,-1 0 0,1 1 0,-1-1 0,0 1 0,0 0 0,1 0 0,-1 0 0,0 0 0,0 0 0,0 0 0,0 1-1,0-1 1,0 1 0,0-1 0,-1 1 0,1 0 0,0-1 0,-1 1 0,2 2 0,1 7 4,1 1-1,-2-1 0,0 0 1,0 1-1,-1 0 0,1 20 0,-2 1 98,-4 38-1,3-69-79,0 0 0,0 0 0,0 0 1,-1 0-1,1 0 0,-1 0 0,1-1 1,-1 1-1,0 0 0,0 0 0,0 0 0,0-1 1,0 1-1,0 0 0,0-1 0,0 1 0,-1-1 1,1 1-1,-1-1 0,1 0 0,-1 0 1,1 1-1,-1-1 0,0 0 0,0-1 0,1 1 1,-5 1-1,-2 0-194,0-1 0,1 0-1,-1 0 1,0-1 0,-13-1 0,2 1-1206,-3 0-2590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30.1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1840,'0'0'12851,"24"0"-12843,-3-3 40,-1-1-40,8 1 0,3 3-8,3 0-56,1 0-432,3 0-624,-4 0-537,1 0-2495,-1 0-3138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31.2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290 0 888,'0'0'10442,"-3"4"-10071,-122 154 1247,70-84-1426,39-52-154,-4 3-14,-21 35-1,37-53-24,0 0 1,0 1 0,1 0 0,0-1 0,0 1-1,1 1 1,0-1 0,0 0 0,-1 16 0,3-21-6,0 0 0,0 0 0,0 0 0,0 0 0,1-1 0,-1 1 0,1 0 0,-1 0 0,1-1 1,0 1-1,0 0 0,0-1 0,3 4 0,-2-4-1,0 0 0,0 0 0,1-1 0,-1 1 0,0-1 0,1 0 0,0 1 0,-1-1 0,1 0 0,0 0 0,-1-1 0,1 1 0,5 0 1,49 11-508,74 25 1,-119-34 123,0 0 1,0 0-1,0-1 1,0-1 0,25 0-1,-37-1 373,1 0-1,-1-1 1,1 1 0,-1 0-1,1 0 1,-1-1 0,1 1-1,-1-1 1,1 1 0,-1 0-1,1-1 1,-1 1 0,0-1-1,1 1 1,-1-1 0,0 1-1,1-1 1,-1 1 0,0-1-1,1 0 1,-1 1 0,0-1-1,0 1 1,0-1 0,0 0-1,0 1 1,0-1 0,0 1-1,0-2 1,1-21-1,-1 20 8,0-58 4303,0 63-3725,-1 133 55,4 161-2218,-3-284 993,1-1-1,1 0 1,0 1 0,0-1-1,1 0 1,1 0 0,8 19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31.7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1 760,'0'0'14377,"4"0"-14111,389 0 1701,-350 0-3079,0 3-1,0 2 0,0 1 0,66 20 1,-98-23-143,-1 0 0,0-1 0,1 0 1,0-1-1,20 0 0,-13-1-3023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35.8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12 984,'0'0'14718,"0"-11"-14014,0 261 155,0-84-5272,0-120-501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36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6065,'0'0'11787,"204"12"-11779,-146-12-8,8 0-1320,-18 0-1345,-6 0-5257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2.7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26 471 416,'0'0'11720,"-6"2"-11653,-12 8-48,16-7 80,14-8 132,-9 3-123,1 0 1,-1 0-1,0-1 0,0 0 1,0 1-1,0-1 0,0 0 0,-1 0 1,5-7-1,20-36 744,-19 30-611,99-200 384,-80 159-991,-20 45-482,0 1 0,1 1 0,0 0 0,0 0 0,1 0 0,0 1 0,1 0 0,0 1 0,0 0 0,14-8 0,-57 23 2029,5 7-2468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3.0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1 1240,'0'0'15640,"-1"0"-15631,1 0 0,0 0-1,0 0 1,-1 0 0,1 0 0,0 0 0,0 0 0,-1 0 0,1 0 0,0 0 0,0 0 0,-1 0 0,1 0 0,0 0 0,0 0 0,-1 0 0,1 0 0,0 0 0,0 0 0,-1 0 0,1 0 0,0 1 0,0-1 0,0 0 0,-1 0 0,1 0-1,0 0 1,0 1 0,0-1 0,0 0 0,-1 0 0,1 0 0,0 1 0,0-1 0,0 0 0,0 0 0,0 1 0,0-1 0,0 0 0,0 0 0,0 1 0,0-1 0,0 0 0,0 0 0,0 1 0,3 4 44,1 0 1,1 0 0,-1-1-1,1 1 1,0-1-1,7 5 1,-3-2 7,95 70 230,-69-53-273,-1 1 0,-1 2 0,-2 1 0,44 49 0,-42-33-95,18 20-876,-14-25-5960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3.7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20 1136,'0'0'11939,"25"-4"-11598,80-10 7,-104 14-334,1-1-1,0 1 1,-1 0-1,1 0 1,0 0-1,0 0 0,0 0 1,-1 0-1,1 0 1,0 1-1,-1-1 1,1 0-1,0 1 1,-1 0-1,1-1 1,0 1-1,-1 0 1,1 0-1,-1 0 0,1 0 1,-1 0-1,0 0 1,1 0-1,-1 1 1,0-1-1,0 0 1,0 1-1,0-1 1,0 1-1,0-1 1,0 1-1,-1-1 0,1 1 1,0 0-1,0 2 1,1 3 56,4 8-7,-1 0 0,-1 0 0,-1 0 0,0 0 0,-1 1 0,-1-1 0,0 1-1,-1-1 1,-1 1 0,-3 22 0,2-28-61,-1-1-1,0 0 1,0 0-1,-1 0 0,0-1 1,-1 0-1,0 1 1,0-1-1,-1-1 1,0 1-1,0-1 1,-15 13-1,10-10-8,0 0 0,-1-1 0,-1 0 1,1-1-1,-1-1 0,-1 1 0,-20 6 0,33-13-18,1-1-1,-1 0 1,0 0-1,1 0 1,-1 1 0,0-1-1,1 0 1,-1 0-1,1 0 1,-1 0-1,0 0 1,1 0-1,-1-1 1,0 1 0,1 0-1,-1 0 1,1 0-1,-1 0 1,0-1-1,1 1 1,-1 0-1,1-1 1,-1 1 0,1 0-1,-1-1 1,1 1-1,-1-1 1,1 1-1,-1-1 1,1 1-1,-1-1 1,0-2-13,0 1 0,0 0 0,0 0 0,1 0 0,-1-1 0,1 1 0,-1 0 0,1-1 0,0-2 0,-1-3-5,2 1 0,-1-1 0,1 0 1,0 0-1,3-9 0,-2 13 36,-1 0 0,2 0 1,-1 0-1,0 0 0,1 0 0,0 0 0,0 1 0,0 0 0,0-1 1,0 1-1,1 0 0,-1 0 0,1 1 0,0-1 0,0 1 0,0 0 0,7-3 1,-8 3 28,0 1 0,1 0 0,-1 0 1,0 0-1,1 1 0,-1-1 0,1 1 1,-1 0-1,0 0 0,1 0 1,-1 0-1,1 1 0,-1-1 0,1 1 1,-1 0-1,0 0 0,0 0 0,1 0 1,-1 1-1,0-1 0,0 1 0,0 0 1,4 3-1,8 9 0,-4-3-169,1 0-1,0-1 1,0-1 0,1 0-1,0 0 1,0-2 0,25 12 0,-1-6-2558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4.8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1120,'0'0'16037,"32"-3"-15998,15 0-465,1-1 0,-2-2 0,66-18 1,-103 22 151,1 0 0,0 1 0,16-1 1,-24 15 217,-13 274 298,10-203-224,4 112 15,0-174-590,1 0-1,1-1 1,1 1-1,12 29 1,-8-27-3721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5.5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1176,'0'0'14171,"149"-47"-13923,-105 47-232,1 0 120,4 0-136,-1 16 0,0 2-416,-7-5-344,-3-7-408,-3-6-504,-14 0-1145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5.9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4065,'0'0'15135,"20"-3"-14721,-1 0-341,12-2 50,1 1-1,40 1 1,172 17 170,-1 0-2050,-65-14-6334,-178-1 8005,1 1 0,-1 0 0,0 0 0,0 0 0,1 0 0,-1 0 0,0 0 0,1 0 0,-1 0 1,0 0-1,1 0 0,-1 0 0,0 0 0,1 1 0,-1-1 0,0 0 0,0 0 0,1 0 0,-1 0 1,0 0-1,0 0 0,1 1 0,-1-1 0,0 0 0,0 0 0,1 1 0,-1-1 0,0 0 0,0 0 0,0 0 1,0 1-1,1-1 0,-1 0 0,0 1 0,0-1 0,0 0 0,0 0 0,0 1 0,0-1 0,0 0 1,0 1-1,0-1 0,0 0 0,0 1 0,0-1 0,0 0 0,0 0 0,0 1 0,0-1 0,0 0 0,0 1 1,0-1-1,-8 14-1396,-11 3-582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6.4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0 697 680,'0'0'13924,"7"-23"-13067,23-77-277,-24 84-525,0 0 0,2 1 0,0 0 1,1 0-1,0 1 0,1 0 0,14-15 0,-2 3-45,83-99 41,73-101-955,-175 222 626,15-26-449,-17 29 493,-1 0-1,1 0 1,-1-1-1,1 1 1,-1 0-1,0 0 1,1-1-1,-1 1 1,0 0-1,0 0 1,0-1-1,0 1 1,0 0-1,0-1 1,0 1-1,0 0 1,0 0-1,-1-1 1,1 1-1,0 0 1,-2-2-1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6.8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1 800,'0'0'15445,"26"10"-14624,86 38-218,-103-44-541,0 1 0,0 0 0,0 1 0,-1 0 0,0 0 0,0 1 0,-1 0 0,8 10 0,3 3 6,29 27 30,69 67-612,-96-96-753,1-1 1,0-2-1,48 27 0,-40-29-1424,-4-10-1861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8.6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1 720,'0'0'13182,"1"0"-13155,-1 0 0,1 0 1,-1 0-1,1 0 0,-1 0 1,1 0-1,-1 0 0,1 0 0,-1 0 1,1 0-1,-1 0 0,1 0 1,-1 0-1,1 0 0,-1 0 1,0 0-1,1 1 0,-1-1 1,1 0-1,-1 0 0,1 1 1,-1-1-1,0 0 0,1 0 1,-1 1-1,1 0 0,2 4 90,-1 0-1,0 0 0,0 0 1,0 0-1,-1 1 1,1-1-1,-1 0 1,0 1-1,-1 0 1,0-1-1,0 7 1,2 6 60,7 174 371,-9-124-2078,16 103 0,-10-137-1579,-2-10-2563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8:59.0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69 1200,'0'0'17540,"93"-25"-17084,-52 25-328,1 0-8,6 0-112,0 0-8,-3 0-216,14-15-1160,-14-1-1193,-11 4-3760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0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 5801,'0'0'13955,"131"-19"-14051,-93 19 48,-3 0-720,-4 0-784,-7 0-385,-14 0-543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0.6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0 1216,'0'0'13480,"0"8"-13334,-3 30 237,2-1 1,2 1-1,2 0 1,9 48 0,-11-81-382,0-1 0,0 0 1,1 0-1,0 0 0,0 0 1,0 0-1,0-1 1,0 1-1,1-1 0,0 1 1,0-1-1,0 0 1,0 0-1,0 0 0,1 0 1,-1-1-1,1 1 0,0-1 1,-1 0-1,1 0 1,0 0-1,0-1 0,0 1 1,9 1-1,7 0-91,0-1-1,0 0 0,0-2 1,28-2-1,31 3-1011,-73-1 1028,0 1-1,-1 0 1,1 1-1,0 0 1,-1-1 0,1 2-1,-1-1 1,0 1-1,1 0 1,-1 0 0,-1 0-1,1 0 1,0 1 0,-1 0-1,0 0 1,0 0-1,0 1 1,0 0 0,-1-1-1,0 1 1,0 0-1,0 0 1,0 1 0,-1-1-1,0 1 1,2 8 0,2 11-28,-1-1 0,-2 1 0,0 0 0,-2 44 0,-1-64 118,0 0 0,0-1 0,-1 1 0,0 0 0,1-1 0,-2 1-1,1-1 1,0 1 0,-1-1 0,0 0 0,0 0 0,0 1 0,0-1 0,-1 0 0,0-1 0,0 1 0,0 0-1,0-1 1,0 0 0,-1 0 0,1 0 0,-1 0 0,0 0 0,0-1 0,0 0 0,0 0 0,-8 3 0,-2 0-151,-1 0 0,1-2 1,-1 1-1,0-2 0,1 0 1,-1-1-1,0-1 0,0 0 1,-20-3-1,14-4-3616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1.3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1 836 1192,'0'0'10765,"28"-24"-10739,89-81 19,-111 100-37,0-1 0,0 0 0,-1 0 0,0 0 0,0-1 0,0 0 0,-1 0 0,0 0 0,0 0 0,-1 0 0,1-1 0,2-13 0,-2 6 21,11-37 115,-3-1-1,9-97 0,-12-109-306,-9 258 164,0-5 5,0 1 0,0-1 0,0 0 0,-1 0-1,0 0 1,0 0 0,-3-9 0,3 14 8,0-1 1,0 0-1,0 1 0,-1 0 0,1-1 0,-1 1 0,1 0 0,-1 0 1,1 0-1,-1-1 0,0 2 0,1-1 0,-1 0 0,0 0 0,0 1 1,0-1-1,1 1 0,-1-1 0,0 1 0,0 0 0,0-1 0,0 1 1,0 0-1,0 1 0,-3-1 0,2 0 59,-1 1 0,1-1 1,-1 1-1,1-1 0,0 1 0,-1 0 0,1 1 0,0-1 1,-1 0-1,1 1 0,0 0 0,0 0 0,0 0 0,-4 4 1,1 0 21,0-1 0,1 1 0,0 1 0,0-1 1,1 1-1,-5 9 0,0 3-1,1 0 0,1 0 0,1 1 0,-6 28 0,7-1-26,1 0 0,4 75 0,1-99-59,0-2 59,1-1-1,0 0 0,2 0 0,1 0 1,0 0-1,1-1 0,1 0 1,1 0-1,1 0 0,1-1 0,19 28 1,-18-32-195,0 0 0,0-1 0,2-1 0,-1 0 0,28 19 0,-28-23-477,0-1-1,1 0 1,-1-1-1,2 0 1,-1-1-1,1 0 0,21 3 1,2-5-6992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1.8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1424,'0'0'10665,"16"15"-10595,47 49-58,-60-61 1,-1 0 1,1 0-1,-1 0 1,0 0-1,0 1 1,0-1-1,0 0 1,-1 1 0,0 0-1,1-1 1,-1 1-1,0 0 1,-1 0-1,1 0 1,-1-1-1,0 1 1,0 0-1,0 0 1,0 0 0,-2 7-1,1 7 356,1-17-56,4-4-156,20-48-40,-18 36-107,1 0 0,1 1 0,0 0 0,14-20 1,-20 32-8,43-45-23,-42 44 29,1 0 1,-1 1-1,0 0 1,1-1-1,-1 2 1,1-1-1,0 0 1,0 1-1,-1-1 1,1 1-1,0 0 1,0 0-1,8 0 1,-11 1 6,0 1 1,0-1 0,0 1-1,0-1 1,0 1 0,0 0-1,0-1 1,0 1-1,0 0 1,0 0 0,-1-1-1,1 1 1,0 0 0,0 0-1,-1 0 1,1 0 0,-1 0-1,1 0 1,-1 0 0,1 0-1,-1 0 1,0 0 0,0 1-1,1-1 1,-1 0 0,0 0-1,0 0 1,0 2 0,3 41 129,-3-36-117,-1 76 191,0 24-1,1-95-201,1 0-1,1 0 0,1 0 0,-1 0 0,9 20 0,-9-28-120,1 1 0,0-1 0,0 0 0,1 0 0,-1 0 0,1-1 0,0 1 0,1-1 0,-1 0 1,6 4-1,11 1-2653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2.3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1320,'0'0'15178,"12"17"-15056,-2-3-100,-2-4 1,0 1 1,-1 0 0,0 0 0,-1 0 0,0 1-1,-1 0 1,0 0 0,-1 0 0,4 16 0,0 32 404,-3 0 1,-4 113-1,0-14-1233,0-122-1238,3 0 1,10 46 0,-6-52-5966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2.6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0 509 696,'0'0'15483,"83"-170"-15395,-52 126-88,0 4 0,4-13-184,-1 10-568,-3-4-32,4-3-640,-11 13-529,-7 12-2544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3.0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1296,'0'0'16164,"79"146"-16100,-55-106 32,0 10-88,-3-7 56,3 4-64,-3-13-96,3-6-552,7 0-1009,-7-16-903,-3 4-4946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3.4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26 1112,'0'0'13730,"-1"-6"-13063,-5-13-130,4 31 67,4 52 161,-1-44-844,26 270 257,-13-177-159,36 203-476,-28-190-6494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4.1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17 1256,'0'0'15740,"-2"-5"-15174,-7-7-388,4 20-52,4 38-1,1-16-113,-10 372 14,9-231-4293,1-144 147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4.4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1096,'0'0'17180,"73"0"-16980,-25 0-48,11 0-152,3 0-8,10-3-1264,21-9-577,-17-4-1976,-14 10-7489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04.8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378 6 9522,'0'0'9522,"-30"-2"-8879,-99-2 8,123 4-587,1 1 0,0-1 0,-1 1 0,1 0 0,-1 1 0,1-1 0,0 1 0,0 0 0,0 0 0,0 1 0,0 0 0,0-1 0,1 2 0,-1-1 0,1 0 0,-6 7 0,-1 0 101,0 0-62,1 0 1,0 1-1,1 0 0,0 1 0,1 0 0,0 0 0,1 1 0,0-1 0,1 2 1,-7 23-1,8-20-84,1 0 1,0 1 0,1-1-1,2 1 1,-1 0-1,2 0 1,0 0 0,5 23-1,-4-35-2,1-1 0,-1 1 0,1-1 0,1 0 0,-1 1 0,1-1 0,0 0 0,0-1 0,1 1 0,-1 0 0,1-1 0,0 0 0,0 0 0,1 0 0,-1 0 0,1-1 0,0 0 0,0 0-1,0 0 1,0 0 0,0-1 0,1 0 0,7 2 0,7 2 117,2 0 0,-1-2 0,0 0 0,40 1-1,2-3 5,98-11 0,-115 3-1828,54-15 0,-52 6-3317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13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310 3114 1136,'0'0'14506,"0"-16"-14246,-2-6-172,0 0-1,-2 0 1,-10-38-1,-6-30-48,0-45 10,-15-122 307,-24-192 383,16 134 154,33 149-827,9 114-62,-2 0-1,-15-82 1,1 45 6,5 0 1,-1-119-1,-5 41-80,2 43 16,14-77-357,4 92-81,41 110-119,191 14 639,-143-15 22,570 12-66,16-4 54,-420-9-16,10-20-29,-58 1 10,-61 15 21,262-21 93,-282 6 134,-72 10-23,0 2 0,61 0 0,910 8 1121,-800 12-1355,1 0 20,-134-11 16,0-5-1,98-17 0,-66 1-36,0 5-1,131 3 1,1541 6 63,-1384 29-111,-269-11 88,-43-4-36,194 8 17,-124-17-29,195 2-2,-204 13 2,18 0 7,219-30 43,-43-6-4,-207 15-26,64-14-24,-15 0-1,191 10 35,-137 6-84,-9-11 119,77-2 15,-281 19-191,0-3 1,0 0 0,0-3 0,0-2 0,62-18 0,-62 6 174,-32 17-86,0 0 0,-1 0 0,1-1-1,0 0 1,-1-1 0,8-4 0,-7 2-6,-6 5 44,0-1 0,1 0 0,-1 0 1,1 1-1,-1-1 0,1 1 0,0 0 1,0 0-1,0 0 0,4-1 1,-6 2 18,17-6-72,-9 4 128,16-4-684,-2-1 0,36-16 1173,-61 25-552,0-1-1,0 1 1,1 0 0,-1 0 0,0 0 0,1 0 0,-1 0-1,1 1 1,-1-1 0,1 0 0,-1 4 0,2-5-7,-4 8 10,0 0-1,1 0 1,1 0 0,0 1-1,0 0 1,-1 18 0,4 65-7,0-41-15,-1 4 37,7 301 32,-7-294-62,0-44-1,0 1-1,1 0 1,1-1 0,6 28 0,4 6-24,9 108 0,0-1 50,-1-58-29,5 106 0,-21 47-24,-1-25 6,-3 30-1,1 3-31,12-141 60,-6-76 5,0 58 1,-7-49 347,1 0 0,15 83 0,-9-101 392,21 58 0,-5-39-233,-17-44-1765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16.7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57 7 1376,'0'0'10636,"-16"-6"-7569,15 6-3049,0 0 0,0 0 0,1 0 0,-1 0 0,0 0 0,0 0 0,0 0 0,1 0 0,-1 0 0,0 0 0,0 0 0,1 1 0,-1-1 0,0 0 0,0 0 0,1 1 0,-1-1 0,0 1 0,1-1 0,-1 1 0,0-1 0,1 1 0,-1-1 0,1 1 0,-1-1 0,1 1 0,-1 0 0,1-1 0,0 1 0,-1 2 1337,-17 7-445,17-9-913,1-1-1,0 1 1,0-1 0,0 1 0,0 0 0,-1-1-1,1 1 1,0-1 0,0 1 0,0 0 0,0-1-1,0 1 1,0-1 0,0 1 0,1-1 0,-1 1-1,0 0 1,0-1 0,0 1 0,1-1 0,-1 1-1,0-1 1,0 1 0,1-1 0,-1 1-1,1-1 1,-1 1 0,1 0 0,18 6-18,37-6 74,-40-1-40,71-1 75,101 2 9,-70 19-9,95-15 620,-16-1-500,-183-3-181,0 2-1,24 7 1,13 2 40,29-1 110,130 0 0,246-11 131,-441 1-303,-1 1 1,1 0-1,-1 1 1,19 6-1,-18-5 1,-1 0 0,1-1-1,0 0 1,21 0 0,-30-3-6,356 12 90,-11-6-24,-204-8-86,557-1 22,-553-8-24,-41 2 12,281 3-11,130-9 68,-86 10-282,83 17 203,-392-12 53,190-25-1,373-28-65,-650 51 45,46-1-2,240-23-9,-233 14 14,97 0 0,97 13 7,-120 0-8,862-7 30,-470 6-2,-386 10-41,-32-1 16,339 34 85,-304-8-6,29 5-83,-128-34 166,117-5 0,-92-2 150,-77 1-300,380 8 236,-171-5-232,4 0 1,48 5 2124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18.0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3 656,'7'-2'18039,"-7"2"-17974,3 19 1678,-1 46-1882,0-23 499,-1-22-336,1 0 0,0 0 0,2-1 0,1 1 0,12 35 0,-14-50-20,0 1 0,0-1 0,0 1 0,0-1 0,1 0 0,0 0 0,0-1 0,0 1 0,0-1 0,1 0 0,0 0 0,0-1 0,0 1 0,0-1 0,0 0 0,1 0 0,-1-1 0,1 1 0,0-2 0,0 1 0,0 0 0,0-1 0,8 1 0,5 0 3,0-1-1,0-1 1,0 0-1,0-2 1,0 0-1,-1-1 0,1 0 1,-1-2-1,1 0 1,26-13-1,256-143-382,-40 17-5611,-200 119 877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19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1 10066,'0'0'4907,"0"14"-4525,-6 237 3484,5-246-3793,1 0 0,1 0 0,-1-1 0,1 1 0,0 0-1,0 0 1,0-1 0,0 1 0,1-1 0,0 1-1,0-1 1,0 0 0,0 0 0,1 0 0,3 5 0,-2-6-41,0 1 0,0-1 0,0 0 0,0 0 0,1 0 0,-1-1 0,1 0 1,0 0-1,0 0 0,0 0 0,-1-1 0,1 1 0,1-2 0,5 2 0,21 1 8,0 0-1,0-3 0,0 0 1,1-2-1,58-12 1,-46 1-327,0-2 0,-1-2 0,80-43 0,-73 34-261,118-61-2526,-12-2-1755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4.7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289 0 4601,'0'0'6376,"19"11"-6184,58 34-68,-74-43-119,-1 0 1,1 0-1,-1 0 0,0 1 0,0-1 0,0 1 1,0-1-1,0 1 0,0 0 0,-1-1 0,1 1 1,-1 0-1,0 0 0,0 0 0,0 0 0,0 0 1,-1 1-1,1-1 0,-1 0 0,0 0 1,0 0-1,0 0 0,0 1 0,0-1 0,-2 5 1,1 6 81,1-14-75,0 1 1,0 0-1,0-1 1,-1 1-1,1 0 1,0-1-1,0 1 1,-1 0 0,1-1-1,-1 1 1,1-1-1,0 1 1,-1-1-1,1 1 1,-1-1-1,1 1 1,-1-1-1,1 1 1,-1-1-1,0 1 1,1-1-1,-1 0 1,0 0-1,1 1 1,-1-1-1,0 0 1,1 0-1,-1 0 1,0 1-1,0-1 1,-29 3-1,17-3 33,-34 6-23,-76 19 1,104-19 75,-1 0-1,1 1 1,0 1 0,0 0 0,1 2 0,-23 15 0,39-24-35,0 0 1,0 1-1,0 0 0,0-1 1,0 1-1,0 0 1,0 0-1,1 0 1,-1 0-1,1 0 1,-1 1-1,1-1 0,0 0 1,0 1-1,0-1 1,0 0-1,0 1 1,1 0-1,-1-1 0,1 1 1,0-1-1,-1 1 1,1-1-1,0 1 1,0 0-1,1-1 1,0 6-1,1-5-40,-1 1 0,1-1-1,0 1 1,0-1 0,0 0 0,1 0 0,-1 0 0,1 0-1,-1 0 1,1 0 0,0-1 0,0 1 0,0-1 0,1 0-1,-1 0 1,7 3 0,4 1-34,-1-2-1,1 1 1,0-2 0,0 0-1,0 0 1,1-1-1,-1-1 1,0-1 0,1 0-1,19-3 1,-29 2-129,0 0 0,0-1 1,0 0-1,0 0 0,0 0 0,-1-1 0,1 0 1,-1 1-1,1-2 0,-1 1 0,0 0 1,-1-1-1,1 0 0,0 0 0,-1 0 1,0 0-1,0-1 0,0 1 0,3-7 1,6-12-2194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5.1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 1664,'0'0'13174,"6"2"-12926,-4-2-237,-1 1 0,1-1 1,-1 1-1,1-1 0,-1 1 0,0-1 0,1 1 1,-1 0-1,0 0 0,1 0 0,-1 0 1,0 0-1,0 0 0,0 0 0,0 0 0,0 1 1,0-1-1,0 0 0,0 0 0,0 1 1,-1-1-1,1 1 0,0-1 0,0 3 0,0 4 12,0-1 0,0 1-1,-1 0 1,0 11 0,0 0-26,0-9 0,0 20-12,0-1 0,-2 0 0,-2 0 0,0 0 0,-10 32 1,18-71 1,0 1-1,1 0 1,0 0 0,1 0 0,0 1 0,7-9 0,7-10 39,15-26-50,-12 16 36,1 1 1,57-62 0,-66 87-32,-7 14-29,-2 23 18,-6-22 43,2 31-169,-2-21 225,1 1 1,0 0 0,1-1 0,1 1 0,5 15 0,-7-26-212,1-1 0,-1 0 0,1 1 0,0-1-1,0 0 1,0 0 0,0 0 0,0 0 0,1-1 0,0 1 0,-1-1 0,1 1 0,0-1-1,0 0 1,0 0 0,0 0 0,0 0 0,1-1 0,-1 1 0,1-1 0,-1 0 0,1 0 0,-1 0-1,1 0 1,6-1 0,24 2-4898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5.4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83 0 432,'0'0'11987,"-34"162"-10971,20-85-376,0 10-160,4 0-256,3-6-216,4-13-8,3-12 56,0-28-152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5.8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 7194,'0'0'8905,"258"-6"-8905,-171 6-736,9 0-1208,-20-6-889,-24 3-5465</inkml:trace>
  <inkml:trace contextRef="#ctx0" brushRef="#br0" timeOffset="1">604 358 8994,'0'0'8354,"-10"139"-8130,-4-83-160,7-6-128,4-3 56,3-10-64,3-9-1105,21-10-1703,4-18-5402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6.1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3929,'0'0'13355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6.5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10002,'0'0'8970,"210"0"-10978,-168 0-793,-8 0-6617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7.6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391 699 4201,'0'0'14352,"-8"-9"-14085,4 6-249,1-1-9,0 1 1,0-1-1,-1 1 0,1 0 1,-1 0-1,0 0 1,0 1-1,0 0 1,0-1-1,0 1 1,-1 1-1,1-1 1,-1 1-1,1-1 1,-1 1-1,1 0 0,-1 1 1,-5-1-1,-3 2 8,0 0 0,0 0-1,0 1 1,0 1-1,0 0 1,0 1 0,1 0-1,0 1 1,0 1-1,0-1 1,0 2 0,1 0-1,0 0 1,1 1-1,-13 12 1,14-12-2,1 1 1,0 0-1,0 0 1,1 1-1,1 0 1,-1 1-1,1-1 0,1 1 1,0 0-1,1 0 1,0 1-1,1-1 1,0 1-1,0 0 1,2 0-1,-2 21 1,3-29-24,0 0 1,0 0 0,0 0-1,0 0 1,0 0 0,1 0 0,0 0-1,0 0 1,0-1 0,0 1 0,1 0-1,-1 0 1,1-1 0,0 1 0,0-1-1,0 1 1,1-1 0,-1 0 0,1 0-1,0 0 1,0 0 0,0-1 0,0 1-1,0-1 1,0 0 0,1 0 0,-1 0-1,1 0 1,0 0 0,-1-1 0,1 1-1,0-1 1,6 1 0,1 0-62,0-1 1,1 0 0,-1 0-1,0-1 1,0-1-1,1 0 1,-1 0-1,0-1 1,0-1 0,0 0-1,0 0 1,-1-1-1,1 0 1,-1-1-1,0 0 1,0-1 0,-1 0-1,0-1 1,16-14-1,1-3-56,-2-2 0,-1-1 0,-2-1 0,0-1 0,19-35 0,-15 19 85,-3 0 1,-1-2 0,-2 0 0,-3-2 0,19-90-1,-20 54 30,-4-1 0,-1-135 0,-10 221 9,0 0 0,0 0 0,0 0 0,0-1 0,0 1 0,0 0 0,0 0 1,0 0-1,1 0 0,-1 0 0,0-1 0,0 1 0,-1 0 0,1 0 0,0 0 0,0 0 0,0 0 0,0-1 0,0 1 0,0 0 0,0 0 0,0 0 0,0 0 0,0 0 0,0 0 0,0-1 0,0 1 0,0 0 0,0 0 0,-1 0 0,1 0 0,0 0 0,0 0 0,0 0 0,0 0 0,0 0 0,0 0 0,-1-1 0,1 1 0,0 0 0,0 0 1,0 0-1,0 0 0,0 0 0,-1 0 0,1 0 0,0 0 0,0 0 0,0 0 0,0 0 0,0 0 0,0 0 0,-1 0 0,1 0 0,0 0 0,0 1 0,0-1 0,0 0 0,0 0 0,-1 0 0,1 0 0,0 0 0,-8 8 2,-7 16 22,2 1 0,0 0 0,-16 46 0,-22 94 167,37-109-74,2 1 0,2 1 0,4 0 0,1 0 0,5 79 0,1-123-104,0-1 0,1 0 0,0 0 0,1 0 0,1 0 0,0 0 0,1-1 0,0 1 0,1-1 0,0-1 0,1 1 0,0-1 0,16 18 0,-16-22-113,0 0 0,1 0 0,0-1 0,0 0 0,0 0 0,1-1 1,0 0-1,0-1 0,0 0 0,1 0 0,-1-1 0,1 0 1,0-1-1,0 0 0,0-1 0,0 0 0,0 0 0,17-2 0,-19 0-46,0-1 0,0 1 0,0-2-1,0 1 1,0-1 0,0-1-1,-1 1 1,1-1 0,-1-1-1,0 1 1,-1-1 0,1 0-1,-1-1 1,0 0 0,0 0 0,0 0-1,-1 0 1,6-11 0,3-4-103,-1-1 0,0-1 0,-2 0 0,16-46 0,-22 50 489,1 1 1,-2-1 0,-1-1 0,0 1 0,-1 0 0,-1-1 0,-1 1 0,-4-33 0,4 51-179,-1 0 0,1-1 0,-1 1 0,1 0 0,-1 0 1,0 0-1,0 0 0,1 0 0,-1 0 0,0 0 0,0 0 0,0 0 1,0 0-1,0 0 0,0 0 0,0 1 0,-1-1 0,1 1 0,0-1 0,0 0 1,-1 1-1,1 0 0,0-1 0,0 1 0,-1 0 0,1 0 0,0 0 1,-1 0-1,1 0 0,0 0 0,-1 0 0,1 0 0,0 0 0,-2 1 1,0-1-21,-1 1 1,1 0 0,-1 0 0,1 0 0,-1 0-1,1 0 1,0 1 0,0-1 0,0 1 0,0 0-1,0 0 1,-4 4 0,2-1 30,1 1-1,-1 0 1,2 0 0,-1 1 0,1-1-1,0 1 1,0-1 0,0 1 0,1 0-1,0 0 1,-1 10 0,0 8 228,1 50 1,2-70-285,0 5-3,1-1 0,0 1-1,1-1 1,0 0 0,1 1 0,0-1 0,0 0 0,1-1 0,0 1 0,0 0 0,1-1 0,0 0 0,0 0 0,1-1 0,0 0 0,1 1 0,13 10 0,-11-11-123,0 0 0,1 0 1,-1-1-1,1 0 0,0-1 0,1-1 0,-1 1 1,1-1-1,0-1 0,0 0 0,0-1 0,1 0 1,-1 0-1,20-1 0,-26-1 71,-1-1 0,1 1 0,-1-1-1,0 0 1,1 0 0,-1 0 0,0-1 0,0 1 0,0-1-1,0 0 1,0 0 0,0-1 0,0 1 0,-1-1 0,1 0 0,3-3-1,-2 0 19,-1 0-1,0 0 1,0 0-1,0 0 1,-1 0-1,0-1 1,0 0-1,0 1 1,1-9-1,2-12 198,-2 0 0,-1-1 0,-1 1 1,-1-30-1,-1 56-161,0-89 1753,0 89-1683,49 10 82,-33-6-212,1 0-1,29 1 1,-42-4 22,15 0-201,-1-1-1,21-3 1,-33 3 191,-1 0 0,1 0 0,0-1 0,-1 0 0,0 0 0,1-1 0,-1 1 0,0-1 0,0 0 0,8-8 0,-12 12 50,-1-1 0,1 1 1,-1 0-1,1-1 0,-1 1 0,0 0 0,1-1 0,-1 1 0,0 0 1,0 0-1,1 0 0,-1-1 0,0 1 0,0 0 0,0 0 0,0-1 0,0 1 1,0 0-1,0 0 0,0 0 0,0-1 0,-1 2 0,1-1 5,-1 77 189,-1-27 49,7 77 0,-5-124-261,1 0 0,0-1 0,-1 1 0,1 0-1,1-1 1,-1 1 0,1-1 0,-1 1 0,1-1 0,0 1 0,0-1-1,0 0 1,1 0 0,-1 0 0,1 0 0,0-1 0,-1 1 0,1-1-1,0 1 1,5 2 0,-2-3-206,0 1 0,1-1 0,-1 0 0,0 0 0,1 0 0,0-1 0,-1 0 0,1-1 1,0 1-1,10-2 0,-11 0-80,-1 0 0,1 0 0,0-1 0,-1 0 0,1 0 0,-1-1 0,1 0 0,-1 0 0,0 0 0,0 0 0,-1-1 0,1 1 0,-1-1 0,0-1 0,0 1 0,0-1 0,0 1 0,4-8 0,8-13-1008,-2 1 0,17-38 0,-28 54 1084,29-70-257,-19 26 3519,-15 86 1454,6 67-3701,-3-81-703,1 0 0,1 0 0,1-1 0,8 25 0,-11-39-278,0-1 1,1 0-1,0 1 0,0-1 1,0 0-1,0 0 1,0-1-1,1 1 0,0 0 1,0-1-1,0 0 1,0 1-1,1-1 1,-1 0-1,1-1 0,-1 1 1,1-1-1,0 1 1,0-1-1,0-1 0,1 1 1,-1 0-1,0-1 1,7 2-1,14-2-4763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8.5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0 221 2833,'0'0'12842,"0"26"-12810,2 86-25,0-95 16,0 0 0,0-1 1,2 0-1,0 1 0,1-1 0,12 27 1,-13-33-26,-1-4 25,0 1-1,0-1 0,1 0 0,-1 0 0,1 0 0,1 0 1,6 7-1,-9-12-10,-1 1 1,1-1-1,0 1 1,-1-1-1,1 0 1,0 0-1,0 0 0,0 0 1,0 0-1,0 0 1,0 0-1,0-1 1,1 1-1,-1-1 1,0 0-1,0 1 1,0-1-1,1 0 1,-1 0-1,0-1 0,0 1 1,0 0-1,0-1 1,1 1-1,-1-1 1,0 0-1,0 1 1,2-2-1,3-2 25,-1-1-1,1 1 1,-1-1 0,-1 0-1,1-1 1,-1 1 0,6-7-1,33-50 118,-38 54-139,98-166 166,-64 102-259,53-71 0,-86 133-126,0 1 0,1 0-1,0 1 1,10-8 0,-16 14-93,1 0-1,0 0 1,0 0-1,0 0 1,0 1-1,0-1 1,0 1 0,0 0-1,0 0 1,1 0-1,-1 0 1,0 1-1,1-1 1,-1 1 0,1 0-1,-1 0 1,6 1-1,-8-1 42,0 1-1,1-1 0,-1 1 1,0-1-1,0 1 0,1 0 0,-1 0 1,0 0-1,0 0 0,0 0 1,0 0-1,0 0 0,0 0 1,-1 0-1,1 0 0,0 0 1,0 0-1,-1 1 0,1 0 1,12 32-1323,-7-13 674,5 1 1219,0 0 0,23 34 0,-14-30 2439,34 36 1,-44-53-1682,-1 1 1,14 22-1,-20-28-705,-1 0 0,0 1 1,0-1-1,0 1 1,0 0-1,-1-1 0,0 1 1,0 0-1,0 0 0,0 10 494,-27-17 506,-5-1-1266,9-5-57,9 3-14,-1 0-1,0 2 0,0-1 1,0 1-1,-18 0 0,21 2-10,1 1 0,-1 1-1,1-1 1,-1 2 0,1 0-1,0 0 1,-1 1-1,1 0 1,-11 5 0,17-5-18,-1-1 0,0 1 0,1 0 0,-1 0 0,1 1 1,0-1-1,0 1 0,1 0 0,-1 0 0,1 0 0,0 1 1,0-1-1,0 1 0,0 0 0,1 0 0,0 0 0,0 0 0,0 0 1,-1 9-1,2-9-5,0-1 1,0 0 0,0 1-1,1-1 1,-1 0 0,1 1-1,0-1 1,1 1 0,-1-1-1,1 1 1,0-1 0,0 0-1,0 0 1,1 1 0,-1-1-1,1 0 1,5 7 0,-4-7-44,1 0 0,0-1 0,-1 0 0,2 0 0,-1 0 1,0 0-1,0-1 0,1 1 0,0-1 0,-1-1 0,1 1 1,0 0-1,0-1 0,0 0 0,6 0 0,7 3-509,-1-2 1,1 0-1,-1-1 0,1 0 0,-1-2 0,1 0 1,-1-1-1,1-1 0,-1 0 0,0-2 0,0 1 0,27-13 1,33-20-6912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9.0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408 757 1872,'0'0'16049,"-18"-8"-15919,-59-26-108,70 32-23,0-1 0,0 1 1,0 1-1,-1-1 0,1 1 0,0 1 0,-1-1 0,1 1 0,0 0 1,-1 1-1,1 0 0,0 0 0,0 0 0,0 1 0,0 0 0,0 1 0,0 0 1,0 0-1,1 0 0,-1 1 0,1-1 0,0 2 0,0-1 0,0 1 1,-5 6-1,-3 4 8,0 0 0,1 1 0,1 1 0,1 0 0,1 1 1,0 0-1,-9 23 0,14-29-11,1 1 0,0 0 0,0 1 0,1-1 1,1 0-1,0 1 0,1 0 0,0-1 0,3 24 0,-2-35-1,0 0 0,1 0 0,-1 0 0,1 0 0,-1 0 0,1 0-1,0 0 1,-1 0 0,1 0 0,0-1 0,1 1 0,-1 0 0,0 0 0,0-1 0,1 1-1,-1-1 1,1 0 0,-1 1 0,3 0 0,-1 0-9,1 0 0,-1 0 0,1-1 0,0 1-1,-1-1 1,1 0 0,0 0 0,0-1 0,6 1 0,0 0-29,0-1-1,-1-1 1,1 0-1,0 0 1,-1-1-1,1 0 1,16-6-1,-10 0 27,0-1 0,0-1 0,-1 0 0,0-1 0,-1-1 0,0 0 0,-1-1 0,-1 0 0,22-29 0,-8 4 39,-1 0 0,36-77 0,-37 58-20,-3 0-1,-3-1 0,16-82 0,15-185-122,-32 191 99,-18 153-221,1 40 1,0 5 281,-11 97 19,-14 334-1287,24-473 964,1-14-57,0-1 0,0 1 0,0 0 0,1 0 0,0-1 0,3 10 0,-4-15 88,1 0 0,0 1 0,1-1 0,-1 0 0,0 0 0,1 0 0,-1 0 0,1-1 0,-1 1 0,1 0-1,0-1 1,0 1 0,0-1 0,0 1 0,0-1 0,0 0 0,0 0 0,0 0 0,1 0 0,-1 0 0,0-1-1,1 1 1,-1-1 0,3 1 0,22 1-5334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39.5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255 0 4801,'0'0'10874,"6"6"-10219,-3-3-615,0 0 1,0 0-1,0 1 0,-1-1 1,1 1-1,-1-1 0,0 1 0,0 0 1,0 0-1,-1 0 0,1 0 0,-1 0 1,0 0-1,0 0 0,-1 0 1,1 1-1,-1-1 0,0 0 0,0 7 1,0 46 1452,-22-57-572,-18-5-651,31 2-258,0 2 0,0-1 0,0 1 0,0 1 0,0-1-1,-1 2 1,1-1 0,0 1 0,0 1 0,-14 3 0,15-1 21,1 1-1,0-1 1,0 1 0,0 1 0,1-1-1,-1 1 1,1 0 0,1 1 0,-1-1-1,1 1 1,0 0 0,1 1 0,0-1 0,0 1-1,-3 9 1,2-6 13,2-1-1,-1 2 0,2-1 1,-1 0-1,1 0 1,1 1-1,0-1 1,1 1-1,0-1 1,4 23-1,-4-31-40,1-1-1,0 1 1,1-1 0,-1 1-1,0-1 1,1 0-1,-1 0 1,1 1-1,0-1 1,0 0 0,0 0-1,0-1 1,0 1-1,0 0 1,0-1 0,1 1-1,-1-1 1,0 0-1,1 0 1,-1 0-1,1 0 1,0 0 0,-1 0-1,1-1 1,0 1-1,-1-1 1,1 0 0,4 0-1,3 0 20,0 0 0,0 0 0,-1-1 0,1 0-1,0-1 1,17-5 0,-13 1 10,-1-1-1,0 0 0,0-1 1,0 0-1,-1-1 0,13-13 0,-8 8 15,0 0-1,19-10 1,-30 20-60,0 1 1,1 0-1,-1 0 1,1 1-1,0 0 1,0 0-1,0 0 1,0 1 0,0 0-1,9 0 1,-7 2 2,-1 0-1,1 1 1,0 0 0,-1 0 0,0 1 0,0 0 0,1 0 0,-2 1 0,1 0 0,0 0-1,-1 1 1,8 6 0,-7-4-108,1-1 0,0-1 0,1 1 0,-1-2 0,1 1 0,0-1 0,0-1 0,1 0 0,15 3 0,74-3-2747,-67-4 1282,26 1-2285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0.49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11546,'0'0'8346,"17"0"-8706,4 0 240,6 0-368,11 0-384,3 0-144,4 0-337,0 0-367,0 0-593,-7 0-879,-17 0-3410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0.85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13 5609,'0'0'12155,"6"-12"-12035,15 12-120,10 3 0,4 9-8,23 7-1112,-6-6-969,-7-7-2648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1.95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1 496,'0'0'15783,"3"0"-15727,29 1 53,41 8-1,-38-4-738,49 1-1,22-6-3270,-60 0-391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2.31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41 176,'0'0'15331,"34"-37"-15171,-13 34-112,0 3 16,3 0-64,3 0-152,18 0-728,-3 0-1344,-8 0-3081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7.5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1 629 2937,'0'0'7188,"19"-14"-6645,64-48-74,-77 56-331,1 0 1,-1 0-1,0 0 0,-1-1 1,0 0-1,0-1 0,0 1 1,-1-1-1,0 0 0,-1 0 1,1 0-1,-2 0 0,4-15 1,-1 7 247,1-12 79,-2 0 0,0 0 0,-2 0 0,-1-1 0,-3-30 0,2 6-163,-1 41-273,1 1 0,-1 0 0,-1 0 0,0-1 1,-1 1-1,-6-17 0,7 23-57,0 1 0,0-1 0,0 1 0,-1 0 0,1 0-1,-1 0 1,0 0 0,0 0 0,0 0 0,-1 1 0,0 0 0,1-1 0,-1 1 0,0 1-1,0-1 1,-1 1 0,-7-4 0,10 5 10,1 1 0,-1-1 0,0 1-1,1-1 1,-1 1 0,0 0 0,0 0 0,1 0-1,-1 0 1,0 0 0,1 0 0,-1 0 0,0 0-1,0 1 1,1-1 0,-1 1 0,0-1 0,1 1-1,-1 0 1,1 0 0,-1 0 0,1-1 0,-1 2-1,1-1 1,0 0 0,0 0 0,-1 0 0,1 0-1,0 1 1,0-1 0,0 1 0,0-1 0,0 1-1,1-1 1,-2 3 0,-2 6-39,0 0 1,1 1-1,1-1 1,-3 19-1,3-17 70,-3 27-192,0 0 0,3 1 0,1-1 0,6 57 0,-2-82-81,0-1 1,0 1-1,1-1 1,1 0-1,0 0 0,1 0 1,0 0-1,1-1 1,11 15-1,-11-18 32,-1-1-1,2 0 1,-1 0-1,1-1 0,0 0 1,0 0-1,1-1 1,0 0-1,0 0 1,0-1-1,1 0 1,16 5-1,-24-9 374,0 1-1,0 0 0,0-1 1,-1 1-1,1 0 1,-1 0-1,1 0 0,-1 0 1,1 0-1,-1 1 1,0-1-1,2 5 1,8 12 324,-6-12-418,0-2 0,1 1 0,0 0 0,1-1-1,-1-1 1,1 1 0,0-1 0,0 0 0,0 0-1,1-1 1,-1 0 0,1 0 0,15 3-1,-2-3-13,0-1 1,-1 0-1,1-2 0,27-2 0,-42 2-29,0 0-1,0-1 1,1 1 0,-1-1 0,0-1 0,0 1 0,0-1 0,0-1 0,-1 1 0,1-1 0,-1 1 0,1-2 0,-1 1 0,0-1-1,0 1 1,0-1 0,-1-1 0,1 1 0,-1-1 0,0 1 0,0-1 0,-1 0 0,0-1 0,1 1 0,-2-1 0,1 1 0,-1-1 0,0 0-1,0 0 1,0 0 0,-1 0 0,0 0 0,0 0 0,0 0 0,-1-8 0,-1 10 52,1 0 0,-1 1 1,0-1-1,0 1 0,-1-1 0,1 1 0,-1-1 0,1 1 1,-1 0-1,0 0 0,0 0 0,-1 0 0,1 0 0,-1 0 1,1 0-1,-1 1 0,0-1 0,0 1 0,0 0 0,0 0 1,0 0-1,0 0 0,-8-2 0,-1-1 42,0 0 0,-1 1 0,0 0-1,0 1 1,-21-2 0,22 3-156,0 1-1,0 1 1,0 0-1,0 1 1,-22 4-1,29-4-59,-1 1-1,1 0 1,-1 0-1,1 1 0,0-1 1,0 1-1,0 0 1,0 1-1,1-1 0,-1 1 1,1 0-1,0 0 1,-5 6-1,-16 28-2025,10-4-2443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8.3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 15 8874,'0'0'5474,"-23"-3"-5264,-76-7 3,96 10-194,0-1 0,0 1-1,0-1 1,-1 1 0,1 0 0,0 1-1,0-1 1,0 0 0,0 1 0,0 0-1,0 0 1,0 0 0,0 0 0,0 0-1,0 0 1,0 1 0,0-1 0,1 1-1,-1 0 1,1 0 0,-1 0 0,1 0-1,0 1 1,0-1 0,0 0 0,0 1-1,0 0 1,-2 4 0,1 1 3,1 0 0,0 1 1,0-1-1,1 1 0,0-1 0,1 1 1,0 14-1,1-10-17,-1-10-22,0 1 1,0-1-1,0 1 1,1 0-1,0-1 0,-1 1 1,1-1-1,1 0 1,-1 1-1,0-1 0,1 0 1,0 0-1,0 1 1,0-1-1,0-1 0,0 1 1,0 0-1,1-1 1,0 1-1,-1-1 0,1 1 1,0-1-1,0 0 1,0 0-1,0-1 1,1 1-1,-1-1 0,0 1 1,1-1-1,6 1 1,-5-1-7,0 0 0,0-1 0,0 1 1,0-1-1,0 0 0,0-1 0,1 1 1,-1-1-1,0 0 0,-1 0 0,1-1 1,0 0-1,0 1 0,0-2 0,-1 1 1,0 0-1,1-1 0,-1 0 0,0 0 1,0 0-1,6-7 0,2-6 160,0 0 0,-2-1-1,0-1 1,15-35 0,-24 51-127,-1 1 0,0 1 1,0 0 0,0-1 0,1 1-1,-1 0 1,0 0 0,0-1 0,0 1-1,0 0 1,1 0 0,-1-1 0,0 1-1,0 0 1,1 0 0,-1-1 0,0 1-1,0 0 1,1 0 0,-1 0 0,0 0-1,0 0 1,1-1 0,-1 1-1,0 0 1,1 0 0,-1 0 0,0 0-1,1 0 1,-1 0 0,0 0 0,1 0-1,-1 0 1,0 0 0,1 0 0,-1 0-1,0 0 1,0 0 0,1 0 0,-1 1-1,0-1 1,1 0 0,-1 0 0,0 0-1,0 0 1,1 1 0,-1-1 0,0 0-1,0 0 1,1 0 0,-1 1 0,0-1-1,0 0 1,0 1 0,1-1 0,-1 0-1,0 0 1,0 1 0,0-1 0,0 0-1,0 1 1,11 18-54,-1 8 4,0 1 0,-2 0 0,-2 1 0,0 0 0,2 33 1,-2 150-238,-6-195 274,0-1 44,-1 0 0,0 0 1,-2 0-1,0 0 0,-1-1 1,0 1-1,-1-1 0,-11 23 0,14-32-25,-1-1-1,-1 1 1,1-1-1,-1 0 0,1 1 1,-2-2-1,1 1 1,0 0-1,-1-1 1,0 0-1,0 0 0,0 0 1,0-1-1,-1 0 1,0 0-1,1 0 0,-1 0 1,0-1-1,0 0 1,-1 0-1,1-1 1,0 0-1,0 0 0,-9 0 1,13-1-10,0-1 1,0 1-1,0-1 0,0 0 1,0 1-1,0-1 0,0 0 1,0 0-1,0 0 1,1-1-1,-1 1 0,0 0 1,1-1-1,-1 1 1,1-1-1,-1 1 0,1-1 1,0 0-1,-1 1 0,1-1 1,0 0-1,0 0 1,1 0-1,-1 0 0,0 0 1,1 0-1,-1 0 1,1 0-1,-1 0 0,1-4 1,-3-10 45,1 0 0,1-31 1,1 42-42,-1-16 11,1 1-1,1-1 1,1 1-1,1-1 1,1 1-1,0 0 1,1 0-1,9-19 1,6 1 6,1 2 0,2 1 0,2 0 0,30-32 0,-4 3 871,-30 33 4003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8.9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2 7434,'0'0'7997,"0"0"-7987,0 0-1,0 0 1,0 0 0,0-1-1,0 1 1,0 0-1,0 0 1,-1 0-1,1 0 1,0 0 0,0 0-1,0 0 1,0 0-1,0 0 1,0 0 0,0 0-1,-1-1 1,1 1-1,0 0 1,0 0-1,0 0 1,0 0 0,0 0-1,0 0 1,-1 0-1,1 0 1,0 0-1,0 0 1,0 0 0,0 0-1,0 0 1,0 0-1,-1 0 1,1 1 0,0-1-1,0 0 1,0 0-1,0 0 1,0 0-1,0 0 1,-1 0 0,1 0-1,0 0 1,0 0-1,0 0 1,0 0-1,0 1 1,0-1 0,0 0-1,0 0 1,0 0-1,0 0 1,0 0-1,-1 1 1,1 3 39,-1 0-1,0 0 1,1 0 0,0 0-1,0 0 1,1 9 0,-1 3 96,-3 247 816,0-132-1873,2 0-4267,1-111-566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9.2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0 378 8938,'0'0'7832,"8"-13"-7625,135-188-54,-121 174-698,-1 2-661,18-29 0,-34 45 16,0 1 0,-1-1 0,0 0 0,4-13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9.6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6785,'0'0'7893,"9"12"-7368,151 215 311,-151-215-1148,1-1 0,0 0 0,0 0 0,16 11 0,-21-18-255,0-1 0,1 1 0,0-1 0,0-1 0,-1 1 0,2-1 0,8 3 0,3-2-4023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59.9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4177,'0'0'11452,"1"0"-11439,-1 0 1,1 0 0,-1 0-1,0-1 1,1 2 0,-1-1-1,1 0 1,-1 0 0,1 0-1,-1 0 1,1 0 0,-1 0-1,1 0 1,-1 1 0,1-1-1,-1 0 1,1 0 0,-1 0-1,0 1 1,1-1 0,-1 0-1,1 1 1,-1-1 0,0 0-1,1 1 1,-1-1 0,0 1-1,0-1 1,1 0 0,-1 1-1,0-1 1,0 1 0,0-1-1,1 1 1,-1 0 0,6 22 111,-1-1 0,-1 1 1,-2 0-1,0 0 0,-2 40 0,1-16-132,0-5-59,8 160-852,9-69-4022,-11-91-720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00.7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204 0 6809,'0'0'4715,"-18"1"-4155,-57 3 257,71-3-699,0 0-1,0 0 1,0 1-1,0-1 1,0 1-1,0-1 1,1 1-1,-1 1 1,0-1-1,1 0 1,0 1-1,-1 0 1,1 0-1,0 0 1,0 0-1,1 0 1,-1 0-1,1 1 1,-3 5-1,0-3 117,0 2-105,1-1 1,0 0-1,1 1 1,-1 0-1,1 0 1,1 0-1,-1 0 1,-1 15-1,2 3 4,0 40 0,2-41-67,1-17-25,0 0-1,1 0 1,-1 0-1,1 0 1,1-1-1,-1 1 1,2 0-1,-1-1 1,1 0-1,0 0 1,0 0-1,1 0 1,0-1-1,0 1 1,0-1-1,1-1 1,0 1-1,0-1 1,13 8-1,-11-7-37,0-1-1,0 0 1,1-1 0,-1 1-1,1-2 1,0 1 0,1-1-1,-1-1 1,0 0 0,1 0-1,0-1 1,-1 0 0,1 0-1,0-1 1,-1-1-1,18-2 1,-21 1-363,0-1 0,0 1 0,0-1 0,-1 0 0,1 0 0,-1-1 0,1 0 0,-1 0-1,5-5 1,14-14-3562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01.5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1 212 3745,'0'0'10042,"21"-10"-9199,-16 8-803,-1 0 1,1 0-1,-1 0 1,0-1-1,0 1 1,0-1-1,0 0 1,0 0-1,0 0 0,-1-1 1,0 1-1,1-1 1,-1 0-1,-1 0 1,1 0-1,0 0 1,-1-1-1,3-7 1,-2 0 113,0-1-1,0 1 1,-2-1 0,1 0 0,-2-25 0,0 31-110,1 6-34,-1-1 0,0 1-1,0 0 1,0-1 0,0 1 0,0 0 0,-1-1 0,1 1 0,0 0 0,-1 0-1,1-1 1,-1 1 0,0-2 0,0 3-46,0-1 0,0 0 0,0 1 0,0-1 0,0 1 0,-1-1 0,1 1 0,0 0 0,0 0 0,0-1 0,-1 1 0,1 0 0,0 0 0,0 0 0,-1 0-1,1 0 1,0 0 0,-2 1 0,-1-1-293,-1 1 1,1 0-1,0 0 0,0 0 0,-1 1 0,1 0 0,0-1 0,0 1 0,0 1 0,-6 4 0,-14 9-4526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03.2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0 7322,'0'0'5961,"-7"0"-5961,4 16-792,-8 18 320,4 0-1297,-3 0-7049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05.7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1 7946,'0'0'9442,"-27"22"-9458,27 9 16,0 9-152,0 10 40,0 6-248,0 3-273,0-3-199,-7-1 104,0-8-416,3-4-841,4-15-1103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06.1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3393,'0'0'15203,"75"0"-14763,-40 6-288,6 0-128,4 0-24,34-6-632,-10 0-2121,-3 0-3608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06.5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451 41 11586,'0'0'8216,"-30"-7"-8082,-97-19-31,117 23-47,-1 1-1,1 1 1,0 0 0,0 1-1,0 0 1,-1 0 0,1 1-1,0 0 1,0 1 0,0 0 0,0 1-1,0 0 1,0 0 0,1 1-1,0 0 1,-1 1 0,2 0-1,-1 1 1,0 0 0,-13 12 0,15-13 9,1 1 1,-1 0 0,1 1-1,1-1 1,-1 1 0,1 1-1,0-1 1,1 0 0,0 1 0,0 0-1,-5 16 1,7-18-61,0 0 1,1-1-1,0 2 1,0-1-1,0 0 1,1 0-1,0 0 1,0 0-1,1 0 1,0 0-1,0 0 0,0 0 1,1 0-1,-1 0 1,1 0-1,1-1 1,-1 1-1,6 7 1,-2-5-81,1 1 0,0-2 1,1 1-1,0-1 0,0 0 1,1 0-1,0-1 0,0 0 1,0-1-1,1 0 0,0-1 1,0 0-1,0 0 0,15 3 1,3 0-705,1-2 0,0-1 0,-1-1 0,32-1 0,13-2-2620,-15 0-2014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4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327 44 5825,'0'0'11649,"-9"-10"-11271,4 4-327,3 3-30,-1 0-1,1 1 0,0-1 1,-1 0-1,0 1 0,0 0 1,1 0-1,-7-4 0,8 6-11,-1 0-1,1-1 1,-1 1-1,1 0 1,-1-1-1,0 1 0,1 0 1,-1 0-1,1 1 1,-1-1-1,1 0 1,-1 0-1,0 1 1,1-1-1,-1 1 1,1-1-1,-1 1 1,1 0-1,0-1 1,-1 1-1,1 0 1,0 0-1,-1 0 1,1 0-1,0 0 0,0 0 1,0 1-1,-1 0 1,-23 26 42,0 0 0,3 2 0,0 0 1,2 1-1,1 2 0,1 0 0,2 0 0,2 2 0,1 0 0,1 0 1,3 1-1,0 1 0,-4 47 0,10-55-31,2-1 0,0 0 0,2 0 1,7 41-1,-7-60-49,1-1 1,1 0 0,0 1-1,0-1 1,0 0 0,1 0-1,0-1 1,0 1 0,1-1-1,0 0 1,1 0 0,-1-1 0,1 1-1,1-1 1,-1 0 0,1-1-1,0 0 1,11 7 0,-3-6-124,0 0 1,0-1 0,1 0-1,-1-1 1,1-1 0,0 0-1,0-2 1,0 0 0,0 0 0,0-1-1,1-1 1,21-5 0,-29 4 115,-1 0 0,0 0 1,1-1-1,-1-1 0,0 1 1,-1-1-1,1-1 1,-1 1-1,0-1 0,0-1 1,0 1-1,-1-1 0,1 0 1,-1 0-1,-1-1 1,10-13-1,-9 9 188,0 0-1,0 0 1,-1 0-1,0-1 1,-1 1 0,-1-1-1,0 0 1,0-1-1,-1 1 1,-1 0 0,1-15-1,-1 28-113,0-1 0,0 0-1,0 0 1,0 0 0,0 1-1,0-1 1,0 0 0,0 1-1,0-1 1,0 1 0,0-1-1,0 1 1,0 0 0,0-1 0,0 1-1,-1 0 1,1 0 0,1 1-1,15 16-11,9 10 10,36 30 0,-51-49-46,0-1 0,1 0 0,1 0-1,-1-1 1,1-1 0,26 9 0,-22-11-63,0 0 0,0-1 1,0 0-1,0-2 0,1 0 0,-1-1 1,0 0-1,20-4 0,-33 3 56,0 0 0,0-1-1,0 1 1,-1-1 0,1 1 0,0-1 0,0 0-1,-1-1 1,1 1 0,-1-1 0,0 1-1,0-1 1,0 0 0,0 0 0,0 0-1,-1-1 1,0 1 0,1-1 0,-1 1-1,0-1 1,-1 0 0,1 0 0,-1 0 0,1 0-1,-1 0 1,1-6 0,-1 3 1,0-1 1,0 1-1,-1-1 1,0 0-1,0 1 1,0-1 0,-1 1-1,0-1 1,-1 1-1,0-1 1,0 1-1,-1 0 1,1 0-1,-6-9 1,2 7-13,-1 0-1,-1 0 1,1 0 0,-2 1 0,1 0 0,-1 0 0,0 1 0,-1 1 0,1-1-1,-1 1 1,-1 1 0,-18-8 0,6 5-141,0 0 0,-1 2 0,0 0 1,0 2-1,-27-2 0,35 5-23,1 0 0,-1 0 0,1 2 0,-1 0 1,-19 4-1,32-4 153,0-1 0,-1 1 1,1 1-1,0-1 0,0 0 1,0 1-1,0 0 0,0-1 1,0 1-1,1 0 0,-1 1 1,0-1-1,1 0 0,0 1 1,-1-1-1,1 1 0,0 0 1,1 0-1,-1 0 0,0 0 1,1 0-1,-1 0 0,1 0 1,0 0-1,0 1 0,1-1 1,-1 0-1,1 1 0,-1-1 1,1 4-1,0-3 11,-1-1 0,1 1 0,0 0 0,1-1 0,-1 1 0,0 0 0,1-1 0,0 1 0,0 0 0,2 3 0,-2-5 25,0-1 0,0 1 0,0-1 0,1 1 1,-1-1-1,1 0 0,-1 0 0,1 0 0,-1 0 0,1 0 0,-1 0 1,1 0-1,0 0 0,0 0 0,-1-1 0,1 1 0,0-1 1,0 0-1,0 1 0,0-1 0,2 0 0,8 1 1,1 0-1,-1-1 1,0-1 0,1 0-1,-1-1 1,0 0 0,1-1-1,-1 0 1,0-1 0,-1 0-1,20-10 1,3-6 39,0-1 0,41-35 0,-40 29 174,56-34 1,-85 58-165,-1 1 1,0-1-1,1 1 1,0 0-1,-1 0 1,1 1-1,11-2 1,-15 3-28,0 0 1,0 0 0,0 0 0,0 0 0,-1 0 0,1 0 0,0 1-1,0-1 1,0 1 0,0 0 0,0-1 0,-1 1 0,1 0 0,0 0 0,-1 0-1,1 0 1,-1 0 0,1 0 0,-1 1 0,1-1 0,-1 0 0,0 1-1,0-1 1,1 1 0,-1 0 0,0-1 0,0 3 0,7 17 123,-1 1 0,-1 0 0,-1 0 0,-1 0 0,1 25 0,2 9-69,-3-22-57,-4-25-17,1 0-1,0 0 1,1 0-1,0 0 1,0-1-1,1 1 1,4 10-1,-6-18-1,-1 0-1,1 0 0,0 0 1,-1 0-1,1 0 0,0 0 0,0 0 1,0 0-1,-1 0 0,1-1 1,0 1-1,0 0 0,0-1 0,1 1 1,-1 0-1,0-1 0,0 1 1,0-1-1,0 0 0,0 1 0,1-1 1,-1 0-1,0 0 0,0 1 1,1-1-1,-1 0 0,0 0 1,0 0-1,0-1 0,1 1 0,-1 0 1,0 0-1,0-1 0,0 1 1,1-1-1,-1 1 0,0-1 0,0 1 1,0-1-1,0 0 0,0 1 1,0-1-1,1-1 0,3-2 4,1-1-1,-1 0 1,0 0 0,0-1-1,8-11 1,-4 3 17,64-87 91,-65 93-98,-1-1 0,2 1 0,-1 1 0,1-1 0,0 1 0,0 1 0,1 0 0,17-8 0,-25 12-2,0 1-1,0 0 0,0 0 0,0 0 1,1 1-1,-1-1 0,0 0 0,0 1 1,1 0-1,-1-1 0,1 1 0,-1 0 1,0 0-1,1 0 0,-1 0 0,0 1 1,1-1-1,-1 1 0,0 0 0,1-1 1,-1 1-1,0 0 0,0 0 0,0 0 1,0 1-1,0-1 0,0 0 0,0 1 1,0-1-1,0 1 0,2 3 0,0 2 60,0 1 0,0 1 0,-1-1-1,0 0 1,0 1 0,3 17 0,0-1 0,-3-12-60,1-1 0,0 1 0,1-1 0,10 19 0,-12-26-49,1 0 0,-1-1-1,1 1 1,0-1-1,0 0 1,0 0 0,0-1-1,1 1 1,0-1-1,-1 0 1,1 0 0,10 3-1,-5-2-391,-1-1 1,1 0-1,14 2 0,27-2-3293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5.6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339 0 10986,'0'0'5193,"-11"33"-5122,-32 113-52,38-127-16,2 0 0,0 0 0,1 1 1,1-1-1,3 35 0,-1-15 15,12 176 163,1 2-114,-13-149-57,-5 164-297,3-218 91,-2 0 0,1 0 0,-2 0 0,0 0 0,-1 0 0,0-1 0,-1 0 0,0 0 0,-12 15 0,15-22 120,-1-1 0,0 0 0,0 0-1,-1 0 1,0 0 0,0-1 0,0 0-1,0 0 1,-1 0 0,1 0 0,-1-1-1,0 0 1,0-1 0,0 1 0,0-1-1,-1 0 1,1 0 0,-1-1 0,1 0 0,-1 0-1,-11-1 1,14 0 54,1 0-1,-1-1 1,1 0 0,-1 1-1,1-1 1,0 0 0,0-1-1,-1 1 1,1-1-1,0 1 1,0-1 0,0 0-1,0 0 1,1 0 0,-5-4-1,3 0 25,-1 1-1,1 0 1,0-1-1,1 0 1,0 0-1,0 0 1,-4-10-1,1-2 116,2 0 0,0-1 0,0 1 0,2-1 0,0-19 0,1 30-63,1 0-1,-1 1 0,2-1 1,-1 0-1,1 1 1,0-1-1,1 0 0,0 1 1,0 0-1,1-1 1,0 1-1,0 0 0,0 0 1,1 1-1,0-1 1,0 1-1,1-1 0,0 2 1,0-1-1,0 0 1,11-7-1,11-8-27,2 1 0,0 2 0,47-22 0,101-34 7,23-11 11,-181 76-35,0-2 0,-1 0 0,-1-1-1,0 0 1,0-2 0,27-28 0,-38 35-1,-1 0 1,1-1 0,-1 0 0,0 1 0,-1-2-1,0 1 1,0 0 0,-1-1 0,0 0 0,0 0 0,-1 0-1,0 0 1,-1 0 0,0 0 0,-1-1 0,1 1 0,-3-17-1,1 24 16,1 0 0,-1 0-1,0 0 1,0 0 0,0 1-1,0-1 1,0 0 0,0 1-1,0-1 1,0 1 0,-1-1-1,1 1 1,-1 0-1,1 0 1,-1-1 0,1 1-1,-1 0 1,0 0 0,1 0-1,-1 1 1,0-1 0,0 0-1,0 1 1,0-1 0,0 1-1,0-1 1,1 1-1,-5 0 1,-1-1 75,0 1 0,0 0 0,0 0 0,0 1 0,0-1 0,0 1 0,-9 3 0,8-1-46,1 1 0,0 0 0,0 0-1,1 0 1,-1 1 0,1 0 0,0 0 0,0 1 0,0 0 0,1 0-1,0 0 1,0 0 0,0 1 0,1 0 0,0 0 0,-4 10 0,1-1 10,1 0 1,0 0 0,1 1 0,1 0 0,0 0 0,-2 29 0,5-35-49,1 0 0,0 0 0,0 0 0,1 0 0,1 0 1,0 0-1,0 0 0,5 12 0,-4-18-20,-1 0-1,1 0 1,0 0 0,1 0-1,-1-1 1,1 1 0,0-1-1,0 0 1,0 0 0,0 0-1,1-1 1,-1 1-1,1-1 1,0 0 0,0-1-1,0 1 1,9 2 0,-3-1-62,0 0 1,0-1 0,0-1-1,1 0 1,-1 0-1,1-1 1,-1 0 0,1-1-1,-1-1 1,1 0-1,-1 0 1,1-1 0,-1-1-1,0 0 1,0 0-1,0-1 1,16-8 0,6-7-111,-1-1 1,-2-2-1,0 0 0,28-29 1,-22 19 143,61-41 1,-90 69 37,1-1 0,0 1 1,16-5-1,-23 8-4,0 0-1,1 1 1,-1-1-1,0 1 1,1 0-1,-1-1 1,1 1 0,-1 0-1,0 0 1,1 0-1,-1 0 1,1 0-1,-1 0 1,0 0 0,1 0-1,-1 1 1,1-1-1,-1 1 1,0-1-1,1 1 1,-1-1 0,0 1-1,0 0 1,1-1-1,-1 1 1,0 0-1,0 0 1,0 0 0,0 0-1,0 0 1,0 0-1,0 0 1,-1 0-1,2 2 1,5 17 30,-2 0 1,0 1-1,2 21 0,-4-19-10,2-1-1,0 0 0,13 34 1,-16-50-21,1 0 0,0 0 1,0 0-1,1-1 0,0 0 1,0 1-1,0-1 0,0-1 0,1 1 1,0-1-1,0 1 0,0-1 1,0-1-1,1 1 0,0-1 1,11 5-1,-7-4-43,-1-1 0,1 0 0,0-1 0,-1 0 0,1-1 0,0 0 0,0-1 0,0 0 0,0 0 0,0-1 0,0 0 0,12-3 0,-9 0-44,1-1-1,-1 0 0,-1 0 0,1-2 1,-1 1-1,0-1 0,-1-1 1,13-10-1,-6 1 61,0-1 0,0 0 0,-2-1-1,0-1 1,-2 0 0,0-1 0,-1-1 0,-1 0 0,12-33 0,-19 41 278,0 0 0,-2 0 0,1 0 0,-2 0 0,0-1-1,0-27 1,-2 42-217,0-1 1,0 0-1,1 1 0,-1-1 0,0 0 0,0 1 0,0-1 0,0 0 0,0 1 1,-1-1-1,1 0 0,0 0 0,0 1 0,0-1 0,0 1 0,-1-1 0,1 0 1,0 1-1,-1-1 0,1 0 0,0 1 0,-1-1 0,1 1 0,-1-1 0,1 1 1,-1-1-1,1 1 0,-1-1 0,0 1 0,1 0 0,-1-1 0,1 1 0,-1 0 1,0-1-1,1 1 0,-1 0 0,0 0 0,1 0 0,-1 0 0,0-1 0,1 1 1,-1 0-1,0 0 0,0 0 0,1 0 0,-1 1 0,0-1 0,1 0 0,-2 0 1,0 1-2,-1 0 1,1 0 0,0 1-1,0-1 1,-1 0 0,1 1-1,0 0 1,0-1 0,1 1-1,-1 0 1,0 0 0,0 0-1,1 0 1,-2 2-1,-4 11 0,0 1 0,1 0-1,1 0 1,0 0-1,1 1 1,1-1-1,-2 27 1,3-10-32,1 1 1,8 63 0,-7-90-36,2-1 1,-1 1-1,1-1 1,-1 0-1,2 0 1,-1 0-1,1 0 1,0 0-1,0 0 1,1-1-1,-1 1 0,1-1 1,0 0-1,1 0 1,-1-1-1,1 1 1,6 3-1,-2-2-344,0-1-1,0 0 1,0 0-1,1-1 1,0 0-1,0-1 1,0 0-1,0-1 0,20 2 1,22-2-3935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6.0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0 115 8706,'0'0'9974,"18"-18"-9661,56-56-183,-72 72-124,0-1 1,1 1 0,0 0-1,-1 0 1,1 0 0,0 0-1,0 0 1,0 1 0,6-3-1,-9 4-3,1 0-1,-1 0 1,1 0 0,0 0-1,-1 0 1,1 0-1,-1 0 1,1 0-1,-1 0 1,1 0 0,-1 0-1,1 0 1,-1 0-1,1 1 1,-1-1 0,1 0-1,-1 0 1,1 1-1,-1-1 1,1 0-1,-1 1 1,1-1 0,-1 0-1,0 1 1,1-1-1,-1 1 1,0-1 0,1 0-1,-1 1 1,0-1-1,1 1 1,-1 0 0,1 4 17,0 0 0,0 0 0,0 0 0,-1 1 0,0-1 0,0 0 0,-2 9 0,2-4 12,-2 39-72,3 49 261,-1-88-492,2 0 0,-1 1 0,1-1 0,1 0 0,0 0 0,7 17-1,8 1-3179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6.4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9194,'0'0'7252,"15"3"-7130,-2-2-90,-1 2 1,0 0 0,14 5-1,-24-6-17,0-1-1,0 1 0,-1 0 1,1-1-1,0 1 0,-1 0 1,0 0-1,1 0 0,-1 1 1,0-1-1,0 0 0,0 0 1,0 1-1,0-1 0,-1 0 1,1 1-1,-1-1 0,1 1 1,-1-1-1,0 1 0,0-1 1,0 0-1,-1 1 0,0 4 1,1 4 66,0 74 361,-1-47-275,7 70-1,-6-106-168,0 1 0,0-1 0,1 0 0,-1 1 0,1-1 0,-1 0 0,1 1 0,0-1 0,0 0 0,0 0 0,0 0 0,0 0 0,1 0-1,-1 0 1,1 0 0,-1 0 0,1 0 0,0-1 0,0 1 0,-1-1 0,1 1 0,0-1 0,0 0 0,1 0 0,-1 1 0,0-2 0,0 1 0,0 0 0,1 0 0,-1-1 0,0 1 0,1-1 0,-1 0 0,1 1-1,-1-1 1,0 0 0,1-1 0,-1 1 0,0 0 0,4-1 0,1-1 2,0 1-1,0-1 1,0-1-1,-1 1 1,1-1-1,-1 0 0,1 0 1,-1-1-1,0 0 1,-1 0-1,1 0 1,5-6-1,12-12-35,28-35 0,-33 35-16,47-58-11,26-29 130,-90 107-60,1 0 0,-1 0-1,1 1 1,0-1-1,0 1 1,0 0 0,0-1-1,0 1 1,0 0-1,0 0 1,0 0-1,0 0 1,0 0 0,4 0-1,-5 1 6,0 0 0,0 0 0,0 0 0,0 1-1,0-1 1,0 0 0,0 0 0,0 1 0,0-1 0,-1 1 0,1-1 0,0 1-1,0-1 1,0 1 0,-1-1 0,1 1 0,0 0 0,-1-1 0,1 1 0,0 0-1,-1 0 1,1 0 0,0 1 0,2 6 43,0 0 1,0 0-1,-1 1 0,0-1 1,-1 1-1,1 9 0,6 71-45,8 57 381,-13-130-786,1-1 0,0 1 0,1-1 0,1 0 0,0 0 0,16 26 0,2-10-3303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6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116 1 9842,'0'0'6547,"-7"4"-6292,-1 3-234,1-1 0,0 1 0,1 0 0,-1 0 0,1 1 0,1 0 1,0 0-1,0 0 0,0 1 0,1-1 0,0 1 0,1 0 0,-4 14 1,0-1 17,1 0 0,1 0 0,1 0 0,1 1 0,0-1 0,2 1 0,1 0 1,5 43-1,-4-60-53,1 0 1,0-1-1,1 1 1,-1-1-1,1 1 1,0-1 0,1 0-1,-1 0 1,1-1-1,0 1 1,0-1-1,0 0 1,1 0-1,-1 0 1,1 0 0,0-1-1,0 0 1,1 0-1,-1 0 1,0-1-1,1 0 1,0 0-1,-1 0 1,1 0 0,10 0-1,-6 0-79,0 0 1,0-1-1,0-1 0,0 0 0,0 0 0,0-1 0,0 0 1,0 0-1,0-1 0,-1-1 0,1 0 0,-1 0 1,1-1-1,16-9 0,-11 2 39,0-1 0,-1-1 0,0 0 0,-1-1-1,0-1 1,-1 0 0,-1 0 0,14-27 0,0-6 357,32-88 0,-46 186 1277,-6-25-1535,1-1-1,0 0 1,2-1 0,1 1-1,12 22 1,-16-37-196,0-1 0,0 1 0,1-1 0,1-1 0,-1 1 0,14 11 0,-16-16-219,1 1-1,0-1 1,0 0-1,1 0 0,-1 0 1,1-1-1,-1 0 1,1 0-1,0 0 0,0-1 1,11 2-1,19-2-6969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7.3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0 11763,'0'0'6664,"26"19"-6443,79 61-113,-102-77-103,1 0-1,-1 1 1,0-1 0,0 1-1,0 0 1,0 0 0,0 0-1,3 7 1,-5-8-3,-1 0 0,1-1 0,0 1 0,-1 0 0,0 0 0,1 0 0,-1 0 1,-1 3-1,1 6 8,1 93 8,-3-105-55,0 0-1,0 0 1,0 0-1,0 0 1,0-1-1,0 1 0,0 0 1,1-1-1,-1 1 1,0-1-1,-2-1 1,-27-20-138,27 19 159,0-1 1,-1 1-1,1 0 1,-1 0 0,0 0-1,1 0 1,-2 1 0,1 0-1,0 0 1,0 0 0,0 1-1,-7-1 1,9 1 19,-1 1 0,0-1 0,0 1 0,0 0 0,1 0 0,-1 1 0,0-1-1,0 1 1,1 0 0,-1 0 0,0 0 0,1 0 0,-6 3 0,7-2 2,0 0 0,0 0 0,0 0 0,0 0 1,0 0-1,0 1 0,0-1 0,1 0 0,-1 1 0,1 0 0,0-1 0,-1 1 0,1 0 0,1 0 0,-1-1 0,0 1 0,1 0 0,-1 4 1,0-1 3,0 0 1,1 1-1,0-1 1,0 0 0,0 1-1,1-1 1,0 0-1,0 1 1,0-1 0,1 0-1,0 0 1,0 0-1,1 0 1,5 9 0,-5-11-15,0 0 0,0 0 0,1 0 0,-1-1 0,1 1 0,0-1-1,0 0 1,0 0 0,0 0 0,0-1 0,1 0 0,-1 0 0,1 0 0,0 0 0,0 0 0,-1-1 0,1 0 0,0 0 0,7 0 0,-5 0 4,1 0 0,0 0 0,0-1 0,0 0 0,0 0 0,0-1 0,0 0 0,-1 0 0,1-1 0,0 0 0,-1-1 0,1 1 0,-1-1 0,0-1 0,13-7 0,-14 6-40,76-52-894,-70 50-630,1 1 0,24-9 0,-15 9-4054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8.4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255 1 10002,'0'0'8218,"-189"105"-7594,154-30-160,15 12 200,9 12-400,11 6-112,14 1-152,31-4-104,41 7-1528,-7-28-2337,-13-25-4833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8.7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13099,'0'0'8834,"24"50"-8842,-14-13-704,-3 0-897,-4 0-935,-3-12-2249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9.1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4601,'0'0'12315,"0"171"-15652,0-134-2792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19:59.5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8 14947,'0'0'3689,"-21"211"-3593,21-127-96,-3 3 0,-1 3 0,-6-3 0,0-3 0,-8-7-104,5-5-1624,2-26 471,4-18-2808</inkml:trace>
  <inkml:trace contextRef="#ctx0" brushRef="#br0" timeOffset="1">66 5 11859,'0'0'4906,"33"-1"-4845,105-2-87,-128 3-40,0 0 1,1 1 0,-1 0-1,0 1 1,0 0 0,13 4 0,-19-4-34,-1-1 1,1 1 0,-1 0 0,0 0 0,0 1 0,0-1 0,0 1 0,0-1 0,0 1 0,-1 0-1,1 0 1,3 6 0,-4-5-16,0 1 0,0-1 0,0 1-1,0 0 1,-1 0 0,1 0 0,-1 0 0,-1 0-1,1 0 1,-1 0 0,0 0 0,0 0 0,0 0-1,-2 7 1,1-5 94,0 0-1,-1 1 0,0-1 1,-1 0-1,0-1 1,0 1-1,0 0 0,-1-1 1,-5 9-1,-9 6 61,-1-1-1,-1-1 1,0 0 0,-35 23-1,-98 52-1334,106-70-2626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0.0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0 492 10250,'0'0'6351,"19"-33"-6011,63-108-135,-57 98-159,-15 25-43,0 0 0,1 1 0,1 0 0,1 1 0,16-17 0,-26 30-41,-1 0-1,1 0 0,1 0 1,-1 0-1,0 0 0,1 1 1,-1 0-1,1 0 0,0 0 1,0 0-1,0 0 0,0 1 1,0-1-1,0 1 0,0 0 1,7 0-1,-10 1 11,1 0-1,-1 1 1,0-1 0,0 1 0,0-1-1,0 1 1,0-1 0,0 1-1,0-1 1,0 1 0,0 0 0,0 0-1,0 0 1,0-1 0,0 1 0,0 0-1,-1 0 1,1 0 0,0 0-1,-1 0 1,1 0 0,-1 1 0,1-1-1,-1 0 1,1 2 0,9 38-224,-8-29 141,10 50-617,-9-41 522,0-1 0,2 1 0,0-1 0,1 0-1,1-1 1,18 35 0,-22-50 140,0 0 0,0-1 0,0 1 0,0-1 0,1 0 0,-1 0-1,1 0 1,0 0 0,0-1 0,0 1 0,1-1 0,-1 0 0,0-1 0,1 1 0,-1-1-1,1 1 1,0-1 0,-1-1 0,1 1 0,8-1 0,-8 1-217,1-2-1,0 1 1,0-1 0,-1 0 0,1 0-1,-1 0 1,1-1 0,-1 0-1,1 0 1,-1 0 0,0-1 0,0 1-1,0-1 1,0-1 0,-1 1-1,8-7 1,-3 0 219,-1 0-1,0-1 1,-1 0-1,0 0 1,7-17-1,-9 19 945,-2-1 1,1 1-1,-1-1 0,-1 0 0,1 0 0,-2 0 1,1-17 904,6 45-790,-5-9-955,1 0-1,0 0 0,0-1 0,1 1 1,0-1-1,1 0 0,-1-1 0,2 1 1,-1-1-1,1 0 0,14 11 1,-14-14-93,1 1 1,-1-1 0,1-1 0,0 0 0,0 0 0,0 0 0,0-1 0,0 0-1,1 0 1,-1-1 0,0 0 0,1-1 0,-1 0 0,10-1 0,-12 0-13,-1 0 0,1 0 0,-1 0 1,1-1-1,-1 0 0,1 0 0,-1 0 1,0-1-1,0 0 0,0 0 0,-1 0 1,1 0-1,-1-1 0,1 0 0,-1 0 1,0 0-1,-1 0 0,1-1 0,-1 1 1,0-1-1,0 0 0,0 0 0,0 0 1,-1-1-1,0 1 0,1-6 0,3-10 161,-1 0 0,0-1 0,-2 1 0,0-1 0,-2-35 0,0 49 27,-2-1 0,1 0 0,-1 1 0,0-1-1,-1 1 1,0-1 0,0 1 0,-1 0 0,0 0-1,-5-10 1,5 14-56,0 0 0,0 0 0,0 0 0,-1 0 0,0 1 0,1-1 0,-1 1-1,0 0 1,0 0 0,-1 1 0,1-1 0,-1 1 0,1 0 0,-1 0 0,0 0 0,1 1-1,-1-1 1,-8 0 0,3 0-24,-1 1 0,1 0 1,0 0-1,0 1 0,-1 1 0,-15 2 0,20-2-47,1 1 0,-1-1 0,1 1 1,0 0-1,0 1 0,0-1 0,0 1 0,0 0 0,1 0 1,-1 1-1,1-1 0,0 1 0,-7 8 0,-3 7-393,1 0 0,2 1 0,0 0 0,1 1-1,-9 27 1,2 19-3504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0.7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4905,'0'0'9577,"15"33"-9419,48 109-115,-55-123-21,-1 1 1,-1 0-1,-1 0 0,0 1 1,-1-1-1,1 27 0,-2-9 149,18 133 494,-15-152-664,-6-18 2,0-1-1,1 0 0,-1 0 1,0 1-1,0-1 1,1 0-1,-1 0 0,0 1 1,0-1-1,1 0 0,-1 0 1,0 0-1,0 1 1,1-1-1,-1 0 0,0 0 1,1 0-1,-1 0 1,0 0-1,1 0 0,-1 0 1,0 1-1,1-1 1,-1 0-1,0 0 0,1 0 1,-1 0-1,1-1 1,0 0 6,1 0 0,-1 0 0,0 0 0,0 0 0,0 0 0,0 0 1,0-1-1,0 1 0,0 0 0,0-1 0,0 1 0,-1-1 0,1 1 1,0-1-1,-1 1 0,1-1 0,-1 1 0,1-3 0,8-32 157,52-173 612,-54 190-793,2-1 0,0 1-1,1 1 1,0 0 0,2 0 0,0 1 0,1 0-1,17-16 1,-25 29-42,0-1-1,1 1 0,0 0 1,0 0-1,0 1 0,0-1 1,1 2-1,-1-1 0,1 1 1,-1-1-1,1 2 1,0-1-1,0 1 0,0 0 1,0 1-1,0-1 0,13 2 1,-15 0 37,0 0 1,0 0-1,0 0 1,-1 0-1,1 1 1,0-1 0,-1 1-1,1 1 1,-1-1-1,0 0 1,1 1-1,-1 0 1,5 5 0,10 9-47,24 29 0,-9-10 64,-21-23 18,4 2 36,-1 1 0,-1 1-1,13 18 1,-23-31 297,-4-12-259,-2 6-84,1 1-1,0 0 1,-1-1-1,1 1 0,-1-1 1,1 1-1,-1 0 1,0-1-1,1 1 1,-1 0-1,0 0 1,0 0-1,0 0 1,0 0-1,0-1 1,-1 1-1,-2-2 33,-1 1-1,1 1 1,0-1 0,-1 1 0,1-1-1,0 1 1,-1 1 0,0-1-1,1 0 1,-1 1 0,1 0-1,-1 0 1,0 1 0,1-1-1,-1 1 1,1 0 0,-6 2-1,3-1-14,0 0 0,0 1 0,0 0 0,0 1 0,1 0 0,-1 0 0,1 0 0,0 0 0,-8 9 0,6-5 15,1 1 0,0 0-1,1 0 1,0 1 0,0 0 0,1 0-1,0 0 1,1 1 0,0 0 0,1 0-1,0 0 1,1 0 0,0 0 0,1 0-1,0 1 1,1 16 0,-1-24-47,1-1 0,0 0 0,1 0 0,-1 1 1,0-1-1,1 0 0,0 0 0,0 1 0,0-1 1,0 0-1,0 0 0,1 0 0,-1 0 0,1 0 1,0-1-1,0 1 0,0 0 0,0-1 0,0 0 0,0 1 1,1-1-1,-1 0 0,1 0 0,0 0 0,0 0 1,-1-1-1,1 1 0,0-1 0,0 0 0,1 0 0,-1 0 1,0 0-1,0 0 0,0-1 0,6 1 0,0 1-7,0-1 0,1-1 0,-1 1 0,1-2 0,-1 1-1,1-1 1,-1 0 0,0-1 0,1 0 0,-1-1 0,0 0 0,-1 0-1,1-1 1,0 0 0,10-8 0,-6 3 22,-1 0 1,0-1-1,-1-1 1,0 0-1,-1-1 1,0 0-1,-1 0 1,12-22-1,-13 21 132,0-1-1,-2 0 0,0-1 1,5-18-1,-10 26 53,0 77-2102,2-42-848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1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 0 4721,'0'0'16069,"0"10"-15823,-2 65-302,-3 1 0,-3-1-1,-4 0 1,-3-1-1,-24 73 1,28-119-511,-3 12-412,10-14-5254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1.8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0 414 160,'0'0'2617,"8"-36"2078,28-115-1366,-34 139-2955,1 1 0,1-1 0,0 1 1,0 0-1,1 0 0,1 1 0,0 0 0,0-1 0,1 2 0,0-1 1,0 1-1,1 0 0,1 1 0,-1 0 0,1 0 0,1 1 0,-1 0 1,1 1-1,1 0 0,13-6 0,-4 5-239,0 1 1,1 1-1,-1 1 0,1 1 0,0 1 1,0 1-1,0 0 0,1 2 1,25 4-1,-44-5-153,0 0 0,1 1 0,-1 0 0,0 0 0,0 0 0,0 0 0,0 0 0,0 1 0,0-1 0,0 1 0,0 0 0,-1 0 0,1 0 0,-1 0 0,1 0 1,-1 0-1,0 1 0,0-1 0,0 1 0,0 0 0,0-1 0,-1 1 0,1 0 0,-1 0 0,0 0 0,0 0 0,0 0 0,0 1 0,0-1 0,0 5 0,-1-2-4,1 1 0,-1 0 0,0 0-1,-1 0 1,1 0 0,-1 0 0,-1-1 0,1 1-1,-1 0 1,-1-1 0,1 1 0,-1-1 0,0 0 0,-5 8-1,-6 5 39,-2-1-1,1 0 0,-2-1 0,-30 23 0,-85 55 18,94-69-10,-4 2-12,26-19 3,0 2-1,0 0 0,1 0 0,-23 25 1,37-35-24,0 0 1,0 0-1,0 0 1,0 0-1,1 0 1,-1 0-1,0 0 0,1 0 1,-1 0-1,1 0 1,-1 0-1,1 1 1,0-1-1,0 0 1,-1 0-1,1 3 1,0-4 0,0 1 1,1 0 0,-1-1 0,0 1 0,0-1 0,1 1-1,-1-1 1,0 1 0,1-1 0,-1 1 0,1-1-1,-1 0 1,1 1 0,-1-1 0,1 1 0,-1-1-1,1 0 1,-1 0 0,1 1 0,-1-1 0,1 0 0,-1 0-1,1 0 1,0 1 0,6 0-39,0 0 0,0-1 1,0 1-1,12-2 0,-8 1 98,61-2-64,-26 0-22,76 8 1,-107-3-62,0 1 0,-1 0 0,0 1 0,0 1 0,0 0 0,21 14 0,-20-11-59,0 0 0,1-2 0,0 0 0,30 8 0,-33-11-73,1-2 0,-1 0 0,1-1 0,-1 0 0,1-1 0,-1 0 0,1-1 0,26-6 0,-34 5 173,1 0-1,-1-1 1,1 1-1,-1-1 1,0-1-1,0 1 1,-1-1-1,1 0 1,-1 0 0,0-1-1,0 0 1,0 0-1,0 0 1,-1 0-1,0-1 1,0 1-1,-1-1 1,1 0-1,2-8 1,-1 0 166,-1 1 0,0-1 0,-1 0 0,-1 0 0,0 0 1,-1 0-1,-1-1 0,0 1 0,-3-23 0,3 36-61,-1-1 1,1 0 0,0 1-1,-1-1 1,1 1-1,-1-1 1,0 1-1,1-1 1,-1 1-1,0-1 1,0 1-1,0 0 1,0-1 0,0 1-1,0 0 1,0 0-1,-1 0 1,1 0-1,0 0 1,-1 0-1,1 0 1,0 0 0,-1 0-1,1 1 1,-1-1-1,0 1 1,1-1-1,-1 1 1,1-1-1,-1 1 1,0 0-1,1 0 1,-1 0 0,-3 0-1,2 0-18,1 0 1,-1 1-1,0-1 0,0 1 0,1 0 0,-1-1 1,0 1-1,1 1 0,-1-1 0,1 0 1,-1 0-1,1 1 0,0-1 0,0 1 0,-1 0 1,1 0-1,0 0 0,1 0 0,-1 0 1,-2 3-1,-2 7-8,1 0 1,1 0 0,-1 1-1,2-1 1,0 1 0,1 0-1,0 0 1,0 0 0,2 0-1,0 17 1,1-22-66,0 0 0,0 0-1,1 1 1,0-1 0,0 0 0,1 0 0,6 13 0,-7-17-48,1 0 0,0 0 0,0 0 1,0 0-1,0 0 0,1 0 1,-1-1-1,1 0 0,0 0 0,0 0 1,0 0-1,0 0 0,8 3 0,3-2-525,0 0 0,-1 0-1,1-1 1,1-1-1,-1-1 1,24-1 0,18 0-3919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2.4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52 466 6137,'0'0'9980,"16"30"-9831,48 101-92,-58-117-45,0 0-1,0 1 0,-2-1 1,0 1-1,0 0 0,0 17 0,2 4 63,-3-20-56,5 42 186,-8-57 136,-12-21 404,8 14-720,-1 0-1,0 1 0,0-1 0,0 1 0,-1 0 1,0 0-1,1 1 0,-2 0 0,1 0 0,0 0 1,-1 1-1,0 0 0,0 0 0,0 0 0,0 1 1,0 0-1,-13-1 0,17 3-5,1-1 1,-1 1-1,0 0 1,1 1-1,-1-1 0,0 0 1,1 1-1,-1 0 1,1-1-1,-1 1 1,1 0-1,-4 2 0,4-1-11,1-1-1,0 1 0,0-1 0,0 1 0,0 0 0,0-1 0,0 1 1,1 0-1,-1 0 0,1 0 0,-1-1 0,1 1 0,-1 0 0,1 0 0,0 0 1,0 0-1,0 0 0,1 3 0,-2 1-1,1-1 1,0 1 0,1 0-1,0 0 1,0-1-1,0 1 1,0-1-1,3 8 1,-2-11-10,-1 1 0,1-1 0,0 0 1,0 0-1,0 0 0,0 0 0,0 0 1,0 0-1,0 0 0,0-1 0,1 1 1,-1-1-1,1 0 0,-1 1 0,1-1 1,0 0-1,-1-1 0,1 1 0,4 0 1,3 2-1,0-1 0,0-1 1,0 0-1,1 0 0,-1-1 1,0-1-1,1 1 0,-1-2 1,0 1-1,0-1 0,0-1 1,0 0-1,0 0 1,0-1-1,-1-1 0,0 1 1,0-1-1,14-11 0,6-9-1,0-1-1,-2-2 0,-1-1 1,-2-1-1,26-39 0,-20 21-9,-2-2 1,41-101-1,-54 108 26,-2-1 1,-1 1 0,-3-2 0,-2 1 0,-1-1-1,-1-60 1,-5 104-13,0 0 1,0-1-1,0 1 0,0 0 0,0 0 0,0 0 0,-1-1 1,1 1-1,0 0 0,-1 0 0,1 0 0,-1 0 0,1 0 1,-1 0-1,0-1 0,1 1 0,-1 0 0,0 1 0,0-1 1,1 0-1,-1 0 0,0 0 0,0 0 0,0 1 0,0-1 0,0 0 1,0 1-1,-1-1 0,1 1 0,0-1 0,0 1 0,0 0 1,-2-1-1,0 1-6,0 0-1,0 0 1,0 0 0,0 0 0,-1 1 0,1-1-1,0 1 1,0 0 0,0-1 0,0 2 0,0-1-1,1 0 1,-5 3 0,-2 2 5,0 1 0,1 1 1,0-1-1,0 1 0,1 0 0,0 1 0,0 0 1,1 0-1,-6 12 0,-3 8 47,-24 60 0,28-52-14,1 0 1,2 0-1,2 1 1,1 0-1,2 1 1,2 40-1,2-56-51,0-1-1,1 1 1,1-1 0,2 0 0,0 0-1,1 0 1,1-1 0,1 0 0,1 0-1,1-1 1,0 0 0,2-1-1,0 0 1,19 21 0,-16-21-15,2 0 1,22 19-1,-32-32-106,0 0 1,1-1-1,0 1 0,0-1 1,1-1-1,-1 0 1,1 0-1,16 5 0,-8-7-1007,-1 0-1,1-1 0,-1 0 0,32-4 0,-2-5-8525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2.9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63 0 10042,'0'0'9242,"0"130"-9242,-14-92-48,-7-4-680,4 0-1224,7-22-905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3.2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32 305 11282,'0'0'5314,"-25"177"-4978,18-127-336,7-7-96,0-12-1681,0-15-2936</inkml:trace>
  <inkml:trace contextRef="#ctx0" brushRef="#br0" timeOffset="1">297 1 12699,'0'0'9291,"33"23"-9054,105 76-62,-127-91-156,0 0-1,-1 1 1,0 0-1,-1 1 1,0 0-1,0 0 1,-1 1-1,0 0 1,-1 0-1,7 15 1,-10-18-12,6 12-5,-1-1 1,-2 1 0,0 1-1,-1-1 1,0 1 0,-2 0-1,-1 1 1,0-1 0,-2 1-1,0-1 1,-2 1 0,-3 25-1,-1-16-19,-2 0 0,0-1-1,-2 0 1,-2 0 0,0 0-1,-2-2 1,-27 45 0,7-23-313,-69 84-1,0-26-3318,40-50-2507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4.3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587 124 128,'0'0'16714,"15"-7"-15335,43-23-367,-57 30-996,-1 0 0,1-1-1,-1 1 1,1 0 0,-1-1-1,1 1 1,-1 0 0,1-1-1,-1 1 1,0-1 0,1 1-1,-1-1 1,0 1 0,1-1-1,-1 1 1,0-1 0,0 1-1,1-1 1,-1 1 0,0-1-1,0 1 1,0-1 0,0 1-1,0-1 1,0 0 0,0 1-1,0-1 1,0 1 0,0-1-1,0 1 1,0-1-1,0 0 1,0 1 0,-1-1-1,1 1 1,0-1 0,0 1-1,-1-1 1,1 1 0,0-1-1,-1 1 1,1-1 0,0 1-1,-1 0 1,1-1 0,-1 1-1,1-1 1,-1 1 0,0-1-1,-28-14 381,24 13-294,-17-7 22,-1 0 0,0 2 0,-1 1 0,1 1 1,-1 1-1,0 0 0,0 2 0,-46 2 0,59 1-105,-1 0-1,1 0 0,0 1 0,0 0 1,0 1-1,0 1 0,1-1 1,-1 2-1,1-1 0,0 2 0,0-1 1,1 1-1,-1 1 0,1-1 1,1 2-1,-1-1 0,1 1 1,1 1-1,-1-1 0,1 1 0,1 0 1,0 1-1,0 0 0,1 0 1,0 0-1,1 0 0,-5 16 0,2-2-1,1 1 0,0 0-1,3 1 1,-2 30 0,5 108-6,1-132-31,28 281-71,1-11-1317,-29-265 1186,1 131-1192,-3-142 914,-1-1 0,-2 0 1,0-1-1,-12 39 0,6-39-517,0-1 1,-1 0-1,-2 0 1,0-1-1,-21 25 1,-8-2-7036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4.7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79 12083,'0'0'7113,"218"-16"-6649,-149 16-288,7 0-128,3-6-48,4-3-8,-7-1-768,17-5-1760,-24 2-1937,-14 4-5786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5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328 1 472,'0'0'14347,"-186"99"-13579,145-31 73,6 13-209,4 15 80,10 4-264,8 2-8,13-3-88,0-9-104,13-6-248,22-12-152,20-13-1840,-7-22-2153,-3-18-5665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5.4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1 541 3273,'0'0'12970,"190"-165"-12930,-135 109 8,3-6-96,-2 3-256,-8 3-320,-7-3-944,-17 10-785,-10 15-2848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5.8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0 416,'0'0'16892,"93"162"-16564,-45-113-32,4 4-288,-1 0-8,1 3-64,-7-4-504,14-2-889,-8-19-1175,-13-12-1833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6.1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12203,'0'0'4713,"221"103"-4505,-170-53-96,-6 9 88,-10 9-192,-11 6 176,-14 4-32,-10 3-88,0-1 40,-14 4-24,-20 0-80,-11 22-88,7-19-2393,7-25-463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6.5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12411,'0'0'3728,"203"-9"-3784,-165 6-72,-3 0-264,-1 3-144,-6 0 64,-1 0 88,-6 0-224,0 0-520,-8 0-1233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06.9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97 10666,'0'0'9626,"128"-37"-9578,-76 21-48,-1 4-1024,8-4-784,-14 7-857,-14 3-2536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2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 59 12579,'0'0'6369,"-11"-6"-6113,58 7-578,0-3 0,1-1 0,-1-3 0,52-12 0,-22-6-2110,-70 23 2304,-6 14 312,-3 9 89,0 0 0,-10 41 0,-3 11 3,5 53-336,6 134-1,4-180-576,0-51-725,2-1 0,1 1 0,9 42 0,-5-45-3424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2.9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35 640,'0'0'16652,"166"-3"-16652,-100 3 0,23 0-832,-13-16-1129,-14 1-2552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3.3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0 450 904,'0'0'15636,"104"-102"-15636,-70 58 72,8 1-72,-1-4-393,4 1-447,7-20-968,-14 11-873,-11 8-4496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3.6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5009,'0'0'13315,"79"186"-13043,-41-149-168,3 0-56,4 1 48,-3-7-152,-5 0 56,-2-3-536,-4-7-624,0-8-385,-7-7-1007,-7-6-2505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4.0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4233,'0'0'16459,"100"-25"-16531,-34 16-1232,-11 3-1288,-10-7-2401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4.3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6 24,'0'0'13097,"0"0"-13087,0-1 0,0 1 0,0 0 0,1-1 0,-1 1 0,0 0 0,1-1 0,-1 1 0,0 0 0,1 0 0,-1-1 0,0 1 0,1 0 0,-1 0 0,1 0 0,-1-1 0,0 1 0,1 0-1,-1 0 1,1 0 0,-1 0 0,1 0 0,-1 0 0,1 0 0,-1 0 0,0 0 0,1 0 0,-1 0 0,1 0 0,-1 0 0,1 0 0,-1 1 0,0-1 0,1 0 0,-1 0 0,1 1 0,2 4 160,1 1 0,-1 0 1,-1 0-1,1 0 1,-1 1-1,0-1 0,-1 1 1,2 12-1,4 58 154,-7-73-317,11 176-899,-39-180 482,-54 0 1831,82 0-1401,0 0 0,1 0 0,-1 1 1,0-1-1,0 0 0,1 0 1,-1 0-1,0 0 0,0 0 0,1 1 1,-1-1-1,0 0 0,0 0 1,0 0-1,0 1 0,1-1 0,-1 0 1,0 0-1,0 1 0,0-1 0,0 0 1,0 0-1,0 1 0,1-1 1,-1 0-1,0 1 0,0-1 0,0 0 1,0 0-1,0 1 0,0-1 0,0 0 1,0 0-1,0 1 0,-1-1 1,1 0-1,0 1 0,0-1 0,0 0 1,0 0-1,0 1 0,0-1 0,0 0 1,-1 0-1,1 0 0,0 1 1,0-1-1,0 0 0,-1 0 0,1 0 1,0 1-1,0-1 0,-1 0 1,1 0-1,0 0 0,0 0 0,-1 0 1,1 1-1,34 2-252,0-1 0,0-1 0,0-2 1,0-1-1,40-8 0,-48 5-2555,-7 1-3559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0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1200,'0'0'14505,"2"0"-14428,-1 0-70,0 0-1,1 0 1,-1 0-1,0 0 1,0 1-1,0-1 1,0 1-1,-1-1 1,1 0-1,0 1 1,0 0-1,0-1 1,0 1-1,0-1 1,-1 1-1,1 0 1,0 0-1,0-1 1,-1 1-1,1 0 1,-1 0-1,1 0 1,0 1-1,10 33 240,-8-10-66,0 33-1,-3-44-189,1 104 39,2 33-1066,7-54-2919,-6-72-131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1.2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 57 40,'0'0'17749,"-4"-5"-16713,-12-12-323,16 17-703,-1-1 1,1 1 0,0 0-1,0 0 1,0-1 0,-1 1-1,1 0 1,0-1 0,0 1 0,0 0-1,0 0 1,0-1 0,0 1-1,0 0 1,-1-1 0,1 1 0,0 0-1,0-1 1,0 1 0,0 0-1,0-1 1,1 1 0,-1 0 0,0-1-1,0 1 1,0 0 0,0 0-1,0-1 1,0 1 0,0 0 0,1-1-1,-1 1 1,0 0 0,0 0-1,0-1 1,1 1 0,-1 0 0,0 0-1,0-1 1,1 1 0,-1 0-1,1 0 1,12-6 111,-10 6-68,21-6-59,0 2 1,0 1 0,0 0 0,1 2-1,42 3 1,-5 0-887,61-2-6126,-70 0-1918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5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1176,'0'0'15194,"1"9"-14776,6 101-239,-7 118 1,-1-95-670,1 21-5042,0-127 144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6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2785,'0'0'15699,"41"-9"-15179,-3 6-224,4-3-184,-1-1-104,7 4 112,-3-3-240,0 3-112,3 0-1184,-13 3-1097,-11 0-2552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3.4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1240,'0'0'11859,"52"10"-11579,-24-10-144,3 0 520,7 0-424,7 0 48,3 0-232,4 0 80,6 0-128,4 0-128,18-6-1176,-18-4-1441,-14 4-6065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4.2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1 728,'0'0'16808,"8"1"-16718,6 7-35,0 0-1,18 15 1,4 1-73,-33-22 20,0 0-1,0-1 1,0 1 0,0 0 0,0 0 0,-1 0-1,1 1 1,0-1 0,-1 1 0,0 0 0,0-1 0,1 1-1,-2 0 1,1 0 0,0 0 0,-1 0 0,1 1-1,-1-1 1,0 0 0,0 1 0,0-1 0,0 1-1,-1-1 1,0 1 0,1-1 0,-1 1 0,-1 5-1,1-2 2,-1 0-1,1 0 0,-1-1 1,0 1-1,-1 0 0,0-1 1,0 1-1,0-1 0,-1 0 1,0 0-1,0 0 0,0 0 1,-1 0-1,0-1 0,0 1 1,-6 4-1,9-8-4,-16 22-187,1 0 0,-17 34 1,28-47-325,-1 2 0,2-1 0,0 0 0,0 1 0,1 0 0,0 0 0,0 18-1,2 7-3408,1-13-4553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4.8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277 125 8634,'0'0'6061,"-29"-21"-5763,-92-64 134,88 67-243,33 18-180,-1 0-1,1 0 1,-1-1-1,0 1 1,1 0-1,-1 0 0,0 0 1,1 0-1,-1 0 1,1 0-1,-1 0 0,0 0 1,1 0-1,-1 1 1,1-1-1,-1 0 0,0 0 1,1 0-1,-1 1 1,1-1-1,-2 1 0,-2 2 36,1 1-1,-1-1 0,1 1 1,0 0-1,0 0 0,0 0 1,0 0-1,1 0 0,-1 1 1,1-1-1,0 1 0,-2 7 1,-13 65 76,15-67-99,-10 95 20,4 0 1,7 129 0,1-122-75,0 209-803,0-109-4275,0-152 271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5.4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1 110 1112,'0'0'13810,"29"0"-13673,166 2-37,-164-1-8,-6 1-274,0-1 0,-1-2 0,27-4 0,-44 4 66,-1 0 0,1-1 1,-1 0-1,1 0 0,-1 0 0,0-1 1,0 0-1,0 0 0,0-1 0,-1 1 1,1-1-1,-1 0 0,0-1 0,0 0 0,8-9 1,-12 11 117,1 1 1,-1 0-1,0-1 1,1 1-1,-1-1 1,-1 0-1,1 1 1,0-1-1,0 0 1,-1 1-1,0-1 1,1 0-1,-1 0 1,-1-5-1,1 2 1734,-1 8-1051,-2 5-589,0 1 0,0-1 0,1 1 1,0-1-1,0 1 0,1 0 0,-1 15 1,2-3-58,0-1 0,4 22-1,-4-36-40,1 0 0,0 0 0,0 0 0,0 0 0,1-1-1,0 1 1,0 0 0,0-1 0,0 1 0,1-1 0,0 0-1,0 0 1,0 0 0,0 0 0,0 0 0,1-1 0,0 0-1,0 0 1,0 0 0,0 0 0,5 2 0,0 0-81,1-1 1,0-1-1,0 0 1,0-1-1,1 1 1,-1-2 0,1 0-1,-1 0 1,11-1-1,-17 0-15,0 0 0,0 0 0,0-1 1,0 1-1,-1-1 0,1 0 0,0 0 0,0-1 0,-1 1 0,1-1 0,-1 0 0,1 1 0,-1-2 0,0 1 1,0 0-1,0-1 0,4-4 0,-2 2 5,-1-1 1,0 0-1,0 0 1,0 0-1,-1-1 1,0 1-1,-1-1 1,4-13-1,0-7 487,-2-1 0,-1 1 1,-1-51-1,-2 77-363,0-1 328,0 15 52,2 5-402,0 0 1,1 0-1,0-1 0,2 0 1,0 0-1,1 0 0,1 0 1,0-1-1,16 26 0,-19-36-233,1-1 0,-1 0-1,1 0 1,0 0 0,0 0 0,0 0-1,1-1 1,-1 0 0,1-1-1,0 1 1,0-1 0,1 0 0,-1 0-1,0-1 1,1 0 0,10 2-1,15 1-5428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5.8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7017,'0'0'8801,"12"24"-8725,35 77-112,-43-92 15,-1 0-1,0 0 1,0 0-1,0 1 1,-2-1-1,1 0 1,-1 1 0,0 0-1,-1-1 1,0 1-1,-2 9 1,0 16-295,2-10 124,0-1-382,0-39 251,1 2 339,0 0-1,1 0 0,0 0 0,1 1 0,0-1 0,1 1 1,1-1-1,0 1 0,0 1 0,1-1 0,1 1 0,0 0 1,11-14-1,-11 18-6,-1-1 0,1 1 0,0 0 0,0 1 0,1-1 0,0 2 0,0-1-1,0 1 1,1 0 0,0 1 0,0 0 0,0 0 0,0 1 0,1 0 0,-1 1 0,1 0 0,0 1 0,12-1 0,-19 2-7,0 0-1,-1 1 1,1 0 0,0-1-1,0 1 1,-1 0 0,1 1-1,-1-1 1,1 0 0,-1 1-1,0-1 1,1 1 0,-1 0-1,0 0 1,0-1 0,0 2-1,0-1 1,-1 0 0,1 0-1,0 0 1,-1 1 0,0-1-1,1 1 1,-1-1 0,0 1-1,0 0 1,-1-1 0,2 6-1,2 11 8,0-1 1,-1 1-1,0 22 0,-2-26-14,1 16-74,2 32 337,-3-58-462,0 0 1,0 0-1,0-1 0,1 1 1,0 0-1,-1-1 0,2 1 1,-1-1-1,6 8 0,3-2-2938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6.2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273 39 1256,'0'0'11887,"-10"-7"-11728,3 2-141,0 1 1,0 0 0,0 0 0,0 0 0,-11-3 0,14 6 6,0 0 0,0 0 0,0 1-1,0-1 1,0 1 0,0 0 0,-1 0 0,1 0 0,0 1 0,0 0 0,0-1 0,0 1 0,0 0-1,1 1 1,-1-1 0,0 1 0,-4 2 0,-1 1 89,0 1 0,1 1 0,-1-1 0,1 1 0,0 0 0,1 1-1,0 0 1,0 0 0,1 1 0,0-1 0,0 1 0,1 1 0,0-1 0,1 1 0,-5 16 0,3-2-33,1-1 0,1 1 0,1 0 0,1 0 0,2 42-1,0-60-113,0-1-1,1 1 1,0-1 0,0 1-1,0-1 1,1 1-1,0-1 1,0 0-1,0 1 1,0-1-1,1 0 1,0-1-1,0 1 1,0 0-1,1-1 1,5 6-1,-3-5-101,0-1 1,0 0-1,0 0 0,0 0 1,0-1-1,1 0 0,0 0 1,-1-1-1,1 0 0,0 0 0,0 0 1,0-1-1,8 1 0,2-1-543,0 0 0,0-1 0,-1-1-1,1-1 1,0 0 0,21-6 0,19-17-5730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6.6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168 1 2705,'0'0'12035,"21"12"-11796,62 44-135,-80-55-100,0 1 0,-1 0 0,0 0 0,1 0 0,-1 0 0,0 0 0,0 0 0,0 0 0,0 1 0,0-1 0,-1 1 0,1-1 0,-1 1 0,0 0 0,1-1 0,-1 1 0,0 0 0,-1 0 0,1 0 0,-1 0 0,1 0 0,-1 0 0,0 4 0,1 2 43,-1-6-4,1 8 295,0 0 1,-1 0 0,0 0 0,-2 15-1,-1-25-302,1 0-1,0 0 0,-1-1 0,1 1 1,0 0-1,-1-1 0,1 0 0,-1 1 1,1-1-1,-1 0 0,1 0 1,-1-1-1,-3 0 0,-1 1-15,-1-1-15,0 0 0,1 0 0,-1-1 1,0 0-1,1 0 0,-1-1 0,-8-5 0,7 4 0,0 1-1,0 0 0,0 0 0,0 0 0,-11 0 0,12 1 5,0 2 0,-1-1-1,1 1 1,0 1-1,-1-1 1,1 1 0,-12 4-1,17-4-5,0 0 1,0 0-1,1 1 1,-1-1-1,0 1 0,1 0 1,0 0-1,-1-1 0,1 2 1,0-1-1,0 0 0,0 0 1,0 1-1,0-1 1,1 1-1,-1 0 0,1-1 1,0 1-1,0 0 0,0 0 1,0 0-1,0 0 0,0 5 1,-1-4-30,1 1 0,1 0 1,-1 0-1,1 0 0,-1 0 0,2 0 1,-1 0-1,0 0 0,1-1 0,0 1 1,0 0-1,0 0 0,1-1 0,0 1 1,0 0-1,0-1 0,0 0 0,1 1 1,-1-1-1,7 7 0,-3-6-176,-1-1 0,1 1 0,0-1 0,0 0-1,1-1 1,-1 0 0,1 0 0,0 0 0,-1-1 0,1 0 0,0 0-1,1 0 1,-1-1 0,9 0 0,80 0-4751,-57-3 500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7.0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132 143 808,'0'0'14782,"1"20"-14329,1 62-138,-2-74-263,1 0 0,-1 0-1,1 1 1,1-1 0,0 0 0,0 0-1,0 0 1,1-1 0,0 1-1,0-1 1,1 1 0,6 7 0,-7-11-29,0-1 1,0 0 0,1 0-1,0 0 1,-1 0 0,1-1-1,0 1 1,0-1 0,0 0-1,1 0 1,-1-1 0,0 1-1,1-1 1,-1 0-1,1 0 1,0-1 0,-1 1-1,1-1 1,6 0 0,-5 0-12,0 0 0,-1-1 0,1 0 0,0 1 0,-1-2 0,1 1 0,-1-1 0,1 0 0,-1 0 0,0 0 0,0-1 0,0 0 0,7-4 1,-6 1-9,1 0 1,-1 0 0,0-1 0,-1 0 0,1 0-1,-1 0 1,-1-1 0,6-9 0,-4 0 173,0 1 1,-1-1-1,-1 0 0,0 0 1,-1 0-1,-1 0 1,0 0-1,-3-35 0,1 49-161,-1-1 0,1 1-1,-1 0 1,0 0-1,0 0 1,0 0-1,0 0 1,-1 1-1,1-1 1,-1 0-1,0 1 1,0-1-1,0 1 1,0-1-1,0 1 1,0 0-1,-1 0 1,1 0 0,-1 0-1,1 0 1,-1 1-1,0-1 1,0 1-1,0-1 1,0 1-1,0 0 1,-5-1-1,-9-3-234,-1 1-1,0 1 0,-26-2 0,-164-12-6443,148 9 800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57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1126 134 184,'0'0'22285,"144"-87"-22141,-88 68-144,-12 7-288,-16 2-1953,-14 4-2224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2.4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1 232,'0'0'16225,"-1"23"-11516,-1-17-4657,-1 1 0,0-1 1,0 1-1,-8 10 0,-7 14-72,-41 113-3979,42-103-142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2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1 3289,'0'0'14307,"-49"171"-14283,49-106-24,0 6-744,0 4-145,0 2 313,-7-2 248,-6-7-728,2-15 832,-3-13-136,4-21-824,-4-19-1177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3.2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0 2761,'0'0'10990,"32"5"-10829,100 22-105,-128-26-63,-1 0-1,0 0 0,0 0 0,0 1 0,0-1 0,0 1 1,0 0-1,0 0 0,0 0 0,0 0 0,-1 0 1,1 1-1,-1-1 0,0 1 0,0 0 0,0-1 1,0 1-1,0 0 0,2 5 0,-2-2-34,-1 0-1,0 0 1,0 0 0,0 0-1,-1 1 1,0-1-1,-1 8 1,1 0 32,1-8 55,-1 0 0,0 0 0,-1 0 1,1 0-1,-1 0 0,0 0 0,0 0 0,-1-1 1,0 1-1,0 0 0,0-1 0,-1 1 0,0-1 1,0 0-1,0 0 0,-1 0 0,1 0 0,-1-1 0,0 1 1,-1-1-1,1 0 0,-1 0 0,1-1 0,-1 1 1,-6 2-1,-1 1 79,0-1 0,0 0 1,-22 7-1,28-12-214,0 1 1,0-1-1,0 1 1,1-2-1,-1 1 1,0-1-1,-1 1 0,1-2 1,0 1-1,-8-2 1,13 1-190,0 0 1,-1 1-1,1-1 0,-1 0 1,1 0-1,0 0 1,0 0-1,-1 0 1,1-1-1,0 1 0,0 0 1,0 0-1,0-1 1,1 1-1,-1-1 1,0 1-1,1-1 1,-1 1-1,0-1 0,1 1 1,0-1-1,-1 0 1,1 1-1,0-1 1,0 1-1,0-1 0,0 0 1,0 1-1,1-3 1,-1 4 204,-1-34-5621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3.6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1 278 9162,'0'0'6020,"8"-10"-5660,1 1-306,-5 5-38,-1 0 0,1 0 0,0 0 0,-1 0 0,0 0 0,0-1 0,0 0 0,-1 0 0,0 1 0,0-1 0,0-1-1,0 1 1,1-10 0,0-12 37,-2 14-24,0-1 0,1 1 1,0-1-1,2 1 0,4-13 0,-7 22-29,1 0-1,0 0 0,0 1 0,0-1 1,1 1-1,0-1 0,-1 1 1,1 0-1,0 0 0,0 0 1,1 1-1,-1-1 0,0 1 1,1 0-1,0 0 0,-1 0 1,1 0-1,0 0 0,0 1 0,8-2 1,4 0-46,0 2 1,1-1 0,30 3 0,-13 0-356,-29-1-14,0 1 0,0-1 0,-1 1 0,1 1 0,0-1 0,7 3 0,3 1-3008,1-1-3416,-5-4 4643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3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10346,'0'0'7138,"35"158"-7138,-21-133-72,3-3-1401,-3-10-1263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4.5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 7042,'0'0'8533,"12"-1"-8427,38-1 7,-48 2-102,-1 0 0,0 0 0,0 0 0,0 1 0,0-1 0,0 0 0,1 1 0,-1-1 0,0 1 0,0-1 1,0 1-1,0 0 0,0-1 0,0 1 0,0 0 0,-1-1 0,1 1 0,0 0 0,0 0 0,0 0 0,-1 0 0,1 0 0,-1 0 0,1 0 0,-1 0 0,1 0 0,-1 0 0,1 0 0,-1 1 0,0-1 0,0 0 0,1 0 1,-1 0-1,0 2 0,1 4 57,2 11-14,0 1 1,-1 0-1,-1 0 1,-2 28 0,0-6-29,3-32-29,2-11-6,4-11-22,0-6-10,2-7 28,1 1 0,1 0 0,22-32 0,-30 51-26,-1 1 0,1 0-1,1 0 1,-1 0 0,1 0 0,-1 1 0,1 0-1,1 0 1,-1 0 0,0 1 0,1 0-1,0 0 1,0 0 0,0 1 0,0-1 0,0 1-1,0 1 1,1-1 0,-1 1 0,10 0 0,-14 1 27,0 0 1,1 1-1,-1-1 1,1 1 0,-1 0-1,0 0 1,0 0-1,0 0 1,1 0-1,-1 0 1,0 0 0,0 1-1,0-1 1,-1 1-1,1-1 1,0 1-1,0 0 1,-1 0 0,1 0-1,-1 0 1,0 0-1,0 0 1,0 0-1,0 0 1,0 0 0,2 5-1,1 8-72,0 0-1,-1 0 1,3 19-1,-3-13 53,-2-11 36,11 36 59,-12-45-61,0-1 0,0 0 0,1 1 0,-1-1 1,0 1-1,0-1 0,0 0 0,1 1 1,-1-1-1,0 1 0,1-1 0,-1 0 1,0 1-1,1-1 0,-1 0 0,0 0 0,1 1 1,-1-1-1,0 0 0,1 0 0,-1 0 1,1 1-1,-1-1 0,1 0 0,-1 0 0,0 0 1,1 0-1,-1 0 0,1 0 0,-1 0 1,1 0-1,-1 0 0,1 0 0,-1 0 1,1 0-1,-1 0 0,0 0 0,1 0 0,-1-1 1,1 1-1,-1 0 0,1-1 0,11-9 16,-11 9-13,27-32 104,-12 14-222,0 0-1,1 1 0,25-19 0,-37 32 1,1 1 0,0 1 1,0-1-1,0 1 0,0 0 0,1 0 0,-1 1 0,1-1 1,0 1-1,-1 1 0,1 0 0,0 0 0,0 0 0,0 1 0,0-1 1,9 2-1,-15 0 118,0-1 0,0 1 0,0 0 1,0-1-1,0 1 0,0 0 0,0-1 1,-1 1-1,1 0 0,0 0 0,-1 0 1,1 0-1,0-1 0,-1 1 0,1 0 1,-1 0-1,1 0 0,-1 0 0,0 0 1,0 1-1,1-1 0,-1 0 0,0 0 1,0 0-1,0 0 0,0 2 0,1 3 60,3 14 41,-1-5 109,0 0 0,1-1 0,11 27 0,-13-38-188,-1 0 1,1 1-1,0-1 0,0 0 1,0 0-1,1 0 1,-1 0-1,1-1 1,0 1-1,-1-1 1,1 1-1,0-1 1,1 0-1,-1 0 0,0 0 1,1-1-1,-1 1 1,1-1-1,-1 0 1,7 2-1,-4-2-152,0-1 0,0 1 0,0-1-1,0 0 1,0-1 0,0 1 0,0-1 0,0 0 0,-1-1-1,1 1 1,0-1 0,-1 0 0,1-1 0,-1 1 0,0-1-1,0 0 1,0-1 0,0 1 0,0-1 0,-1 0 0,1 0-1,6-9 1,-2 1-114,-1 0 0,0 0 0,-1-1-1,0 0 1,-1 0 0,0-1 0,-1 0 0,7-20 3741,-12 35-3446,7 10 1559,8 27-1685,-5-14 357,-6-15-269,0-1 0,0 0 0,1 0 0,0 0 0,1-1 1,-1 0-1,10 9 0,-12-13-65,0-1 0,0 1 0,1-1 0,-1 0-1,1 0 1,-1 0 0,1 0 0,0-1 0,0 1 0,0-1 0,0 0 0,0 0 0,0 0 0,0-1-1,0 1 1,0-1 0,0 0 0,7-1 0,-9 1-103,-1-1 0,1 1 0,-1 0 1,1-1-1,-1 1 0,1-1 0,-1 0 0,1 1 0,-1-1 0,0 0 0,1 0 1,0-1-1,13-19-3991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4.9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11682,'0'0'5730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5.3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 0 704,'0'0'18148,"21"44"-17924,-21 9-152,0 9-72,0 3 72,0 0-144,0 0-1064,0 4-1193,0-20-887,0-18-2802,0-9 273</inkml:trace>
  <inkml:trace contextRef="#ctx0" brushRef="#br0" timeOffset="1">0 187 11026,'0'0'7338,"176"-31"-7274,-107 24-64,14-2-864,-14 3-1273,-21 0-2848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5.6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13171,'0'0'4521,"21"177"-5161,-8-143-1177,-2-12-2224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5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0 193 11747,'0'0'5526,"20"24"-5494,62 76-123,-77-94 47,0 0-1,-1 1 0,0-1 1,0 1-1,-1 0 0,1 0 1,-2 0-1,1 1 1,-1-1-1,1 9 0,-2-12-123,0 0 0,0 0 1,0 0-1,0-1 0,1 1 0,-1 0 0,1 0 0,0-1 0,4 6 1,-6-9 65,1 1 1,0 0 0,0-1 0,0 1-1,-1-1 1,1 1 0,0-1 0,0 0-1,0 1 1,0-1 0,0 0 0,0 1 0,-1-1-1,1 0 1,0 0 0,0 0 0,0 0-1,0 0 1,0 0 0,0 0 0,0 0-1,0 0 1,0-1 0,0 1 0,0 0-1,0-1 1,-1 1 0,1 0 0,0-1 0,0 1-1,0-1 1,0 0 0,-1 1 0,1-1-1,0 1 1,0-2 0,27-25 3,124-187-61,-14 19-518,-133 189 316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26.4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174 1 7570,'0'0'9948,"15"18"-9517,44 60-181,-56-75-223,-1 1 1,0 1 0,1-1 0,-2 0 0,1 0 0,-1 1 0,1-1 0,-1 1 0,0-1-1,-1 1 1,1 0 0,-1-1 0,0 1 0,0 0 0,0-1 0,-2 8 0,0 8 231,2-20-255,1 0 0,-1 0 1,0 1-1,0-1 0,0 0 0,0 1 0,0-1 1,0 0-1,0 1 0,0-1 0,0 0 0,0 1 1,0-1-1,0 0 0,0 1 0,0-1 0,0 0 1,0 1-1,0-1 0,0 0 0,0 1 0,-1-1 1,1 0-1,0 0 0,0 1 0,0-1 0,0 0 1,-1 0-1,1 1 0,0-1 0,0 0 0,-1 0 0,1 1 1,0-1-1,0 0 0,-1 0 0,1 0 0,0 0 1,-1 0-1,1 1 0,0-1 0,-1 0 0,1 0 1,0 0-1,-1 0 0,1 0 0,0 0 0,-1 0 1,1 0-1,0 0 0,-1 0 0,1 0 0,0 0 1,-1 0-1,1 0 0,0-1 0,0 1 0,-1 0 1,1 0-1,0 0 0,-1 0 0,1-1 0,0 1 1,0 0-1,-1 0 0,1 0 0,0-1 0,0 1 1,-1-1-1,-22-23-119,14 14 112,4 5-2,0 1 0,-1 0 1,1 0-1,-1 0 0,0 1 0,0 0 0,-1 0 1,1 0-1,-1 1 0,1 0 0,-1 0 0,-13-1 1,16 2 11,0 1 1,-1 0 0,1 0 0,0 0-1,0 0 1,0 1 0,0 0 0,0-1-1,0 1 1,0 1 0,0-1 0,0 1-1,1-1 1,-1 1 0,0 0 0,1 1 0,-1-1-1,1 1 1,0-1 0,0 1 0,0 0-1,-4 5 1,3-2 43,0 1 0,0-1 0,1 1 0,0 0 0,0 0 0,0 0 0,1 0 0,-3 13 0,3 1 31,0 39 1,2-55-84,0-3 5,0 0 0,-1 0 1,1 0-1,0-1 0,0 1 0,1 0 1,-1 0-1,0 0 0,1-1 0,-1 1 1,1 0-1,-1 0 0,1-1 0,0 1 1,0-1-1,0 1 0,0 0 1,0-1-1,0 0 0,0 1 0,0-1 1,1 0-1,-1 1 0,0-1 0,1 0 1,-1 0-1,1 0 0,-1 0 0,1 0 1,0-1-1,-1 1 0,1 0 0,0-1 1,0 1-1,-1-1 0,1 0 0,0 1 1,0-1-1,0 0 0,-1 0 0,3-1 1,7 2-25,1-1 0,-1 0 0,1-1 0,-1 0 0,0-1 0,0 0 0,0-1 0,21-7 0,-3-3-976,49-31 0,-10 4-1404,-60 36 1596,1 0 0,-1 1 0,0 0 0,1 1 0,0 0 0,-1 0 0,1 0 0,0 1 0,0 1-1,13 0 1,-4 0-3589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4.3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470 185 224,'0'0'16541,"12"-19"-15558,36-62-203,-47 79-733,0 1 0,0-1 0,0 1 0,0-1 0,0 0 0,0 1 0,0-1 0,-1 0 1,1 0-1,-1 1 0,1-1 0,-1 0 0,0 0 0,1 0 0,-1 0 0,0 0 0,0 0 0,-1 1 0,1-1 0,0 0 0,-1 0 0,1 0 0,-1 0 0,1 1 1,-2-4-1,0 4-22,0-1 0,0 1 1,0-1-1,0 1 0,0 0 1,0-1-1,0 1 0,0 0 1,-1 0-1,1 1 0,0-1 1,-3 0-1,-4-2 25,-11-2-8,0 1 1,1 0-1,-1 2 0,0 0 0,0 1 1,-35 4-1,51-3-42,1 1-1,0 0 1,-1-1-1,1 2 1,-1-1-1,1 0 1,0 1-1,0-1 1,0 1 0,0 0-1,0 0 1,0 0-1,1 1 1,-1-1-1,0 1 1,1-1-1,0 1 1,0 0-1,0 0 1,0 0 0,0 0-1,1 0 1,-1 0-1,1 1 1,-2 5-1,-3 9-1,1 1-1,1-1 0,-2 29 0,5-41 3,-19 214-3,-9 61-2,1-118-1357,-78 252 0,103-406 911,0-1 1,0 0-1,-1 0 1,-6 10 0,9-15 18,-1-1 1,1 0-1,-1 0 1,0 0 0,0 0-1,0 0 1,0 0-1,-1-1 1,1 1 0,-5 2-1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4.7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84 10322,'0'0'9250,"124"-12"-9098,-72 8-144,6 4-8,8-3-104,3-6-440,17-10-1504,-17 1-2089,-17-1-4929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5.1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57 9570,'0'0'6713,"131"-22"-6713,-93 22-112,0 0-264,0 0-832,0 0-624,-4-6-1193,-3-7-5081,-10-2 6482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5.4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8186,'0'0'7817,"138"0"-7817,-69 0-88,-11 0-1808,-6 0-2369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5.9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0 469 984,'0'0'13683,"3"-8"-13575,3-4-97,0 0 0,1 0 0,0 1 0,1-1 0,12-12 0,57-61 49,-52 59-54,39-39-674,70-80-3363,-114 112-266,-14 9-1614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6.2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2921,'0'0'12137,"8"3"-11724,1 1-312,0 1 0,-1 0 0,0 1-1,0 0 1,0 0 0,0 0 0,-1 1-1,0 0 1,-1 1 0,8 10 0,15 27-20,35 70 0,-15-25-718,-46-84 407,1 0 1,-1 0 0,1 0-1,1-1 1,-1 0-1,9 8 1,-11-11-124,1-1 0,-1 1 0,1 0 0,0-1 0,0 0 0,0 1 1,0-1-1,0 0 0,0 0 0,5 0 0,13 0-5303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6.8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9 128,'0'0'15485,"10"-2"-15355,-4 0-117,-4 1-7,1 0 0,0 1 0,-1-1-1,1 0 1,0 1 0,0-1 0,0 1 0,-1 0 0,1 0-1,0 0 1,0 1 0,0-1 0,0 1 0,-1-1-1,1 1 1,0 0 0,-1 0 0,1 0 0,-1 0 0,1 1-1,-1-1 1,1 1 0,-1-1 0,0 1 0,0 0 0,0 0-1,0 0 1,0 0 0,0 0 0,2 4 0,1 3 25,-1 0 1,-1 0 0,0 0-1,0 0 1,-1 0-1,0 1 1,1 14-1,-2 70 202,-2-48-226,-3-13-37,2-27-65,1-21 13,1 5 73,1-1-1,1 1 1,0-1 0,0 1-1,1 0 1,0-1 0,1 1-1,0 1 1,0-1 0,1 1-1,1 0 1,-1 0 0,1 0-1,1 1 1,0-1 0,11-9-1,-9 10-23,0 0 0,1 0 0,0 1 0,0 0 0,0 1 0,1 0 0,0 1 0,0 0 1,1 1-1,-1 0 0,1 1 0,0 0 0,0 1 0,13-1 0,-21 2 13,0 1 0,0 0 0,0 0 0,0 0 0,0 0 0,-1 1 1,1-1-1,0 1 0,0 0 0,-1 0 0,1 0 0,0 1 0,-1 0 0,1-1 0,3 4 1,-4-2-8,0 0 0,-1 0 0,1 1 0,-1-1 1,0 0-1,0 1 0,-1 0 0,1-1 0,-1 1 1,0 0-1,0 0 0,0 0 0,0 0 0,0 7 1,4 47-1624,-2 82 0,-3-88-2904,0-11-2105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7.6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8738,'0'0'7361,"131"-3"-7369,-75 0-240,-1 0-448,0 3-432,-3 0-472,-4 0-457,-7 0-2136,4-13-1872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8.2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16 512,'0'0'8647,"-9"0"-6908,-28 0-605,28 0-582,21 0 379,107 0 683,146-1-4736,-205-3-1005,5-7-2657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8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0 3361,'0'0'10634,"11"6"-10353,8 4-228,0 1-1,-1 0 1,19 16-1,-32-22-49,1 0-1,-1-1 1,0 2 0,0-1-1,-1 0 1,1 1 0,-1 0-1,0 0 1,-1 1 0,1-1-1,-1 1 1,-1-1 0,1 1-1,-1 0 1,2 11-1,-2-6 32,-1 1-1,0-1 0,-1 0 0,-1 1 0,1-1 0,-2 0 0,0 1 0,0-1 1,-1 0-1,-1 0 0,-8 18 0,-57 78 551,45-74-2365,-34 67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9.1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397 91 3105,'0'0'15242,"-23"-15"-14744,-74-45-234,93 57-230,0 1 0,0 0 0,0 1 0,0-1 0,0 1 0,-1 0 0,1 0 0,0 0 0,-1 0 0,1 1 0,-9 0 0,10 0-3,0 1 1,0-1 0,0 1-1,0 0 1,1 0-1,-1 0 1,0 0 0,1 1-1,-1-1 1,1 1 0,-1 0-1,1-1 1,-4 5-1,1 0 49,-1 1-1,2 0 0,-1 0 0,1 0 1,0 1-1,0 0 0,1 0 0,-4 13 0,1 2 28,0 0-1,2 0 0,-3 47 0,7 77-14,2-66-78,-2 281-1415,0-339 719,-2 1 0,0 0 0,-1-1 1,-2 1-1,0-1 0,-2 0 1,0-1-1,-1 0 0,-2 0 1,0 0-1,-17 24 0,-1-5-4346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9.5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11690,'0'0'7578,"193"-3"-7274,-134 6-128,-1 6-128,1-3-48,-1-3-264,11-3-1536,-17-9-2393,-10-13-5457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39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0 288,'0'0'15835,"35"16"-14954,-35 18-209,0 13-312,0 2-312,0 7-32,-7 3-16,-21 16-568,8-16-809,-1-13-1735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0.2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69 144,'0'0'18052,"186"-9"-18052,-138 2-280,1 1-352,-1 0-689,-7-3-711,1-7-1905,-15 1-5465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0.5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10 144,'0'0'19140,"-10"0"-19084,34 0-48,7 3-8,11 3-24,6-6 8,28 0-856,-11 0-1241,-6-19-2143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1.4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29 304,'0'0'11687,"13"-5"-10882,1-2-573,-9 5-156,0-1 0,0 1 0,0 0-1,0 0 1,1 1 0,-1-1 0,1 1 0,-1 1 0,1-1 0,7 1 0,-12 0-36,1 0 0,-1 1 0,0-1 0,1 1 0,-1-1 0,0 1 0,1 0 0,-1-1 0,0 1 0,0 0 1,1 0-1,-1 0 0,0 0 0,0 0 0,0 0 0,0 0 0,-1 1 0,1-1 0,0 0 0,0 0 0,-1 1 0,1-1 0,0 0 0,-1 1 0,0-1 0,1 3 0,9 46 450,-9-43-458,3 54 142,-5 108 0,0-156-184,-1-1-1,0 0 1,-1 0-1,0 0 1,-6 15-1,-4 13-5,20-99-266,5 20 278,2 1 0,26-52 0,-31 73 9,0 0 0,1 1 0,1 0 0,0 1 0,1 1 0,1 0 0,21-19 0,-30 30-9,0-1 0,0 1-1,0 0 1,1 1 0,-1-1 0,1 1 0,0 0 0,-1 0 0,1 0 0,0 0 0,0 1 0,0 0 0,0 0 0,1 1 0,-1-1 0,0 1-1,0 0 1,7 1 0,-11 0 1,0 0-1,1-1 1,-1 1-1,0 0 1,1 0 0,-1 0-1,0 1 1,0-1-1,0 0 1,0 0-1,0 0 1,0 1-1,0-1 1,-1 1-1,1-1 1,0 0 0,0 4-1,9 29-1,-9-27 0,5 25-11,-2 1-1,-1 0 0,-3 55 1,0-46-275,6 55 0,0-66-1981,1-14-2349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1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14595,'0'0'6417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2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1 469 6977,'0'0'7309,"17"-22"-6924,100-130 287,54-91-1180,-166 236-65,12-19-888,-13 8-3278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2.6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1 264,'0'0'15515,"16"14"-15212,-1-2-248,109 96 220,-107-91-374,-1 1 0,-1 0 0,-1 1 1,0 1-1,-2 0 0,18 37 1,7 8-3989,-27-51-530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3.3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29 232,'0'0'13312,"2"-5"-12830,-2 4-447,1 0 1,-1-1-1,1 1 0,0 0 1,-1 0-1,1-1 1,0 1-1,0 0 1,0 0-1,0 0 1,0 0-1,0 0 1,0 0-1,0 0 1,0 0-1,1 1 0,-1-1 1,2 0-1,0 0 21,0 0 1,0 0-1,0 1 0,0 0 0,0 0 0,0 0 0,0 0 0,0 0 0,0 0 0,5 2 1,0 1-19,-1-1 0,1 1 0,-1 1 0,0 0 0,0 0 0,0 0 0,-1 1 0,0 0 1,1 0-1,-2 0 0,1 1 0,-1 0 0,1 0 0,3 7 0,1 2-113,0 0-1,-1 0 0,-1 1 0,0 0 1,7 23-1,-7-6-37,-2 0 0,-1 1 0,1 47 0,-8-141 139,0 31 180,4-54 1,-1 77-199,1 0 0,0 1 1,0-1-1,1 0 0,0 0 1,0 1-1,0 0 0,0 0 1,1 0-1,0 0 0,0 0 1,0 1-1,1-1 0,0 1 1,0 0-1,0 1 0,0-1 1,0 1-1,1 0 0,6-3 1,-3 2-13,1 0 0,-1 0-1,1 1 1,0 0 0,0 0 0,0 1 0,0 0 0,0 1-1,0 1 1,1-1 0,16 3 0,-26-2 4,0 0 0,0 1 1,0-1-1,0 1 0,0 0 0,1-1 1,-1 1-1,0 0 0,0 0 0,-1 0 0,1-1 1,0 1-1,0 0 0,0 0 0,0 0 1,-1 1-1,1-1 0,-1 0 0,1 0 0,-1 0 1,1 0-1,-1 1 0,1-1 0,-1 0 1,0 2-1,4 35 44,-4-31-22,0 67 107,-1-51-539,1-1 1,1 1-1,1-1 1,0 0-1,9 30 1,-4-32-3087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3.7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96,'0'0'16340,"59"0"-16284,-35 4-112,3-1 40,1 0-449,3-3-1071,14 0-1273,-7 0-4984,-4-3 4936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44.4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 0 360,'0'0'13478,"0"11"-13328,1 7-145,1-1-1,4 19 0,-3-18-51,0 0 1,0 19 0,-3 180-528,0-216 574,0 1 0,0-1 0,0 0 0,0 0 1,0 1-1,0-1 0,0 0 0,-1 0 0,1 0 0,0 0 0,-1 1 0,1-1 0,0 0 0,-1 0 0,0 0 0,1 0 0,-1 0 0,0 0 1,1 0-1,-1 0 0,0 0 0,0 0 0,0 0 0,0-1 0,0 1 0,-1 0 0,-1 0 21,0 0 0,-1 0 0,1-1 0,0 1 0,-1-1 0,1 0 0,0 0 0,-4-1 0,-8 1 54,3-1 127,-17 1 928,28 0-1087,1 0 0,-1 0 0,1 0 1,-1 0-1,0 0 0,1 0 0,-1 1 0,1-1 0,-1 0 0,0 0 0,1 1 0,-1-1 0,1 0 0,-1 1 0,1-1 0,-1 0 0,1 1 0,-1-1 0,1 1 0,0-1 0,-1 1 0,1-1 1,-1 1-1,1-1 0,0 1 0,0-1 0,-1 1 0,1 0 0,0-1 0,0 1 0,0-1 0,0 1 0,-1 1 0,2-2-34,-1 1 0,0-1 1,1 1-1,-1-1 0,1 1 0,-1-1 0,0 0 0,1 1 1,-1-1-1,1 0 0,-1 1 0,1-1 0,-1 0 0,1 0 1,0 1-1,-1-1 0,1 0 0,-1 0 0,1 0 0,0 0 0,-1 0 1,1 0-1,-1 0 0,2 0 0,21 2 93,-18-2-86,167-2-177,-59-7-6568,-81 8-3078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56.2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484 54 496,'0'0'14691,"2"-21"-11335,-3 18-3353,-1 1 1,0 0 0,0 0 0,0 0-1,0 1 1,0-1 0,-1 0 0,1 1-1,-1 0 1,1-1 0,0 1 0,-1 0-1,0 0 1,1 0 0,-1 1 0,-2-2-1,-47-3 19,33 4-2,11 1-14,1-1 0,-1 1 0,1 0 0,-1 1 0,1 0 0,-1 0 0,1 0 0,0 1 0,0 0 0,0 1 1,0-1-1,-10 6 0,5 2 4,1 0 0,-1 0 1,2 1-1,-1 0 0,2 1 1,-1 0-1,2 1 1,0 0-1,0 0 0,1 1 1,1 0-1,0 0 0,-4 17 1,-4 17 55,3 0 0,-10 87 1,11 267 29,12-253-119,-2-120 84,2 4-554,-2-1-1,-2 1 0,-1-1 0,-1 0 0,-2 0 1,-10 31-1,14-56 73,-1 0 1,-1 0-1,1-1 1,-1 1 0,0-1-1,-1 0 1,-9 10-1,-4 3-3162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57.1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0 488,'0'2'18121,"10"-1"-17442,256-1 111,-261 1-1117,-1 0 0,1 0 1,-1 0-1,0 1 1,0-1-1,1 1 0,-1 0 1,0 0-1,6 4 0,-1 0-1235,2 1-2245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57.6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96,'0'0'14403,"66"-6"-14315,-39 3-80,4 0 0,4-1-8,-4 4-16,3 0-192,-3 0-736,11-3-552,-11 3-881,-7-3-3584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58.1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1464,'0'0'14659,"106"0"-14651,-57 6-8,2-2-64,18-1-1224,-10-3-1536,-14 0-5882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1:59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1 980 1456,'0'0'4057,"33"-25"-3731,102-81 563,-129 101-723,1 0 0,-1-1 0,0 1-1,-1-1 1,0 0 0,0 0 0,0-1 0,0 0-1,-1 1 1,0-1 0,-1-1 0,4-9 0,1-3 273,17-35-49,-3 0 0,-3-2 1,-2 0-1,-2-1 0,-3 0 0,-3-1 0,4-97 0,-13 148-382,1-7 4,-2 0 0,1 0-1,-2 1 1,0-1 0,-4-15-1,5 26-2,-1 0-1,1 1 1,-1-1-1,0 1 0,0-1 1,0 1-1,0-1 1,-1 1-1,1 0 0,-1 0 1,0 0-1,0 1 1,0-1-1,0 1 0,0-1 1,0 1-1,-1 0 1,1 0-1,-1 1 0,0-1 1,0 1-1,1 0 1,-8-2-1,2 1 13,1 1-1,-1 0 1,0 0 0,0 0 0,1 1-1,-1 1 1,0-1 0,1 1 0,-1 1-1,1 0 1,-1 0 0,1 1-1,0 0 1,-1 0 0,-10 7 0,13-6 34,0 0 1,0 1-1,0 0 0,1 0 1,0 1-1,0-1 1,0 1-1,1 0 1,-1 1-1,1-1 1,1 1-1,0 0 1,-1 0-1,2 0 1,-1 0-1,1 0 1,0 0-1,0 10 1,-4 30 292,2 0 0,2 0 0,2 0 0,13 91-1,-1-69-263,3 0 0,39 108 0,-46-156-103,0-1 0,2 1 0,0-2 0,16 23 0,-20-32-301,1-2-1,1 1 1,0-1-1,9 7 1,-11-9-384,1-1 1,0-1 0,1 1 0,-1-1-1,1 0 1,8 2 0,13 2-7682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0.0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1 968,'0'0'11341,"16"17"-11261,47 58 8,-60-71-72,0-1-1,0 1 0,-1 0 1,1 0-1,-1 1 1,0-1-1,0 0 0,0 1 1,-1 0-1,0-1 0,0 1 1,0 0-1,0-1 1,-1 1-1,1 0 0,-1 0 1,-1-1-1,0 9 0,0 8 68,1 0 21,0-10-57,0 0 0,0-1 1,-1 1-1,0 0 0,-4 13 0,6-33-15,0-1-1,0 1 1,-1-1 0,0 1 0,-2-13 0,1 12-36,1 0 1,-1 0-1,2 0 1,1-14-1,1 15 0,0 0 1,0 0-1,1 0 0,1 0 0,-1 1 1,1 0-1,1 0 0,-1 0 1,14-13-1,-13 15 3,0 0-1,0 0 1,1 0 0,-1 1 0,1 0-1,1 1 1,-1-1 0,0 2 0,1-1 0,0 1-1,11-4 1,-16 7 1,0-1 1,0 1-1,0 0 0,0 0 1,1 0-1,-1 0 0,0 0 1,0 0-1,0 1 0,0 0 0,-1 0 1,1 0-1,0 0 0,0 0 1,0 0-1,-1 1 0,1-1 0,0 1 1,1 1-1,1 2 3,-1-1 1,1 1-1,-1 0 1,-1 0-1,1 0 1,-1 0-1,0 0 0,5 12 1,0 5 9,-1 0 1,-1 1-1,5 45 1,-6-23-97,-5-32-121,1 0 1,0 0 0,1 0-1,1-1 1,-1 1 0,2-1-1,0 0 1,1 0 0,11 23-1,1-18-3592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0.5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0 419 616,'0'0'13435,"100"-177"-13283,-79 143-104,7 0-40,3 0-8,0 3-440,0 3-568,0 0-561,-7 6-1511,-7 4-1353,-10 5 1272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0.9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0 856,'0'0'15716,"97"115"-15508,-69-78 8,3 1-112,0 2-104,0 0 0,3-5-857,4 5-959,-3-9-888,-8-6-2634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2.5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19 888,'0'0'13619,"83"0"-13475,-55 0-136,6 0 64,4-3-64,7 3-8,0 0-56,20-6-960,-9 3-1089,-15-3-3944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3.2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0 776,'0'0'13838,"-1"0"-13777,0 1 1,0-1 0,0 0-1,1 0 1,-1 0 0,0 0-1,1 1 1,-1-1-1,0 0 1,0 0 0,1 1-1,-1-1 1,0 1 0,1-1-1,-1 1 1,1-1-1,-1 1 1,0 0 0,1 0-51,1 1-1,-1-1 1,1 0 0,0 0 0,-1 0 0,1 0 0,0 0-1,0 0 1,-1 0 0,1 0 0,0 0 0,0 0 0,0-1 0,0 1-1,1 0 1,-1-1 0,0 1 0,0 0 0,0-1 0,0 1-1,1-1 1,-1 0 0,0 1 0,0-1 0,2 0 0,37 7 141,165 0-867,-71-14-2904,-87 1 864,-13-3-1622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3.8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7 880,'0'0'14834,"-3"-2"-14502,-9-3 2467,13 6-2728,-1 1-1,1-1 0,0 0 1,-1 0-1,1 0 1,0 0-1,0 0 1,0 0-1,0 0 0,0 0 1,0 0-1,0 0 1,0-1-1,2 2 1,51 28 50,-40-22-128,1-1 1,-1 2 0,-1 0-1,14 11 1,-23-16-10,0 0-1,-1 0 0,1 0 1,-1 1-1,0-1 0,0 1 1,0 0-1,-1 0 0,1 0 1,-1 0-1,-1 0 0,1 0 1,-1 1-1,1-1 1,-2 0-1,2 7 0,-1-1-3,0-1-1,-1 1 0,0-1 1,0 1-1,-1 0 1,0-1-1,-1 0 1,0 1-1,-1-1 0,0 0 1,-1 0-1,0 0 1,-9 16-1,-49 54-984,41-55-300,2 0 0,0 2 0,-25 48 0,37-58-4688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4.5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229 20 5425,'0'0'10578,"-26"-4"-10145,-80-11 4,104 15-412,1 0-1,-1 0 1,0 0 0,1 0-1,-1 0 1,0 0 0,0 0 0,1 1-1,-1-1 1,1 0 0,-1 1-1,0-1 1,1 1 0,-1 0-1,1 0 1,-1 0 0,1 0 0,0 0-1,-1 0 1,1 0 0,0 0-1,0 0 1,-1 0 0,1 1-1,0-1 1,0 0 0,1 1 0,-1-1-1,0 1 1,0-1 0,1 1-1,-1 0 1,1-1 0,-1 1-1,1-1 1,0 1 0,-1 0 0,1 3-1,-2 4 168,-5 28 115,2 0 0,2 0 0,1 1 0,4 61 0,0-50-264,16 160 18,1 3-5,-17-148-75,0-2-1385,-10 118 1,8-176 1219,0-1 0,-1 1 0,1-1 1,-1 0-1,0 1 0,0-1 0,0 0 0,-1 0 1,1 0-1,-1 0 0,0 0 0,0 0 0,0 0 1,0-1-1,0 1 0,0-1 0,-1 1 0,1-1 0,-1 0 1,0 0-1,0 0 0,1 0 0,-7 2 0,-12 3-2483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4.9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1008,'0'0'18684,"41"-6"-18284,-6 6-8,6 0-272,1 0-48,-1 0-72,4 0-88,-7 0-864,7 0-1664,-14 0-1273,-11 0-2889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5.3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 13 1672,'0'0'14691,"21"-13"-14066,-11 29-313,1 15-24,-8 3-168,1 9-64,-4 4-56,0-1-392,-11 1-528,-20 6-857,7-13-1103,0-12-6506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5.8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1 10570,'0'0'9194,"-7"0"-9202,24 0 16,7 0-8,4 0 104,6 3-104,-3-3-744,4 0-736,-1 0-465,-3 0-591,-3 0-1649,-4 0-3305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6.2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1120,'0'0'16756,"75"-13"-16540,-47 13-96,7 0-112,3 7-8,3 2-320,14-9-1201,-7 0-1663,-10 0-4058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8.3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4 497 40,'-3'28'15707,"9"-60"-14129,4 16-1549,1-1 0,0 2 0,25-26 0,1-1-26,83-116-200,-95 122-688,-2-2 0,27-59 0,-48 94 619,-1 0 0,0 0-1,0 0 1,0 0-1,0 0 1,0 0-1,-1 0 1,1-4 0,-18 5-6392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8.7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0 776,'0'0'14093,"5"9"-13736,44 67 342,-26-44-393,31 57 0,-10 21-147,-30-69-152,3-2 0,30 54 0,-43-85-137,1-1 0,0 0 0,1 0 0,0 0 0,0-1-1,10 9 1,-12-12-393,0-1-1,0 1 0,0-1 0,0 0 1,1 0-1,-1 0 0,1-1 0,-1 1 1,1-1-1,-1 0 0,1 0 0,0-1 1,5 1-1,12-1-7462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09.3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1480,'0'0'13507,"38"-28"-13419,-21 28 24,7 0-24,0 0-80,7 0-8,14 0-456,-3 0-1240,-8 0-2353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10.0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41 776,'0'0'13372,"0"-8"-12762,0-18-17,0 20 11,0 23-372,0 350-1869,-3-366 1635,0 0 1,1 0-1,-1 0 1,0-1-1,0 1 1,0-1-1,0 0 1,0 0-1,0 0 1,-4-1-1,6 1 1,-48 0 1180,68 0-1343,184 0-2320,-188 0 455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38.1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0 134 624,'0'0'13976,"4"-20"-13353,13-63-316,-7 53-80,-10 30-225,0 0 0,1 0 1,-1 0-1,0 0 1,1 0-1,-1 1 1,0-1-1,0 0 0,1 0 1,-1 0-1,0 1 1,0-1-1,1 0 1,-1 0-1,0 0 0,0 1 1,0-1-1,1 0 1,-1 1-1,0-1 1,0 0-1,0 1 0,0-1 1,0 0-1,0 0 1,1 1-1,-1-1 1,0 0-1,0 1 1,0-1-1,0 0 0,0 1 1,0-1-1,0 0 1,0 1-1,-1-1 1,1 0-1,0 1 0,60 272 266,-12-69-3468,-36-133-765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38.5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0 728,'0'0'11779,"21"75"-11387,-15-29-264,-2 7-48,-1 6-80,-3 3 8,4 0-16,-1 13-912,1-19-1089,-4-16-2592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39.1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0 440,'0'0'16372,"2"16"-16278,2-10-73,0 0 0,0 0 1,0-1-1,1 0 0,0 0 0,0 0 0,8 6 0,46 30 122,-46-32-137,17 11 98,49 24 1,-68-39-72,1 0 0,-1-1 0,1 0 1,0-1-1,0 0 0,1-1 0,-1 0 1,14-1-1,-21-1 16,1-1 0,-1 1 0,0-1 1,0 0-1,0-1 0,1 1 0,-1-1 1,-1 0-1,1-1 0,0 1 0,5-4 0,46-40 66,-26 20-123,-18 16-97,56-40-1122,-61 46 328,1 0-1,-1 0 1,1 1-1,12-4 1,2 5-5180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4.5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398 180 12491,'0'0'5532,"2"-28"-5088,7-85 244,-9 85-264,0 28-409,0 0 0,0 0-1,0-1 1,0 1 0,0 0 0,0-1 0,-1 1 0,1 0 0,0 0 0,0-1 0,0 1 0,0 0 0,0 0 0,-1-1 0,1 1 0,0 0 0,0 0-1,0 0 1,-1-1 0,1 1 0,0 0 0,0 0 0,-1 0 0,1 0 0,0-1 0,0 1 0,-1 0 0,1 0 0,0 0 0,-1 0 0,-11-2 182,-1 1 0,1 0 0,-1 1 0,1 0 0,0 1 0,-1 0 0,1 1 0,0 1 0,0 0 1,0 1-1,0 0 0,0 0 0,-20 12 0,13-4-72,0 0 0,1 1 0,1 1 1,0 1-1,1 0 0,-15 18 0,23-22-68,0 0 0,0 1 1,1-1-1,0 1 0,1 1 0,0-1 1,1 1-1,1 0 0,0 0 0,-4 27 1,6-14-52,1 1 1,1-1 0,1 0-1,1 0 1,2 0 0,0 0-1,2-1 1,1 1 0,18 44-1,35 89-102,-50-127 6,-2-1 0,-1 1-1,3 41 1,-6-15-138,-5 87 1,-2-113 38,-1 0-1,-1-1 1,-2 0-1,-14 41 1,11-43-244,4-10-319,0 0-1,-2-1 1,0 0 0,0 0-1,-2-1 1,-12 16-1,14-24-1855,1-7-380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4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0 143 13339,'0'0'7385,"245"-81"-7032,-158 63-233,2-1-120,-6 7 0,-11 2-56,-13 7-1017,-17 3-551,-15 0-793,-13 6-519,-7 7-1689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7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 3849,'0'0'15147,"21"186"-15051,-21-133-96,0 3 0,0-4-8,-28 11-808,4-14-1497,-7-12-2840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9.9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231 0 672,'0'0'14917,"-11"17"-14625,1-3-205,-66 106 619,55-82-420,2 0 1,2 1-1,1 2 0,2-1 0,2 2 0,1 0 1,3 0-1,1 0 0,-2 76 0,9-82-248,8 58-1,-5-78-42,0-1 0,1 0-1,1 0 1,0 0 0,1 0 0,9 15 0,0-5-696,2-1 0,0 0 0,1-2 0,2 0 0,0-1 0,33 26 0,-7-7-4461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50.3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0 537 1096,'0'0'13299,"121"-173"-13091,-80 123 48,1-6-240,-1 3 96,-3 4-112,-7 5-16,-3 7-112,-14 3-872,-7 12-1096,-7 3-3234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50.6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1568,'0'0'15708,"217"155"-15324,-165-115-312,-4 1 32,0-1-104,-3-3-88,-3-6-456,-1-6-1217,-13-6-375,-8-7-2417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51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11226,'0'0'5242,"138"186"-4594,-90-121-376,-6 1-264,-11 2-8,-10-3 64,-21 0-136,0 0-168,-14-2-216,-28-4-809,-6-4 593,-11 8-448,15-17-1241,6-12-6889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51.3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13691,'0'0'8770,"196"0"-8818,-158 0-120,0 0-808,11 0-833,-11 0-1231,-11 0-1850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51.7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13795,'0'0'10554,"120"37"-10554,-75-37 80,3 0-168,15 3-1008,-15 0-1489,-10 0-3576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1.2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252 209 408,'0'0'9010,"30"-30"-8068,93-93 102,-66 68 2123,-60 62-1752,-26 38-1281,-2-2 1,-3-1-1,-40 41 0,31-36-108,-13 14-27,17-20 1,1 2 0,-49 74 0,82-110-45,2 1 1,-1-1 0,1 1 0,0-1 0,0 1-1,-2 16 1,5-22 24,-1 0-1,1 1 0,0-1 1,-1 0-1,1 0 1,0 1-1,1-1 0,-1 0 1,0 0-1,1 1 1,-1-1-1,1 0 0,0 0 1,-1 0-1,1 0 1,0 0-1,1 0 0,-1 0 1,0 0-1,0 0 0,1 0 1,-1-1-1,1 1 1,-1 0-1,1-1 0,0 1 1,0-1-1,3 2 1,7 2-206,0-1 1,1 0 0,-1-1-1,1 0 1,14 1-1,72 3-1142,-47-5 544,111 4-288,-160-6 1145,-1 0 0,0 0 1,1-1-1,-1 1 1,0-1-1,1 0 0,-1 0 1,0 1-1,0-1 1,0-1-1,0 1 0,0 0 1,0-1-1,0 1 1,0-1-1,0 1 1,0-1-1,-1 0 0,1 0 1,1-3-1,4-5 86,-2 0-1,0 0 1,6-15-1,9-17 1719,-16 40-400,-2 9-1084,-1 12-196,-1 28-228,8 182 1276,-4-200-1862,15 54-1,-14-66-304,1 0 1,1 0-1,1-1 0,11 18 0,-5-14-4334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1.6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0 590 1280,'0'0'14419,"69"-59"-14411,-38 28 48,4-9-56,9-6 48,5-10-48,-1-6-8,4-10-304,10-18-1080,-10 16-584,-18 15-2473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2.0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10506,'0'0'7274,"214"164"-7130,-180-114 8,1 3-104,-4-1 0,0-2-48,3-10-8,4-8-632,11-23-1225,-8-9-1951,-6 0-6323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2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4785,'0'0'12347,"197"-3"-14548,-156 3-1048,-6 0-5440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2.8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12779,'0'0'3817,"29"3"-5560,90 12 1017,-116-14 696,0-1 1,-1 0-1,1 1 0,-1-1 1,1 1-1,-1 0 0,1 0 1,-1 0-1,1 0 0,-1 0 1,0 1-1,0-1 0,0 1 1,0-1-1,0 1 0,3 3 0,-4-4 22,0 1-1,-1-1 0,1 1 0,-1-1 1,0 1-1,1-1 0,-1 1 0,0-1 0,0 1 1,0 0-1,0-1 0,0 1 0,0-1 0,-1 4 1,0 5 11,1-5 4,0-1 0,0 1 0,0 0 1,-1 0-1,1 0 0,-1 0 0,0-1 1,-1 1-1,1 0 0,-1-1 0,0 1 1,0-1-1,0 0 0,-1 0 0,0 0 1,1 0-1,-1 0 0,-1 0 0,1-1 1,0 1-1,-1-1 0,-5 4 0,9-7-4,0 0 1,0 0-1,-1 0 0,1 0 0,0 0 0,0 0 0,0 0 0,0 0 0,0 0 1,0 1-1,0-1 0,-1 0 0,1 0 0,0 0 0,0 0 0,0 0 0,0 0 1,0 1-1,0-1 0,0 0 0,0 0 0,0 0 0,0 0 0,0 0 0,0 1 1,0-1-1,0 0 0,0 0 0,0 0 0,0 0 0,0 0 0,0 1 0,0-1 1,0 0-1,0 0 0,0 0 0,0 0 0,0 0 0,0 1 0,0-1 0,0 0 1,0 0-1,1 0 0,-1 0 0,0 0 0,0 0 0,0 0 0,0 1 0,0-1 1,0 0-1,13 3 42,21-2-67,-28-1 37,18-1-14,-16 0-1,1 1 0,0 0 0,0 0 0,15 3 0,-22-2 0,0-1 0,0 1 0,0 0 0,0 0 0,1 0 0,-1 0 0,0 0 0,-1 0 0,1 1 0,0-1 0,0 1 0,0-1 0,-1 1 0,1 0 0,-1-1 0,1 1 0,-1 0 0,0 0 0,0 0 0,0 0 0,0 0 0,1 4 0,1 3 49,-1-1-1,0 1 1,0 0 0,-1 0 0,0 0-1,-1 0 1,0 1 0,0-1-1,-2 10 1,1-13 36,0-1 0,-1 1 0,0-1 0,1 0 0,-2 0 1,1 1-1,0-1 0,-1 0 0,0-1 0,0 1 0,-1 0 0,1-1 0,-1 0 0,0 0 0,-8 7 0,3-5-31,0 0 0,0-1-1,-1 0 1,1 0-1,-1-1 1,0 0 0,0-1-1,-1 0 1,-17 2 0,-28-1-2999,42-4-1912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3.2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14683,'0'0'4961,"221"0"-5409,-162 0-784,17 0-232,-11 0-1065,-10 0-2664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1.7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111 110 680,'0'0'15477,"-17"-10"-14512,-18-30-2329,29 31-15,-1 1 1,0 0-1,-14-14 1,4 10-2401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2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373 128 464</inkml:trace>
  <inkml:trace contextRef="#ctx0" brushRef="#br0" timeOffset="1">373 128 464,'-220'-118'648,"202"118"4985,8 0-2552,-4 0-1601,4 0 1,-4 0-609,4 0-272,3 0-424,-4 0-56,4 0-120,1 0-8,-12 0-968,5-7-1345,-1 4-2192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2.4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359 1 760,'0'0'10470,"-15"1"-10479,-3 0-206,9-1-162,0 0 1,1 1-1,-1 0 1,0 1 0,-14 4-1,-11 4-5274,-59 18 11071,30-7-3708,58-19-1818,0 1 0,0-1-1,1 1 1,-1 0 0,1 0 0,0 1 0,0-1 0,0 1 0,0 0 0,-3 4 0,-1 3-1848,-1 1-712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2.9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82 0 496,'0'0'11363,"0"28"-9751,-8-9-1134,-20 32-1,20-37-370,0-1 0,1 1-1,1 1 1,-7 20-1,12-32-97,0 0 0,1 0 0,-1 0 0,1 0 0,0 0 0,0 0 0,0 0 0,1 4 0,-1-6 11,0-1 0,0 1 0,1 0-1,-1 0 1,0 0 0,1-1 0,-1 1-1,1 0 1,-1-1 0,1 1 0,-1 0-1,1-1 1,-1 1 0,1 0 0,0-1-1,-1 1 1,1-1 0,0 1 0,-1-1-1,1 0 1,0 1 0,0-1-1,0 0 1,-1 1 0,1-1 0,0 0-1,0 0 1,0 0 0,1 0 0,119 2 1517,-64-3-1301,-55 2-225,1 0 1,-1 0-1,0 0 0,0 1 0,0-1 0,0 1 0,0-1 0,0 1 0,0 0 0,0-1 0,0 1 0,-1 0 0,2 3 0,13 11 10,3-2-560,7 3-3872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6.2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 5089,'0'0'10522,"72"-22"-10426,-34 22-96,3 0-8,4 0-344,21 0-952,-14 0-1049,-8 0-4488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6.8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38 1240,'0'0'12714,"0"-7"-12150,0 0-502,-1-15 239,3 21-137,1 16-40,19 86-112,-4 1 0,7 189 0,-25-275-82,0 0 0,-1-1 0,-1 1 0,-1 0 0,-7 25 0,7-34 63,1-1-1,-1 0 1,0 1-1,-1-1 1,1 0 0,-1 0-1,-1-1 1,1 1-1,-1-1 1,0 0-1,0 0 1,0-1-1,-1 0 1,1 0-1,-10 5 1,7-4-11,6-4 22,1 1 0,-1-1 0,-1 0 0,1 0 0,0 0-1,0 0 1,0 0 0,0-1 0,-1 1 0,-2 0 623,17-1 109,110-2 368,1 1-3666,-98 1-1276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7.7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36 4961,'0'0'10601,"33"-7"-10214,105-19-43,-132 25-309,1 1 1,-1-1-1,1 1 0,-1 0 1,1 0-1,-1 1 1,1-1-1,-1 2 1,1-1-1,-1 1 0,7 2 1,-8-1 16,1 0 0,-1 1 0,0 0 0,0-1 0,-1 2 0,1-1 0,5 7 0,-3-4 8,1 3 17,0 0-1,0 0 1,-1 1-1,0 0 1,0 0-1,-2 1 1,1-1-1,-1 1 1,-1 1-1,5 24 1,-3-2-12,-2 1 0,-2 61 1,-2-86-60,-1 0 1,-1 0 0,0-1-1,-1 1 1,0-1-1,0 1 1,-1-1-1,0 0 1,-1 0-1,-1 0 1,1-1 0,-1 0-1,-14 16 1,4-7 2,0-1 0,-1-2 1,-1 1-1,-1-2 1,-30 19-1,41-28-11,0-1 0,0 0 0,0 0 0,-1-1 0,0 0 1,1 0-1,-1-1 0,0 0 0,0-1 0,0 0 0,-10 0 0,18-1-14,-1 0-1,0 0 1,1-1 0,-1 1-1,1 0 1,-1-1-1,1 1 1,-1-1-1,1 0 1,-1 1 0,1-1-1,-1 0 1,1 0-1,0 0 1,0 0-1,-1 0 1,1 0-1,0 0 1,0-1 0,0 1-1,0 0 1,0-1-1,0 1 1,1 0-1,-1-1 1,0 1 0,1-1-1,-1 1 1,1-1-1,0 1 1,-1-3-1,-1-7-50,1 1 0,0 0-1,1-20 1,1 16 53,-1 7 7,1 0 1,0 0-1,0 0 1,1 0-1,0 0 1,0 1 0,1-1-1,-1 1 1,2-1-1,-1 1 1,1 0-1,-1 0 1,2 1-1,-1-1 1,7-6-1,-8 9 9,1 0 0,-1 0 1,0 0-1,1 0 0,0 1 0,0-1 0,0 1 0,0 0 0,0 0 0,0 0 0,0 1 0,1 0 0,-1-1 0,0 2 0,1-1 0,-1 0 0,1 1 0,-1 0 0,1 0 0,-1 0 0,1 1 0,-1-1 0,1 1 0,-1 0 0,7 2 0,-6 0 31,-1-1 0,1 1-1,-1 0 1,1 1 0,-1-1 0,0 1-1,0-1 1,0 1 0,4 6 0,32 48 244,-17-23-148,-18-27-48,1 0 1,0-1-1,0 0 0,1 0 1,0 0-1,0-1 1,0 0-1,1 0 1,0-1-1,0 0 1,0-1-1,1 0 1,-1 0-1,1 0 1,0-1-1,0-1 1,1 1-1,-1-2 1,0 1-1,18 0 1,-19-2 99,10 0 1146,-18 0-1325,1 0 0,-1 0 0,0 0 0,1 0 0,-1 0 0,1 0 0,-1 0 0,0 0 0,1 0 0,-1 0 0,0-1 0,1 1 0,-1 0 0,0 0 0,1 0 0,-1-1-1,0 1 1,1 0 0,-1 0 0,0-1 0,0 1 0,1 0 0,-1-1 0,0 1 0,0 0 0,0 0 0,1-1 0,-1 1 0,0-1 0,0 1 0,0 0 0,0-1 0,0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9.5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1 534 904,'0'0'16738,"1"-3"-16272,15-26-194,0 0 0,28-34 0,3-6-227,137-214-3323,-177 274 2570,11-20-756,-13 10-2682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29.8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1136,'0'0'17391,"5"16"-16783,0-3-514,-3-4-50,1 1 0,1-2 1,0 1-1,0 0 0,0-1 0,1 0 0,1 0 1,-1 0-1,14 13 0,72 73 86,124 113-39,-209-201-148,1-1-1,1-1 1,-1 1 0,14 5-1,15 3-5973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38.5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1072,'0'0'13054,"46"0"-7880,14 0-7385,29 0-5227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39.3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138 0 1008,'0'0'12104,"1"1"-12071,-1-1 1,1 0-1,-1 0 0,0 0 0,1 0 0,-1 1 1,0-1-1,1 0 0,-1 0 0,0 1 0,1-1 1,-1 0-1,0 1 0,0-1 0,1 0 0,-1 1 1,0-1-1,0 0 0,0 1 0,1-1 0,-1 0 1,0 1-1,0-1 0,0 1 0,0-1 0,0 0 1,0 1-1,0-1 0,0 1 0,0-1 0,0 0 1,0 1-1,0-1 0,0 1 0,0-1 0,0 0 1,0 1-1,-1 0 0,-2 7 84,0-1 1,-1 1-1,0-1 0,0 0 0,-1 0 0,0 0 1,0 0-1,-1-1 0,-10 9 0,-10 14 263,19-21-340,1 0 0,-1 1 0,2 0 0,-1 0 0,1 0 0,1 1 0,-1-1 0,2 1 0,-1 0 0,1 0 1,1 1-1,0-1 0,0 0 0,0 22 0,3-31-68,-1 1 0,0 0 1,1 0-1,-1-1 0,1 1 1,-1 0-1,1-1 0,0 1 1,0-1-1,0 1 1,0-1-1,0 1 0,0-1 1,0 1-1,0-1 0,0 0 1,1 0-1,-1 0 0,1 1 1,-1-1-1,1-1 1,-1 1-1,1 0 0,-1 0 1,1 0-1,0-1 0,-1 1 1,1-1-1,0 0 0,2 1 1,10 1-174,-1 0 0,1 0 1,14-2-1,-5 1-108,47 2-855,-69-4 1166,0 1 0,0 0 0,0-1 1,0 1-1,-1-1 0,1 1 0,0-1 0,0 1 0,0-1 1,-1 0-1,1 1 0,0-1 0,-1 0 0,1 0 1,0 1-1,-1-1 0,1 0 0,-1 0 0,1 0 0,-1 0 1,0 0-1,1 0 0,-1-1 0,9-32 38,-5 20-1,-1 4 54,7-13 1791,-10 371-2635,2-293-1045,6-15-2062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4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281 63 1096,'0'0'14461,"3"-14"-13733,13-34-140,-18 58-506,-1 0 1,0 1-1,0-1 1,-1 0-1,-1-1 0,-7 14 1,-41 59 232,31-51-222,-34 48 93,22-32 47,-44 79-1,73-117-226,2 0 1,-1 1-1,1-1 0,1 1 0,-3 14 0,4-21-14,1-1 0,-1 1 0,1-1 0,0 1 1,0 0-1,0-1 0,0 1 0,0-1 0,1 1 0,-1-1 0,1 1 0,-1-1 0,1 0 0,0 1 0,0-1 0,0 0 0,1 1 0,-1-1 0,0 0 0,1 0 1,-1 0-1,1 0 0,0 0 0,0-1 0,0 1 0,2 1 0,6 2-94,1-1 1,0 0-1,1-1 1,-1 0-1,0-1 1,1 0-1,11 0 1,91 0-1028,-72-3 528,138 14-1454,-173-36 2267,-6 20-188,2-11 47,-2 7 1,0-1 0,1 0 0,0 1 0,0-1 0,1 1 0,0-1 0,1 1 0,-1 0 0,6-7 0,-8 22 323,-1 318 294,0-312-857,1-1-1,0 1 1,1 0-1,5 20 1,16 21-3288,-9-31-2027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4.4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0 534 7850,'0'0'8025,"132"-124"-8017,-88 77 64,1-2-72,0-1-48,3-6-272,-6 3-488,3-12-384,-11 12-825,-13 16-2495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4.8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1528,'0'0'16236,"134"93"-16236,-92-62 104,-1 3-104,1 4 8,-5 2-8,-2 0-96,6 16-1048,-10-9-1361,-6-16-1864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5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25 5233,'0'0'14059,"127"-3"-14059,-78 0 0,-1 0-376,11-3-1448,-11 2-825,-13-2-3264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25.7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 3169,'0'0'10183,"34"4"-10111,106 15-53,-88-6-14,-31 3 4,-14-9 2,-3-3 27,-1-1 0,0 1 0,0 0 0,0 0 0,0 1 0,-1-1 0,1 0 0,-1 1 0,0-1 0,-1 1 0,1 0 0,-1 0 0,0 0 0,0 5 0,1 9 143,-1 1-1,-2 25 1,0-25-198,-1-8 25,0 0 0,0 0 0,-1 0 0,-1 0 0,0-1 1,0 1-1,-1-1 0,-1 0 0,0 0 0,0-1 0,-1 0 0,-11 13 0,7-11-4,1 0-1,-2 0 1,0-1 0,0-1-1,-1 0 1,0-1 0,0 0-1,-1-1 1,-16 7-1,26-13-33,-1 0 0,0 0 0,1-1 0,-1 0 0,0 0 0,0 0 0,0-1 0,-8 1 0,11-1-9,1 0-1,0-1 1,-1 1-1,1 0 1,0-1-1,-1 1 1,1-1 0,0 0-1,0 1 1,0-1-1,0 0 1,0 0-1,0 1 1,0-1-1,0 0 1,0 0-1,0 0 1,0 0 0,0 0-1,0 0 1,1-1-1,-1 1 1,1 0-1,-1 0 1,1-1-1,-1 1 1,1 0-1,-1 0 1,1-1-1,0 1 1,0 0 0,0-3-1,-2-8-239,2 0-1,-1 0 1,1 0 0,1 0 0,0 0-1,1 0 1,0 1 0,5-16-1,-5 23 356,-1 1-1,1-1 0,0 0 1,0 1-1,0-1 0,1 1 1,-1 0-1,1-1 0,0 1 1,-1 0-1,2 1 0,-1-1 1,0 1-1,0-1 0,1 1 0,-1 0 1,1 0-1,0 0 0,0 1 1,-1-1-1,1 1 0,0 0 1,0 0-1,0 0 0,0 1 1,1 0-1,-1-1 0,4 2 1,-1-1 127,0 2 0,0-1 0,-1 1 0,1 0 0,-1 0 0,1 1 0,-1 0 0,0 0 0,0 0 0,0 1 0,6 5 0,22 12 149,-15-13-541,0-1 0,0-1 0,0 0 0,1-1 0,-1-2 0,1 0 0,0-1-1,0 0 1,30-3 0,-16 1-3429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1.7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 1168,'0'0'13394,"0"-4"-13046,0-2-270,0 13 22,1 33 123,0 39-3,2 13-1071,11 161-6442,-13-232 834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32.1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 9162,'0'0'8498,"128"-50"-8346,-80 44-56,4 3-96,6 3-64,8 0-856,17 0-1001,-11 0-1151,-17 0-7131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57.1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 0 656,'0'0'4601,"-14"0"-3425,11 0-880,-1 0-120,-6 0-176,0 0-8,-4 0-56,0 0 64,-3 0-152,3 3-520,4 0-448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57.5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380 38 856,'-248'-12'7498,"241"9"-5098,0 3-1207,3-4-97,-2 4-568,2-3 8,-3 3-280,0-3-184,0 0-72,1 0 48,-5 3-144,-13-3-816,7 3-1057,-7-3-4104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57.8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449 1 640,'0'0'12161,"-18"2"-11882,9-1-595,-67 13 958,64-11-1799,1 1-1,0 0 0,-14 8 0,-18 4-1810,-26-2 6033,0-1 1736,26 4-4683,16 7-3951,8-5-154,3-7-376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58.2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211 0 960,'0'0'4122,"-16"10"-3641,0 0-285,-103 70 2467,112-75-2297,0 1 1,1 0-1,-11 14 1,-2 8-2825,15-19-1323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3:58.7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 0 776,'3'0'7979,"-2"0"-7909,-1 0 0,1 0 0,-1 0 0,1 0-1,-1 0 1,1 0 0,-1 0 0,1 1 0,-1-1 0,1 0 0,-1 0-1,1 0 1,-1 1 0,1-1 0,-1 0 0,1 0 0,-1 1-1,1-1 1,-1 0 0,0 1 0,1-1 0,-1 0 0,0 1 0,1-1-1,-1 1 1,0-1 0,1 1 0,-1-1 0,0 1 0,1 0 0,0 21 1161,-1-12-1368,-1-4 223,0 1 1,0-1 0,-1 1 0,1-1 0,-1 1 0,-1-1 0,1 0 0,-1 0 0,-5 8 0,5-8 42,-1 0 1,1 0-1,0 1 1,1 0-1,-1-1 1,1 1-1,1 0 1,-1 0-1,0 11 1,2-17-53,22-1 398,-6-1-419,0 1 1,1 1-1,-1 1 1,0 0-1,0 1 0,0 1 1,18 6-1,-21-5 35,0-1-1,1 0 1,-1-1 0,1-1-1,-1 0 1,21 0 0,-34-2 42,0 25-3312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01.5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1 1776,'0'0'13549,"-4"6"-13532,2-1-15,-1 1 0,0 0 0,1 0 0,0 0 0,1 1 0,0-1 0,-1 0 0,2 1 0,-1 8 0,4 68 4,1-33-5,-5 46-500,-1-60-249,2 1 0,2-1 0,1 0 0,9 42 0,-5-57-3485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01.9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35 680,'0'0'17093,"2"-5"-16073,1 3-926,0-1-1,0 0 0,0 1 0,0 0 0,0 0 1,1 0-1,-1 0 0,1 0 0,-1 1 0,1-1 1,-1 1-1,1 0 0,0 0 0,0 1 0,0-1 1,7 0-1,16 0-43,36 2 1,-25 0-180,70-1-3579,-38 0-3063,-48 0-291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17.1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91 450 624,'0'0'10249,"24"-6"-9552,77-23-255,-91 26-341,0-1 1,0 0-1,0-1 1,-1 1-1,1-2 1,-1 1-1,-1-2 1,1 1-1,-1-1 0,0 0 1,0-1-1,-1 1 1,0-2-1,-1 1 1,0-1-1,0 0 1,0 0-1,7-18 0,-8 12-64,0 0-1,-1-1 0,0 1 0,-2-1 1,1 1-1,-2-1 0,0 0 0,-1 0 0,-1 0 1,-4-25-1,4 37-25,0 0 0,0 1 0,-1-1 0,1 0 0,-1 1-1,0 0 1,0-1 0,-1 1 0,1 0 0,-1 0 0,1 0 0,-1 0 0,0 1 0,0-1 0,0 1 0,-1 0 0,1 0 0,0 0 0,-1 0 0,1 0 0,-1 1 0,0-1 0,0 1 0,1 0 0,-5 0 0,-1-1-1,0 0 0,-1 1 1,1 0-1,0 1 0,0 0 1,-1 0-1,1 1 0,0 0 0,-18 5 1,18-3-4,1 1 1,-1 0-1,1 1 1,-1 0-1,2 0 1,-1 1-1,0 0 1,1 1-1,0-1 1,1 1-1,-1 1 1,1-1-1,-9 16 1,9-12-9,0 0 0,0 0 0,1 0 0,1 1 0,0 0-1,0 0 1,1 0 0,1 0 0,0 0 0,0 18 0,1-20 1,1 0-1,1 0 1,0 0-1,0 0 1,5 17 0,-4-23-13,0 0 0,-1-1 1,1 1-1,0-1 0,0 0 1,1 0-1,-1 0 0,1 0 1,0 0-1,-1 0 0,1-1 0,1 1 1,-1-1-1,0 0 0,0 0 1,1 0-1,5 2 0,-10-4-12,0 0 0,0-1 0,0 1-1,1 0 1,-1 0 0,0 0 0,0 0 0,0 0-1,1 0 1,-1 0 0,0 0 0,0 0-1,0 0 1,0 0 0,1 1 0,-1-1-1,0 0 1,0 1 0,1-1 0,-1 0-1,0 1 1,0-1 0,0 2 0,-18 19-80,-7 35 169,14-14 76,1 1 1,2 0-1,2 1 1,2 0 0,1 0-1,4 49 1,0-83-54,0 1 1,1-1 0,0 0-1,1 0 1,0 0-1,1 0 1,0 0 0,0-1-1,1 1 1,9 15-1,-9-19-46,0-1-1,0 1 1,1-1-1,-1 0 1,1 0-1,1 0 1,-1-1-1,1 0 0,-1 0 1,1 0-1,0-1 1,1 1-1,-1-2 1,1 1-1,-1-1 0,11 3 1,-4-3-36,0 0 1,1 0 0,-1-1-1,0-1 1,1 0 0,-1-1-1,0-1 1,0 0-1,1-1 1,-1 0 0,-1-1-1,1 0 1,-1-1-1,1 0 1,-1-1 0,-1-1-1,1 0 1,-1 0-1,-1-1 1,1 0 0,16-18-1,-16 14-5,-1 1-1,-1-1 0,1-1 0,-2 0 0,0 0 0,-1-1 1,0 1-1,-1-2 0,0 1 0,-1-1 0,-1 1 1,0-1-1,-1-1 0,-1 1 0,-1 0 0,0-1 1,0 1-1,-4-27 0,2 35 11,0 1 1,-1 0-1,0 0 0,0-1 1,0 1-1,-1 0 0,0 1 1,0-1-1,-1 0 0,1 1 1,-1 0-1,-9-10 0,6 9-5,0-1-1,-1 1 0,0 1 1,0-1-1,-1 1 0,1 1 0,-1 0 1,-10-4-1,3 3-35,-1 1 0,0 0 0,1 1-1,-1 1 1,0 0 0,0 1 0,0 1 0,0 1-1,-29 4 1,38-3-56,1 0-1,0 0 1,-1 0-1,1 1 1,0 0-1,1 0 1,-1 1 0,0 0-1,1 0 1,0 0-1,0 1 1,0 0-1,1 0 1,0 1-1,-1-1 1,2 1-1,-1 0 1,1 1-1,0-1 1,-5 12 0,3-2-744,0 0 1,1 1 0,1-1-1,1 1 1,0 0 0,1 0-1,0 32 1,2 6-6805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17.8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0 481 160,'0'0'15745,"12"-10"-15695,24-22-15,-1-1 0,35-45-1,-4-15-678,63-115-1,-125 200 49,-3 7 371,0 0-1,0 0 0,-1 0 0,1-1 1,-1 1-1,1 0 0,-1 0 0,1 0 1,-1-1-1,1 1 0,-1 0 0,0-3 1,-31 15-11015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18.1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1072,'0'0'16092,"111"133"-15836,-77-102-248,1 3 80,3 1-88,-4-1-88,-3 3 80,-3 0-928,-1-3-353,5 7-919,-5-10-689,-6-9-5585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18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2713,'0'0'14299,"162"-25"-14531,-110 25-1217,-11 0-1383,-10 3-5410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19.1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4385,'0'0'14291,"19"0"-14454,63-2-151,-77 2 266,-1 0 0,0 0 0,0 1 0,1-1 0,-1 1 0,0 0 0,0 0 0,0 0 0,0 1 0,0-1 0,0 1 0,0 0 1,6 5-1,-8-6-21,0 1 1,0 0-1,0 0 1,0 1-1,-1-1 1,1 0-1,-1 1 1,1-1-1,-1 0 1,0 1-1,0 0 1,0-1-1,-1 1 1,1-1-1,0 1 1,-1 3-1,0 1-37,0-1 0,0 0-1,-1 0 1,0 1 0,0-1-1,0 0 1,-1 0 0,0 0-1,-1 0 1,1-1 0,-1 1-1,0 0 1,0-1 0,-7 9-1,2-6 152,0 1 0,-1-1-1,-11 8 1,-8 6 917,30-22-933,0-1 0,-1 1 0,1-1 0,0 0 0,-1 1 1,1-1-1,-1 0 0,1 0 0,-1 0 0,1 0 0,1-1 0,4-4-16,1 2-11,0 1-1,0-1 1,0 1-1,0 1 1,0-1-1,1 1 1,-1 1-1,1 0 1,13 0-1,-20 1-4,-1 0 0,1 0 0,-1 0 1,1 0-1,0 1 0,-1-1 0,1 1 0,-1-1 0,1 1 0,-1 0 0,0-1 1,1 1-1,-1 0 0,0 0 0,1 0 0,-1 0 0,0 0 0,0 0 0,0 0 0,1 2 1,1 1-7,-1-1 1,0 1-1,0 0 1,-1 0 0,1 0-1,-1 0 1,2 6 0,0 7-2,-1 0 0,-1 32 0,-1-47 12,0 6 53,0 1 0,-1 0-1,0-1 1,0 1-1,-1-1 1,0 1-1,0-1 1,-1 0-1,-1 0 1,1 0-1,-1 0 1,0-1-1,-1 1 1,0-1-1,0 0 1,-1-1 0,1 1-1,-1-1 1,-1 0-1,1-1 1,-1 1-1,0-1 1,0 0-1,-1-1 1,1 0-1,-1 0 1,-10 3-1,11-5 39,-1 1 1,0-1-1,0 0 0,0-1 0,-11 1 0,18-2-233,-1 0 0,0 1 0,0-1 0,1 0 0,-1 0 0,0-1 0,0 1 0,0 0 0,1-1 0,-1 1 0,0-1 0,1 1 0,-1-1 0,0 0-1,1 1 1,-1-1 0,1 0 0,-1 0 0,1 0 0,-1-1 0,1 1 0,0 0 0,0 0 0,0-1 0,-1 1 0,1-1 0,1 1 0,-1-1 0,-1-1 0,-2-15-7379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24.0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12139,'0'0'7041,"93"-3"-7449,-45-1-96,8 1-280,6-3 56,-4 3-481,15-3 121,-15 0-1384,-13 2-3362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25.9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1504,'0'0'14722,"4"-1"-14707,242-17 119,-129 12-518,-78 6 231,-35 14 302,-2 219 1123,-4-168-1241,-7 101 28,2-80-1171,7 113 0,8-161-1964,7-17-3460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26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1608,'0'0'16796,"35"0"-16140,-4 0-264,3 0-208,4 0-144,4 0 136,3 0-352,10 0-1256,-10 0-2641,-11 0-6537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26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1 441 208,'0'0'14821,"11"-3"-14755,-4 1-51,0 1-13,-1-1 0,0 0 0,1 0 0,-1 0 0,0-1 0,-1 0 0,1 0 0,0-1-1,-1 1 1,9-9 0,40-48-17,-4-2-1,-2-3 0,47-84 1,-88 139-346,11-21 447,-13 9-5459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27.3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11394,'0'0'7149,"26"22"-6805,86 72-199,-65-56-38,75 44 0,-55-38-418,-21-4-1472,-39-32 469,1-1 0,0 0 0,0 0 0,16 9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36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1 328,'0'0'16644,"-3"0"-16644,23 0 304,8 0-256,-1 0 48,5 0-88,-1 0-8,0 0 0,17 0-768,-3 0-1521,-7 0-2120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37.8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 1 3673,'0'0'11622,"30"0"-11546,95 0-60,-119 0-21,1 0 0,-1 0 0,1 1 0,-1 0 0,0 0 0,0 1 0,12 4 0,-16-5 14,1 0 1,-1 1-1,1-1 1,-1 1-1,0-1 0,0 1 1,0 0-1,0 0 1,0 0-1,0 0 1,0 0-1,-1 0 1,2 4-1,0 1 58,-1 0-1,0 0 1,-1-1 0,1 2-1,-1-1 1,-1 0 0,0 0 0,0 0-1,-1 13 1,0 7 233,1-3-266,-1-1-1,-1 0 1,0 0 0,-2 1-1,-1-2 1,-1 1-1,-1-1 1,0 0 0,-16 29-1,14-32-157,-1 0 0,-1-1 0,-25 31 0,32-44 77,0-1-1,-1 1 0,1-1 0,-1 0 0,0-1 0,-1 1 0,1-1 0,-6 3 0,8-5 24,-1 0 0,1 0 0,0 0-1,0 0 1,-1-1 0,1 1 0,-1-1 0,1 0 0,0 0 0,-1 0-1,1 0 1,-1-1 0,1 1 0,0-1 0,-6-2 0,5 1-25,1 0 0,0 0 0,1 0 0,-1-1 0,0 1 1,0-1-1,1 1 0,0-1 0,-1 0 0,1 0 0,0 0 1,1 0-1,-1 0 0,0-1 0,1 1 0,0-1 0,0 1 1,0-1-1,0 1 0,0-1 0,1-4 0,-2-5 19,1 0 0,0 0 0,1-1 0,3-23 0,-3 35 40,1 0 0,0-1-1,-1 1 1,1-1 0,0 1-1,0 0 1,0 0 0,1-1 0,-1 1-1,1 0 1,-1 0 0,1 0-1,-1 1 1,1-1 0,0 0-1,0 1 1,0-1 0,0 1-1,0-1 1,0 1 0,1 0-1,-1 0 1,0 0 0,1 0-1,-1 0 1,1 1 0,-1-1 0,0 1-1,1 0 1,-1-1 0,1 1-1,-1 0 1,1 0 0,-1 1-1,1-1 1,-1 1 0,1-1-1,-1 1 1,1 0 0,-1-1-1,0 1 1,1 0 0,-1 1-1,0-1 1,4 3 0,8 10 131,0 0 0,17 23 1,-23-26-177,1 0 0,0-1 0,0 0 0,1 0 0,0-1 0,0 0 0,1-1 0,18 10 0,-23-16-240,-1 0-1,1-1 1,0 0 0,-1 0-1,1 0 1,0-1-1,-1 0 1,1 0 0,9-1-1,6-2-2415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55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0 520,'0'0'16608,"0"3"-16264,1 126 844,-2 114-473,-2-82-2994,3-71-5584,0-54-386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55.7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57 9466,'0'0'9218,"83"-56"-9146,-46 56-24,8 0-48,7 0-160,17 6-1288,-10 6-1521,-8-2-3312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56.1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11747,'0'0'4432,"182"0"-8921,-147 0-2248,-7-15 2160,-11-1 4201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56.5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0 1792,'0'0'15009,"-7"29"-14230,-24 90-156,25-100-429,2 0 1,0 1 0,1-1-1,1 1 1,1 0 0,1-1 0,4 38-1,-4-55-179,1 0-1,-1 0 0,1 0 1,0 0-1,0 0 0,0-1 1,0 1-1,0 0 0,1 0 0,-1-1 1,0 1-1,1-1 0,-1 1 1,1-1-1,0 0 0,-1 1 1,1-1-1,0 0 0,0 0 1,-1 0-1,1 0 0,0-1 1,0 1-1,0 0 0,0-1 1,0 0-1,1 1 0,1-1 1,11 2 71,-1 0 0,29-2 0,-33 0-76,13 0 44,4-1-110,1 2 0,-1 0 0,54 11 0,-73-10 6,0 1-1,0 0 1,0 0 0,0 0 0,-1 1-1,1 0 1,-1 1 0,0 0 0,0 0-1,-1 0 1,1 1 0,-1 0 0,-1 0-1,1 0 1,-1 1 0,0 0 0,5 10-1,-4-3 31,0 1-1,-2-1 1,1 1-1,-2 0 0,0 0 1,-1 1-1,-1-1 1,0 0-1,-3 29 0,2-19 37,0-16 17,-1 0 0,0 0 0,0 0 0,-1 0 0,0 0 0,-1 0 0,0-1 0,0 1 0,-1-1 0,0 0 1,-1 0-1,0 0 0,-5 7 0,6-10-1,0 0 0,-1 0 1,0-1-1,1 1 0,-1-1 0,-1 0 1,1-1-1,0 1 0,-1-1 0,0 0 1,0 0-1,0-1 0,0 0 0,0 0 1,-1 0-1,1-1 0,0 0 0,-1 0 1,-6 0-1,7 0-309,0-1-1,0 0 1,0 0 0,0-1 0,0 0-1,0 0 1,0 0 0,0-1-1,0 1 1,0-2 0,0 1 0,-7-5-1,-9-6-4265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4:56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16716,'0'0'6969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4.3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3953,'0'0'13819,"107"22"-13691,-62-19-120,3-3-8,0 3-32,4-3-704,14 0-1073,-15 0-983,-13 0-3330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5.0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0 224,'0'0'18005,"19"0"-17325,217 2-2887,0 0-10009,-213-2 7794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5.4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55 1 1032,'0'0'18570,"-3"0"-18390,3-1-175,0 1 0,0 0 0,0 0 0,-1 0 0,1 0 0,0 0 0,0 0 0,0 0 0,0 0 0,0 0 0,-1 0 0,1 0 0,0 0 0,0 0 0,0 0 0,0 0 1,0 0-1,-1 0 0,1 0 0,0 1 0,0-1 0,0 0 0,0 0 0,0 0 0,0 0 0,0 0 0,-1 0 0,1 0 0,0 0 0,0 0 0,0 1 0,0-1 0,0 0 0,0 0 1,0 0-1,0 0 0,0 0 0,0 0 0,0 1 0,0-1 0,-1 0 0,1 0 0,0 0 0,0 0 0,0 0 0,0 1 0,0-1 0,0 0 0,0 0 0,1 0 0,-1 0 0,0 0 1,0 0-1,0 1 0,0-1 0,0 0 0,0 0 0,0 0 0,0 0 0,0 0 0,0 0 0,0 1 0,0-1 0,0 0 0,1 0 0,-1 0 0,15 14 205,38 25-51,-21-17-144,-26-17-17,0 0 0,-1 0 0,1 1 0,-1-1 0,0 1 0,-1 0 0,1 1-1,-1-1 1,0 1 0,-1-1 0,1 1 0,-1 1 0,2 9 0,-3-11-1,-1 0 1,-1 0-1,1 0 1,-1 0 0,0 0-1,0 0 1,-1 0-1,0 0 1,0 0-1,0 0 1,-1-1 0,1 1-1,-1 0 1,-1-1-1,1 1 1,-1-1-1,-6 9 1,7-11 2,-127 205-1291,96-138-1319,5-7-1693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7.0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0 110 576,'0'0'15836,"176"-10"-15828,-124 4-8,7-3-113,3-4-15,0-2-984,0-4-624,7 1-1153,-14-1-5233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7.6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66 776,'0'0'13395,"152"-13"-13339,-104 10 8,11-3-128,3 0-48,0 3-672,4-7-680,-8 4-457,-2-3-1960,-12-1-2168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8.0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0 3185,'0'0'13467,"9"8"-13307,30 22-111,2-1 1,64 32 0,-96-55-66,-4-3 7,0 0 1,0 0-1,0 1 0,0-1 1,-1 1-1,0 0 0,0 1 1,0-1-1,0 1 0,4 8 1,-6-10 9,-1 0 0,0 0 0,1 0 0,-1 0 0,0 0 0,-1 0 0,1 1 0,-1-1 0,1 0 0,-1 1 0,0-1 0,0 0 0,-1 1 1,1-1-1,-1 0 0,1 1 0,-1-1 0,0 0 0,0 0 0,-1 0 0,-1 4 0,-6 6 47,-1 1 0,0-2 0,-1 1 0,-1-2 1,0 1-1,-16 11 0,-15 14 75,-42 53 59,75-78-353,1 1 0,0 1 1,0 0-1,2 0 0,-10 23 0,8-4-2596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8.6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270 92 9450,'0'0'10682,"-23"-15"-10087,-74-47-260,95 60-327,-1 0 1,0 1-1,1-1 1,-1 1-1,0 0 1,0 0-1,0 0 1,0 0-1,0 0 1,0 1-1,0-1 1,0 1-1,0 0 1,0 0-1,0 0 1,0 0-1,0 1 1,0-1-1,0 1 1,0 0-1,0 0 1,0 0-1,-3 1 1,2 1-3,0 0 0,0 1 0,1-1 0,-1 1 0,1-1 0,0 1 0,0 0 0,0 1 0,-2 4 0,4-8-6,-5 10 2,1 0-1,0 1 1,1 0 0,0 0 0,1 0 0,0 0-1,-2 22 1,1 92 63,4-89-45,2 42 0,3 0 0,16 85 0,-1-50-767,-4 2 0,-6-1 0,-6 149 0,-4-257 388,0-1-1,0 1 1,-1 0 0,-1 0-1,1-1 1,-1 1-1,0-1 1,0 1-1,-1-1 1,0 0-1,0 0 1,0 0-1,-1 0 1,0 0 0,0-1-1,0 0 1,-1 0-1,-8 8 1,-9 1-6500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59.0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67 1408,'0'0'18464,"-12"-6"-17145,-34-17-869,35 17-297,393-18-40,-253 16-2734,-46 10-4001,-63 0 471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4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 5281,'0'0'14147,"48"77"-14075,-37-46-152,-8 7 152,-3 2-192,0 0 72,-10 4-344,-18-1-720,-6 4-841,6-13-1063,0-9-6650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6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 20 1888,'0'0'12658,"-3"-5"-11698,3 4-925,-1 0 1,0 0-1,0-1 0,1 1 1,-1 0-1,0 0 0,0 0 1,0 0-1,0 0 0,-1 0 0,1 0 1,-2-1-1,2 2-27,0 0-1,0 0 1,0 0-1,0 0 1,0 0 0,0 0-1,-1 1 1,1-1-1,0 0 1,0 0-1,0 1 1,0-1 0,0 1-1,0-1 1,0 1-1,1-1 1,-1 1-1,0-1 1,0 1 0,0 0-1,0 0 1,1-1-1,-1 1 1,0 0 0,0 1-1,-11 12 15,2 0 0,0 1 1,0 0-1,1 0 0,1 1 0,-7 21 0,0 3 27,-14 64-1,17-40-55,3 1 0,3-1 0,2 1-1,7 90 1,-1-137-136,0 0 1,1 0-1,0-1 0,2 1 0,0-1 0,1 0 0,15 30 1,-11-29-1133,1-1 1,0 0 0,25 27-1,-8-16-4934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7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0 463 288,'0'0'15435,"159"-180"-15267,-118 134-160,-3-1-16,4 1-88,-8 2-264,-6 1-544,-8 9-1456,-13 12-1761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7.6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2817,'0'0'15163,"179"90"-14931,-141-34-216,0 6 88,-3 0-104,-4-3-136,-4-6-528,11-9-1345,-7-16-79,-3-16-1745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7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0 928,'0'0'14299,"32"5"-14235,3 1-40,-1 0-1,33 12 1,-62-16-15,-1 1 0,1-1 0,-1 1 1,0 0-1,0 0 0,0 0 0,0 0 0,0 1 0,-1-1 1,1 1-1,-1 0 0,0 0 0,-1 0 0,1 1 0,0-1 0,-1 1 1,0-1-1,0 1 0,-1 0 0,1 0 0,-1 0 0,0 0 1,0 8-1,4 7 99,6 32 165,-3 0 1,-2 0-1,-2 1 1,-2 0-1,-6 56 0,2-90-441,0 0 0,-1-1 0,-1 1-1,0-1 1,-2 0 0,-11 26 0,4-17-2817,-25 38 1,11-25-3831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8.3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11282,'0'0'10491,"155"-9"-10491,-110 9-1033,3 3-487,18-3-1200,-11 0-1665,-10 0-4809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08.6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12523,'0'0'10522,"135"-38"-10634,-80 38-208,21 0-1641,-10 0-2360,-15 0-2656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26.2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0 11162,'0'0'5386,"0"6"-5378,0-3-16,0 0 16,0 4 0,0 2-8,0 0 8,0 4-8,0 2-8,0 4-160,-14 12-1473,-7-3-1480,1-3-5936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26.5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 5401,'0'0'9162,"25"49"-9146,-22-36 64,-3 2 64,0 4-136,0 6-16,-7-1-8,-14 14-984,4-7-1385,0-6-4784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26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262 0 9738,'0'0'6209,"-3"100"-7137,-11-76-1016,0 4-1249,-3-6-4985</inkml:trace>
  <inkml:trace contextRef="#ctx0" brushRef="#br0" timeOffset="1">173 478 96,'0'0'14219,"-69"143"-21068</inkml:trace>
  <inkml:trace contextRef="#ctx0" brushRef="#br0" timeOffset="2">80 885 10882,'0'0'7242,"-69"162"-10523,65-135-1944,-3 1-3769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27.2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 0 10218,'0'0'6554,"-62"143"-10883,58-127-2241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27.7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187 1 864,'0'0'15419,"-14"29"-15084,-44 93-157,35-72-438,2 2 0,-19 67 1,36-100-483,-5 39 0,4-17-1759,-1-20-113,-1-4-2907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6:28.3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1 1008,'-7'5'21269,"7"-5"-21137,1 15-95,1-1 0,1 1 0,1-1 0,0 0 0,0 0 0,1 0 0,1 0 0,1-1 0,0 0 0,0-1 0,18 23 0,-23-33-36,0-1 0,1 0 1,-1 1-1,0-1 0,1 0 0,-1 0 0,1 0 1,-1-1-1,1 1 0,-1-1 0,1 1 1,-1-1-1,1 0 0,-1 0 0,5 0 0,-1 0 18,-1-1-1,1 1 0,-1-1 1,1 0-1,-1 0 1,10-4-1,4-5 26,-1-1 0,30-25 0,-31 22-14,0 2-1,0 0 0,28-14 0,-40 23-26,8 0 3156,-13-32-13388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1.8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56 432,'0'0'17028,"35"-3"-16676,-4 3-240,3 0-104,1 0 96,6-3-208,-3-3-200,10-10-1169,-10 1-1231,-14 2-3113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2.2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0 992,'0'0'16022,"-7"21"-15848,-21 70-29,25-81-138,1-1-1,0 1 1,1 0 0,0 0 0,0 0-1,1 0 1,0 0 0,3 15-1,-2-15-5,0-7-6,0 0 0,-1 0 0,1 0 1,0 0-1,1 0 0,-1 0 0,0-1 0,1 1 0,-1-1 0,1 1 0,0-1 0,0 1 0,0-1 0,0 0 0,1 0 0,-1 0 0,0 0 0,1-1 0,-1 1 0,1 0 0,0-1 0,-1 0 0,1 0 0,0 0 0,0 0 0,0 0 0,4 0 0,9 2-224,1 0 0,-1-2-1,30 0 1,-36-1-22,189 0-5410,-196 0 5561,0 0-1,0 0 1,0 0-1,0 1 1,0-1-1,0 1 1,0 0 0,-1 0-1,1 0 1,0 0-1,0 0 1,-1 1-1,1-1 1,-1 1-1,1 0 1,-1 0-1,1 0 1,-1 0 0,0 0-1,0 0 1,0 0-1,0 1 1,-1-1-1,1 1 1,-1-1-1,1 1 1,-1 0-1,0 0 1,2 5 0,0 6 60,0 0 0,-1 0 0,-1 1 0,-1 28 0,0-31 129,0-2 152,-1 1 0,0-1 0,0 1 1,-1-1-1,-1 0 0,0 1 1,0-1-1,-1-1 0,0 1 1,-1 0-1,-8 12 0,1-6 98,0 0-1,-1-1 1,-1 0-1,0-1 0,-18 13 1,26-22-384,0 0 0,0-1-1,0 0 1,-1 0 0,0 0 0,0-1 0,0 0 0,0 0 0,0-1-1,0 0 1,-1 0 0,1-1 0,-15 2 0,-3-3-2557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0:42.6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7738,'0'0'9250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37.4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8634,'0'0'8010,"0"118"-8002,0-62 56,0 6-64,0 0 8,0 3-8,0-6-609,0 3-1479,0-15-1841,0-19-4769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5:37.7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87 1120,'0'0'17108,"182"-62"-16932,-123 56-96,7 3-80,9 0-224,25-3-1472,-20 3-2241,-15 0-5161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0.5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273 541 824,'0'0'13166,"0"-10"-12544,0 4-535,1 5-69,-1 0-1,0 0 1,0-1 0,1 1 0,-1 0 0,0-1 0,0 1 0,0 0-1,0-1 1,0 1 0,0 0 0,-1 0 0,1-1 0,0 1 0,-1 0-1,1 0 1,-1-1 0,1 1 0,-1 0 0,0 0 0,1 0 0,-1 0 0,0 0-1,0 0 1,0 0 0,0 0 0,0 0 0,0 0 0,0 0 0,0 1-1,0-1 1,0 0 0,0 1 0,-1-1 0,1 1 0,0-1 0,0 1-1,-1 0 1,1-1 0,0 1 0,0 0 0,-1 0 0,0 0 0,-8-1 14,0 1 0,1 0 0,-1 1 0,1 0 0,-1 1 1,1 0-1,0 0 0,-1 1 0,1 0 0,0 0 0,1 1 1,-1 0-1,1 1 0,0 0 0,0 0 0,-10 9 0,11-8-24,0 1 0,1-1 0,0 1-1,0 0 1,0 0 0,1 1 0,0 0 0,0 0-1,1 0 1,-5 14 0,5-8-7,1 1 1,0 0-1,1 0 0,0 0 0,1 24 1,1-35-5,0 0 1,1 1-1,-1-1 1,1 0-1,0 0 1,-1 0-1,2 0 1,-1 0-1,0 0 1,1-1-1,0 1 1,0 0-1,0-1 1,0 1-1,1-1 0,-1 0 1,1 0-1,0 0 1,0 0-1,0 0 1,0-1-1,1 1 1,-1-1-1,1 0 1,-1 0-1,1 0 1,0 0-1,-1-1 1,1 1-1,0-1 1,0 0-1,0 0 1,0-1-1,1 1 1,6-1-1,-4 1 5,0-1-1,0 0 1,0 0 0,0-1-1,0 0 1,0 0 0,0 0-1,0-1 1,0 0 0,0-1-1,11-4 1,-9 1 5,0-1-1,0 1 1,-1-2 0,1 1-1,-1-1 1,-1 0 0,7-9-1,1-4 12,-1 0 0,0-1 0,-2 0 0,-1-1 0,0-1 0,-2 0 0,-1 0 0,0 0 0,-2-1-1,3-31 1,0-27-281,-3-148 0,-7 157-189,1 55 293,1 9 76,-1 0 1,0 0 0,-1 0-1,-3-14 1,2 22-257,0 10-433,-9 72 906,3 0 0,5 112 0,3-176-85,1-1 1,1 1-1,1 0 1,0 0-1,1-1 1,1 0-1,1 0 1,-1 0-1,2-1 1,15 25-1,-17-32-69,0 0 0,0 0 0,1 0 0,0-1 0,0 0-1,1 0 1,-1-1 0,1 1 0,1-2 0,-1 1 0,1-1-1,-1 0 1,1 0 0,0-1 0,1 0 0,-1-1 0,0 0 0,1 0-1,-1-1 1,1 0 0,10 0 0,-8 0-212,0-2 0,0 1 0,0-2 0,0 1 0,0-2 0,19-5 0,-23 5 144,0-1 1,-1 0 0,1 0-1,-1 0 1,0 0-1,0-1 1,0 0-1,-1-1 1,0 1 0,8-12-1,-6 8 87,-1 0-1,0-1 1,-1 0-1,0-1 1,-1 1 0,0-1-1,-1 1 1,0-1-1,0 0 1,-1 0-1,-1-1 1,0 1 0,0-18-1,-2 28 38,1 0-1,0 0 1,-1 0-1,1 0 0,-1 0 1,1 0-1,-1 0 1,1 0-1,-1 0 1,0 1-1,1-1 1,-1 0-1,0 0 1,0 1-1,1-1 1,-1 0-1,0 1 0,0-1 1,0 1-1,0-1 1,0 1-1,0-1 1,0 1-1,0 0 1,0 0-1,0-1 1,0 1-1,0 0 0,0 0 1,0 0-1,0 0 1,-2 0-1,0 0 17,0 0 0,0 0 0,-1 0 0,1 1 0,0-1 0,0 1 0,0 0 0,0-1 0,0 1 0,0 1 0,-4 1 0,2 1-32,1 0 0,0 1-1,0-1 1,1 1 0,-1-1 0,1 1 0,0 0 0,0 1-1,1-1 1,0 0 0,-1 1 0,2-1 0,-1 1 0,1 0-1,0-1 1,-1 8 0,0 6 9,1 0 0,1 0-1,3 34 1,-2-47-27,0-1 0,0 0-1,0 1 1,1-1 0,0 0 0,0 0 0,0 0-1,1 0 1,-1 0 0,1 0 0,0-1 0,1 0-1,-1 1 1,1-1 0,0 0 0,0-1 0,0 1-1,1-1 1,-1 0 0,1 0 0,-1 0 0,7 2-1,1 0 29,0 0-1,1-1 0,0-1 0,-1 0 0,1-1 0,0 0 1,1-1-1,14 0 0,-24-1-17,1 0 1,0 0-1,0-1 0,0 0 1,-1 0-1,1 0 1,0 0-1,-1-1 0,1 0 1,-1 0-1,1 0 0,-1 0 1,0-1-1,0 1 0,6-6 1,-5 3-21,-1-1 0,1 1 0,-1-1 0,0 1 0,-1-1 0,1-1 0,-1 1 0,0 0-1,3-12 1,0-7 195,-1 0 0,-1 0 0,-2-1-1,0-45 1,23 71-116,-12 0-6,8 1 0,-1-2 0,1 0 0,-1-1 1,1 0-1,23-8 0,-40 9-70,0-1 0,1 1 0,-1 0 0,0 1 0,0-1 0,0 1 0,1-1 0,6 2 1,-9-1 5,0 1 0,0-1 1,-1 1-1,1 0 1,0-1-1,0 1 0,0 0 1,-1 0-1,1 0 1,0 1-1,-1-1 0,1 0 1,-1 0-1,0 1 1,1-1-1,-1 1 0,0 0 1,0-1-1,2 4 1,64 139 134,-21-42-154,-43-96 17,0 0 0,0 0 1,0-1-1,1 1 0,0-1 0,0 0 0,0 0 0,1 0 0,9 8 0,-9-11-220,0 1 0,0-1-1,0 0 1,0 0 0,0 0 0,0-1 0,1 0 0,-1 0 0,0 0-1,1-1 1,10 0 0,16 0-2845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0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0 496,'0'0'15107,"104"171"-15027,-90-140-80,-4 0 0,-3-3-112,0 3-992,-4-9-1136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1.2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2393,'0'0'0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1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1 150 4537,'0'0'8546,"20"24"-8528,67 77 32,-74-84 5,-1 0-1,0 1 1,-1 1 0,-1 0 0,0 0 0,8 28-1,12 24 295,-28-68-343,-1-1 0,1 1 1,0-1-1,0 0 0,0 1 0,0-1 1,0 0-1,0 0 0,0-1 0,1 1 1,-1 0-1,4 1 0,-5-3-2,0 1 0,0-1 0,0 1 0,0-1 1,0 0-1,0 0 0,1 1 0,-1-1 0,0 0 0,0 0 0,0 0 0,0 0 1,1 0-1,-1-1 0,0 1 0,0 0 0,0 0 0,0-1 0,0 1 0,0-1 1,0 1-1,0-1 0,0 1 0,0-1 0,0 0 0,0 1 0,0-1 0,0 0 0,0 0 1,-1 0-1,1 0 0,0 0 0,-1 0 0,1 0 0,0-1 0,14-30 228,-1 0 0,-2-1 0,-2-1 0,8-37 0,-4 14 137,-6 26-303,0 0-123,1 0-1,1 1 1,1 0-1,16-29 0,-24 55-344,-1 0 0,1 0 0,-1 1-1,1-1 1,0 1 0,1-1 0,-1 1 0,1 0-1,6-4 1,4 0-4426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1.9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0 408,'0'0'9078,"33"13"-6907,100 39-565,-125-49-1395,1 1 0,-1-1-1,0 1 1,0 1 0,-1-1 0,1 1 0,-1 1 0,0-1-1,0 1 1,-1 0 0,0 1 0,0 0 0,0 0 0,-1 0-1,0 0 1,-1 1 0,1 0 0,4 14 0,3 3 224,8 16 125,-19-39-411,-10-1 379,-49-8-330,48 5-189,-1 0-1,1 1 1,0 0 0,-1 0-1,1 1 1,0 1-1,-15 1 1,21 0-10,1 0 0,0-1 1,0 1-1,1 0 0,-1 0 0,0 1 0,1-1 0,-1 1 0,1-1 1,0 1-1,0 0 0,0 0 0,0-1 0,0 2 0,0-1 0,1 0 1,0 0-1,-1 0 0,1 1 0,1-1 0,-1 0 0,0 8 0,0-7-2,0 0-1,0 0 0,1 0 0,0 0 0,0 1 0,0-1 0,0 0 0,1 0 0,-1 0 1,1 0-1,0 0 0,0 0 0,1 0 0,-1 0 0,1 0 0,0 0 0,0-1 1,0 1-1,4 4 0,-2-5-6,1 0-1,0 0 1,-1 0 0,1 0 0,1-1-1,-1 0 1,0 0 0,0 0 0,1 0 0,-1-1-1,7 1 1,66 2-310,-70-5 18,-1 0-1,1 0 1,-1-1 0,1 0 0,-1 0-1,1-1 1,-1 0 0,0 0 0,0-1-1,0 1 1,-1-2 0,1 1-1,10-10 1,-16 13 196,25-19-4150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2.8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0 880,'0'0'17476,"3"1"-17433,1 0-42,-1 1 0,1 0 1,-1 0-1,0 0 0,0 0 1,0 1-1,0-1 0,0 1 1,0 0-1,-1 0 0,0 0 1,1 0-1,-1 0 0,0 1 1,0-1-1,-1 1 1,1-1-1,-1 1 0,1 3 1,4 8 4,-1 0 0,-1-1 0,5 28 1,-7-1-19,-2 47 1,-1-44-33,1-84-137,-1 12 140,1-1 0,7-52-1,-6 74 40,1-1-1,0 1 1,0-1-1,1 1 0,-1 0 1,2 0-1,-1 0 0,1 0 1,0 0-1,0 1 0,1 0 1,0 0-1,0 0 0,0 1 1,10-8-1,-14 11-1,0 1-1,0 0 1,0 1-1,0-1 1,0 0-1,0 0 1,1 0 0,-1 1-1,0-1 1,0 0-1,1 1 1,-1-1-1,0 1 1,0 0-1,1-1 1,-1 1 0,1 0-1,-1 0 1,0 0-1,1 0 1,-1 0-1,0 0 1,1 0-1,-1 0 1,1 1-1,-1-1 1,0 1 0,0-1-1,1 1 1,-1-1-1,0 1 1,0-1-1,1 1 1,-1 0-1,0 0 1,0 0 0,0 0-1,0 0 1,0 0-1,0 0 1,-1 0-1,1 0 1,0 0-1,0 0 1,-1 1-1,1-1 1,-1 0 0,1 3-1,3 7 1,0 0 0,-1 1 1,-1 0-1,2 19 0,-3-16 26,5 40 171,-3 0-1,-4 63 0,4-137-180,1 0 0,1 0 0,1 0 1,1 0-1,0 1 0,1 0 0,1 1 1,1 0-1,1 0 0,0 1 1,1 0-1,0 1 0,2 1 0,28-26 1,-35 36-24,-1-1 1,1 1 0,0 0-1,1 1 1,11-4 0,-18 6 1,1 0 0,-1 1 0,1-1 1,0 1-1,-1-1 0,1 1 0,0-1 1,-1 1-1,1 0 0,0 0 0,-1 0 0,1 0 1,0 0-1,-1 1 0,1-1 0,-1 0 1,1 1-1,0-1 0,-1 1 0,1 0 1,-1-1-1,1 1 0,-1 0 0,1 0 0,-1 0 1,0 0-1,0 0 0,1 0 0,-1 0 1,0 1-1,0-1 0,0 0 0,2 3 1,0 11 4,1-1 1,-2 0-1,0 1 1,0 0-1,-2-1 1,-1 28 0,1-11 5,0 134-590,0-163 496,0 0 0,0 0 0,0 0 0,1 0 0,-1 0 0,0 0 0,1 0 0,-1 0 0,1 0 1,0 0-1,0-1 0,0 1 0,0 0 0,0 0 0,0-1 0,2 3 0,0-2-251,-1-1-1,0 1 1,0-1 0,1 0 0,-1 0-1,1 0 1,-1-1 0,1 1 0,-1-1 0,1 1-1,-1-1 1,5 0 0,17 1-4027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3.2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1 137 392,'0'0'11921,"4"26"-10847,19 85-111,-21-105-859,0 0 1,0 0 0,0 0-1,1-1 1,0 1-1,0-1 1,0 0 0,1 0-1,-1 0 1,1 0-1,1 0 1,-1-1 0,0 0-1,1 0 1,0 0-1,0 0 1,0-1 0,1 0-1,10 5 1,-7-5 9,1-1 1,0 1-1,-1-1 1,1-1-1,0 0 1,0 0-1,0-1 0,0 0 1,15-2-1,-20 0-101,0 1-1,-1-1 1,1 1-1,0-1 1,-1-1-1,0 1 0,1-1 1,-1 1-1,0-1 1,0 0-1,-1-1 1,1 1-1,-1-1 0,1 1 1,-1-1-1,0 0 1,-1 0-1,1-1 0,-1 1 1,1 0-1,0-6 1,3-3-10,-1-1-1,-1 1 1,0-1 0,-1 0 0,0 0 0,1-16 0,-3 13 42,0-1 1,-1 1-1,-1 0 1,-4-29 0,4 42-25,0 0 0,0 0 0,-1 0 1,1 0-1,-1 0 0,0 0 1,0 0-1,0 0 0,0 1 1,-1-1-1,0 1 0,1 0 0,-1 0 1,-1 0-1,1 0 0,0 0 1,-1 1-1,1-1 0,-1 1 0,0 0 1,1 0-1,-1 0 0,0 1 1,-6-2-1,2 1-82,0 1 1,0 0-1,-1 0 0,1 1 0,0 0 1,0 0-1,-1 1 0,1 0 0,0 1 1,0-1-1,0 2 0,0-1 0,0 1 1,1 0-1,-1 1 0,1 0 1,0 0-1,0 0 0,0 1 0,1 0 1,-1 1-1,1-1 0,1 1 0,-1 0 1,1 1-1,0-1 0,0 1 0,1 0 1,0 0-1,0 1 0,0-1 0,1 1 1,1 0-1,-1-1 0,1 1 1,-1 9-1,-2 32-2413,5-13-2291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2:43.5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165 0 40,'0'0'18624,"-27"16"-18347,-81 49-146,105-63-128,1-1-1,-1 1 1,1 0 0,-1 0 0,1 1-1,0-1 1,0 0 0,0 1-1,0-1 1,-2 5 0,3-6-1,1 0 0,0 0 0,0-1 0,-1 1 0,1 0 0,0 0 0,0 0 0,0 0-1,0-1 1,0 1 0,0 0 0,0 0 0,0 0 0,0 0 0,1-1 0,-1 1 0,0 0 0,0 0 0,1 0 0,-1-1 0,1 1 0,-1 0 0,1 1 0,2 0 3,-1 0 1,1 1-1,0-1 1,0 0-1,0 0 1,0 0-1,0-1 0,1 1 1,6 1-1,-7-1-11,22 7-12,-7-3-162,-1 1-1,0 1 1,0 1 0,17 11 0,-30-17 151,0 0-1,0 0 1,0 1-1,-1-1 1,1 1-1,-1 0 1,0 0-1,0 0 1,-1 0-1,1 0 1,-1 0-1,0 1 1,0-1-1,0 1 1,-1 0-1,0 0 1,0-1-1,0 1 0,0 0 1,0 8-1,-1-10 32,0 0-1,1 0 0,-1 0 0,-1 0 1,1 0-1,0 0 0,-1 0 0,1 0 1,-1 0-1,0 0 0,0 0 0,0-1 1,0 1-1,-1 0 0,1-1 0,-1 1 1,1-1-1,-1 1 0,0-1 0,0 0 1,0 1-1,-1-1 0,1 0 0,0-1 1,-1 1-1,1 0 0,-1-1 0,1 1 1,-1-1-1,-3 1 0,-81 34-2877,40-20-2623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19.8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1272,'0'0'16424,"1"0"-16362,-1 0 0,1 0 1,0 0-1,-1 0 1,1 0-1,0 0 0,-1 0 1,1 0-1,0 1 0,-1-1 1,1 0-1,-1 0 0,1 0 1,0 1-1,-1-1 0,1 0 1,-1 1-1,1-1 0,0 1 1,57 77-38,-45-63-2819,1-1-1,29 24 1,-22-22-2534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0.2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3185,'0'0'14027,"35"37"-14003,-25-22-24,4 1-168,-4 3-1217,4 9-1023,0-7-1873,-7 1-4585</inkml:trace>
  <inkml:trace contextRef="#ctx0" brushRef="#br0" timeOffset="1">180 302 3545,'0'0'11898,"20"81"-11898,-13-60-176,7 17-992,-4-7-1777,-3-3-3672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0.6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0 56,'0'0'14995,"3"81"-14995,-3-53-48,0 3-320,0 16-1176,0-7-977,0-3-3552</inkml:trace>
  <inkml:trace contextRef="#ctx0" brushRef="#br0" timeOffset="1">72 457 2713,'0'0'10786,"-6"93"-11002,6-71-952,0-1-1201,0-5-4200</inkml:trace>
  <inkml:trace contextRef="#ctx0" brushRef="#br0" timeOffset="2">31 736 6513,'0'0'7330,"-31"62"-8938,31-46-1409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0.9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138 0 3385,'-72'180'8618,"68"-177"-8058,1 0-208,-4 7-160,0-1-64,-3 6 24,3 1-280,0 0 128,0 8-416,0-2-1225,0-3-2728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1.5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 1712,'1'-5'17757,"40"94"-16390,1 43-1191,-41-131-134,0 0 0,-1 0 0,1 0-1,0 0 1,0 0 0,0 0 0,0-1 0,1 1-1,-1 0 1,0-1 0,0 1 0,0-1-1,1 1 1,-1-1 0,0 0 0,0 1-1,1-1 1,-1 0 0,0 0 0,0 0-1,1 0 1,1 0 0,35-3 1212,-35 3-1204,8-2 38,0-1 1,0 0 0,-1-1-1,1 0 1,-1-1-1,0 0 1,-1 0-1,10-7 1,-5 3-355,1 0 1,25-9 0,-34 15-224,0 2 0,1-1-1,-1 1 1,1 0 0,-1 0 0,7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6.6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 3849,'0'0'8967,"4"-8"-8483,22 52-75,-5-14-3452,-10-18-1382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6.9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0 720,'134'190'640,"-134"-184"2017,4 0 55,-4 0-1031,0 1-673,0 2-376,0 3-384,0-2-248,0-1 0,7 3-288,3 1-1056,-3-4-1769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7.3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1 912,'0'0'11627,"20"43"-11627,-16-21-873,-1 0-903,-3-1-2953</inkml:trace>
  <inkml:trace contextRef="#ctx0" brushRef="#br0" timeOffset="1">83 265 544,'0'0'11595,"11"62"-11595,-11-50-176,3 13-793,-3-6-1383,0-1-2729</inkml:trace>
  <inkml:trace contextRef="#ctx0" brushRef="#br0" timeOffset="2">145 563 288,'0'0'11979,"0"90"-12107,0-72-745,0 1-415,0 9-688,0-6-681,0-4-1416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7.7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0 800,'0'0'10370,"0"81"-10378,3-66-696,-3 10-792,0-6-1521,4 0-2088</inkml:trace>
  <inkml:trace contextRef="#ctx0" brushRef="#br0" timeOffset="1">11 230 1088,'0'6'7130,"0"0"-5698,0 1-344,0 2-792,0 0 120,3 1-408,1 2-16,-1 3-112,4 1-712,-3 3-1360,-4-1-2265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8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0 888,'0'0'7266,"0"72"-8459,4-63-1423</inkml:trace>
  <inkml:trace contextRef="#ctx0" brushRef="#br0" timeOffset="1">62 0 1872,'-24'180'6698,"21"-174"-4338,-1 1-1247,1-1-793,3 3-176,0 4-144,0 2-552,0-3-1329,0 1-3416</inkml:trace>
  <inkml:trace contextRef="#ctx0" brushRef="#br0" timeOffset="2">0 416 800,'0'0'7458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8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 1 1120,'0'0'12299,"-38"115"-15172,32-94 657,2-5-361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29.2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0 912,'0'0'17359,"0"7"-14879,5 31-2296,23 27-100,-19-47-46,-1 0 0,7 22 0,-14-39-26,0 0 1,-1 0 0,1 0 0,0 0 0,0 0-1,0 0 1,0-1 0,0 1 0,0 0 0,0-1-1,1 1 1,-1-1 0,0 1 0,0-1 0,0 0 0,0 1-1,1-1 1,-1 0 0,0 0 0,0 0 0,1 0-1,-1 0 1,0 0 0,0 0 0,1 0 0,1-1-1,1 1 73,1-1 0,-1 0 0,0 1 0,1-2 0,-1 1 0,8-4 0,2-4 58,-1-1 0,23-22 0,-26 22-226,0 0-1,1 1 1,0 0 0,1 1-1,19-10 1,-19 15-1301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31.7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 1040,'0'0'16288,"0"0"-16191,0 1 1,-1-1 0,1 1 0,0-1-1,0 1 1,-1-1 0,1 1 0,0 0-1,0-1 1,0 1 0,0-1 0,0 1-1,0-1 1,0 1 0,0 0-1,0-1 1,0 1 0,0-1 0,0 1-1,1 0 1,17 13-265,-15-13-147,-1 1 1,1-1-1,-1 1 0,1 0 0,-1-1 0,0 1 0,0 0 1,0 0-1,0 0 0,0 1 0,2 3 0,12 29-5370,-9-17 418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32.1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1 832,'128'208'1008,"-128"-202"753,3 0-377,1 0-616,-4 1 0,0 2 113,0 3-217,0 1-8,7 2-656,0 1-208,-1-4-2913</inkml:trace>
  <inkml:trace contextRef="#ctx0" brushRef="#br0" timeOffset="1">231 485 1424,'0'0'12019,"28"65"-12163,-25-49-424,1-1-216,-1 4-769,1-3-1735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32.4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1168,'97'230'11643,"-97"-221"-10547,0 1-872,0 2-56,0 3-168,0 4-48,3 3-1160,1-7-945,-4 1-2784</inkml:trace>
  <inkml:trace contextRef="#ctx0" brushRef="#br0" timeOffset="1">156 512 1240,'0'0'14155,"0"72"-16555,0-50-633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32.8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1696,'4'6'11779,"-4"-3"-10883,0 0-368,0 4-384,0 2-96,0 7-48,0 2-320,0 7-1096,0 0-1369</inkml:trace>
  <inkml:trace contextRef="#ctx0" brushRef="#br0" timeOffset="1">11 292 2641,'0'0'12186,"-10"90"-15507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33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1064,'0'0'13163,"-4"49"-17116</inkml:trace>
  <inkml:trace contextRef="#ctx0" brushRef="#br0" timeOffset="1">108 1 1192,'-12'159'7360,"6"-112"-2915,0-33-3574,-1 2-605,-3 31 172,-16 68-2188,0-2-3716,25-108 5178,-3 8-381,1 1 0,0 0 1,0 21-1,3-28-2036</inkml:trace>
  <inkml:trace contextRef="#ctx0" brushRef="#br0" timeOffset="2">1 631 336,'0'0'1064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33.9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90 984,'0'0'18273,"0"0"-18266,0 0-1,0 0 0,0 0 0,0 0 0,0-1 0,0 1 0,0 0 1,0 0-1,0 0 0,0-1 0,0 1 0,0 0 0,0 0 0,0 0 1,0 0-1,0-1 0,1 1 0,-1 0 0,0 0 0,0 0 0,0 0 1,0 0-1,0-1 0,0 1 0,0 0 0,1 0 0,-1 0 0,0 0 1,0 0-1,0 0 0,0 0 0,1 0 0,-1-1 0,0 1 0,0 0 1,0 0-1,0 0 0,1 0 0,-1 0 0,0 0 0,0 0 0,1 0 1,2 3 18,1-1 0,-1 1 0,1 0 0,-1 0 0,0 0 0,0 1 0,0-1 1,-1 1-1,1 0 0,-1-1 0,0 1 0,3 8 0,-2-6 45,0-1-1,0 1 1,0-1 0,0 0-1,9 9 1,-9-13 145,0 0 0,0 0 0,1 0 0,-1 0 0,0-1 0,0 1 1,1-1-1,-1 0 0,0 0 0,1 0 0,-1-1 0,4 0 0,7 0 160,-4 1-304,0-2 0,0 0-1,0 0 1,0-1 0,0 0 0,0 0 0,-1-1-1,1-1 1,-1 1 0,9-8 0,4-2-326,-1-1 1,37-34 0,-18 4-4130,-29 28-1042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2.0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20 6753,'0'0'13443,"-17"0"-13363,34 0-72,18 0 80,6 0-80,8 0-16,2 0-72,4 0-288,4 0-928,27 0-792,-13-10-681,-8 1-3512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2.7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115 2 8002,'0'0'8706,"-1"-2"-8615,-1 10-45,1 201 245,2-182-282,14 129-8,0 22 1,-14-149 0,-2 35 2,0-59-3,0 0 1,0-1-1,0 1 1,0-1-1,-1 0 1,0 1-1,0-1 1,0 0-1,0 0 1,-1 0-1,-4 5 1,-3 3 18,-1 0 0,-1-1 0,0 0 0,-1-1 1,0 0-1,0-1 0,-19 9 0,88-24 407,-17-2-540,60-3 0,-6 7-2878,-41 2-1142,-22-1-3228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3.3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45 10962,'0'0'4712,"30"-8"-4417,97-23-5,-122 29-268,1 1-1,0 0 1,0 0-1,-1 1 0,1-1 1,0 1-1,0 1 0,0-1 1,-1 1-1,1 0 0,0 0 1,-1 1-1,1-1 0,-1 1 1,1 1-1,-1-1 0,0 1 1,0 0-1,0 0 0,0 0 1,-1 1-1,1-1 0,-1 1 1,0 0-1,6 8 0,-3-2-1,-1 0-1,-1 0 0,1 1 0,-2 0 0,1 0 0,-1 0 0,-1 0 0,0 1 0,2 20 0,-2-8-10,0 1 0,-2 0 0,0 0 1,-2 1-1,-1-1 0,-1-1 0,-1 1 0,-1 0 0,-1-1 1,-2 0-1,0 0 0,-1-1 0,-1 0 0,-14 21 0,8-17-78,-1-1-1,-1-1 1,-1 0-1,-1-2 1,-1 0-1,-28 23 1,44-42-42,-1-1 0,0 1 0,0-1 0,-11 5 0,16-8 64,0 1 0,0-1 0,0 1 0,1-1 0,-1 0 0,0 1 1,0-1-1,0 0 0,0 0 0,0 1 0,0-1 0,0 0 0,1 0 0,-1 0 0,0 0 0,0 0 0,0-1 0,0 1 0,0 0 1,0 0-1,0-1 0,1 1 0,-1 0 0,0-1 0,0 1 0,0-1 0,1 1 0,-1-1 0,0 1 0,0-1 0,1 1 0,-1-1 0,1 0 1,-1 0-1,0 1 0,1-1 0,-1 0 0,1 0 0,0 1 0,-1-1 0,1 0 0,0 0 0,-1-1 0,0-5-27,-1 1 0,1-1 0,1 0 0,-1 1 0,1-1 0,1 1 0,-1-1 0,1 0 0,0 1 0,0-1 0,1 1 0,0 0 0,0-1 0,0 1 1,1 0-1,0 0 0,0 1 0,1-1 0,0 1 0,0-1 0,0 1 0,0 0 0,1 1 0,5-6 0,-3 5 131,1-1 1,-1 2 0,1-1 0,0 1 0,0 0 0,0 0 0,0 1 0,1 0 0,0 1-1,-1 0 1,1 0 0,0 1 0,0 0 0,13 0 0,-18 1 7,0 1 0,0 0 0,0-1 0,0 1 0,0 0 0,0 1 0,0-1 0,0 1 1,-1 0-1,1 0 0,0 0 0,-1 0 0,6 5 0,3 4 67,0 1 0,12 15 0,1 1-24,-11-13-47,2 0 1,33 24 0,-42-34-189,0-1 1,0 0-1,0 0 0,0-1 1,1 0-1,0-1 1,-1 1-1,1-1 1,0-1-1,13 2 1,-9-3-397,-5 1-580,-1-1 1,1 0 0,-1 0-1,1-1 1,11-1-1,7-11-3678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3.7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1 569 9570,'0'0'5541,"19"-28"-5123,62-95 15,72-124 93,-107 169-1292,-23 30-1306,-18 15-3783,-25 22-1924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4.0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2593,'0'0'16323,"203"162"-16035,-158-125-288,-4 0 144,1 1-144,-8-1-8,11 6-808,-10-5-2329,-8-17-1032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4.6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9498,'0'0'6978,"142"-16"-6962,-111 16-16,10 7-769,-6-4-1119,-8 0-2001,-2-3-6017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5.1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146 0 5241,'0'0'9922,"-13"23"-9762,-91 152 1313,100-168-1427,0 1 1,0-1-1,1 0 0,0 1 1,1 0-1,0-1 1,0 1-1,0 0 1,1 0-1,0 0 1,1 0-1,0 9 1,0-16-56,1 0 0,-1 0 0,1 0 0,-1 0 0,1 0 0,-1 0 0,1-1 0,0 1 0,-1 0 0,1 0 0,0 0 0,0-1 0,0 1 0,-1 0 0,1-1 0,0 1 0,0-1 0,0 1 0,0-1 0,0 1 0,0-1 0,0 0 0,0 1 0,1-1 0,-1 0 0,0 0 0,0 0 0,0 0 0,1 0 0,40 2-412,-38-2 338,103 0-1756,-105 0 1840,-1-1 0,0 1 0,1-1 0,-1 0 0,0 0 0,0 0 0,1 0-1,-1 0 1,0 0 0,0 0 0,0 0 0,0 0 0,0 0 0,0 0 0,-1-1 0,1 1 0,0 0 0,0-3 0,15-30 75,-15 30-66,30-61 796,-31 70-422,12 231-34,7-79-4828,-12-105-2594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5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5961,'0'0'11347,"17"171"-11339,-14-119-8,4 1 64,-3 0-64,-4-3-8,0-7-40,0-2-832,0-7-1041,0-13-1096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5.9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11034,'0'0'8490,"96"-10"-8386,-58 10-104,3 0-8,25 0-560,-11-6-1632,-7-3-2281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6.7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167 417 5329,'0'0'8813,"31"-12"-8763,96-42-39,-121 52-10,0-1-1,0 0 1,0-1 0,-1 1 0,1-1-1,-1 0 1,0-1 0,0 1 0,0-1-1,-1 0 1,1 0 0,-1-1-1,0 1 1,-1-1 0,1 0 0,-1 0-1,-1 0 1,1 0 0,-1-1 0,0 1-1,2-13 1,-4 19-1,3-10 11,-1 0 1,-1 0-1,0 0 0,0-1 1,-1 1-1,0 0 1,-1 0-1,0 0 0,-1 0 1,0 0-1,0 0 0,-5-10 1,5 14-6,0 1 0,-1 0 0,0 0 0,0 0 1,0 0-1,0 1 0,-1-1 0,0 1 0,0 0 0,0 0 1,-1 0-1,1 1 0,-1-1 0,0 1 0,0 0 0,0 1 0,0-1 1,0 1-1,0 0 0,-1 0 0,1 0 0,-9 0 0,5 0-4,1 0 0,0 1-1,-1 1 1,1-1-1,-1 1 1,1 1 0,-1 0-1,1 0 1,-1 0-1,1 1 1,0 1 0,0-1-1,0 1 1,0 0-1,0 1 1,1 0 0,0 0-1,0 1 1,-8 6-1,2 1 27,0 0-1,1 1 0,1 1 1,0 0-1,1 0 0,0 1 1,1 0-1,1 1 0,1 0 1,0 0-1,1 1 1,0 0-1,2 0 0,0 0 1,1 0-1,0 1 0,2-1 1,0 1-1,2 26 0,0-42-54,-1 0-1,0 1 1,1-1 0,0 0-1,-1 0 1,1 0 0,0 0-1,0 0 1,0 0-1,1 0 1,-1 0 0,0-1-1,1 1 1,-1 0-1,1-1 1,0 1 0,-1-1-1,1 1 1,0-1-1,0 0 1,0 0 0,0 0-1,0 0 1,0 0 0,0 0-1,0-1 1,0 1-1,0 0 1,1-1 0,-1 0-1,0 0 1,0 0-1,1 0 1,-1 0 0,0 0-1,0 0 1,0-1-1,1 1 1,-1-1 0,4-1-1,0-6 49,-5 7 51,-1 8 61,-1 64 343,-1-25-164,2 0 0,11 79 0,-9-112-254,1 0 0,0-1 1,1 1-1,0-1 0,1 0 0,0 0 1,1 0-1,0-1 0,1 0 0,1 0 1,-1-1-1,2 0 0,-1 0 0,15 12 1,-16-17-47,-1-1 0,1 1 1,0-1-1,0 0 1,1-1-1,-1 0 1,1 0-1,0-1 1,0 0-1,0 0 0,0 0 1,0-1-1,12 0 1,-13-1-44,0 0 1,0-1 0,0 0-1,-1 0 1,1 0 0,-1-1-1,1 0 1,-1 0 0,1-1-1,-1 0 1,0 0 0,0 0-1,0-1 1,-1 0 0,1 0-1,4-5 1,1-3-70,0-1 1,-2 0-1,1 0 0,-2-1 1,0 0-1,0 0 0,-1-1 1,-1 0-1,-1 0 0,5-21 1,-5 15 169,-1-1 1,-2 0-1,0 0 1,-1 0-1,-1 0 1,-1 0-1,-4-25 1,3 37 4,-1 0 1,0 0-1,-1-1 0,0 2 0,0-1 1,-1 0-1,-1 1 0,1 0 0,-1 0 1,-1 1-1,0 0 0,0 0 0,0 0 1,-1 1-1,0 0 0,-11-7 0,13 10-68,1 1 0,-1 0-1,1 0 1,-1 0 0,0 0-1,0 1 1,-1 0 0,1 0-1,0 1 1,-1 0 0,1 0-1,0 0 1,-1 1 0,1 0-1,-1 0 1,1 1 0,-1-1-1,1 2 1,-1-1-1,1 1 1,0-1 0,0 2-1,0-1 1,0 1 0,0 0-1,0 0 1,-9 7 0,6-2-142,1 0 0,-1 0 0,1 0 0,1 1 0,-1 1 0,2-1 0,-1 1 0,1 0 0,1 0 0,-8 19 0,6-8-841,1 1-1,1-1 1,0 1-1,-2 38 1,5 4-7044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7.1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0 565 640,'0'0'14619,"169"-202"-14619,-134 143 0,-1 0 0,-3 0-8,-3 7-632,-7-4-696,-14 9-897,-7 16-3512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7.4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0 520,'0'0'18244,"214"193"-18020,-166-147-208,-6 1 64,-1-7-80,-3-6-96,3-12-1536,-6-10-2633,-11-12-2065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7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6569,'0'0'14395,"138"6"-14395,-97 1-504,11-4-1152,-11-3-2369,-6 0-5041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8.1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2537,'0'0'13669,"27"5"-13816,86 18-331,-109-23 410,-1 1 0,1-1 1,-1 1-1,0 0 1,1 0-1,-1 1 1,0-1-1,0 1 0,0 0 1,0 0-1,0 0 1,0 0-1,-1 0 0,1 0 1,2 4-1,-4-4 28,0 0-1,0 0 1,0 0-1,-1 0 1,1 0-1,-1 1 1,1-1-1,-1 0 1,0 0-1,0 0 1,0 1-1,0-1 1,-1 4-1,0 7 152,1-10-55,-1 0 0,0 0 0,0-1 0,0 1 0,-1 0 0,1 0 0,-1 0 0,1-1 0,-1 1 0,0-1 0,0 1 0,0-1 0,0 0 0,0 0 0,-1 0 0,-3 3 0,-3 1 217,1 0 1,-2 0-1,-13 7 1,21-12 199,9-1-367,13-1-75,-9 1-37,1 0 0,-1 0 0,0 1-1,13 3 1,-20-3-18,1 1 0,-1-1 0,0 1-1,0 0 1,0 0 0,0 1 0,0-1 0,0 1-1,-1 0 1,1 0 0,-1 0 0,0 0-1,0 0 1,3 5 0,1 2 63,-1 0 1,1 1 0,-2-1-1,0 1 1,0 1 0,-1-1-1,0 1 1,-1-1 0,-1 1-1,0 0 1,0 0 0,-1 0-1,-1 1 1,-1 21 0,0-30 60,1-1 1,-1 1-1,0 0 0,0-1 1,-1 0-1,1 1 1,-1-1-1,0 0 1,1 1-1,-1-1 1,-1 0-1,1-1 1,0 1-1,-1 0 0,0-1 1,1 1-1,-1-1 1,0 0-1,0 0 1,0 0-1,0 0 1,-1 0-1,1-1 1,0 1-1,-5 0 0,-4 2-681,0-1-1,0 0 0,-1 0 0,1-2 0,-1 1 0,-12-1 0,0-1-6622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8.7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12427,'0'0'6777,"255"35"-8401,-172-29-513,-11-6-2400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9.2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87 9722,'0'0'12075,"1"-3"-11985,0 1-85,0 0 0,0 1-1,0-1 1,1 1-1,-1 0 1,0-1 0,1 1-1,-1 0 1,0 0-1,1 0 1,0 0 0,-1 0-1,1 0 1,-1 0-1,1 0 1,0 1 0,0-1-1,-1 1 1,1-1-1,2 1 1,51-9 100,-23 5-77,198-44-4765,-229 48 4733,-1 0 1,0 0 0,1 0-1,-1 0 1,0 0 0,1 0-1,-1 0 1,0 0 0,0 0-1,1 0 1,-1 0 0,0 0-1,1 0 1,-1 1 0,0-1-1,0 0 1,1 0 0,-1 0-1,0 0 1,0 1 0,1-1-1,-1 0 1,0 0 0,0 1-1,0-1 1,0 0-1,1 0 1,-1 1 0,0-1-1,0 0 1,0 0 0,0 1-1,0-1 1,0 0 0,0 1-1,0-1 1,0 0 0,0 1-1,0-1 1,0 18 408,0-11-322,-6 227 1352,0 40-1149,8-199-644,19 121 1,-17-171-295,4 17-1548,-4-13-2271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7:59.6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25 12707,'0'0'9970,"121"-3"-9954,-80 3-16,7 0-448,21-6-1425,-10-1-2039,-7-2-3122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0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35 447 9858,'0'0'5500,"9"-12"-4145,226-322 2047,-230 326-3781,0 1 1,0-1-1,-1 0 1,0-1-1,3-9 0,-2-25-8559</inkml:trace>
  <inkml:trace contextRef="#ctx0" brushRef="#br0" timeOffset="1">0 53 14107,'0'0'9002,"142"186"-8874,-97-133 312,0-1-368,3-2 144,-7-6-216,1-10-48,-8-9-560,1-13-1432,-8-9-3194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0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5049,'0'0'19900,"69"-7"-19900,-21 7-472,15 0-816,-12 0-1385,-9 0-3088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0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79 1 7098,'0'0'12568,"29"1"-12384,91 9-127,-116-10-51,-1 1 0,0-1 0,0 1 0,0 0 0,1 0 0,-1 0-1,0 0 1,0 1 0,-1-1 0,1 1 0,0 0 0,3 2 0,-4-2 5,-1-1-1,0 1 1,0 0 0,0 0 0,0-1-1,0 1 1,0 0 0,-1 0-1,1 0 1,0 0 0,0 2-1,1 4 49,1 9 81,0 0 1,0 0-1,-2 1 1,0-1-1,-1 1 1,-1-1-1,0 0 1,-2 0-1,0 1 0,0-1 1,-2-1-1,-10 29 1,-2-9-54,-38 65 1,44-85-93,0-1 0,0 0 0,-1-1 0,-1 0 1,0-1-1,-19 14 0,26-23-86,0 0-1,0-1 1,-1 0-1,1 0 1,-11 3-1,16-5 33,0-1 1,0 1-1,0-1 0,0 0 1,0 1-1,0-1 0,0 0 1,0 0-1,-1 1 0,1-1 1,0 0-1,0 0 0,0 0 1,0 0-1,0-1 1,0 1-1,0 0 0,0 0 1,0-1-1,0 1 0,0-1 1,0 1-1,0-1 0,0 1 1,0-1-1,0 1 0,0-1 1,0 0-1,0 0 0,1 1 1,-1-1-1,0 0 0,0 0 1,1 0-1,-1 0 0,1 0 1,-1 0-1,1 0 0,-1 0 1,1 0-1,0 0 0,-1 0 1,1-1-1,-2-15-391,1 0-1,1 0 1,0 0-1,1 0 1,6-30 0,-6 41 448,0 0 0,1 1 0,-1 0 0,1-1 0,0 1 0,1 0 0,-1 0 0,1 0 0,0 0 1,0 0-1,1 1 0,0-1 0,-1 1 0,1 0 0,1 0 0,-1 1 0,0-1 0,1 1 0,0 0 0,0 0 0,9-4 0,-11 6 157,1 0-1,0 0 1,0 0 0,0 0-1,0 1 1,0 0-1,1 0 1,-1 0-1,0 0 1,0 0-1,0 1 1,0 0-1,0 0 1,0 0-1,0 0 1,-1 1-1,1-1 1,0 1-1,-1 0 1,5 3-1,4 4-82,-1 1 0,0 0 0,0 0 0,11 16 0,19 18-94,-34-38-274,0 0 1,0-1 0,1 0-1,0 0 1,13 5 0,23 3-6101,-19-11-4618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1.2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4961,'0'0'14107,"0"221"-14107,0-153 48,3 7-48,-3-4 72,0-3-144,0-6-216,0-3-1192,0-15-969,0-16-1864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1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68 1280,'0'0'19732,"162"-28"-19732,-96 19 0,-1 0-464,18-1-712,-21 4-1744,-13 0-3706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1.9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38 968,'0'0'20629,"113"-35"-20325,-71 32-136,-4 3-168,-4 0-48,-6 0-1113,-4 0-895,-10 0-2217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2.3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0 12547,'0'0'8752,"-5"32"-8474,-18 103-141,20-121-80,1 1 0,1 0 0,0 20 1,2-18-8,-1-14-35,0 0 1,0 0-1,0 1 1,0-1-1,1 0 1,0 0-1,-1 0 1,1 0-1,0 0 1,1 0-1,-1-1 1,0 1 0,1 0-1,-1 0 1,1-1-1,0 1 1,0-1-1,0 0 1,0 1-1,1-1 1,-1 0-1,0 0 1,1-1-1,0 1 1,-1 0-1,1-1 1,0 0-1,0 1 1,0-1 0,4 1-1,8 1-20,1 0 0,-1-2 0,1 1 0,0-2-1,16-1 1,7 0-97,-23 2-94,0 0 1,-1 0 0,1 2-1,-1 0 1,1 0-1,-1 2 1,22 8 0,-32-10 127,1 0 1,0 1-1,-1-1 1,1 1 0,-1 0-1,0 0 1,0 1 0,-1-1-1,1 1 1,-1 0 0,0 0-1,-1 1 1,1-1-1,-1 1 1,0 0 0,0 0-1,-1 0 1,1 0 0,-1 0-1,1 11 1,0 0 110,0 0 1,-2 0-1,0-1 0,-1 1 1,-1 0-1,-5 32 0,3-37 92,0 0-1,-1-1 1,0 0-1,-1 0 1,0 0-1,-1 0 1,0-1-1,-1 0 1,0 0-1,-12 13 1,8-11 37,-1 0 1,-1-1-1,-21 15 0,30-23-276,-1 0-1,1 0 1,-1 0-1,0-1 1,1 0 0,-1 0-1,0 0 1,-1-1-1,1 0 1,0 0-1,0 0 1,-1 0 0,1-1-1,0 0 1,-7 0-1,10-1-171,0 1-1,1-1 1,-1 1-1,0-1 1,1 1-1,-1-1 1,1 0-1,-1 0 1,1 0-1,0 0 1,-3-2-1,-11-19-5519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2.7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1 593 536,'0'0'18964,"144"-189"-18556,-102 139-64,3-6-136,-4 4-192,0-1-16,-3 3-536,0-9-1336,-10 13-1057,-11 8-2384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3.0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1720,'0'0'17100,"117"121"-16812,-79-81 32,-4 7-320,-2-4 192,-1 1-184,0-7-16,0-9-576,10-12-1328,-10-10-1913,-3-6-3409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3.4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14739,'0'0'8610,"117"-3"-8610,-65 3-672,-7 0-1449,-7 0-3088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3.8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 1 1328,'0'0'18021,"0"8"-17704,0 449-171,0-457-165,0 1 0,-1 0 0,1-1 1,0 1-1,-1-1 0,1 1 0,-1-1 0,1 1 0,-1-1 0,0 1 0,1-1 0,-1 0 0,1 1 0,-1-1 1,0 0-1,1 1 0,-1-1 0,0 0 0,1 0 0,-1 1 0,0-1 0,1 0 0,-1 0 0,0 0 0,0 0 0,1 0 1,-1 0-1,0 0 0,1 0 0,-1-1 0,0 1 0,1 0 0,-1 0 0,0-1 0,0 1 0,-28-10-257,20 1 353,8 7 20,-1 0 0,1 1 0,-1-1 0,0 0 0,0 1 1,0-1-1,0 1 0,0 0 0,0-1 0,0 1 0,0 0 1,-1 0-1,1 1 0,0-1 0,-1 0 0,1 1 0,-3-1 0,7 17 725,-1-15-817,0 0 0,0 0 1,1 0-1,-1 0 0,1 0 0,-1 0 1,1 0-1,-1-1 0,1 1 0,-1 0 1,1-1-1,0 1 0,-1-1 0,1 0 1,0 1-1,1-1 0,34 0-238,-23 0-22,30 1-965,58-4-3448,-60-4 295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6.4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120 181 864,'0'0'11912,"0"2"-11456,2 19 113,2-1-1,0-1 1,2 1 0,0-1-1,12 27 1,-13-33-481,-2-7-77,-1 0 1,1-1 0,0 1 0,0-1 0,1 0 0,0 0 0,0 0 0,0 0 0,0-1-1,1 0 1,-1 0 0,1 0 0,8 5 0,-10-8-32,-1 1 0,1-1 0,0 0 0,-1 0 0,1 0-1,0-1 1,0 1 0,0-1 0,0 1 0,0-1 0,0 0 0,0 0 0,0 0 0,0-1 0,0 1 0,0-1 0,0 1-1,-1-1 1,1 0 0,0 0 0,0 0 0,-1-1 0,1 1 0,0 0 0,-1-1 0,0 0 0,1 0 0,-1 0 0,0 0 0,2-2-1,2-2-22,-1 0-1,-1-1 0,1 1 0,-1-1 0,-1 0 0,1 0 1,-1 0-1,0 0 0,0-1 0,-1 1 0,2-16 0,0-4 40,-2 0-1,-1-29 0,-1 47 3,0 3 5,0 0 1,0 0-1,-1-1 0,1 1 1,-1 0-1,-1 0 1,1 0-1,-1 1 0,0-1 1,0 0-1,-1 1 1,1-1-1,-1 1 1,-1 0-1,1 0 0,-1 0 1,0 0-1,0 0 1,0 1-1,0 0 0,-1 0 1,0 0-1,0 1 1,0-1-1,0 1 1,-1 0-1,1 1 0,-1-1 1,0 1-1,1 0 1,-11-2-1,1 2-193,0 0 0,0 0 0,-1 2 0,1 0 0,0 0 1,-25 5-1,32-3 100,0 0 0,0 0 1,0 0-1,1 1 0,-1 0 1,0 1-1,1-1 0,0 2 1,0-1-1,0 1 0,0 0 1,1 0-1,-10 11 0,9-1 149,14-8 298,25-6 544,-22-1-733,22 0 39,0-2 1,0-1-1,0-1 1,-1-2-1,0-1 1,0-2-1,-1 0 1,0-3-1,35-17 1,-6-5-173,-58 34-34,0 0 1,-1 0 0,1 0 0,-1 0-1,1 0 1,-1 0 0,1 0-1,0 0 1,-1 0 0,1 0 0,-1 0-1,1 0 1,-1 0 0,1 0 0,-1 1-1,1-1 1,0 0 0,-1 0-1,1 1 1,-1-1 0,1 0 0,-1 1-1,0-1 1,1 0 0,-1 1 0,1-1-1,-1 1 1,0-1 0,1 1 0,-1-1-1,0 0 1,1 1 0,-1 0-1,10 22 70,-9-19-63,5 13-2,0 1 4,1-1 0,0 0 0,1 0-1,17 26 1,-21-39-14,-1 0 0,1 1 0,-1-1 0,1-1 0,1 1 0,-1-1 0,0 1-1,1-1 1,-1-1 0,1 1 0,0-1 0,0 1 0,0-1 0,1-1 0,-1 1 0,0-1 0,1 0 0,-1 0-1,0 0 1,10-1 0,-9 0-23,1 0-1,-1 0 1,1 0-1,0-1 0,-1 0 1,1-1-1,-1 1 1,0-1-1,9-4 1,-12 4-14,1-1 1,-1 1-1,0-1 1,0 0-1,0 0 1,0 0-1,0 0 1,-1 0 0,1-1-1,-1 1 1,0-1-1,0 0 1,0 0-1,-1 1 1,3-8-1,-2 2 39,0 0 1,0-1-1,-1 0 0,0 1 0,0-1 0,-2-14 0,1 2 1005,0 26-887,0 5-97,1-1 1,1 0-1,-1 0 0,1 0 0,0 0 1,1-1-1,0 1 0,0 0 1,1-1-1,0 0 0,0 0 0,1 0 1,0-1-1,0 1 0,0-1 0,1 0 1,10 8-1,-6-6-37,-1-1 0,1 0 0,1 0 0,-1-1 0,1-1 0,0 0 0,0 0 0,0-1 0,1-1 0,0 0 0,22 3 0,-13-4-712,-1-1 1,0-1 0,0-1 0,39-7 0,-8-12-4647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7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251 163 616,'0'0'17184,"-4"-23"-16351,-16-69-193,19 90-598,0-1-1,0 1 0,0-1 0,0 1 0,-1-1 0,1 1 0,-1-1 0,1 1 0,-1 0 0,0 0 0,0 0 0,0 0 0,0 0 0,0 1 0,0-1 0,0 0 0,-1 1 0,1 0 1,-4-2-1,0 1 47,1 1 1,0 0 0,-1 0 0,1 1 0,0 0 0,-11 0 0,6 0 54,4 0-91,-1 0-1,1 0 0,0 1 1,0 0-1,0 0 1,0 0-1,0 1 0,0 0 1,-9 4-1,12-4-43,-1 1 1,1-1-1,0 1 1,0 0-1,0 0 1,0 0-1,0 0 1,0 1-1,1-1 1,0 1-1,0 0 1,0 0-1,0-1 1,0 1-1,0 5 1,-3 6-5,1 1 1,1 0-1,0 0 0,-1 31 1,7 70 1,-2-84-3,6 36-21,27 126 1,-8-68-187,-24-112 90,25 164-1317,-24-145-95,-1 0 0,-1 0-1,-6 40 1,-3-42-2524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7.4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82 592,'0'0'16708,"204"-10"-16364,-163 17-160,0-4-120,1-3-8,3 0-112,10-25-456,-10-3-1449,-11 0-2664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09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 13899,'0'0'6137,"28"186"-6129,-28-130-8,0 6-72,-14-6-496,-3-3-856,-7-10-505,-7-9-2151,0-6-4970,6-22 7121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1.4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 0 24,'0'0'18412,"-5"6"-17783,-5 7-559,1 0 0,0 1 0,1 0-1,1 1 1,0-1 0,1 2 0,1-1-1,0 0 1,1 1 0,0 0 0,-2 31-1,1 24-50,5 99 0,1-132-7,-1-26-230,1 0 0,0-1 1,0 1-1,1 0 0,1-1 0,0 1 0,1-1 0,0 0 0,0 0 0,1 0 1,1 0-1,0-1 0,0 0 0,1 0 0,0-1 0,1 0 0,0 0 0,1-1 0,-1 0 1,18 12-1,13 2-4021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1.8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1 410 568,'0'0'16052,"31"-84"-15980,-7 50-64,3-6 32,1-3-40,3 2-561,4-24-735,-11 12-1152,-7 4-3490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2.1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9346,'0'0'7218,"138"161"-6986,-100-114-176,3-1-48,0-2-8,4-7-64,14-9-833,-11-16-1415,-10-6-1777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2.5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9610,'0'0'5753,"138"177"-5193,-97-121-296,-6 3-200,-8 3-16,-6-3 8,-14-3 25,-7 3-81,0 0 48,-24 3-40,-11 6-8,-9 0-489,6-5-815,7-14-776,13-8-449,18-26-2320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2.8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4521,'0'0'14971,"165"0"-15035,-120 0-872,-4 0-1104,8 0-2041,-15 0-4065,-6-7 3921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3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14603,'0'0'6570,"103"31"-6570,-55-31-88,32 0-1265,-15-9-3136,-6-10-7361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3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 1432,'0'0'15524,"-7"9"-15180,7-3-288,11-2 360,20 2-224,10-3-64,7 0-128,11-3 0,37 0-1336,-13 0-1569,-10-3-4769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4.5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 57 880,'0'0'12337,"0"-13"-11880,0-29 23,0 41-262,0 6 21,0 32 261,4 24-300,2 1 0,23 93 0,-14-80-458,6 78-1,-18-119-30,0-7-322,-2 1 1,0-1 0,-5 35 0,3-62 603,1 1 0,-1 0 0,0 0 0,1 0 1,-1 0-1,0-1 0,0 1 0,0 0 0,0-1 0,0 1 0,0-1 0,0 1 1,0-1-1,0 0 0,0 1 0,0-1 0,0 0 0,0 1 0,0-1 0,0 0 1,0 0-1,0 0 0,0 0 0,-2 0 0,-38-1 192,29 0 117,-27 1 2464,40 1-2764,-1 0 0,1 0 1,-1 0-1,1 0 0,-1 0 1,1 0-1,-1 0 0,1 0 0,0 0 1,0 0-1,-1-1 0,1 1 1,0 0-1,0-1 0,0 1 1,0-1-1,0 1 0,0-1 1,0 1-1,0-1 0,0 1 0,0-1 1,0 0-1,0 0 0,0 1 1,0-1-1,2 0 0,32 4-112,-34-4 106,130 0-4418,-78-3-1218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5.1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31 624,'0'0'14083,"33"-6"-13957,106-17-81,-134 22-40,1 1 1,-1-1-1,1 1 0,-1 0 1,1 1-1,-1-1 1,1 1-1,-1 0 0,6 2 1,-9-2-3,1 1 0,-1-1 1,0 0-1,0 1 0,1 0 1,-1-1-1,0 1 0,0 0 1,-1 0-1,3 3 0,3 3 4,0 0 3,-1 0 0,0 0 0,0 0-1,-1 1 1,0 0 0,0 1 0,-1-1-1,0 1 1,-1-1 0,0 1 0,2 14-1,-1 8 41,-1 0 0,-2 41 0,-1-56-38,-1 1-2,0 0 0,-2-1 0,1 1 0,-2-1-1,-1 0 1,0 0 0,-1 0 0,-1 0 0,0-1 0,-1 0 0,-1-1 0,0 0 0,-1 0-1,-1-1 1,0 0 0,-1-1 0,-1 0 0,-25 20 0,31-29-97,1 0 0,-1 0 0,0 0 0,0-1 0,0 0 0,-16 3 0,21-5 25,0-1 1,0 1 0,-1-1 0,1 0 0,0 0 0,-1 1 0,1-2 0,-1 1 0,1 0 0,0 0-1,-1-1 1,1 1 0,0-1 0,0 0 0,0 0 0,-1 0 0,1 0 0,0 0 0,0 0 0,0 0-1,0-1 1,1 1 0,-1-1 0,0 0 0,0 1 0,-1-3 0,-1-3-10,1 0-1,0 0 1,0 0 0,1-1 0,-1 1 0,1-1 0,1 1 0,0-1-1,-1-8 1,1 0 0,1 1 1,1-1-1,3-25 0,-3 37 73,0 0 0,0 0 0,1 0 0,-1 1 0,1-1-1,0 0 1,0 1 0,1-1 0,-1 1 0,1-1 0,-1 1 0,1 0 0,0 0 0,0 0 0,0 1 0,1-1 0,-1 1-1,1 0 1,-1-1 0,1 2 0,0-1 0,7-2 0,-6 2 35,1 1-1,-1-1 1,1 1 0,0 0-1,-1 1 1,1 0-1,0-1 1,-1 2 0,1-1-1,0 1 1,0 0 0,-1 0-1,1 0 1,-1 1-1,1 0 1,7 4 0,-1 2-2,0 0 0,-1 1 0,0 0 0,16 19 0,16 13-24,-16-20-509,46 26-1,-30-24-1895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5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 1176,'0'0'15801,"26"-7"-14631,5-2-880,-12 3-122,0 1 0,1 0 0,-1 2 0,1 0 0,0 1 0,23 1 1,642-17-338,-455 15-5911,-203 3 4472,36 3-4464,-15 12 387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6.1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0 522 576,'0'0'12814,"1"0"-12748,-1 0 0,0 1 0,1-1 0,-1 0 0,0 0 0,1 0 0,-1 0 1,1 0-1,-1 0 0,0 0 0,1 0 0,-1 0 0,1 0 0,-1 0 0,0 0 1,1 0-1,-1 0 0,0 0 0,1 0 0,-1 0 0,1 0 0,-1-1 0,0 1 1,1 0-1,-1 0 0,0 0 0,1-1 0,-1 1 0,0 0 0,0 0 0,1-1 1,-1 1-1,0 0 0,0-1 0,1 0 0,26-19 676,-1-1-1,-1-2 1,37-43-1,-35 37-634,14-15-45,86-95-790,-53 42-2583,-70 90 2647,1 0 1,-2 0-1,1 0 0,3-10 1,-3-16-4524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6.5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5393,'0'0'12699,"207"87"-12603,-159-47 56,4 7-144,-7 2 40,3 13-48,-3-6-72,13 13-1168,-13-20-1929,-7-8-2744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6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81 1 1408,'0'0'13886,"0"13"-13866,0-3-17,0 1 0,0-1 0,-2 1 0,1-1 0,-1 0 0,0 0 0,-1 0 0,0 0 0,-1 0 0,-7 14 0,-1-6 21,-19 32 95,29-48-114,1 1-1,0 0 1,-1 0 0,1 1 0,1-1 0,-1 0-1,0 0 1,1 0 0,0 0 0,0 1 0,0-1 0,0 0-1,0 0 1,2 7 0,-2-9-9,1 0 1,0 0-1,0 0 1,0 1-1,0-1 0,0-1 1,0 1-1,0 0 0,0 0 1,0 0-1,0 0 1,0-1-1,1 1 0,-1 0 1,0-1-1,1 0 0,-1 1 1,0-1-1,3 1 1,29 4 0,-29-5-1,164 10-2796,-167-10 2694,0-4 84,0-1 0,-1 0-1,1 0 1,-1 0-1,0 0 1,0 0-1,-2-8 1,1-4 163,2 45 848,2-1 1,1 1 0,13 43 0,-10-48-1930,0-1 1,12 22-1,-14-34-693,0 0 0,1 0 0,0-1 0,1 0 0,13 14 0,0-6-2176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7.6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0 424,'0'0'16876,"0"99"-16836,4-40 16,-1 7-104,1 2 56,-1 0-16,1 1-536,-1-14-1105,-3-2-2240,0-16-6801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7.9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19 776,'0'0'17092,"79"-19"-16796,-45 19-248,8 0-48,20 0-48,-7 0-1769,-10 0-3304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8.7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194 310 1592,'0'0'16445,"12"0"-16358,-5 1-87,38 3 51,-42-4-44,1 0 0,-1 0 0,0 0 1,1-1-1,-1 1 0,0-1 0,0 0 0,1 0 0,-1 0 0,0 0 1,0 0-1,4-3 0,-2-1-1,-1 0 0,1-1 0,-1 1-1,0-1 1,0 0 0,-1 0 0,1 0 0,-1-1 0,-1 1 0,1-1 0,-1 0 0,-1 0 0,1 1-1,-1-1 1,1-8 0,0-9 13,-1 1-1,-1-1 0,-4-27 1,3 48-19,1-1-1,-1 0 1,-1 1 0,1-1 0,0 1-1,-1 0 1,1-1 0,-1 1 0,0 0-1,0 0 1,-1 0 0,1 0 0,-1 0-1,1 1 1,-1-1 0,0 1 0,0 0-1,0 0 1,0 0 0,0 0 0,0 0-1,-1 0 1,1 1 0,0 0-1,-1 0 1,0 0 0,1 0 0,-1 0-1,-6 0 1,1 0-31,-1 0 0,1 1 0,0 0 0,0 0 0,-1 1 0,1 0 0,0 1 0,0 0 0,0 0 0,-17 8 0,15-4 27,0 0 0,0 1 1,1 1-1,0 0 0,0 0 1,1 1-1,0 0 1,-13 18-1,16-19 0,0 0-1,1 1 1,0-1-1,0 1 0,1 0 1,1 1-1,-1-1 1,1 1-1,1 0 1,0 0-1,-1 13 1,2-15-86,1 0 0,0 0 0,0 0 0,1 0 1,0 0-1,1-1 0,-1 1 0,5 9 0,-4-12-113,0-1-1,1 0 0,0 1 1,0-1-1,0 0 0,0-1 1,1 1-1,-1 0 1,1-1-1,0 0 0,0 0 1,0 0-1,8 3 0,-11-5 202,1 0-1,-1 0 1,0 0-1,1 0 0,-1 0 1,0 1-1,0-1 0,0 0 1,0 1-1,0-1 1,0 1-1,0-1 0,0 1 1,-1-1-1,1 1 1,0 0-1,-1-1 0,1 1 1,-1 0-1,0 0 1,0-1-1,0 1 0,0 0 1,0-1-1,0 1 0,0 0 1,-1 2-1,1 5-38,0 5 181,-1-8-100,1-1 1,0 1-1,0 0 1,0 0-1,1 0 1,0-1-1,0 1 1,0 0 0,1-1-1,0 1 1,0-1-1,0 1 1,1-1-1,5 8 1,2 0-36,0-1 0,1 0 0,1-1-1,0 0 1,0-1 0,1-1 0,1 0 0,-1 0 0,1-1 0,1-1 0,-1-1 0,1 0-1,0-1 1,1 0 0,-1-1 0,1-1 0,31 3 0,-45-6-6,0-1-1,0 1 1,0 0 0,0-1 0,0 0-1,0 1 1,0-1 0,0 0 0,-1 0-1,1 0 1,0 0 0,0 0 0,-1 0-1,1 0 1,-1-1 0,1 1 0,-1-1-1,0 1 1,1-1 0,-1 1 0,0-1-1,0 0 1,0 0 0,0 1 0,0-1-1,-1 0 1,1 0 0,-1 0 0,1-2-1,2-8-27,-1 1 1,0-1-1,0-20 0,-1 14-17,0-21-30,-3-44 1,1 72 60,-1 1 0,1-1-1,-2 0 1,0 1 0,0 0 0,-1 0 0,0 0-1,-10-18 1,11 24-13,1 0 1,-1 1-1,0 0 0,0 0 0,0-1 1,0 2-1,0-1 0,-1 0 1,0 1-1,1-1 0,-1 1 0,0 0 1,0 0-1,0 1 0,0-1 1,0 1-1,-1 0 0,1 0 0,0 0 1,-1 1-1,1-1 0,0 1 0,-1 0 1,1 1-1,0-1 0,-1 1 1,-7 1-1,3 1-52,1-1 0,-1 2-1,0-1 1,1 1 0,0 0 0,0 1 0,0 0 0,1 0 0,-1 1 0,1 0 0,-12 14-1,13-13-85,0 0-1,1 1 0,-1 0 0,2 0 0,-1 0 1,1 1-1,-5 14 0,7-15-564,0 1-1,0 0 1,1-1-1,0 17 1,1 20-6947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9.2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13779,'0'0'6492,"38"-1"-5955,243-1-214,266-2-429,-186-7-3119,-256 10 954,-104 2 2187,0-1-1,0 0 1,0 0 0,0 0 0,0 0 0,1 0 0,-1 0-1,0 0 1,0 0 0,0 0 0,0 0 0,0 0 0,0-1 0,0 1-1,0 0 1,0-1 0,0 1 0,0-1 0,0 1 0,0-1-1,0 0 1,0 1 0,0-1 0,0 0 0,0 0 0,-1 0 0,1 1-1,0-1 1,0-2 0,3-7-2798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19.7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1 600 1880,'0'0'13126,"13"-16"-12390,3-3-564,1-1 43,0-1-1,24-41 1,-31 44-189,35-54-601,-4-2 0,54-135 0,-92 198-486,0 0 0,0-1-1,2-22 1,-4 14-3384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0.0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10210,'0'0'7554,"186"131"-7418,-148-91-128,0 1-8,-4-1 0,1 3-456,-8-2-552,1-13-721,3-13-1384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0.4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11979,'0'0'4070,"23"8"-4524,71 25 1,-92-32 425,0 0 1,0-1-1,0 1 0,0 0 1,0 0-1,0 0 0,-1 0 1,1 1-1,0-1 0,-1 0 1,1 1-1,-1-1 1,1 1-1,-1-1 0,0 1 1,0 0-1,1 0 0,-1-1 1,0 1-1,-1 0 0,1 0 1,0 0-1,-1 0 0,1 0 1,-1 0-1,1 0 1,-1 1-1,0-1 0,0 0 1,0 0-1,0 0 0,0 0 1,0 0-1,-1 0 0,1 0 1,-2 3-1,1 7 23,1-9 17,-1 0 1,1 0-1,0 0 1,-1 0 0,0 0-1,0 0 1,0 0-1,0 0 1,0 0 0,0-1-1,-1 1 1,1 0-1,-1-1 1,0 1-1,0-1 1,0 0 0,0 1-1,0-1 1,0 0-1,-1 0 1,1-1 0,-6 4-1,107-3 652,-95-2-723,-1 1 1,1 0-1,-1 0 0,0 0 0,1 0 1,-1 1-1,0 0 0,0-1 0,0 1 1,0 0-1,0 0 0,-1 1 0,1-1 1,0 1-1,-1-1 0,0 1 0,0 0 1,0 0-1,0 0 0,0 0 0,0 0 1,-1 0-1,1 0 0,-1 1 0,0-1 0,0 0 1,1 7-1,0 0 63,0 0 0,-1 0 0,0 1 0,0-1 0,-1 1 0,0-1 0,-1 0 0,-3 17 0,2-21 100,-1-1 0,0 0 0,0 0 0,0 0 1,-1 0-1,1 0 0,-1-1 0,0 1 1,-1-1-1,1 0 0,-1-1 0,0 1 1,0-1-1,-7 5 0,4-4-32,0 1-1,0-1 1,0-1 0,0 1 0,0-2-1,-1 1 1,1-1 0,-1 0-1,-10 1 1,18-3-139,1 0 0,0 0 1,-1 0-1,1 0 0,0 0 0,-1 0 0,1 0 0,0 0 1,-1 0-1,1 0 0,-1 0 0,1 0 0,0 0 0,-1 0 1,1 0-1,0 0 0,-1 0 0,1-1 0,0 1 0,-1 0 1,1 0-1,0 0 0,-1-1 0,1 1 0,0 0 0,0 0 1,-1-1-1,1 1 0,0 0 0,0 0 0,0-1 1,-1 1-1,1 0 0,0-1 0,0 1 0,0 0 0,0-1 1,0 1-1,-1 0 0,1-1 0,0 1 0,0 0 0,0-1 1,0 0-1,0-15-5663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1.0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10418,'0'0'11227,"155"28"-11147,-100-28-80,21 0-809,-7 0-1647,-10-12-3257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1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16 11194,'0'0'11257,"-9"0"-11090,-28-2-47,28 1-41,13 1-8,67 1 137,-29 1-1610,0-2-1,0-1 1,66-13-1,-108 14 1420,1 0-1,-1 0 1,0 0-1,0 0 1,1 0-1,-1 0 1,0 0-1,1 0 1,-1 0-1,0 0 1,1 0-1,-1 0 1,0 0-1,1 0 1,-1 0-1,0 0 1,0 0-1,1 0 1,-1 1-1,0-1 1,1 0-1,-1 0 1,0 0-1,0 1 1,1-1-1,-1 0 1,0 0-1,0 0 1,0 1-1,1-1 1,-1 0-1,0 0 1,0 1-1,0-1 1,0 0-1,0 1 1,1-1-1,-1 0 1,0 0-1,0 1 1,0-1-1,0 0 1,0 1-1,0-1 1,0 0-1,0 1 1,0-1-1,0 0 1,0 1-1,0-1 1,0 0-1,-1 0 1,1 1-1,0-1 1,0 0-1,0 1 1,-1-1-1,1 4 174,-21 286 1229,1 1-4002,21-250-28,5-11-1741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2.0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79 904,'0'0'18436,"14"-38"-17484,10 38-280,11 0-383,6 0-169,7 0-120,32-6-913,-4-16-1743,-14 10-2841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2.4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11234,'0'0'9517,"7"2"-9151,23 3-152,1-1 1,-1-1 0,58-4 0,-39 1-173,8 0-316,-1-2 0,81-14 1,-108 10-226,14-3-2074,2 2-1,61-3 0,-100 10 1787,8 2-1613,-11 30-7262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2.8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0 546 832,'0'0'14853,"12"-22"-14816,3-11-24,-2 6 3,1 0-1,30-42 1,-9 18-43,138-217-1116,-170 261 603,0 1 0,0-1 0,0 1 0,-1-1 0,2-9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3.2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3673,'0'0'15126,"16"12"-15056,237 185 249,-194-153-1494,67 39 0,-119-79-22,0-1-1,0 0 0,0 0 0,0 0 0,0-1 1,0 0-1,13 1 0,6-2-5274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3.6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1168,'0'0'16412,"32"1"-16382,102 7 73,-129-8-55,0 0 0,0 1-1,-1 0 1,1 0 0,-1 0 0,1 0-1,-1 1 1,1 0 0,-1 0 0,0 0-1,0 0 1,0 1 0,0-1 0,0 1-1,0 0 1,-1 0 0,1 1 0,-1-1 0,0 1-1,0 0 1,0-1 0,-1 1 0,1 1-1,-1-1 1,2 5 0,2 2 188,-1 1-128,-1 0 0,0 0 1,-1 1-1,0-1 0,0 1 1,-2-1-1,1 1 0,-2 0 1,0 0-1,0 0 0,-1 0 1,-4 17-1,2-20-126,-1 0-1,0 0 1,-1 0 0,0-1-1,-1 1 1,0-1 0,0 0-1,-1-1 1,0 0 0,0 0-1,-1 0 1,0-1-1,0 0 1,-1-1 0,0 1-1,0-2 1,0 1 0,-1-2-1,0 1 1,-19 5 0,27-9-20,0-1 0,0 1 1,0-1-1,0 1 1,0-1-1,0 0 0,0 0 1,-1 0-1,1 0 1,0 0-1,0-1 0,0 1 1,0-1-1,0 1 0,0-1 1,0 0-1,0 0 1,0 0-1,0 0 0,1 0 1,-1 0-1,0 0 1,1 0-1,-1-1 0,0 1 1,1-1-1,0 1 1,-1-1-1,-1-3 0,0-2-29,1 0 0,0 0 0,1 0-1,-1 0 1,2 0 0,-1-1 0,1-8-1,0 16 68,-1-9-53,0 1 0,1 0 1,0-1-1,1 1 0,0 0 0,0 0 1,4-13-1,-3 18 53,-1 0 0,1 1 0,-1-1 0,1 1 0,0 0 0,0 0 0,0-1 0,0 1 0,0 0 0,1 1 0,-1-1 0,1 0 0,-1 1 0,1-1 0,-1 1 0,1 0 0,0 0 0,0 0 0,0 0 0,-1 0 0,1 1 0,0-1 0,0 1 0,4 0 0,3-1 39,0 1 0,0 1-1,0 0 1,0 0 0,0 1-1,0 0 1,0 1 0,0 0-1,-1 1 1,1 0 0,14 8-1,-9-4-493,1-2-1,-1 1 1,29 5 0,7-5-3378,4-6-4032,-12-1 2819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4.5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0 280,'0'0'18380,"1"15"-18207,2 164 97,4 91-482,2-178-2509,-2-53-6949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4.8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96 720,'0'0'19324,"72"-34"-18988,-44 34-136,3-6-112,10 3-88,25-16-504,-11 1-1888,0 2-3665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5.2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8978,'0'0'12050,"176"-6"-12490,-152 6-512,-7 0-536,-13-10-929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5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105 1 13179,'-82'62'4030,"81"-61"-3956,-1 0-1,0 1 1,1-1-1,-1 0 1,1 0-1,0 1 1,-1-1-1,1 1 1,0-1-1,0 1 1,0-1-1,0 1 1,0 0-1,0-1 1,0 1 0,1 0-1,-1 0 1,0 0-1,1 0 1,0 0-1,-1 0 1,1-1-1,0 1 1,0 0-1,0 0 1,1 3-1,-1 4 117,0 142 753,0-149-940,0 1 0,1 0 0,-1-1-1,0 1 1,1-1 0,-1 1 0,1-1 0,0 1 0,0-1 0,0 0 0,0 1-1,0-1 1,0 0 0,1 0 0,-1 0 0,1 0 0,0 0 0,-1 0-1,1 0 1,0 0 0,0-1 0,0 1 0,0-1 0,1 1 0,-1-1-1,0 0 1,0 0 0,1 0 0,-1 0 0,1 0 0,-1-1 0,4 1-1,8 2-67,1-2-1,0 0 0,0 0 0,24-3 1,-5 0-340,-24 2 295,0-1-173,0 1 1,0 1-1,0 0 1,0 0-1,-1 1 1,12 2-1,-18-2 227,0-1-1,0 1 0,0 0 0,0 0 0,0 0 0,0 0 1,0 0-1,-1 1 0,1-1 0,-1 1 0,0 0 0,1 0 1,-1-1-1,-1 1 0,1 1 0,0-1 0,-1 0 0,1 0 1,-1 1-1,0-1 0,1 5 0,2 12 49,-1 0-1,-1 0 0,-1 0 1,0 0-1,-1 0 1,-6 34-1,4-45 68,0 0 0,-1-1 0,-1 1 1,1-1-1,-1 0 0,-1 0 0,0 0 0,0 0 0,0-1 0,-1 0 0,-8 8 0,10-10-187,-1 0-1,0 0 0,-1-1 0,1 0 1,-1 0-1,0 0 0,1-1 0,-2 0 1,1 0-1,0 0 0,-1-1 0,1 0 0,-1 0 1,1-1-1,-12 2 0,7-3-1375,7 0 81,0 1 0,0-1 0,0-1 1,0 1-1,1 0 0,-1-1 0,-6-1 0,-7-11-629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25.9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1176,'0'0'17669,"11"2"-17522,97 7 170,139-6 1,-139-4-673,-31-3-2335,1-3 0,91-21 0,-65 9-3788,-77 15 4116,50 1 0,-68 3 2362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35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1 616 592,'0'0'12441,"4"-7"-12078,208-290 1902,-47 73-3155,-149 201 413,-6 9-683,-1 0-1,12-22 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8:35.9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4537,'0'0'14555,"134"161"-14355,-79-108-184,0 9 8,1-6-24,-1 6-144,-7-6-616,4-6-752,-7-16-1041,-14-9-2072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36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1183 728,'3'1'13703,"-2"-1"-13678,0 1-1,0-1 1,0 0 0,0 0-1,0 0 1,0 0 0,0 0-1,1 0 1,-1-1 0,0 1-1,0 0 1,0-1 0,0 1-1,0 0 1,1-2 0,6-4 97,0 0-1,-1-1 1,0 0 0,-1 0-1,0-1 1,0 0 0,7-11 0,33-67 63,-36 65-124,28-58 49,40-122 0,-63 152-126,-3-1-1,-1 0 0,7-98 0,-15-62-52,-3 175 66,1 26-6,-1-1 0,-1 1 0,0-1 0,0 1 0,-1-1-1,0 1 1,-1 0 0,0 0 0,0 0 0,-1 0-1,0 1 1,-1-1 0,0 1 0,0 0 0,-1 0-1,0 1 1,-12-13 0,16 18-11,-1 1-1,1-1 1,0 1-1,-1 0 1,0-1-1,1 1 1,-1 0-1,0 1 1,1-1-1,-1 0 1,0 1-1,0-1 1,1 1-1,-1 0 1,0 0 0,0 0-1,0 1 1,0-1-1,1 1 1,-1-1-1,0 1 1,-3 1-1,1 0 21,1 0 0,0 0 0,-1 1 0,1-1 0,0 1 0,0 0-1,0 0 1,1 0 0,-1 1 0,1-1 0,-5 8 0,-2 4 10,2 1 0,0 0 0,0 1 1,2 0-1,0 0 0,1 1 0,0-1 0,2 1 0,-2 21 1,1 10 31,3 0 1,5 58-1,0-75-5,1 0 0,2-1-1,0 0 1,3-1-1,13 33 1,8 5 46,39 66 0,34 16-3941,-23-36-706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36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79 224,'0'0'12892,"8"-1"-12301,26 0-58,-32 2-487,0-1-1,1 1 1,-1-1 0,0 1-1,-1 0 1,1-1-1,0 1 1,0 0-1,0 0 1,0 1-1,-1-1 1,1 0-1,-1 1 1,1-1 0,-1 0-1,1 1 1,-1 0-1,0-1 1,0 1-1,2 3 1,15 38 696,-16-39-667,6 31 74,0-1-1,-3 1 1,-1 1-1,-1-1 0,-3 37 1,2-69-274,1-7 66,3-13 54,6-50 176,18-84 14,-24 128-176,1 0 0,1 0 0,2 1 0,16-30 0,-26 51-10,1-1 1,0 1-1,0 0 1,0-1-1,0 1 0,0 0 1,0 0-1,0-1 1,0 1-1,0 0 0,1 0 1,-1 0-1,0 0 1,3-1-1,-4 2 3,1 0 1,-1 0-1,1 0 0,-1 0 0,1 0 1,-1 0-1,1 1 0,-1-1 1,1 0-1,-1 0 0,1 0 0,-1 0 1,1 1-1,-1-1 0,1 0 1,-1 0-1,0 1 0,1-1 0,-1 0 1,1 1-1,-1-1 0,0 0 1,1 1-1,-1-1 0,0 1 0,0-1 1,1 1-1,-1 0 0,3 5 34,-1 0-1,0 0 0,0 0 1,-1 0-1,1 9 0,60 295-21,-61-304-298,1-1 0,-1 1 0,1-1 0,0 0 0,1 0 0,-1 1 0,1-1 0,0-1 0,0 1 0,0 0 0,1-1 0,0 1 0,5 3 0,5 0-3474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37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0 432,'0'0'12143,"5"5"-11372,1 3-576,0 0 0,-1 0 0,0 0 0,-1 1 0,1 0 0,-2 0 0,1 0 0,-1 0 0,-1 0 0,1 1 0,0 9 0,11 121 1113,-13-119-1146,5 130 717,8 95-410,-9-195-550,3 0 0,25 86 0,-25-113-1416,18 33 0,-16-37-1637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37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0 416 16,'0'0'14979,"131"-186"-14755,-103 146-56,3-4-96,-3 7-72,-4 0 16,-7 6-104,-3 9-632,-11 10-968,-3 5-625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38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1144,'0'0'17041,"6"19"-16358,24 61-327,-26-72-310,0 0-1,0-1 1,1 0-1,0 0 0,1 0 1,-1-1-1,1 0 1,0 0-1,14 10 1,10 10 10,-4 4-260,-2 1 1,0 2-1,27 50 0,-5-7-2084,-37-62-67,1 0 1,24 24 0,-13-20-2166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38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11346,'0'0'4945,"48"195"-4496,-27-120 247,-4 12-224,4 9-72,-4 3-144,0 1-240,0-1-16,-3-6-40,0-6-168,0-6-1192,-4 21-681,-3-18-1928,-4-19-5217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3097,'0'0'8654,"4"5"-8656,7 15 712,0 2-1,-1-1 0,9 27 1,-1 4-2806,-13-35-135,0 2-2484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0 208,'0'0'13307,"13"72"-12251,-13-60-704,0 4-64,0-4-216,0 0 0,0 1-72,0-1-16,0 1-440,0 8-1072,0-2-849,0-3-3648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2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 1136,'0'0'10122,"0"90"-9994,0-71 32,0-1-304,0 1 144,-4 3-992,-2-4-3153,-1-2-2120</inkml:trace>
  <inkml:trace contextRef="#ctx0" brushRef="#br0" timeOffset="1">15 314 624,'0'0'12683,"0"78"-13899,0-62-713,-4-1-2160,-6 1-672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2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1 384,'0'0'13531,"0"149"-13291,0-137-176,0 1-128,0-4-88,0-3-504,0 4-880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3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 1144,'0'0'15114,"2"2"-14555,14 27 110,-2 0 0,-1 1 1,12 40-1,-9-26-432,-12-32-218,8 18 217,-11-29-196,0 0 0,0 0 0,-1 0 1,1 0-1,0 0 0,0 0 0,0 0 0,0 0 0,0-1 1,0 1-1,0 0 0,0-1 0,0 1 0,1-1 0,-1 1 1,0-1-1,0 1 0,0-1 0,1 0 0,-1 0 0,0 0 1,2 1-1,2-2 63,0 0 0,0 0 0,0 0 0,0-1 0,-1 1 0,1-1 1,0 0-1,-1-1 0,1 1 0,-1-1 0,0 0 0,0 0 0,0 0 0,6-7 0,9-8-215,25-35-1,-26 30 11,56-75-3813,-39 49-1037,-3 5-3525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1 599 696,'0'0'11440,"10"22"-8481,-10-22-2907,0 0 1,0 1-1,0-1 0,0 0 0,0 0 0,0 1 0,0-1 1,0 0-1,0 0 0,0 1 0,0-1 0,0 0 1,0 0-1,0 0 0,0 1 0,0-1 0,0 0 0,0 0 1,0 0-1,0 1 0,1-1 0,-1 0 0,0 0 0,0 0 1,0 1-1,0-1 0,0 0 0,1 0 0,-1 0 1,0 0-1,0 1 0,0-1 0,1 0 0,-1 0 0,0 0 1,0 0-1,0 0 0,1 0 0,-1 0 0,0 0 0,0 0 1,0 0-1,1 0 0,-1 0 0,0 0 0,0 0 1,1 0-1,12-8 496,13-20-698,-26 28 217,102-123-369,-6-4 1,102-175-1,-190 289-82,-6 11 136,-1 0 0,1 0 1,-1 0-1,0 0 1,1 0-1,-1-1 1,0 1-1,-1 0 0,1 0 1,0-4-1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5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40,'0'0'13824,"5"2"-12757,20 8-360,0 1-1,-1 1 0,39 27 0,64 57 150,0 0-1080,-103-80 118,1-1-1,0-1 0,39 15 0,-54-25-623,0-2 0,0 1 0,1-1 0,-1-1 0,1 0 0,16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6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1 464,'0'0'18700,"11"0"-17740,3 0-536,6 3 16,8 6-295,3 3-49,3-2-96,22-7-681,-12-3-2031,-6 0-3730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29:46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15 1064,'0'0'12900,"0"-5"-11851,0-5-370,0 32-405,0 39-181,2-33-48,1 1-1,2-1 1,1 0-1,1-1 1,15 40-1,-9-29-44,14 70 0,-26-106 0,-1-1 1,1 0-1,-1 1 0,0-1 0,0 1 1,0-1-1,0 1 0,0-1 0,0 1 1,0-1-1,0 1 0,0-1 0,-1 1 1,1-1-1,-1 0 0,1 1 0,-1-1 1,1 0-1,-1 1 0,0-1 0,0 0 1,1 0-1,-1 1 0,0-1 0,0 0 1,0 0-1,-1 0 0,1 0 0,0 0 1,0-1-1,-2 2 0,-3 0 6,1-1-1,0 0 1,-1 0-1,1 0 1,-1-1-1,1 0 1,-7-1-1,0 1 50,-21 2 431,4-1 2981,181 1-1976,0 0-6472,-125-2-225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0:17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511 18 11731,'0'0'8173,"0"0"-8142,0-1 0,-1 0 0,1 1-1,0-1 1,0 1 0,-1-1 0,1 0 0,0 1-1,-1-1 1,1 1 0,0-1 0,-1 1 0,1-1-1,-1 1 1,1 0 0,-1-1 0,1 1 0,-1 0-1,1-1 1,-1 1 0,0-1 0,-5 0 34,1-1 1,0 1 0,-1 0-1,1 0 1,-1 1 0,1-1-1,-1 1 1,1 0-1,-8 2 1,-7-1 249,1 0-219,2 1 0,-1 0 0,0 2 0,0 0 1,1 1-1,0 1 0,0 0 0,-31 17 0,22-8-6,1 1-1,0 1 0,1 1 1,-35 34-1,51-44-56,1 0 0,0 1 0,1 0 0,0 0 0,0 0 0,1 1-1,1 0 1,-1 0 0,1 0 0,1 0 0,-3 13 0,5-17-22,0 1-1,0-1 1,0 1-1,1-1 1,0 1 0,0 0-1,1-1 1,0 1-1,0-1 1,0 1 0,1-1-1,0 0 1,0 1-1,1-1 1,-1 0-1,2 0 1,-1-1 0,0 1-1,8 8 1,1-2-7,0-1 1,1-1 0,0 0-1,1-1 1,0 0-1,1-1 1,-1-1 0,2 0-1,-1-1 1,25 7 0,-5-5-4,0 0 0,0-3 0,69 3 1,-73-7-38,57-2-292,-78 0 136,-1 0 0,0-1 0,1 0 0,-1-1 0,0 0-1,-1 0 1,13-7 0,39-31-2580,-22 8-2735,-8-1-5408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0:52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35 286 1112,'-22'1'20622,"16"3"-19729,6 9-875,-1 3-17,1 0 0,0 0 1,1 0-1,1 0 0,0-1 0,1 1 0,1-1 1,0 0-1,1 0 0,8 16 0,-5-17-7,1 0-1,0-1 1,0 0 0,2 0-1,0-1 1,0 0-1,1-1 1,16 12 0,-21-18-24,1 0 0,-1-1 0,1 0 0,-1 0 0,1-1 0,0 0 0,0 0 0,1-1 0,-1 0 0,1-1 0,-1 0 1,1 0-1,-1-1 0,1 0 0,-1 0 0,1-1 0,12-2 0,-13 0-4,-1 1-1,-1-1 1,1-1-1,0 1 1,-1-1-1,0 0 1,1-1 0,-2 1-1,1-1 1,0 0-1,-1-1 1,0 1-1,-1-1 1,9-12 0,-4 4-47,-1-1 0,0 0 1,-1-1-1,0 0 0,7-26 1,-8 8 17,-2 0 0,0 0 0,-3-56 0,-1 79 48,0 1-25,0-1 0,-1 1 1,-1-1-1,0 1 0,0-1 0,-1 1 0,0 0 0,-1 0 1,0 0-1,0 0 0,-1 1 0,-1 0 0,1 0 0,-1 0 1,-1 1-1,0 0 0,0 0 0,-1 0 0,1 1 0,-2 0 1,1 1-1,-1 0 0,0 0 0,0 1 0,0 0 0,-1 0 1,0 1-1,0 1 0,-18-5 0,19 6-156,0 0 0,0 0 0,0 1 0,0 0 0,0 1 0,-1 0 0,1 0 0,0 1 0,0 0 0,0 0 0,0 1 0,0 1 0,0-1 0,0 1 0,1 1 0,-1 0-1,1 0 1,0 1 0,0 0 0,1 0 0,-1 0 0,1 1 0,0 1 0,1-1 0,0 1 0,0 0 0,0 0 0,-6 11 0,-25 43-2797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14.5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1286 3273,'0'0'9255,"13"-13"-8363,-10 10-829,15-16 389,-1-1 0,0-1 0,26-45 0,128-290 1967,-138 273-2292,-4-1 1,25-124-1,-47 174-119,-2-1 0,-1 1 1,-2-1-1,-2 0 0,-4-49 0,2 75-13,0 1-1,-1 0 1,0 1-1,0-1 1,0 0 0,-1 1-1,0-1 1,0 1-1,-1 1 1,0-1-1,-1 0 1,1 1-1,-1 0 1,0 1-1,0-1 1,-1 1 0,0 0-1,0 1 1,0-1-1,0 1 1,-1 1-1,0 0 1,1 0-1,-1 0 1,0 1 0,0 0-1,-1 1 1,1-1-1,0 2 1,-1-1-1,1 1 1,0 0-1,-1 1 1,-8 2 0,12-2 5,1 1 1,-1-1 0,0 2-1,1-1 1,-1 0 0,1 1-1,0 0 1,0 0 0,0 0-1,0 0 1,0 1 0,1-1 0,0 1-1,-1 0 1,1 0 0,1 1-1,-1-1 1,1 0 0,-1 1-1,-1 6 1,-3 7 8,1 1 0,0 0 0,2 0 0,-3 21 1,0 18-12,3 0 0,3 1 1,2-1-1,2 0 0,3 0 1,3 0-1,2-1 1,2-1-1,3 0 0,3 0 1,2-2-1,2 0 0,31 50 1,-44-86-63,1-1-1,1-1 1,1 0 0,19 19-1,-26-29-78,1 0-1,0 0 0,0-1 0,1 0 0,-1 0 0,1-1 0,0 0 0,1 0 0,-1-1 0,0 0 0,18 4 0,-7-5-1212,-1-1-1,38-3 0,-22-3-3567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15.1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40,'0'0'11768,"20"31"-11641,60 104-47,-75-127-77,-1 0 0,0 1 0,0 0 0,0-1 0,-1 1 0,-1 1 0,0-1 0,0 0 0,0 0 0,-1 1 0,-1-1 0,1 1 0,-3 12 0,1 6 17,1 54 398,14-100 945,20-77-977,35-80-307,-60 156-77,1 1 0,0 0 1,2 1-1,0 0 0,1 0 1,27-26-1,-37 41-2,-1 0-1,0 0 1,1 0-1,0 0 1,-1 0-1,1 1 1,0-1-1,0 1 1,0 0-1,0 0 1,0 0-1,0 0 1,0 1-1,0-1 1,6 0-1,-7 2 1,0-1 1,0 0-1,0 1 1,0-1-1,0 1 0,0 0 1,0 0-1,-1 0 0,1-1 1,0 2-1,0-1 1,-1 0-1,1 0 0,0 1 1,-1-1-1,0 0 0,1 1 1,-1 0-1,0-1 1,1 1-1,-1 0 0,0-1 1,-1 1-1,2 2 0,13 33 51,16 62-1,-24-70-63,2-2-1,0 1 1,2-1-1,0-1 1,20 33-1,-28-55-199,0 0 0,1 0 0,-1 0 0,1 0 0,0 0 0,-1 0 0,2-1 0,-1 0 0,0 0 0,1 0-1,-1-1 1,1 1 0,0-1 0,0 0 0,0 0 0,0-1 0,7 2 0,12-2-4351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28.0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1 489 24,'7'10'12244,"-4"-11"-12067,0 1 0,0-1 0,-1 0 0,1 0 1,0 0-1,0 0 0,-1 0 0,1-1 0,0 1 0,-1-1 0,1 0 0,3-3 0,32-32 315,-18 17-172,110-99-25,213-178-1326,-331 291-944,-25 20-168,-18 10-911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28.4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1480,'0'0'11267,"17"7"-10739,-1-2-415,1 1 18,1 1 1,-2 0-1,1 1 0,21 15 0,102 85 167,3 2-1170,-121-96-334,1-1 1,37 16-1,-28-18-2702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35.7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1608,'0'0'7026,"159"-16"-6930,-118 13-16,0 0-80,4 0 0,7 3-192,-14 0-1336,-7 0-3105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36.2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20 520,'0'0'12203,"228"-13"-12811,-152 13-1329,-11-6-4976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37.0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63 1 592,'0'0'13076,"0"12"-12984,5 206 48,-6-167-140,-3 0-1,-14 76 1,12-102 24,-6 25-3,2 1-1,3 1 0,-2 58 0,9-108-21,0-1 0,0 1 0,0-1 0,1 1 0,-1-1 0,0 1 0,1-1 0,0 1-1,-1-1 1,1 1 0,0-1 0,0 1 0,0-1 0,0 0 0,0 0 0,0 1 0,0-1 0,0 0-1,0 0 1,0 0 0,1 0 0,-1-1 0,0 1 0,1 0 0,-1 0 0,1-1 0,-1 1 0,1-1-1,-1 1 1,1-1 0,-1 0 0,1 1 0,1-1 0,9 1 24,0 0 1,0-1-1,20-1 0,-7-1 5,17 0 33,42-7-1,-52 4-438,0 2 1,-1 1-1,43 3 1,-45 4-2304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38.0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15 681 1064,'0'0'11116,"-2"-11"-10684,-5-46 554,2 0-1,5-79 1,0 74-810,2 32-6,8-52 1,-2 28 6,-8 53-173,0 1-1,0-1 0,0 1 0,0-1 1,0 1-1,0-1 0,0 1 0,1-1 1,-1 1-1,0-1 0,0 1 1,0-1-1,0 1 0,1 0 0,-1-1 1,0 1-1,0-1 0,1 1 0,-1 0 1,0-1-1,1 1 0,-1-1 0,0 1 1,1 0-1,-1 0 0,1-1 0,-1 1 1,1 0-1,0-1 0,12 8 15,15 29-34,-23-29 39,120 178 98,48 61-322,-168-240 168,0 0 0,0 0 1,0-1-1,0 1 0,1-1 0,0-1 0,0 1 0,0-1 1,1 0-1,-1-1 0,1 1 0,0-1 0,0-1 1,0 1-1,0-1 0,1 0 0,-1-1 0,1 0 0,-1 0 1,14-1-1,-19 0 34,-1 0 0,1-1 0,-1 1 0,1-1 0,-1 0 0,0 0 0,1 1 0,-1-1 0,0 0 0,1 0 0,-1 0 0,0 0 0,0 0 0,0-1 0,0 1 0,0 0 0,0 0 0,0-1 0,0 1 0,-1-1 0,1 1 0,0-1 0,-1 1 0,1-1 0,-1 1 0,0-1 0,1 1 0,-1-3 0,6-52 162,-6 55-158,0-76 426,-20-150 0,13 156-1429,4-89 0,3 127-167,0-40-4116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1.6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0 450 464,'0'0'6261,"17"-12"-5138,112-88 1457,-23 7-2304,101-114 0,-201 201-717,8-11-120,-10 3-3933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2.0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1 992,'0'0'12363,"135"81"-12259,-90-57-104,-1 4-48,1 0 40,-3 0-1048,6 10-537,-10-7-1671,-11-7-3306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5.0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1060 1408,'0'0'11819,"21"-12"-11696,243-156 631,435-308 676,-459 317-1669,-112 70-359,76-48-4037,-173 119 366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5.7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2 992,'0'0'14535,"4"0"-14435,31 0-47,0-1-10,39 4 1,-64-2-87,1 1 0,-1 0 0,0 0 0,0 1 0,-1 0-1,1 1 1,-1 0 0,15 8 0,-20-9 31,-1 0 0,1 0 0,-1 0 0,0 1 0,0-1 0,0 1 0,-1 0 0,1-1-1,-1 1 1,0 0 0,0 0 0,0 1 0,-1-1 0,0 0 0,1 1 0,-1-1 0,0 8 0,1 9 17,-1 0 0,-2 34 1,-1-14 9,1 3-180,1 28-1026,6-25-2775,3-18-3496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6.6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 5 5153,'0'0'10264,"-2"-2"-10191,1 2-73,1 0 1,0 0-1,0 0 1,0-1-1,0 1 1,0 0-1,0 0 0,-1 0 1,1 0-1,0 0 1,0 0-1,0-1 1,-1 1-1,1 0 0,0 0 1,0 0-1,0 0 1,-1 0-1,1 0 1,0 0-1,0 0 0,0 0 1,-1 0-1,1 0 1,0 0-1,0 0 1,0 0-1,-1 0 1,1 0-1,0 0 0,0 0 1,0 0-1,-1 0 1,1 1-1,0-1 1,0 0-1,0 0 0,0 0 1,-1 0-1,1 0 1,0 0-1,0 1 1,0-1-1,0 0 0,0 0 1,0 0-1,-1 0 1,1 1-1,0-1 1,0 0-1,0 0 0,0 0 1,0 1-1,0-1 1,0 0-1,0 1 1,1 21 27,14 44 17,-9-42-38,42 306 72,-44-299-78,-4-28-1,0-1 0,0 1 0,0 0 0,1 0-1,0-1 1,-1 1 0,1 0 0,0-1 0,0 1 0,1 0-1,-1-1 1,1 0 0,-1 1 0,3 2 0,-1-3-7,-1-1 1,0 1-1,1-1 1,-1 0 0,1 0-1,-1 0 1,1 0-1,0 0 1,-1-1-1,1 1 1,0-1 0,-1 0-1,1 0 1,0 0-1,2 0 1,3 0-24,0-1 0,0 0 0,-1-1 0,1 0 0,-1 0 0,1 0 0,-1-1 0,0 0-1,0 0 1,0-1 0,9-6 0,-5 3-106,-7 5 39,0 0 0,0 0 1,0 1-1,0-1 0,0 1 1,0 0-1,0 0 0,0 0 1,1 1-1,-1-1 0,0 1 1,1 0-1,6 1 0,0 1-18,0 1-1,-1 0 1,19 8-1,-18-6 39,0-1 0,-1 0 0,2-1 0,12 3 0,40 4 20,-63-10 62,-1 0 1,1 0 0,-1 0 0,0 0-1,1 0 1,-1 1 0,1-1-1,-1 0 1,1 1 0,-1-1-1,0 0 1,1 0 0,-1 1 0,0-1-1,1 1 1,-1-1 0,0 0-1,0 1 1,1-1 0,-1 1-1,0-1 1,0 0 0,0 1 0,1-1-1,-1 1 1,0 0 23,0-1-1,0 1 1,0-1 0,1 1-1,-1-1 1,0 1 0,0-1-1,1 1 1,-1-1 0,0 1 0,0-1-1,1 0 1,-1 1 0,1-1-1,-1 1 1,0-1 0,1 0-1,-1 0 1,1 1 0,-1-1-1,1 0 1,-1 0 0,1 1 0,-1-1-1,1 0 1,0 0 0,77 19 1586,-57-13-1580,0 0 0,0-2 0,0 0 0,30 0-1,-36-3-10,19-2 203,-33 1-199,0-1 0,0 1 0,0 0 1,-1 0-1,1-1 0,0 1 0,0-1 1,0 1-1,-1-1 0,1 1 0,0-1 0,-1 1 1,1-1-1,0 0 0,-1 1 0,1-1 1,-1 0-1,1 1 0,-1-1 0,1 0 0,-1 0 1,0 0-1,1 1 0,-1-1 0,0 0 1,1 0-1,-1 0 0,0 0 0,0 0 0,0 1 1,0-3-1,0-4 25,0 0 0,-1 0 1,0 0-1,0 0 0,-1 1 1,0-1-1,0 0 0,0 1 0,-1-1 1,0 1-1,0 0 0,-1 0 1,0 0-1,0 1 0,0-1 0,-1 1 1,1 0-1,-1 0 0,-1 0 1,1 1-1,-7-5 0,4 3-108,0 0-1,-1 0 0,1 0 1,-1 1-1,0 0 1,-1 1-1,1 0 1,-1 1-1,0 0 0,0 0 1,0 1-1,0 0 1,0 1-1,0 0 1,0 1-1,-1 0 1,-19 2-1,28-1 5,1-1-1,-1 1 1,0-1-1,0 1 1,1-1 0,-1 1-1,0 0 1,1 0-1,-1 0 1,1 0 0,-1 0-1,1 0 1,0 0 0,-1 0-1,1 1 1,0-1-1,0 0 1,0 1 0,0-1-1,0 1 1,0-1-1,0 1 1,0 0 0,1-1-1,-1 1 1,1 0 0,-1 0-1,1-1 1,0 1-1,0 0 1,-1 0 0,1 1-1,0 2-128,1-1 0,-1 1-1,1-1 1,-1 1 0,1-1-1,0 1 1,1-1 0,-1 0 0,1 0-1,0 0 1,0 0 0,3 4-1,-1-2-409,0-1 0,1 0 0,0 0 0,0-1 0,7 6 0,31 19-7467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7.2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206 31 6969,'0'0'8582,"-12"-7"-8302,4 2-247,6 3-29,-1 0 1,1 1 0,-1-1-1,0 0 1,0 1-1,0-1 1,0 1 0,0 0-1,0 0 1,0 0-1,0 0 1,0 1 0,0-1-1,-1 1 1,1 0-1,0 0 1,0 0 0,0 0-1,-1 1 1,1-1-1,0 1 1,0 0-1,-6 2 1,2 1 3,-1 1 1,1 0-1,0 0 1,0 1-1,0 0 0,1 0 1,0 1-1,0-1 0,1 1 1,-1 1-1,1-1 0,1 1 1,0-1-1,0 2 0,0-1 1,1 0-1,1 0 1,-1 1-1,1 0 0,1-1 1,-1 1-1,1 0 0,1 0 1,0 0-1,2 15 0,-2-21-18,1-1 0,-1 0-1,1 1 1,0-1 0,0 0-1,0 1 1,0-1-1,0 0 1,1 0 0,-1 0-1,0 0 1,1 0-1,0 0 1,0-1 0,-1 1-1,1 0 1,0-1-1,0 1 1,0-1 0,0 0-1,1 0 1,-1 0 0,0 0-1,0 0 1,1 0-1,-1 0 1,1-1 0,-1 0-1,1 1 1,4-1-1,-3 1-3,0-1 1,1 0-1,-1 0 0,0 0 0,1 0 0,-1-1 0,0 1 0,1-1 0,-1 0 0,0-1 1,0 1-1,0-1 0,0 0 0,0 0 0,0 0 0,-1 0 0,6-4 0,1-7 36,-1 0 0,0 0-1,-1-1 1,0 0-1,-1-1 1,-1 0 0,0 0-1,-1 0 1,4-20-1,-9 34-18,0 1 0,0-1 0,0 0 0,1 0 0,-1 1 0,0-1 0,0 0 0,1 1-1,-1-1 1,0 0 0,1 1 0,-1-1 0,1 0 0,-1 1 0,1-1 0,-1 1 0,1-1 0,-1 1-1,1-1 1,0 1 0,-1 0 0,1-1 0,0 1 0,-1-1 0,1 1 0,0 0 0,-1 0 0,1 0-1,0-1 1,0 1 0,-1 0 0,1 0 0,0 0 0,0 0 0,-1 0 0,1 0 0,0 0 0,0 0-1,-1 1 1,1-1 0,0 0 0,-1 0 0,1 1 0,0-1 0,0 0 0,-1 1 0,1-1 0,-1 0-1,1 1 1,0-1 0,-1 1 0,1-1 0,-1 1 0,1 0 0,-1-1 0,1 2 0,4 2 0,0 1 0,-1 0 0,0 0 0,0 0 0,4 7 0,3 10 19,-1 0-1,-1 0 0,-1 1 1,-1 0-1,-1 0 0,5 45 1,-6-6 11,-4 90 0,-1-137-31,-2 1 0,0 0-1,-1-1 1,0 0-1,-1 0 1,-1 0-1,-7 15 1,8-21 68,-1 1-1,0-1 1,0 0 0,-1-1 0,0 1-1,-1-1 1,0 0 0,0-1 0,-1 0-1,0 0 1,-13 9 0,15-13-23,0 0-1,0-1 1,0 1-1,0-1 1,0 0-1,0-1 1,-9 2 0,12-3-49,1 0 0,0 1 1,-1-1-1,1 0 1,-1 0-1,1 0 1,-1-1-1,1 1 1,-1 0-1,1-1 1,0 0-1,-1 1 1,1-1-1,0 0 1,-1 0-1,1-1 1,0 1-1,0 0 1,0-1-1,0 1 1,0-1-1,1 0 1,-3-2-1,0-2-119,1-1-1,0 1 0,0-1 1,1 0-1,0 0 1,0-1-1,0 1 1,1 0-1,0-9 1,-1-68-1310,3 68 1119,5-61-2246,11 5-2466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7.8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113 64 416,'0'0'12705,"23"3"-12111,70 8-125,-65-4-317,-28-7-117,1 0-1,-1 0 1,0 0 0,0 0-1,1 0 1,-1 1 0,0-1-1,0 0 1,1 0 0,-1 0-1,0 0 1,0 0 0,0 1-1,1-1 1,-1 0 0,0 0-1,0 0 1,0 1 0,0-1-1,0 0 1,1 0 0,-1 0-1,0 1 1,0-1 0,0 0-1,0 0 1,0 1-1,0-1 1,0 0 0,0 0-1,0 1 1,0-1 0,0 0-1,0 0 1,0 1 0,0-1-1,-1 1 107,0 0 0,0 0 0,0 0-1,0 0 1,0-1 0,0 1-1,0 0 1,0-1 0,0 1 0,0-1-1,-1 1 1,-1 0 0,-38 8-24,11-3-4,-42 15 1,64-18-106,0 0 0,0 1 1,0 0-1,1 0 1,0 1-1,0 0 0,0 0 1,1 0-1,-1 1 0,-5 7 1,10-10-26,0 1 0,0-1 0,0 1-1,0-1 1,1 1 0,-1 0 0,1 0 0,0 0 0,0 0 0,1-1 0,-1 8 0,0-9-10,1 1 0,0-1 0,0 1 0,0-1 0,1 0 1,-1 1-1,1-1 0,-1 0 0,1 1 0,0-1 0,0 0 0,-1 0 0,2 0 1,-1 1-1,0-1 0,0 0 0,1-1 0,-1 1 0,1 0 0,0 0 1,2 2-1,3 0-177,0-1 1,0 1-1,0-2 1,1 1-1,-1-1 1,1 0-1,0 0 1,0-1-1,10 1 1,77-1-1824,-77-2 1517,-9 1 252,0-1 0,0 0 0,0-1 0,0 0 0,0 0 0,0-1 0,-1 0 0,1-1 0,-1 0 0,0 0 0,0 0 0,0-1 0,-1-1 0,0 1 0,0-1 0,0 0 0,-1-1 0,1 1 0,5-9 0,-8 8 664,1-1 1,-1 1 0,0 0-1,-1-1 1,0 0 0,0 0-1,3-16 1,-6 24-349,0-1 0,0 1 0,0-1 0,0 1 0,0-1 0,0 1 0,1-1 0,-1 1 0,0-1 0,0 1 0,0-1 0,1 1 0,-1-1 0,0 1 0,0 0 1,1-1-1,-1 1 0,0 0 0,1-1 0,-1 1 0,1 0 0,-1-1 0,0 1 0,1 0 0,-1 0 0,1-1 0,-1 1 0,1 0 0,-1 0 0,1 0 0,-1 0 0,1-1 0,18 9 549,13 21-422,-30-27-74,5 6-54,10 10 34,34 28 0,-46-42-79,0 0 0,0-1 1,0 0-1,1 0 0,-1 0 1,1 0-1,0-1 0,0 0 0,-1 0 1,2-1-1,-1 1 0,10 0 1,-15-3-2,1 1 1,-1 0 0,0 0-1,0-1 1,0 1 0,0-1 0,0 1-1,0-1 1,0 1 0,0-1-1,0 1 1,0-1 0,0 0 0,0 0-1,0 0 1,0 1 0,-1-1-1,1 0 1,0 0 0,-1 0 0,1 0-1,-1 0 1,1 0 0,-1 0-1,1 0 1,0-2 0,8-37 111,-7 28-16,6-43 43,-7 40-116,1 0 1,0 0-1,1 0 1,1 0-1,11-26 0,-13 38-65,0 0 0,0 0 0,0 0 0,1 0-1,-1 0 1,1 1 0,0-1 0,0 1-1,0 0 1,0 0 0,0 0 0,0 0-1,0 0 1,1 1 0,-1 0 0,1-1-1,-1 1 1,1 0 0,4 0 0,7-1-637,0 1 0,0 0 1,19 1-1,-13 1-340,18-1-2406,-4 3-2293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8.2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1 336,'0'0'14611,"7"112"-14595,3-88 24,8-2-40,2-3 0,11-7-152,25-9-672,-8-3-1569,-3 0-2760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8.5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1320,'0'0'14794,"10"12"-14593,-5-5-171,2 2-4,0 1 0,-1-1 0,0 1 0,0 1 0,-1-1-1,0 1 1,-1 0 0,4 15 0,3 45 36,-3 0 0,-1 115-1,6 69-1374,3-180-3204,-12-55-543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8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238 168 288,'0'0'14531,"200"0"-14283,-131 0-248,4 0 0,6 0-344,-17-9-1816,-14-4-5258</inkml:trace>
  <inkml:trace contextRef="#ctx0" brushRef="#br0" timeOffset="1">0 0 10474,'0'0'6282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49.9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0 760,'0'0'12808,"15"4"-12520,-3-1-222,-7-2-50,0 0 0,0 0 1,0 0-1,0 1 0,0 0 1,0 0-1,-1 0 0,1 0 1,-1 1-1,0 0 0,1 0 1,-1 0-1,0 0 0,-1 1 0,1-1 1,4 7-1,4 9-4,-2 1-1,0-1 1,-1 1 0,-1 1-1,-1 0 1,7 35 0,6 18 49,-20-74-60,0 1 1,0-1-1,0 0 1,0 1-1,0-1 1,0 0-1,1 1 1,-1-1-1,0 1 1,0-1-1,0 0 1,0 1-1,1-1 1,-1 0-1,0 1 1,0-1-1,1 0 1,-1 0-1,0 1 1,1-1-1,-1 0 1,0 0-1,1 1 1,-1-1-1,0 0 1,1 0-1,-1 0 1,0 0-1,1 0 0,-1 1 1,0-1-1,1 0 1,-1 0-1,1 0 1,-1 0-1,1 0 1,12-12 99,5-19 23,-16 26-117,10-23 11,0 1 0,2 0 0,27-40 0,-37 60-20,1 1 1,0 1 0,0-1 0,0 1-1,0 0 1,1 0 0,0 0-1,0 1 1,1 0 0,-1 0 0,1 0-1,0 1 1,0 0 0,0 1-1,0-1 1,0 1 0,1 1 0,-1-1-1,0 1 1,9 0 0,-13 1-6,1 0 1,-1 0 0,1 0-1,0 1 1,-1-1 0,1 1-1,-1 0 1,1 0 0,-1 0-1,0 0 1,1 1 0,-1-1-1,0 1 1,0 0 0,3 2-1,-2 1 5,0-1-1,0 1 0,0 0 0,-1 0 0,0 1 1,0-1-1,0 1 0,1 5 0,3 8 7,-1-1 1,-1 1-1,3 23 0,8 29-12,-15-71 6,-1 1 1,0 0-1,0-1 0,1 1 0,-1-1 0,1 1 0,-1-1 0,0 1 0,1-1 0,-1 1 0,1-1 0,-1 1 0,1-1 0,0 1 0,-1-1 0,1 0 0,-1 1 0,1-1 0,0 0 0,-1 0 0,1 0 0,0 1 0,-1-1 0,1 0 0,0 0 0,-1 0 0,1 0 0,0 0 0,-1 0 0,1 0 0,0 0 0,-1 0 0,1-1 1,0 1-1,-1 0 0,1 0 0,-1 0 0,1-1 0,0 1 0,0-1 0,25-16-40,13-23-414,-27 25 114,2 1 0,0 0 1,0 1-1,1 1 1,1 0-1,0 1 1,25-13-1,-37 23 256,-1-1-1,1 1 0,0 0 1,0 0-1,0 0 1,0 1-1,6-1 1,-9 1 75,1 0 1,-1 0-1,0 0 1,1 0 0,-1 1-1,0-1 1,1 1-1,-1-1 1,0 0-1,0 1 1,1 0-1,-1-1 1,0 1-1,0 0 1,0 0 0,0 0-1,0-1 1,0 1-1,0 0 1,0 0-1,0 1 1,-1-1-1,1 0 1,1 2 0,6 15 63,-3-6-30,1 0 1,0-1-1,0 0 1,16 19 0,-19-26-17,1-1 1,-1 0 0,1 0 0,0 0 0,0 0 0,0 0-1,1-1 1,-1 0 0,0 0 0,1 0 0,0 0-1,-1-1 1,1 0 0,0 0 0,0 0 0,8 0 0,-1 0 5,1-1 0,-1 0 0,18-3 0,-26 2 11,1 0-1,0 0 1,0-1-1,-1 0 1,1 0-1,-1 0 1,1-1-1,-1 1 1,0-1-1,0 0 1,4-4-1,-5 3 225,-3 4-207,0 0 0,0 0 1,0 0-1,0 1 1,0-1-1,0 0 0,0 0 1,0 0-1,0 1 0,0-1 1,0 0-1,0 0 0,0 0 1,0 0-1,0 1 1,0-1-1,1 0 0,-1 0 1,0 0-1,0 0 0,0 1 1,0-1-1,0 0 1,1 0-1,-1 0 0,0 0 1,0 0-1,0 0 0,0 0 1,1 1-1,-1-1 1,0 0-1,0 0 0,0 0 1,1 0-1,-1 0 0,0 0 1,0 0-1,0 0 1,0 0-1,1 0 0,-1 0 1,0 0-1,0 0 0,0 0 1,1 0-1,-1 0 0,0 0 1,0-1-1,0 1 1,1 0-1,-1 0 0,0 0 1,0 0-1,0 0 0,0 0 1,0 0-1,1-1 1,-1 1-1,0 0 0,0 0 1,0 0-1,0 0 0,0-1 1,0 1-1,0 0 1,0 0-1,1-1 0,3 8-3,0 0-1,1-1 1,0 1-1,0-1 0,0 0 1,1-1-1,0 1 1,0-1-1,1 0 1,-1-1-1,1 0 0,0 0 1,0 0-1,10 3 1,-2-4-37,0 0 1,0 0-1,0-2 0,0 0 1,26-1-1,-18-1 5,-19 2 23,-1-1-1,1 0 0,0 0 1,-1 0-1,1-1 0,-1 1 1,1-1-1,0 0 0,-1 0 1,0 0-1,1 0 0,-1-1 1,0 0-1,1 1 0,-1-1 0,0 0 1,0-1-1,0 1 0,-1 0 1,1-1-1,-1 0 0,1 1 1,-1-1-1,0 0 0,0 0 1,0 0-1,0-1 0,-1 1 1,1 0-1,-1-1 0,0 1 0,0-1 1,0 1-1,0-1 0,-1 1 1,1-1-1,-1 0 0,0-7 1,0 5 33,0-1 1,0 0-1,0 0 0,-1 0 1,0 0-1,0 0 1,0 0-1,-1 1 1,0-1-1,-1 1 1,1-1-1,-1 1 0,-1 0 1,1 0-1,-1 0 1,0 0-1,0 1 1,-1 0-1,1 0 0,-1 0 1,0 0-1,-1 1 1,1-1-1,-1 1 1,0 1-1,0-1 1,0 1-1,0 0 0,-1 1 1,1-1-1,-1 1 1,-9-1-1,6 1-162,1 1 1,-1 0-1,1 0 0,-1 1 0,1 0 0,-1 1 1,1 0-1,-1 1 0,1 0 0,0 0 0,-11 5 1,7-1-530,1 0 0,0 1 0,0 0 0,1 1 0,0 0 0,-20 20 0,-12 16-5799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0.5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2 709 11034,'0'0'9392,"0"-23"-9266,0-144-4,0 113-104,-2 9-33,3 0-1,1 1 1,14-75 0,-16 118-1,1 1 0,-1-1 0,0 1 0,0-1 0,0 1 0,1-1 0,-1 1-1,0-1 1,1 1 0,-1-1 0,0 1 0,1 0 0,-1-1 0,1 1 0,-1 0 0,1-1 0,-1 1 0,1 0 0,-1-1-1,1 1 1,-1 0 0,1 0 0,-1 0 0,1-1 0,-1 1 0,1 0 0,-1 0 0,1 0 0,-1 0 0,1 0 0,0 0-1,-1 0 1,2 0 0,18 8-314,-1 8 203,-1 0 0,0 1 0,23 30 0,15 15-624,-26-32 347,117 107-1325,-131-124 1493,1-1 0,1 0 1,-1-1-1,2-1 0,-1-1 1,2-1-1,28 9 0,-40-14 191,1-1 0,-1-1-1,1 0 1,0 0 0,15-1-1,-22 0 83,1 0-1,-1 0 1,0-1-1,1 1 1,-1-1-1,0 1 1,0-1-1,0 0 1,1 0-1,-1 0 1,0 0-1,0-1 1,-1 1-1,1 0 1,0-1-1,0 1 1,-1-1-1,1 0 1,-1 0-1,1 1 1,-1-1-1,0 0 1,1 0-1,-1 0 1,0-1-1,1-2 1,2-15 535,0 0 0,-1 0 0,-2 0 0,1-1 0,-4-33 0,1 9-77,1-234 105,0 161-6746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1.1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118 323 12627,'0'0'4442,"20"8"-4397,60 26 11,-77-32-50,1-1 0,-1 1 0,0 0 0,0 0 0,-1 0 0,1 0 0,0 0 0,-1 1 0,1-1 0,-1 1 0,0 0 0,0 0 0,0 0 0,0 0 0,0 0 0,-1 0 0,1 0 0,-1 0 0,0 1 0,0-1 0,1 4 0,1 5 42,-2-8-22,2 4-10,0 0 0,-1 1 1,0-1-1,-1 0 0,1 12 0,-3-19-7,0-1 0,-1 1 0,1 0 1,0-1-1,0 1 0,0-1 0,0 1 0,-1-1 0,1 0 0,0 1 0,0-1 0,-1 0 0,1 0 1,0 0-1,-3 0 0,0 0 5,-68 3-85,57-4 47,1 1 0,-1 1 0,0 0 0,1 1 0,-1 0-1,1 1 1,0 1 0,-26 10 0,38-13 14,-1 0 0,1 1 0,0 0 0,0-1 0,0 1 0,0 0 0,0 0 0,0 0 0,1 0-1,-1 1 1,1-1 0,-3 5 0,4-6-24,-1 0-1,1 0 0,0 0 1,-1 0-1,1 0 0,0 1 1,0-1-1,0 0 0,0 0 1,0 0-1,0 1 0,0-1 1,0 0-1,0 0 0,1 0 1,-1 0-1,0 0 0,1 1 1,-1-1-1,1 0 0,-1 0 1,1 0-1,0 0 0,-1 0 1,1 0-1,0-1 0,0 1 0,0 0 1,0 0-1,0 0 0,-1-1 1,1 1-1,2 0 0,4 3-243,-1-1-1,1 1 1,1-2 0,-1 1-1,0-1 1,1 0-1,-1-1 1,13 2-1,67-1-2416,-56-3 1811,-18 0 677,1 0 0,-1-1 0,-1 0-1,1-1 1,0 0 0,0-1 0,-1-1 0,0 0-1,0-1 1,-1 0 0,1-1 0,-1 0 0,0 0-1,-1-2 1,0 1 0,0-1 0,-1 0 0,0-1 0,13-20-1,-8 10 399,-1 0-1,-1-1 0,-1-1 0,-1 0 1,-1-1-1,-1 1 0,-1-2 0,-1 1 1,0-1-1,1-24 0,-3 1 1032,0 1 498,15-76-1,-14 113-657,-3 21-619,-1 30-156,-1-38-173,0 41-42,-2 36 20,4 1 0,4-1 1,19 98-1,6-21-263,-28-151-44,0-8-293,1-11-1464,0-11-2843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1.5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57 1136,'0'0'16548,"-56"-56"-16540,105 56 88,6 0-96,7 0 0,7 0-912,0 0-185,17 0-151,-13 0-1008,-18 0-2745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1.9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1384,'0'0'12983,"0"7"-12851,0 16-65,2 0 0,1 0 1,7 32-1,-7-44-50,0 0 0,1 0-1,0-1 1,0 1 0,1-1 0,0 0 0,1 0 0,0-1 0,12 14 0,-14-19-95,0 0 0,0-1 0,1 0 0,-1 1 0,1-2 0,0 1 0,0 0 0,0-1 0,0 0 0,1 0 0,-1-1 0,0 1 0,1-1 1,-1-1-1,1 1 0,-1-1 0,1 1 0,0-2 0,-1 1 0,1-1 0,-1 1 0,11-4 0,-8 1-90,1 0-1,-1 0 0,0 0 1,0-1-1,-1 0 0,1-1 1,-1 0-1,0 0 1,0-1-1,0 1 0,-1-1 1,0-1-1,9-12 1,-8 9 60,-1-1 0,-1 0 1,1 0-1,-2-1 1,0 1-1,0-1 1,-1 0-1,2-20 0,1-56 3623,-6 101-3094,0-5-434,-1 16 59,2 0-1,0 0 1,9 41-1,-8-59-119,-1 1 0,1-1 0,1 0 0,-1 0 1,1 0-1,0-1 0,0 1 0,1-1 0,0 1 0,0-1 0,0 0 1,0 0-1,1-1 0,0 0 0,0 1 0,0-1 0,0-1 0,1 1 1,5 2-1,27 7-2208,-3-9-1774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2.4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85 800,'0'0'10600,"6"28"-10354,19 87-133,-24-107-104,1 0-1,0 0 1,0 0 0,1-1 0,0 1 0,0-1 0,1 0 0,0 0 0,0 0 0,10 11 0,-11-16 17,0 1-1,1-1 0,0 0 0,-1 0 0,1 0 0,0 0 0,0-1 0,0 1 0,0-1 0,0 0 0,0 0 1,0-1-1,0 1 0,1-1 0,-1 0 0,5 0 0,-7-1-16,0 1 1,0 0-1,0-1 1,0 0-1,0 1 0,0-1 1,0 0-1,0 0 1,-1 0-1,1 0 0,0 0 1,-1-1-1,1 1 1,-1 0-1,1-1 0,-1 1 1,1-1-1,-1 1 1,0-1-1,0 0 0,0 0 1,0 0-1,0 1 1,0-1-1,0-4 0,4-6-4,-2 0 1,4-25-1,-6 34 4,6-82 166,-6 61-119,1 0-1,9-40 1,-11 62-53,1 0 0,0-1 0,-1 1 1,1 0-1,1 0 0,-1 0 0,0 0 0,0 0 1,1 0-1,-1 0 0,1 0 0,-1 1 1,1-1-1,0 0 0,0 1 0,0-1 0,0 1 1,2-1-1,0 0-4,1 0-1,-1 1 1,0 0 0,0 0 0,0 0 0,1 0-1,-1 1 1,0 0 0,7 0 0,1 1 0,-1 1 1,1 0 0,-1 0-1,1 1 1,-1 1 0,18 8-1,3 4 157,-1 2 0,-1 0 0,0 2 0,-2 2-1,34 31 1,-53-38 1212,-9-15-1314,0 0 1,0 1 0,0-1-1,0 0 1,0 0 0,0 0-1,0 1 1,0-1 0,-1 0-1,1 0 1,0 0 0,0 0-1,0 1 1,0-1 0,-1 0-1,1 0 1,0 0 0,0 0-1,0 0 1,-1 0 0,1 0-1,0 1 1,0-1 0,0 0-1,-1 0 1,1 0 0,0 0-1,0 0 1,-1 0 0,1 0-1,0 0 1,0 0 0,0 0-1,-1 0 1,1 0 0,0-1-1,-1 1 1,-2 0 60,0-1 0,0 0 0,0 0-1,0 0 1,1 0 0,-1 0 0,-5-4 0,4 3-109,0-1 0,0 1-1,0-1 1,-1 1 0,1 0 0,-1 1 0,1-1 0,-1 1-1,1 0 1,-1 0 0,0 0 0,0 1 0,1 0 0,-1 0-1,0 0 1,0 0 0,1 1 0,-1 0 0,-6 1 0,8-1-10,-1 1 1,1-1 0,0 1 0,0-1 0,0 1 0,0 0 0,0 0 0,0 1 0,0-1 0,1 0-1,-1 1 1,1 0 0,-1 0 0,1-1 0,0 1 0,1 0 0,-1 1 0,0-1 0,1 0 0,-1 0-1,1 1 1,0-1 0,0 1 0,1-1 0,-1 6 0,0-4-11,0 1 0,1-1 0,0 1 0,0 0 0,0-1 0,1 1 0,0-1 0,0 1 0,3 9 0,-2-13-23,-1 1 0,1-1-1,-1 0 1,1 1 0,0-1-1,0 0 1,0 0 0,0 0 0,0 0-1,0-1 1,0 1 0,1 0-1,-1-1 1,1 0 0,-1 1 0,1-1-1,-1 0 1,1 0 0,0-1-1,4 2 1,8 0-567,0 1-1,0-2 1,0 0-1,0-1 1,0 0-1,0-1 1,0-1-1,0 0 1,0-2-1,15-4 1,27-14-6611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2.7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108 628 800,'0'0'10927,"22"-33"-9995,70-109-9,-82 126-808,-1-1 0,0 0 1,-2 0-1,0 0 0,0-1 0,-2 0 1,0 0-1,4-37 0,-5 33-98,0-17 10,-1 0-1,-3-59 0,0 96-31,0 0 1,0-1-1,0 1 0,-1-1 0,1 1 1,-1-1-1,1 1 0,-1 0 0,0-1 1,0 1-1,0 0 0,0 0 0,-1 0 0,1 0 1,0 0-1,-1 0 0,1 0 0,-1 0 1,0 1-1,0-1 0,0 0 0,0 1 1,0 0-1,0-1 0,0 1 0,0 0 1,-4-1-1,-1 0-14,0 0 1,0 1 0,0 0-1,0 1 1,0-1 0,0 1-1,0 1 1,-13 1-1,13 0 33,0 0 0,-1 1 0,1-1-1,0 2 1,0-1 0,1 1-1,-1-1 1,1 2 0,0-1 0,0 1-1,0 0 1,0 0 0,1 1-1,0-1 1,0 1 0,1 0 0,0 1-1,-4 6 1,-2 4 134,1 1 0,0 1 0,2-1 0,0 1 0,-7 36 0,7-14 230,3 1 1,1 0 0,6 79 0,-1-107-331,0 1 1,1-1-1,0 1 0,1-1 1,1 0-1,0 0 1,1-1-1,0 0 0,1 0 1,1 0-1,0-1 1,0 0-1,1 0 1,1-1-1,17 16 0,-17-19-166,-1 0 0,1 0 0,0-1 0,1-1 0,-1 0 0,1 0 0,1-1-1,-1-1 1,1 0 0,-1 0 0,1-1 0,0 0 0,1-1 0,-1-1 0,0 0-1,0-1 1,1 0 0,23-3 0,-31 2-471,1-1 1,-1 1-1,0-1 0,1 0 1,-1-1-1,7-3 0,22-21-10068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5.4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1072,'0'0'9458,"235"199"-9202,-170-143-80,4 3 104,4 3-48,-4 0 241,-4 0-193,-6-6-56,-4-3-224,-3-13 0,-7-9-16,13-12-168,-9-10-1025,-11-6-3064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5.9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2 776,'0'0'16136,"-11"-1"-15792,10 2-342,1-1 1,-1 1 0,1 0 0,0-1 0,-1 1-1,1 0 1,0-1 0,-1 1 0,1 0-1,0 0 1,0-1 0,-1 1 0,1 0-1,0 0 1,0 0 0,0-1 0,0 1-1,0 0 1,0 0 0,1 0 0,-1-1-1,0 1 1,0 0 0,0 0 0,1-1 0,-1 1-1,0 0 1,1 0 0,0 1 0,12 23 16,15 12 0,-8-9-87,31 54 1,-47-73 46,1 0 0,-2 1 0,1-1 0,-1 1 0,-1 0 0,1-1 0,-2 1-1,1 0 1,-2 1 0,0 16 0,0-24 24,-1-1-1,1 0 0,-1 0 1,0 1-1,0-1 1,0 0-1,0 0 0,0 0 1,0 0-1,-1 0 0,1 0 1,-1-1-1,1 1 1,-1 0-1,0-1 0,0 1 1,-2 1-1,-41 22 26,26-15-23,-64 44-554,32-16-3189,26-18-2284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6.9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1 880,'0'0'15331,"0"15"-15308,6 73 30,21 110 0,-5-56-35,-21-131-11,1 1-24,-1-1 1,1 1 0,1-1-1,0 1 1,6 13-1,-8-23 7,0 1-1,1-1 0,-1 1 1,1-1-1,0 1 0,0-1 0,0 0 1,0 0-1,0 0 0,0 0 0,0 0 1,1 0-1,-1-1 0,1 1 0,0-1 1,-1 1-1,1-1 0,0 0 1,0 0-1,-1-1 0,1 1 0,0 0 1,0-1-1,0 0 0,6 0 0,2 1-77,1-1 0,-1-1-1,0 0 1,0 0 0,0-1 0,0-1-1,0 0 1,19-8 0,-21 7-104,0-1 1,0 2 0,0-1-1,0 1 1,1 1 0,-1-1-1,1 2 1,-1-1 0,1 1 0,0 1-1,-1 0 1,1 0 0,0 1-1,0 0 1,-1 1 0,1 0-1,12 5 1,-14-4 101,0-1 0,1 1 0,-1-1-1,0 0 1,1-1 0,-1 0 0,11 0 4286,8-2-3923,-18 2-245,243-1-66,-247 0 34,0 0 1,0 0 0,-1-1-1,1 1 1,0-1 0,0 0-1,-1 0 1,1-1-1,-1 1 1,1-1 0,6-4-1,-9 5 22,0-1 0,0 0 0,-1 0 0,1 0 0,0 0 0,-1 0 0,1 0 0,-1 0 1,0 0-1,0-1 0,0 1 0,0 0 0,0-1 0,-1 1 0,1-1 0,-1 1 0,1-1 0,-1 1 0,0-1 0,0 0 0,0 1 0,0-1 0,-1-2 0,0 1 27,0 0 0,0 1 0,-1-1 1,1 1-1,-1-1 0,0 1 0,0-1 0,0 1 0,0 0 1,0 0-1,-1 0 0,1 1 0,-1-1 0,0 0 1,0 1-1,0 0 0,-3-3 0,-8-4 64,0 1 0,-25-11 0,25 13-87,0 1 1,0 1-1,-1 0 1,1 1-1,-1 1 1,0 0-1,0 1 1,-21 1-1,29 0-22,-1 0 0,1 1 0,-1 0-1,1 0 1,0 1 0,0 0 0,0 0-1,0 0 1,0 1 0,0 0 0,1 1-1,-1 0 1,1 0 0,0 0-1,0 0 1,1 1 0,-1 0 0,-6 8-1,10-9-161,-1 0-1,1 1 1,0-1-1,0 1 0,1-1 1,0 1-1,-1-1 1,1 1-1,1 0 0,-1 0 1,1-1-1,0 1 1,0 0-1,0 0 0,1 0 1,-1-1-1,1 1 1,0 0-1,1-1 0,-1 1 1,1-1-1,0 1 1,0-1-1,0 0 0,1 0 1,3 5-1,29 25-5816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7.4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264 5 1488,'0'0'14775,"-32"-1"-14430,-101-2-228,128 3-109,0 0 0,1 0 0,-1 0 0,0 1 0,0 0 0,1 0 0,-1 0 0,0 0 0,1 1 0,0 0 0,-7 3 0,9-4-8,0 1 1,0 0-1,1 0 0,-1 0 0,0 0 1,1 0-1,0 0 0,-1 0 0,1 0 1,0 0-1,0 1 0,-1 2 1,-1 3-5,0-2-3,1 0-1,0 1 1,0-1 0,1 1-1,0 0 1,0-1-1,0 1 1,1 0 0,0 0-1,0-1 1,2 13 0,-1-15-39,0-1 0,0 1 0,0 0 0,0 0 0,0-1 0,1 1 1,0-1-1,0 0 0,0 1 0,0-1 0,0 0 0,0 0 0,1 0 0,0 0 1,-1-1-1,1 1 0,0-1 0,0 0 0,1 1 0,-1-1 0,5 2 0,-2-2-124,1 0 0,0 0 0,0 0-1,0-1 1,0 1 0,0-2-1,0 1 1,0-1 0,0 0 0,0-1-1,1 0 1,-1 0 0,0 0 0,-1-1-1,1 0 1,0 0 0,0-1-1,-1 0 1,1 0 0,-1 0 0,0-1-1,0 0 1,0 0 0,-1-1 0,0 1-1,1-1 1,7-11 0,47-66 1015,-59 80-810,0 1-1,-1 0 1,1 0-1,0 0 1,0 1-1,0-1 1,1 0 0,-1 0-1,0 0 1,0 1-1,0-1 1,0 0-1,1 1 1,-1-1-1,0 1 1,1 0 0,-1-1-1,0 1 1,1 0-1,-1 0 1,0 0-1,1 0 1,-1 0-1,1 0 1,-1 0-1,0 1 1,1-1 0,-1 0-1,0 1 1,0-1-1,1 1 1,-1-1-1,0 1 1,0 0-1,0-1 1,1 1 0,-1 0-1,0 0 1,0 0-1,0 0 1,1 2-1,5 4 14,0 0 0,-1 1 0,0 0 0,6 11 0,-11-18-44,21 35 17,-2 1 0,-1 1-1,-1 1 1,-3 0 0,-1 2 0,-2-1-1,-2 1 1,-1 1 0,-3 0 0,3 70-1,-9-106-1,1 11 84,-2 0 1,0 0-1,0 0 0,-5 18 0,4-30-29,0 1-1,0-1 1,0 0 0,0 0-1,-1 0 1,0-1-1,0 1 1,0-1-1,0 1 1,-1-1 0,0 0-1,1 0 1,-2-1-1,1 1 1,0-1-1,-8 5 1,3-4 103,1 0 1,-1 0 0,1-1-1,-1 0 1,0-1-1,-15 2 1,21-3-157,-1 0 0,0-1 1,1 1-1,-1-1 0,0 0 1,1-1-1,-1 1 0,0 0 1,1-1-1,-1 0 1,0 0-1,1 0 0,-1-1 1,1 1-1,0-1 0,-1 1 1,1-1-1,0 0 0,-4-4 1,4 2-31,-1-1 0,1 1 1,0-1-1,0 0 0,1 0 1,0-1-1,0 1 0,0 0 1,0-1-1,1 0 0,0 1 0,-1-7 1,0-14-315,2-39 0,0 50 155,1-15-499,2 0 0,0 0 0,2 1 0,2-1 0,11-35 0,17-27-5263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8.0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223 0 1096,'0'0'12790,"8"1"-11997,24 1-205,-31-2-531,0 1 0,-1-1 0,1 0 0,0 0 0,-1 1 0,1-1 0,0 1 0,-1-1 0,1 1 0,-1-1 0,1 1 0,-1-1 0,1 1 0,-1-1 0,1 1 0,-1-1 0,0 1 0,1 0 0,-1-1 0,0 1 0,1 0 0,-1-1 0,0 1 0,0 0 0,0-1 0,1 1 0,-1 0 0,0 0 0,0 0 0,-1 24 587,1-20-551,0-3-79,0 0 0,0 0-1,0 0 1,0 0-1,0 1 1,-1-1-1,1 0 1,-1 0 0,1 0-1,-1 0 1,0 0-1,0 0 1,0 0 0,0 0-1,-2 2 1,1-2-28,0-1 0,0 1 0,0-1 1,-1 0-1,1 1 0,-1-1 1,1 0-1,0 0 0,-1-1 0,0 1 1,1-1-1,-6 1 0,-50 5-133,40-5 26,0 0 0,-29 7 0,41-6 105,1 0 0,-1 0 1,0 0-1,1 1 0,0-1 0,0 1 1,0 1-1,0-1 0,0 1 0,0 0 1,1 0-1,-5 5 0,7-7 2,1-1-1,-1 1 1,1 0-1,0 0 1,-1 0-1,1 0 1,0 0-1,0 1 0,0-1 1,0 0-1,1 0 1,-1 1-1,1-1 1,-1 0-1,1 1 1,0-1-1,0 0 1,0 1-1,0-1 1,0 1-1,0-1 1,1 0-1,-1 1 0,2 3 1,0-4-31,-1 1 1,1-1-1,0 1 0,0-1 1,-1 0-1,1 1 1,1-1-1,-1 0 0,0 0 1,1-1-1,-1 1 1,1 0-1,-1-1 0,1 1 1,0-1-1,-1 0 1,1 0-1,5 1 0,18 3-892,0-1-1,0-2 0,1-1 0,-1 0 1,38-6-1,-55 4 577,1 0 0,-1-2 0,1 1 1,-1-1-1,0 0 0,0-1 0,0 0 0,8-6 1,1-1 881,0-2 1,25-23 0,-42 35-496,0 1-1,1-1 1,-1 0 0,1 0-1,-1 1 1,1-1-1,-1 1 1,1-1-1,-1 1 1,1-1 0,-1 1-1,1 0 1,-1 0-1,1 0 1,0 0 0,-1 0-1,1 0 1,-1 0-1,1 1 1,0-1 0,-1 1-1,1-1 1,-1 1-1,3 1 1,1 0-32,-1 0 0,0 1 0,0-1 1,0 1-1,0 0 0,6 7 0,-3-2-357,0 0-1,1 0 1,-1-1-1,2 0 1,-1 0 0,1-1-1,0 0 1,0 0 0,1-1-1,-1-1 1,1 1-1,0-2 1,1 1 0,-1-1-1,0-1 1,22 3 0,0-4-2538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8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62 226 8354,'0'0'4326,"-13"-7"-3140,8 2-1115,0 0-1,1 0 1,0-1 0,0 1 0,0-1 0,1 0 0,0 0 0,0 0 0,0 0 0,1 0 0,0-1 0,0 1 0,0-1-1,1 0 1,0 1 0,0-14 0,2 17-66,0 0 0,0 0 0,0 0 0,0 0 0,1 0-1,-1 1 1,1-1 0,-1 0 0,1 1 0,0-1 0,0 1 0,0 0-1,1-1 1,-1 1 0,0 0 0,1 0 0,0 1 0,-1-1 0,1 0 0,0 1-1,4-2 1,10-5-5,1 0 0,21-6 0,-20 9-42,0 0 0,0 1 0,0 1 1,0 1-1,0 1 0,28 1 0,-36 1-650,0 1 1,1 0-1,20 6 1,-4 2-3194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8.8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1616,'0'0'14043,"35"143"-14043,-18-109 0,4-6 0,3-9 0,7-10-368,21-9-864,-7 0-1088,-4-25-4330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9.2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1032,'0'0'12408,"12"37"-12097,34 125-122,-41-142-128,-1 0 0,-1 0 0,-1 0-1,0 0 1,-3 30 0,1-14 74,0 420 300,-1-453-516,1 0 1,0 0-1,0-1 0,0 1 0,0 0 1,0 0-1,1-1 0,-1 1 1,1 0-1,0-1 0,0 1 0,0-1 1,0 1-1,0-1 0,1 1 0,-1-1 1,1 0-1,-1 1 0,1-1 0,0 0 1,0 0-1,0-1 0,0 1 0,0 0 1,0 0-1,1-1 0,-1 0 0,0 1 1,1-1-1,-1 0 0,1 0 0,0 0 1,-1 0-1,6 0 0,13 0-4094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9.5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4929,'0'0'10266,"175"-18"-10042,-112 18-224,-8 0 0,0 0-424,-14 0-1016,-16 0-2937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3:59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12915,'0'0'1984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00.7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54 960,'0'0'13560,"33"10"-13872,100 32-53,-128-40 350,0-1-1,0 1 1,0 0-1,-1 1 1,1-1-1,-1 1 1,0 0 0,1 0-1,-1 0 1,0 0-1,-1 1 1,1 0-1,-1 0 1,1 0 0,-1 0-1,0 0 1,-1 1-1,1-1 1,-1 1-1,0 0 1,2 6 0,2 4 19,-2-5 45,0 0-1,-1 0 1,0 1-1,-1-1 1,0 1-1,0-1 1,-1 18-1,0-25 46,2-6-78,6-40-53,-8 35 49,1 0 0,-1 0 0,1 0-1,0 1 1,1-1 0,0 1 0,0 0 0,1-1 0,-1 1 0,6-6 0,-1 4 7,0 1 0,0 0-1,0 1 1,1 0 0,0 0-1,1 1 1,-1 0 0,18-7-1,-21 9-12,1 1 0,1 1 0,-1-1 0,0 1 0,0 1 0,1-1 0,-1 1 0,1 1 0,-1-1-1,1 1 1,-1 0 0,1 1 0,13 2 0,-19-2-4,1 1 0,-1-1 0,1 0 0,-1 1 0,0-1 0,0 1 0,0 0 0,0 0 0,0 0 0,0 0 0,0 0 0,-1 0 0,1 0 0,-1 1 0,1-1 0,-1 1 0,0-1 0,2 5 0,11 52 17,-12-49-1,2 19 59,-2 0 0,-1 39-1,-1-45 137,8-26-71,0-2-126,-2-1 1,1 0-1,-1 0 0,11-14 1,15-15-11,-10 15-109,2 1-1,36-24 0,-51 37 83,1 1 0,-1 0-1,1 1 1,0 0 0,0 1-1,0 0 1,1 0 0,-1 1-1,1 0 1,15 0 0,-25 2 21,-1 1 0,1-1 1,0 0-1,-1 0 0,1 0 0,0 1 1,-1-1-1,1 0 0,0 1 0,-1-1 1,1 0-1,-1 1 0,1-1 0,-1 1 1,1-1-1,-1 1 0,1-1 1,-1 1-1,1 0 0,-1-1 0,0 1 1,1-1-1,-1 1 0,0 0 0,0-1 1,1 1-1,-1 0 0,0-1 0,0 2 1,4 27 53,-3-16-52,0-5 3,1 0-1,-1 0 1,2 0 0,-1 0 0,1 0 0,7 14 0,-8-20-7,0 1 0,0 0 0,0-1 0,0 1 0,1-1 0,-1 1 1,1-1-1,-1 0 0,1 0 0,0 0 0,0-1 0,0 1 0,0-1 1,0 1-1,0-1 0,0 0 0,0 0 0,1-1 0,-1 1 0,4 0 0,4 0-213,0-1-1,0 1 0,0-2 0,-1 0 0,1 0 0,0-1 0,-1 0 0,1 0 1,-1-2-1,1 1 0,-1-1 0,0-1 0,-1 1 0,1-2 0,-1 1 0,0-2 1,0 1-1,-1-1 0,0 0 0,0-1 0,-1 0 0,7-9 0,-1 30 4731,17 17-4770,-24-27 247,-1 1 0,1-1 0,-1-1 0,1 1 0,0-1 0,0 0 0,0 0 0,1-1 0,-1 0 0,0 0 0,0 0 0,1-1 0,-1 0 0,0 0 0,1-1 0,8-1 0,-11 1 11,0 0-1,0 0 1,0 0 0,0-1 0,-1 0 0,1 1 0,0-1 0,-1-1 0,1 1 0,-1 0-1,0-1 1,0 0 0,0 0 0,0 0 0,0 0 0,0 0 0,-1-1 0,0 1-1,1-1 1,-1 1 0,-1-1 0,1 0 0,0 0 0,-1 0 0,1-5 0,1-2 157,-1 0 0,-1 0 0,0-1 0,0 1 0,-1 0 0,-1 0 1,1 0-1,-6-22 0,5 29-86,0 0 0,-1 0 0,0 0 0,1 0 0,-1 0 0,-1 1 0,1-1 0,0 1 0,-1 0 0,0 0 0,0-1 0,0 2 0,0-1 0,0 0 0,0 1 0,-1-1 0,1 1 0,-1 0 0,0 0 0,0 0 0,1 1 0,-1 0 0,0-1 0,-1 1 0,1 0 0,-7 0 0,1 0-11,-1 0 1,1 1-1,-1 0 0,1 0 0,-1 2 1,1-1-1,0 1 0,-1 0 0,-17 8 1,21-7-79,0 0 0,0 1 0,0 0 0,0 1 0,1-1 0,0 1 0,0 0 1,0 1-1,1 0 0,0 0 0,0 0 0,0 0 0,-7 13 0,7-6-543,0-1 0,0 0 0,1 1 1,1 0-1,-4 26 0,5 3-3786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01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0 938 728,'0'0'12248,"11"12"-7436,-3-75-3584,-2 23-933,10-132-664,19-124-561,-35 295 926,0 1 0,0 0 0,0-1 0,0 1 0,0-1 0,0 1 0,0-1 0,1 1 0,-1 0 0,0-1 0,0 1 0,0-1 0,0 1 0,0 0 0,1-1 0,-1 1 0,0-1 0,0 1 0,1 0 0,-1-1 1,0 1-1,1 0 0,-1 0 0,0-1 0,1 1 0,-1 0 0,0 0 0,1-1 0,-1 1 0,1 0 0,-1 0 0,0 0 0,1 0 0,-1 0 0,1 0 0,0 0-3,0 0 0,0 1-1,0 0 1,0-1 0,-1 1 0,1-1-1,0 1 1,0 0 0,-1 0 0,1-1-1,0 1 1,-1 0 0,1 0 0,-1 0-1,2 1 1,32 65-191,29 49-1251,-38-78 893,2-2-1,61 64 1,-74-86 540,1-1 0,0-1 0,0 0 0,2-1 0,-1 0-1,1-2 1,1 0 0,-1 0 0,27 7 0,-33-14 32,0 0-1,0 0 0,1-1 1,20 0-1,-22-1 60,-9-1-32,0 1 0,0 0 0,1 0 0,-1-1 0,0 1-1,0 0 1,0-1 0,0 1 0,0-1 0,0 1 0,0-1-1,0 0 1,0 1 0,0-1 0,0 0 0,0 0 0,0 0-1,0 0 1,-1 0 0,1 0 0,0 0 0,-1 0 0,1 0-1,-1 0 1,1 0 0,-1 0 0,1 0 0,-1 0 0,0-1-1,0 1 1,1-2 0,2-44 1423,-3 38-1197,-11-275 1499,6-147-6579,14 369 786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02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0 235 24,'0'0'11326,"26"4"-11355,79 8-200,-102-12 226,0 0 0,0 0 0,0 0 0,0 0 1,0 0-1,0-1 0,0 1 0,0-1 0,-1 0 1,1 0-1,0 0 0,0 0 0,-1 0 0,1-1 1,0 1-1,-1-1 0,1 0 0,-1 0 0,0 1 1,0-2-1,0 1 0,0 0 0,0 0 0,0-1 0,0 1 1,-1-1-1,1 1 0,-1-1 0,0 0 0,0 1 1,0-1-1,1-5 0,1 0 82,1-2 157,-2-1 0,1 0 0,-1 0 0,-1 0-1,0 0 1,-1 0 0,0 0 0,0 0-1,-3-13 1,3 22-200,-1 0-1,1 0 0,-1 0 1,1 0-1,-1 1 0,0-1 1,0 0-1,1 1 0,-1-1 1,-1 1-1,1-1 0,0 1 1,0-1-1,0 1 0,-1 0 1,1 0-1,-1-1 0,1 1 1,-1 0-1,-1-1 0,-1 0-11,-1 1 1,1-1-1,0 1 0,0-1 0,-1 1 0,1 1 0,-1-1 0,-6 0 0,5 1-26,0 0 0,-1 0 0,1 1 0,0-1-1,0 2 1,-1-1 0,1 0 0,0 1 0,0 0 0,1 1-1,-1-1 1,-8 6 0,9-4 0,1 1 0,0-1 0,1 1 0,-1 0 0,1 0 0,0 0 0,0 1 0,0-1 0,1 0 0,0 1 0,0 0-1,0 0 1,-1 11 0,2-13-1,1 1 0,-1 0-1,1 0 1,0 0 0,0 0 0,1 0-1,-1 0 1,1 0 0,0 0-1,1 0 1,-1-1 0,1 1 0,0 0-1,0-1 1,0 0 0,1 1-1,3 5 1,1-3-164,1-1 1,-1 1-1,1-1 1,0-1-1,1 0 0,-1 0 1,1 0-1,0-1 0,0 0 1,0-1-1,1 0 1,18 3-1,4-1-1408,0-1 0,53-1 0,-75-3 1255,-1-1-1,1 0 1,-1 0-1,1-1 1,-1 0-1,1-1 1,-1 0-1,0 0 1,0-1-1,-1-1 1,1 1-1,-1-1 1,0 0-1,0-1 1,-1 0 0,0-1-1,0 1 1,9-12-1,-11 11 656,0 0 0,0 0 0,-1-1-1,0 1 1,5-13 0,-7 12 805,1 0-1,-1 0 0,-1-1 1,1 1-1,-1-17 1,10 45-395,11 51-1147,25 148 0,-34-145-135,-10-59 576,11 55 564,-3 1-1,3 96 825,-14-168-786,-1-16-468,-1 1-1,-1-1 0,-6-23 1,-4-17 172,0-59 221,5-217 0,8 231-485,0 93-85,1 0 1,0 0-1,0 0 1,0 0-1,1 0 1,4-9-1,-6 16 3,1 1 0,-1-1 0,1 1 0,0-1 0,-1 1 1,1-1-1,0 1 0,0 0 0,0 0 0,0-1 0,0 1 0,0 0 0,0 0 0,0 0 0,0 0 0,1 0 0,-1 0 0,0 0 0,1 1 0,-1-1 0,1 0 0,-1 1 1,1-1-1,-1 1 0,1 0 0,-1-1 0,1 1 0,-1 0 0,1 0 0,-1 0 0,1 0 0,-1 0 0,1 0 0,0 0 0,-1 1 0,1-1 0,-1 1 0,1-1 1,-1 1-1,0-1 0,1 1 0,-1 0 0,1 0 0,1 1 0,2 2-3,-1-1-1,1 1 1,-1 0 0,0 0 0,0 1 0,-1-1-1,1 1 1,-1 0 0,4 9 0,1 0-42,-2 0 0,8 25 0,-9-22-1,-1 1 1,-1 1-1,-1-1 1,-1 0-1,0 1 1,-1-1-1,-3 21 1,2-34 43,-1 0 0,1 0 0,-1 0 0,0 0 0,0 0 0,-1 0 0,1-1 0,-1 1 0,0-1 1,-1 0-1,1 0 0,-1 0 0,1 0 0,-1-1 0,0 1 0,-1-1 0,1 0 0,0 0 0,-6 2 0,1 0-26,1-1 0,-1 0 0,-1 0-1,1-1 1,0 0 0,-1-1 0,0 0-1,1-1 1,-15 1 0,0-2-1402,5 0-1323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03.4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1 276 1512,'0'0'13371,"33"-12"-13331,102-42-32,-129 52-8,-1 0 0,0 0 0,1-1-1,-1 0 1,0 0 0,-1 0 0,1-1 0,-1 0-1,1 0 1,-1 0 0,0 0 0,6-9-1,-8 9 1,-1 0-1,1 0 0,-1-1 0,0 1 0,0 0 0,0-1 0,-1 1 0,0-1 0,0 1 0,0-7 0,0 2-3,0 6 5,-1 0 1,1 0-1,-1-1 0,0 1 1,0 0-1,0 0 0,0 0 1,-1 0-1,1 0 0,-1 0 1,0 1-1,1-1 1,-1 0-1,0 1 0,-1-1 1,1 1-1,0 0 0,-1 0 1,1 0-1,-1 0 0,0 0 1,0 1-1,0-1 0,0 1 1,0-1-1,0 1 1,-4-1-1,-1 0 8,0-1 1,-1 1-1,1 1 1,-1 0-1,1 0 0,-1 1 1,1-1-1,-1 2 0,-15 2 1,21-3-10,1 1 0,0 0 0,0 0 0,-1 0 0,1 0 0,0 0 0,0 0 0,0 0 0,0 1 0,0-1 0,0 1 0,0 0 0,1-1 0,-1 1 0,1 0 0,-1 0 0,-1 3 0,0 0 8,1 0-1,0 0 0,0 1 1,0-1-1,1 1 1,-1-1-1,0 8 0,1 5 18,0 0-1,1 0 0,5 32 0,-4-41-25,1 0 0,0 0 0,1 0 0,0-1-1,0 1 1,1-1 0,0 0 0,0 0 0,1 0 0,0 0 0,1-1 0,-1 0 0,2 0 0,-1 0-1,1-1 1,-1 0 0,2 0 0,12 7 0,-9-6-36,1-1 1,-1-1-1,1 0 1,0 0-1,1-2 1,-1 1-1,1-1 1,-1-1-1,1 0 0,0-1 1,0-1-1,22-1 1,-26-1-1,0 0 0,-1 0 1,1-1-1,0 0 0,-1-1 0,0 0 1,0 0-1,0-1 0,0 0 0,0 0 1,-1-1-1,0 0 0,-1 0 0,1 0 1,-1-1-1,0 0 0,-1-1 0,1 1 1,3-10-1,0 2 56,0-1 1,-2 1-1,0-2 1,-1 1-1,0-1 1,-2 0-1,0 0 1,-1 0-1,2-20 1,-5-64 784,0 99-567,3 3-204,0-1 1,0 1-1,0-1 0,1 0 0,-1 0 1,0 0-1,0 0 0,5-1 0,5 0 6,192 1-735,-204 0 697,0 1 0,-1-1 0,1 0 0,-1 1 1,1-1-1,-1 0 0,1 1 0,-1-1 1,0 1-1,1-1 0,-1 1 0,0-1 0,1 1 1,-1-1-1,0 1 0,1-1 0,-1 1 1,0 0-1,0-1 0,0 1 0,1-1 1,-1 1-1,0 0 0,0-1 0,0 1 0,0-1 1,0 1-1,0 0 0,0 0 0,-1 26 126,1-20-138,0 8 22,0 0 0,1 0 0,1 1 0,0-1 0,1 0 0,7 20 0,-9-31-18,1 0-1,0 0 0,0 0 1,0 0-1,0-1 0,0 1 1,1-1-1,0 0 0,0 0 0,0 0 1,0 0-1,0 0 0,0-1 1,1 1-1,-1-1 0,1 0 1,0 0-1,-1 0 0,1 0 1,0-1-1,0 0 0,0 1 1,1-2-1,-1 1 0,0 0 1,0-1-1,7 0 0,-5 0-314,0 0 0,0 0 0,-1-1 0,1 1 0,0-2 0,0 1 0,-1 0 0,1-1 0,-1 0 0,0-1 0,1 1 0,-1-1 0,0 0 0,0 0 0,-1 0 0,1-1 0,6-6 0,17-18-5144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03.7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1 224 888,'0'0'10090,"0"168"-9938,27-140-144,29-10-16,-5-8-376,-2-10-2304</inkml:trace>
  <inkml:trace contextRef="#ctx0" brushRef="#br0" timeOffset="1">70 0 1584,'0'0'7210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04.2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 1 4729,'0'0'11225,"23"24"-10896,69 75-204,-80-85-86,0 1 0,13 21 0,-22-31-23,0 0 0,1 0 0,-1-1 0,1 1 0,7 5 0,-10-8-10,8 1 4,-7-15-26,-2 9-10,0-1 0,0 0 0,0 1 1,0-1-1,0 1 0,-1-1 0,0 1 1,1-1-1,-2 1 0,1-1 0,0 1 0,0-1 1,-1 1-1,0 0 0,0 0 0,0 0 0,0 0 1,0 0-1,0 0 0,-1 1 0,0-1 0,1 1 1,-1 0-1,0 0 0,0 0 0,0 0 0,0 0 1,0 0-1,-1 1 0,1 0 0,-1-1 0,1 1 1,-1 1-1,-4-2 0,-2 0 9,0 1 0,1-1 0,-1 2 0,0-1 0,0 1 0,0 1 1,1 0-1,-1 0 0,-11 4 0,17-4 23,1 0 0,0 1 0,-1-1 0,1 1 0,0 0 0,0 0 0,0 0 1,0 0-1,0 1 0,1-1 0,-1 1 0,1-1 0,0 1 0,-1 0 0,1 0 0,0 0 0,1 0 0,-1 1 1,0-1-1,1 0 0,0 1 0,0-1 0,0 1 0,0-1 0,1 1 0,-1-1 0,1 7 0,0-9-7,-1 4-4,1 1-1,0-1 1,0 1 0,0-1-1,1 1 1,1 6-1,-1-10-20,-1 0-1,1-1 1,0 1-1,0 0 1,0 0-1,1-1 1,-1 1-1,0-1 1,1 1-1,-1-1 0,1 1 1,-1-1-1,1 0 1,-1 0-1,1 0 1,0 0-1,0 0 1,0 0-1,0 0 1,2 0-1,11 3-798,1 0 0,-1-2 0,1 0-1,21 0 1,5-1-3835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10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47 1064,'0'0'8661,"-1"-6"-7584,0-3-550,0-6-261,1-1 6615,9 19-6497,0 4-379,0 1-1,0 0 1,0 1 0,-1 0-1,-1 0 1,0 0 0,0 1-1,7 14 1,5 11-10,15 43 0,-24-49-28,-10-28 71,0-9-167,0 2 120,0 0 0,0 1 0,0-1 0,1 0 0,0 1 1,0-1-1,1 1 0,-1-1 0,1 1 0,0 0 0,1-1 0,-1 1 0,1 0 0,0 1 0,0-1 1,0 0-1,1 1 0,0 0 0,0 0 0,0 0 0,0 0 0,1 0 0,-1 1 0,1 0 0,0 0 0,0 0 1,11-3-1,-7 2-72,0 2 0,0-1 0,0 1 0,1 0 0,-1 1 0,1 0 0,0 1 0,-1 0 0,1 0 0,-1 1 0,1 0 0,-1 1 0,1 0 0,-1 0 0,0 1 0,0 1 0,0-1 0,0 1 0,-1 1 0,1 0 0,-1 0 0,0 0 0,-1 1 0,1 0 0,-1 1 0,-1-1 0,1 2 0,-1-1 0,0 0 0,-1 1 0,1 0 0,-2 1 0,1-1 0,-1 1 0,0 0 0,4 16 0,-7-19-47,1 2-73,0-1-1,0 1 0,1 0 0,5 9 0,-7-14-106,0-1 0,1 0-1,-1 0 1,1-1 0,-1 1-1,1 0 1,0 0 0,0-1-1,0 1 1,0-1 0,0 0 0,0 1-1,0-1 1,0 0 0,1 0-1,-1 0 1,0-1 0,0 1-1,3 0 1,13 0-7151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10.6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60 141 864,'0'0'11792,"17"22"-11436,56 68-132,-69-85-209,-1-1-1,1 0 1,0 0-1,0 0 1,1 0 0,-1-1-1,1 1 1,-1-1-1,1 0 1,0-1-1,0 1 1,1-1 0,-1 0-1,0 0 1,1-1-1,-1 1 1,1-1-1,-1 0 1,1-1 0,0 1-1,-1-1 1,1-1-1,6 0 1,7 1 5,-14 0-3,0-1 0,0 1 1,-1-1-1,1 0 0,0 0 1,-1 0-1,1-1 0,-1 0 1,1 1-1,-1-2 0,0 1 1,1 0-1,-1-1 1,-1 0-1,1 0 0,0 0 1,-1 0-1,1-1 0,-1 0 1,0 1-1,0-1 0,-1 0 1,1 0-1,-1-1 0,0 1 1,0 0-1,2-7 1,1-3 112,-2 0 0,1 0 0,-2 0 0,1 0 0,-2-1 0,0 1 0,-1-1 0,-2-15 0,2 26-96,-1 1 0,0-1 0,0 0 0,0 1 0,0-1 0,-1 1-1,1 0 1,-1-1 0,0 1 0,0 0 0,0 0 0,0 0 0,-1 0 0,1 1 0,-1-1 0,0 1 0,1-1 0,-1 1 0,0 0 0,-1 0-1,1 0 1,0 0 0,0 1 0,-1-1 0,1 1 0,-1 0 0,-6-1 0,-2-1-41,-1 1-1,0 0 1,-1 1 0,1 1-1,0 0 1,-24 3 0,28-1-67,0 0-1,0 1 1,0-1 0,0 2 0,0-1 0,0 2-1,1-1 1,0 1 0,0 0 0,-9 8-1,-4 5-719,0 1-1,-19 24 0,-4 13-3547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26.5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1288 3809,'0'0'9962,"5"-2"-9698,13-8-9,0-1 1,0 0-1,-1-2 0,0 0 1,-1-1-1,-1 0 0,16-20 1,93-125 964,-123 159-1218,33-49 138,-2-1 0,-2-1 1,30-74-1,-44 84-142,-1-1 0,-2 0 0,-3 0 0,-1-1 0,4-53 0,-12 89-9,7-134-107,-8 116 16,-1 1 0,-1 0 0,-9-42 0,9 58 55,-1 0 0,0 0 0,0 1 0,0-1 0,-1 1 0,0-1 1,-1 1-1,1 0 0,-2 1 0,1-1 0,0 1 0,-1 0 0,-1 0 1,-11-8-1,12 10 8,1 1 1,-2 0 0,1 0 0,0 0-1,0 1 1,-1 0 0,1 0 0,-1 1-1,0 0 1,1 0 0,-1 0 0,0 1 0,0 0-1,0 0 1,1 1 0,-1 0 0,0 0-1,-11 4 1,10-2 16,0 1 1,1 0-1,-1 0 0,1 1 1,0 0-1,0 0 0,1 1 1,0 0-1,0 0 0,0 0 1,0 1-1,1 0 1,0 0-1,-4 10 0,-4 5 11,1 2 1,2 0-1,-12 36 0,11-14 11,3-1-1,1 1 1,2 0 0,4 92 0,1-119 0,0 8-67,2 0 0,1 0 0,2-1 0,0 1 0,2-1 0,12 33 0,-11-38-33,1-1 1,1 0-1,1-1 0,1 0 1,0-1-1,1 0 0,1-1 1,18 18-1,-26-30-139,1 1 0,-1-1 0,1 0 1,0-1-1,0 1 0,1-1 0,-1-1 0,1 1 0,0-1 0,9 2 1,1-2-396,0 0 1,0-1-1,30-2 1,-46 1 680,-1 0-1,1 0 1,-1 0 0,1-1 0,-1 1-1,0 0 1,1 1 0,-1-1-1,0 0 1,0 0 0,1 1 0,-1-1-1,1 2 1,2 3 115,8 6-93,1 0 0,0 0-1,1-2 1,0 1 0,1-2-1,0 0 1,0-1 0,1 0 0,0-1-1,1-1 1,-1-1 0,1 0-1,0-1 1,0-1 0,0 0 0,31 0-1,-38-3 15,-1 0 0,0-1 0,0 0 0,0 0 0,1-1 0,-1 0 0,15-6 0,-21 7-57,0-1 0,0 0 0,0 0 0,0 0 0,0 0 0,-1 0 1,1-1-1,-1 1 0,0-1 0,1 0 0,-1 1 0,0-1 0,-1 0 0,1 0 0,0 0 1,-1-1-1,0 1 0,0 0 0,0 0 0,0-1 0,0 1 0,-1-1 0,1 1 1,-1-5-1,0-5-15,-1 0-1,0 0 1,0 1 0,-1-1 0,-1 1 0,0 0 0,-1-1 0,0 1 0,-1 1-1,-1-1 1,1 1 0,-2 0 0,1 0 0,-2 1 0,1-1 0,-2 2 0,1-1-1,-20-15 1,24 21-86,0 0-1,-1 0 0,0 0 1,1 1-1,-1 0 1,-1 0-1,1 0 0,0 1 1,-1-1-1,1 1 0,-1 1 1,0-1-1,1 1 1,-1 0-1,0 0 0,0 1 1,0 0-1,0 0 0,0 0 1,0 0-1,0 1 1,1 0-1,-1 1 0,0-1 1,0 1-1,1 0 0,-1 0 1,1 1-1,0 0 1,0 0-1,0 0 0,0 0 1,-7 8-1,2-2-509,0 1 0,0 1 0,-8 12 0,-22 38-3756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27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1 800,'-3'0'13824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28.4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347 5 1040,'0'0'12410,"-15"-1"-12278,-50-2-40,56 4-20,-1 0 1,1 1-1,-1 0 1,1 0-1,0 1 1,-1 1-1,1-1 1,1 2 0,-1-1-1,1 1 1,0 0-1,0 1 1,0 0-1,-7 7 1,-3 1 140,5-4 23,0 0-1,0 1 1,1 1 0,-20 25-1,29-33-191,0 0 0,0 0 0,1 0-1,-1 1 1,1-1 0,0 1 0,0-1 0,1 1-1,-1 0 1,1-1 0,0 1 0,0 0 0,1 0-1,-1 0 1,1 0 0,0 0 0,1 0 0,-1 0-1,1 0 1,2 9 0,-2-12-44,1 0 0,-1 0 0,0 0 0,1 0-1,-1 0 1,1 0 0,0 0 0,0-1 0,-1 1 0,1-1 0,0 1 0,0-1 0,1 0-1,-1 0 1,0 0 0,0 0 0,0 0 0,1 0 0,3 0 0,49 7-4,-53-8 3,9 1-55,1-1-1,-1 0 0,0 0 0,0-2 1,1 1-1,-1-1 0,0-1 1,0 0-1,20-8 0,-23 6 16,0 1 1,0-1-1,-1-1 0,0 1 0,0-1 0,0 0 1,-1-1-1,1 0 0,-2 0 0,1 0 0,-1-1 1,8-14-1,-9 14 44,-1 1-1,0-1 1,0 0 0,-1 0 0,1 0-1,-2 0 1,1 0 0,-1 0 0,-1 0 0,1-1-1,-2-10 1,12 26-91,1 7 89,-1 0 1,0 1-1,-1 0 0,-1 1 0,0 0 1,8 25-1,4 2 18,-1-2-17,-1 1-1,-3 0 1,-1 1-1,-2 1 0,-2 0 1,-2 1-1,-2 0 1,2 53-1,-12 146-20,0-213 14,-1-1 0,-2 0 0,-1 0 1,-1 0-1,-24 54 0,19-56 19,-2-1 0,-22 32 1,28-47 27,0-1 1,0 0 0,-1 0 0,-1-1 0,0 0 0,-21 14 0,30-22-34,-1 0 0,1 0-1,-1-1 1,0 1 0,1-1-1,-1 0 1,0 0 0,0 0 0,0 0-1,0-1 1,0 1 0,0-1 0,0 1-1,0-1 1,0 0 0,0 0-1,-4-1 1,5 0-5,0 0-1,0 0 1,0 0-1,0 0 1,0 0-1,0-1 1,0 1 0,1 0-1,-1-1 1,0 0-1,1 1 1,-1-1-1,1 0 1,0 0-1,0 0 1,0 0-1,0 0 1,-1-2-1,-3-10 2,1-1-1,0 0 0,2 1 0,0-1 0,-1-27 1,-1-50-118,12-141 1,-2 186-6,1 0 0,3 1 0,1 0-1,3 1 1,20-47 0,-19 57-249,2 0 1,1 1-1,1 1 1,2 1-1,25-29 1,-4 15-1393,3 1 0,60-46 0,-24 31-3746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33.1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218 500 880,'0'0'18371,"1"-3"-17231,1-9-434,-1 9-101,9 1-601,0 0-1,0-1 1,0 0-1,-1-1 1,1 0 0,-1 0-1,0-1 1,0 0 0,11-9-1,-16 12-6,4-4-30,0 0-1,0 0 0,-1 0 0,0-1 0,0 0 0,0-1 1,-1 0-1,0 0 0,-1 0 0,0-1 0,0 1 1,-1-1-1,6-18 0,-6 14-88,-1 0-1,0 0 1,-1 0-1,-1 0 1,0 0-1,0 0 1,-2 0-1,1-1 1,-2 1-1,-3-14 1,3 19 38,0 1-1,-1-1 1,0 1-1,0 0 1,0 0 0,-1 0-1,0 1 1,-1-1 0,1 1-1,-1 0 1,-1 1 0,1-1-1,-1 1 1,0 0 0,0 0-1,0 1 1,-1-1-1,0 2 1,-12-7 0,5 5-11,0-1 0,-1 2 0,1 0 1,-1 1-1,0 0 0,0 1 0,-1 1 0,1 0 0,-17 2 1,25 0 92,1 0 1,-1 0-1,1 1 1,0-1-1,0 1 1,-1 1-1,1-1 1,0 1-1,1 0 1,-1 1-1,0-1 1,1 1-1,0 0 0,0 0 1,0 1-1,0-1 1,1 1-1,0 0 1,0 1-1,0-1 1,-5 11-1,3-4 7,0 1 0,1 0-1,1 1 1,0-1 0,1 1-1,0-1 1,1 1 0,0 0-1,1 17 1,0-15-2,1 0-1,1 0 1,0 0-1,1-1 1,1 1-1,0-1 1,1 1-1,7 16 1,-5-21-6,-1 1 1,-1 0 0,0 0-1,-1 0 1,0 0-1,0 1 1,-2-1 0,1 25-1,-2 10 9,-2-17 11,2 1 0,1-1 0,2 1 0,7 38 0,-8-62-14,0 0 1,0 0-1,0-1 1,1 1-1,0-1 0,0 1 1,1-1-1,-1 0 1,1 0-1,1-1 1,-1 1-1,1-1 0,0 0 1,0 0-1,1 0 1,-1-1-1,1 0 0,0 0 1,0 0-1,0-1 1,1 0-1,-1 0 1,1-1-1,7 2 0,-2 0 4,1-2 0,0 1 1,0-2-1,1 0 0,-1 0 0,0-2 0,0 1 0,0-2 0,0 1 0,0-2 0,0 0 0,0 0 0,0-2 0,-1 1 0,0-1 0,0-1 0,0 0 0,-1-1 0,0 0 0,14-12 0,-16 11-14,0 1 0,0-2-1,0 1 1,-1-1-1,-1-1 1,8-10 0,-11 13-4,-1 0 1,0 0 0,0 0-1,0 0 1,-1 0 0,0 0-1,-1-1 1,1 1 0,-1-1-1,0-13 1,-2 17 8,1 0 0,0 0 1,-1 0-1,0 0 0,0 0 0,0 0 0,0 0 0,-1 0 0,1 1 1,-1-1-1,0 0 0,0 1 0,-1 0 0,1-1 0,-4-3 1,0 1-54,0 1 0,-1-1 0,1 1 1,-1 0-1,0 1 0,-16-8 1,1 3-275,0 1 1,-1 1 0,0 1 0,-34-5-1,-14 4-1778,-96 3-1,135 5 1106,-9-1-1834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34.2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160 27 2200,'0'0'14200,"5"-4"-13656,-1 1-508,1 0 1,0 1-1,0-1 1,0 1-1,0 0 1,0 0-1,0 1 1,1-1-1,-1 1 1,1 0-1,-1 1 1,0-1-1,1 1 1,-1 0-1,1 1 1,-1-1-1,1 1 1,6 2-1,-7-1-34,1 1-1,-1-1 0,0 1 1,0 1-1,0-1 1,0 1-1,0 0 1,-1 0-1,0 0 1,0 0-1,0 1 1,0-1-1,-1 1 1,0 0-1,4 8 1,-2-4-32,0 2 0,-1-1 0,0 0 0,0 1 0,-1 0 0,-1 0 0,2 16 0,-2-11 1,-1 1-1,-1 0 1,0-1-1,-2 1 1,0-1-1,0 1 1,-2-1-1,0 0 0,-1 0 1,0 0-1,-1 0 1,-1-1-1,0 0 1,-2-1-1,-13 20 1,3-8 57,-1-1 0,-47 44 0,60-62-102,0-1-1,-1 0 1,0-1-1,0 0 1,0 0-1,0 0 1,-1-1 0,0 0-1,0-1 1,0 0-1,0-1 1,-1 0 0,1 0-1,-14 1 1,21-4 11,0 1 1,0 0-1,0 0 1,0-1 0,0 1-1,0-1 1,0 0-1,0 0 1,0 1 0,0-1-1,0-1 1,0 1-1,0 0 1,1 0-1,-1-1 1,1 1 0,-1 0-1,1-1 1,-1 0-1,1 1 1,0-1 0,0 0-1,0 0 1,0 0-1,0 1 1,0-1-1,0 0 1,1 0 0,-1 0-1,0-3 1,-1-8-271,-1 0-1,2 0 1,-1-24 0,2 24 157,-1-3 51,1 1 0,0-1-1,2 1 1,-1-1-1,2 0 1,5-17-1,-7 29 130,1 0-1,0-1 0,-1 1 1,1 0-1,1 1 0,-1-1 0,1 0 1,-1 1-1,1-1 0,0 1 0,0 0 1,1 0-1,-1 0 0,1 0 1,-1 0-1,1 1 0,0 0 0,0 0 1,0 0-1,0 0 0,0 1 0,1-1 1,-1 1-1,0 0 0,1 0 1,5 0-1,-6 1 8,1 0 1,0 0 0,0 0-1,0 0 1,0 1 0,-1 0-1,1 0 1,0 0 0,-1 1-1,1-1 1,-1 1 0,1 0-1,-1 1 1,0-1 0,0 1-1,0 0 1,4 3 0,4 5 48,-1 1 0,-1 0-1,17 25 1,-6-7-30,4 3-57,1-2 1,34 34 0,-51-57-41,1 1 1,-1-2-1,1 0 1,0 0-1,1 0 1,0-1 0,0-1-1,0 0 1,0-1-1,1 0 1,19 4-1,17-4-2638,-12-3-3035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37.2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0 256,'0'0'15697,"12"0"-15567,402 0-8010,-381 0 2302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37.7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1 544,'0'0'14523,"21"0"-14323,10 0-192,7 0-16,6 0 16,8 0-16,0 0-128,27 3-544,-13 0-1136,-7 0-3057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39.2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4017,'0'0'10574,"34"-1"-10431,109-1-114,-136 2-29,-1 0 0,1 0 0,-1 1 0,1-1 0,-1 2 0,0-1 0,1 0 0,-1 1 0,0 0 0,0 1 0,0 0 0,0 0 0,0 0 0,7 5 0,-2 0 0,-4-3-6,0 0-1,-1 0 1,1 0-1,-1 1 1,0 0-1,0 1 0,-1-1 1,0 1-1,0 0 1,-1 0-1,0 0 1,0 1-1,4 10 1,-4-5 21,-1 1 0,0 0 0,-1-1-1,0 1 1,-1 0 0,-1 0 0,-1 17 0,0-27-12,0 0 0,0 0 1,0 0-1,0-1 0,0 1 0,-1 0 0,0-1 0,0 1 1,0-1-1,0 0 0,0 1 0,-1-1 0,1 0 0,-1 0 0,0-1 1,0 1-1,-5 3 0,3-3 59,1 1 1,-1-1-1,0-1 0,0 1 0,0-1 1,0 0-1,0 0 0,-1-1 1,1 1-1,-1-1 0,1 0 1,-7 0-1,12-2-52,-1-1 1,1 1-1,0 0 1,0 0-1,0 0 1,0-1-1,0 1 1,1 0-1,-1 0 1,0 0-1,1 0 1,-1-1-1,0 1 1,1 0-1,-1 0 1,1 0-1,0 0 0,-1 0 1,2-1-1,6-1-25,0 1-1,0 0 0,1 1 0,-1 0 1,0 0-1,0 1 0,1 0 0,-1 0 1,0 1-1,0 0 0,1 0 0,-1 1 1,0 0-1,0 1 0,11 4 0,-10-1 10,0 1 0,-1 0 1,1 0-1,-1 1 0,-1 0 0,1 0 0,-2 1 0,1 0 0,-1 0 0,0 1 0,5 12 0,-5-9 4,0 1-1,-1 0 1,-1 0-1,0 0 1,-1 0-1,-1 1 1,0 0-1,-1 14 1,-1-22 6,-1 0 0,0-1 0,-1 1-1,1-1 1,-2 1 0,1-1 0,0 0 0,-1 0 0,0 0-1,-1 0 1,1 0 0,-1-1 0,0 0 0,0 0 0,-1 0 0,-8 8-1,-9 5 44,-1 0 0,-38 23 0,46-31-14,-33 21 1048,-1-2 1,-73 31-1,119-59-453,0 0-1,0 0 0,0 0 0,0-1 0,-1 1 0,1-1 0,-5 0 0,2 0 1437,-4 10-3350,10-8 1036,0-1-152,0 1 1,0-1 0,0 0 0,0 1 0,0-1 0,0 1-1,1-1 1,-1 0 0,0 1 0,1-1 0,-1 0 0,1 1-1,0-1 1,0 2 0,14 9-5792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39.8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473 1 2593,'0'0'12938,"-17"192"-12682,-18-120-200,-13 9 32,-10 2-80,-8-2-8,0-6 8,-13-1-8,20-18-712,15-25-4417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0.3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12643,'0'0'4817,"110"195"-4809,-93-129-8,-3 5-32,-4-3 24,-10-6-1049,0-12 561,0-13-184,0-12-456,0-9-400,-13-10-1529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0.7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55 0 1464,'0'0'11204,"32"16"-10885,100 54-242,-126-67-70,0 0 0,0 1 0,-1 0 1,0 0-1,0 1 0,8 8 0,-11-11-4,-1 1 0,1-1 0,-1 0 0,0 1 0,0-1 1,0 1-1,-1-1 0,1 1 0,0 4 0,2 4 3,-1 0 10,1 1 0,-1-1 1,0 17-1,-2-25-20,0 1 0,0-1 0,0 1 0,-1 0 0,1-1 0,-1 1-1,0-1 1,0 0 0,0 1 0,0-1 0,-1 0 0,1 0 0,-1 1 0,0-1 0,-4 5 0,-3-1 38,0 1 0,0-2 0,-1 1 0,0-1 0,0-1 1,-1 0-1,1 0 0,-1-1 0,0 0 0,-14 2 0,-49 8-829,5-11-3664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1.0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35 225 1856,'0'0'12084,"29"14"-11965,91 41-90,-116-53-29,0 0 1,0 0-1,0-1 0,0 0 0,0 0 0,1 0 0,-1 0 0,0-1 1,1 0-1,-1 0 0,0 0 0,1 0 0,-1-1 0,5 0 0,-6 0 3,-1 0-1,0 0 0,1-1 1,-1 1-1,0 0 0,0-1 1,0 1-1,0-1 0,0 0 1,0 0-1,-1 0 0,1 1 1,-1-2-1,1 1 0,-1 0 1,0 0-1,2-4 0,0-4 57,0-1 1,0 1-1,-1-1 0,0 0 0,-1 0 0,-1 0 0,0-15 0,0 17 48,0 1-17,-1-1 0,1 0-1,-1 1 1,-1-1 0,0 1-1,0-1 1,-1 1 0,1 0-1,-7-11 1,7 15-65,-1 0 1,1-1-1,-1 1 0,-1 1 1,1-1-1,0 0 0,-1 1 1,0 0-1,0 0 0,0 0 1,0 0-1,0 0 0,0 1 0,-1 0 1,1 0-1,-1 0 0,-8-2 1,6 2-25,-1 1 0,0 0 0,0 0 0,1 1 0,-1 0 0,0 0 0,0 0 0,0 1 0,1 0 1,-1 1-1,1 0 0,-1 0 0,1 1 0,0 0 0,-1 0 0,1 0 0,-7 6 0,9-5-58,0-1 0,0 1 0,1 0 0,0 1 0,0-1 0,0 1 0,0 0-1,1 0 1,0 0 0,0 0 0,0 0 0,1 1 0,0-1 0,0 1 0,0 0 0,0-1 0,1 1 0,0 0-1,0 0 1,1 0 0,0 0 0,1 11 0,-1-13-89,0 0 0,1-1 0,0 1-1,0-1 1,0 0 0,0 1 0,0-1 0,0 0 0,1 1-1,0-1 1,0 0 0,0 0 0,0 0 0,0-1 0,0 1-1,1 0 1,-1-1 0,1 0 0,0 1 0,0-1-1,0 0 1,3 1 0,35 15-3845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1.4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1816,'0'0'13443,"38"159"-13443,-21-110 0,4-5-336,3-7-632,11-3-608,-4-9-1345,-7-13-6281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1.7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0 10338,'0'0'5131,"0"1"-5035,0 0 1,0-1-1,0 1 0,0 0 1,0-1-1,0 1 1,0 0-1,0-1 1,0 1-1,-1 0 1,1-1-1,0 1 1,0 0-1,-1-1 1,1 1-1,-1-1 1,1 1-1,0-1 0,-1 1 1,1-1-1,-1 1 1,1-1-1,-1 1 1,1-1-1,-1 1 1,0-1-1,-20 10 347,13-7-300,1 0-1,-1 1 0,1 0 1,-9 6-1,15-9-131,-1 1 0,0 0 0,0-1 0,1 1-1,-1 0 1,1 0 0,0 0 0,-1 0 0,1 0 0,0 0 0,0 0 0,0 0-1,0 0 1,1 1 0,-1-1 0,1 0 0,-1 1 0,1-1 0,0 4-1,0-3-20,0 0-1,0-1 0,0 1 0,1 0 0,-1 0 1,1-1-1,0 1 0,0 0 0,0-1 0,0 1 1,0-1-1,0 1 0,1-1 0,-1 0 0,1 0 1,2 3-1,0-1-126,0-1 0,0 0 0,1 0 0,-1 0 0,1 0 0,-1-1 0,11 4 1,-2-2-501,0 0 0,1-2 0,0 1 0,26 0 0,-27-2 19,0 0 0,0 0 0,0 1-1,-1 1 1,18 6 0,-29-9 615,1 1 0,0 0 0,-1 0 0,1-1 0,-1 1 1,1 1-1,-1-1 0,0 0 0,1 0 0,-1 0 0,0 1 0,0-1 0,0 0 0,0 1 0,0-1 0,0 1 0,0 0 0,-1-1 1,1 1-1,-1-1 0,1 1 0,-1 0 0,1 0 0,-1-1 0,0 1 0,0 0 0,0 0 0,0-1 0,0 1 0,0 0 0,0 0 1,-1-1-1,1 1 0,-1 0 0,1-1 0,-1 1 0,0 0 0,1-1 0,-1 1 0,0-1 0,0 1 0,0-1 0,0 1 0,0-1 1,-1 0-1,1 0 0,0 1 0,-1-1 0,1 0 0,-1 0 0,-2 1 0,-17 11 160,-1-2 0,0 0 1,0-2-1,-1 0 0,-1-2 0,1 0 1,-1-1-1,-44 3 0,12-5-2603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2.1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18476,'0'0'2520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5.2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 59 6065,'0'0'10341,"31"-10"-10098,101-29-126,-122 36-114,1 1-1,0 0 1,1 0-1,-1 1 1,0 1-1,0 0 1,13 2 0,-19-1 0,1 0 0,0 0 1,-1 1-1,1 0 0,-1 0 1,0 0-1,1 1 0,-1-1 1,0 1-1,-1 1 1,6 3-1,-4-1 9,-1 0 0,0 0 0,0 1 0,-1-1 1,0 1-1,0 0 0,0 0 0,-1 1 0,0-1 0,-1 1 0,1-1 0,-1 1 1,-1 0-1,0 0 0,0 0 0,0 15 0,0-7-5,0 0 1,-1 1-1,-1-1 1,0 1-1,-1-1 1,-1 0-1,0 0 1,-2 0-1,-8 23 1,-2-11 24,0-1-1,-2-1 1,-1 0 0,-1-2 0,-44 44 0,44-49 21,-2-1-1,0 0 0,-1-2 1,-1-1-1,0-1 1,-1-1-1,-26 11 0,48-23-76,-27 7 94,28-8-87,1 0 1,-1 0-1,1 0 1,-1 0-1,0 0 0,1 0 1,-1 0-1,1 0 0,-1 0 1,0 0-1,1 0 1,-1 0-1,1 0 0,-1-1 1,1 1-1,-1 0 0,1 0 1,-1-1-1,1 1 0,-1 0 1,1-1-1,-1 1 1,1 0-1,0-1 0,-1 1 1,1-1-1,-1 1 0,1-1 1,0 1-1,-1-1 1,1 1-1,0-1 0,0 1 1,0-1-1,-1 1 0,1-1 1,0 1-1,0-1 0,0 0 1,0 1-1,0-1 1,0 0-1,0-10-109,1 1-1,0 0 1,0 0 0,1 1-1,0-1 1,1 0 0,0 0-1,1 1 1,0 0 0,0 0-1,1 0 1,0 0 0,1 1-1,0 0 1,0 0 0,1 0-1,9-9 1,-10 11 132,0 0-1,1 0 0,-1 0 1,1 1-1,0 0 1,1 1-1,-1-1 0,1 1 1,0 1-1,0-1 1,0 1-1,0 1 1,0 0-1,1 0 0,-1 0 1,18 0-1,-23 2 42,0 0-1,1 1 1,-1 0 0,0-1-1,1 1 1,-1 0 0,0 0-1,0 1 1,0-1 0,0 1-1,0 0 1,0-1 0,-1 1-1,1 0 1,0 1 0,2 1-1,5 7 65,-1 1 1,13 19-1,6 7-79,-13-21-346,1 0-1,1-1 1,22 17-1,3-9-2234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48.5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23 888,'0'0'17920,"-3"-4"-16973,-11-10-506,14 14-437,0 0 0,0 0 0,0 0 0,0 0 0,1 0-1,-1 0 1,0 0 0,0 0 0,0 0 0,0 0 0,0 0 0,0 0 0,0 0-1,1 0 1,-1 0 0,0 0 0,0 0 0,0 0 0,0 0 0,0 0-1,0 0 1,1 0 0,-1 0 0,0 0 0,0 0 0,0 0 0,0 0-1,0 0 1,0 0 0,1 0 0,-1 0 0,0-1 0,0 1 0,0 0 0,0 0-1,0 0 1,0 0 0,0 0 0,0 0 0,0 0 0,0 0 0,0-1-1,0 1 1,0 0 0,1 0 0,-1 0 0,0 0 0,0 0 0,0 0-1,0-1 1,0 1 0,0 0 0,0 0 0,0 0 0,0 0 0,0 0 0,0 0-1,-1-1 1,1 1 0,0 0 0,0 0 0,2 0 22,20 0-21,-2-1 36,-1 2 0,35 4 0,-49-4-121,0 0 1,1 0 0,-1 1-1,0-1 1,0 1-1,-1 1 1,1-1-1,0 1 1,-1 0-1,1 0 1,-1 0 0,0 0-1,0 1 1,0-1-1,4 7 1,-6-7 32,-1-1 1,1 1 0,-1 1-1,1-1 1,-1 0-1,0 0 1,0 0 0,0 1-1,-1-1 1,1 0-1,-1 1 1,0-1 0,0 1-1,0-1 1,0 0 0,-1 1-1,1-1 1,-1 0-1,0 1 1,0-1 0,0 0-1,0 0 1,0 0-1,-1 0 1,0 0 0,1 0-1,-1 0 1,0 0-1,-1-1 1,1 1 0,0-1-1,-4 4 1,-63 35 109,19-13-29,49-28-34,0 1-1,0-1 1,0 1-1,1-1 1,-1 1-1,0-1 1,0 1-1,1 0 1,-1-1-1,0 1 1,1 0-1,-1 0 1,1-1 0,-1 1-1,1 0 1,-1 0-1,1 0 1,0 0-1,-1 1 1,1-1-3,0-1 0,0 1 1,0-1-1,1 1 0,-1-1 1,0 1-1,0-1 0,1 1 1,-1-1-1,0 1 0,1-1 1,-1 1-1,1-1 0,-1 1 1,1-1-1,-1 0 0,0 1 1,1-1-1,-1 0 1,1 0-1,-1 1 0,1-1 1,0 0-1,4 2-33,0 0 1,0-1-1,0 0 1,0 0-1,8 0 0,50 0-607,-38-2 155,-1 1 0,0 1 0,1 2 0,34 7 0,-57-9 437,0-1-1,0 1 1,0-1 0,0 1-1,0 0 1,-1 0-1,1 0 1,0 0 0,-1 0-1,1 0 1,-1 0 0,1 0-1,-1 1 1,1-1-1,-1 1 1,0-1 0,0 1-1,0 0 1,0-1 0,0 1-1,0 0 1,0 0-1,-1-1 1,1 1 0,0 0-1,-1 0 1,0 0 0,1 0-1,-1 3 1,0-2 49,-1 0-1,1 0 1,-1-1 0,0 1 0,1 0 0,-1 0-1,-1-1 1,1 1 0,0 0 0,-1-1-1,1 0 1,-1 1 0,1-1 0,-1 0 0,0 0-1,0 1 1,0-2 0,-1 1 0,-2 2-1,-25 15 266,0-2 0,-2-1 0,1-2 0,-2-1 0,-52 13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51.8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22 232,'0'0'14371,"73"0"-13795,-59 0-320,6 0 240,4 0-264,7 0-72,4-3-160,3 0-8,21-3-960,-11 3-1280,-3-4-2345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52.2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7 784,'0'0'13643,"-69"-6"-11835,86 6-1143,10 0-233,4 0-288,7 0-88,4 3-112,10-3-872,-11 3-1265,-7-3-2672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4:53.9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254 353 1064,'0'0'13651,"14"-8"-13447,47-26-126,-55 30-77,0 0 0,0 0 0,0-1 1,-1 0-1,1 0 0,-1 0 1,0-1-1,-1 1 0,0-1 1,1 0-1,-2-1 0,1 1 1,-1 0-1,0-1 0,4-13 1,-4 4 6,0 0 1,-1 0 0,-1 0-1,0 0 1,-3-21 0,2 33-3,0 1 1,-1 0-1,1-1 1,-1 1-1,0 0 1,0 0-1,0 0 1,0 0-1,-1 0 1,1 0-1,-1 0 1,0 0-1,0 0 0,0 1 1,0-1-1,0 1 1,-4-3-1,1 1 13,0 0 0,0 1 1,0 0-1,-1 0 0,1 0 0,-1 1 0,0 0 0,-10-3 0,-1 2 5,-1 1 1,1 0-1,0 2 1,0-1-1,-35 6 1,42-3-33,0 0 1,0 1-1,0 0 1,0 1-1,1 0 1,-1 0-1,1 1 1,0 1-1,0-1 1,1 1-1,0 1 1,-9 8-1,11-10 2,1 1-1,0 0 0,-1 0 0,2 1 0,-1 0 0,1 0 1,0 0-1,0 0 0,1 0 0,0 1 0,0-1 0,1 1 1,0 0-1,1 0 0,-1 0 0,1 10 0,1-12 9,-1-2-8,1 0 1,-1 0-1,1 0 1,1 0 0,-1 0-1,0 1 1,1-1-1,0 0 1,0 0 0,0 0-1,0 0 1,1-1-1,0 1 1,-1 0 0,1 0-1,1-1 1,-1 0-1,5 7 1,9 4-971,33 25 1,-48-38 959,-1 0 0,1 0 0,-1 0 0,0 0 1,0 0-1,1 0 0,-1 1 0,0-1 0,0 0 0,0 0 1,0 0-1,0 0 0,-1 0 0,1 0 0,0 1 0,0-1 0,-1 0 1,1 0-1,0 0 0,-1 0 0,0 0 0,1 0 0,-1 0 1,1 0-1,-2 1 0,-6 18 30,5 25 47,3 0-1,4 49 1,-3-86-61,0 0 1,1 0-1,0 0 1,0 0-1,1-1 1,-1 1-1,2-1 1,-1 1-1,1-1 1,0 0-1,1-1 0,-1 1 1,1-1-1,1 0 1,-1 0-1,1 0 1,0-1-1,0 0 1,1 0-1,-1-1 1,1 1-1,0-1 1,0-1-1,1 0 1,-1 0-1,1 0 1,0-1-1,0 0 1,-1 0-1,13 0 0,-7 0-307,1-2 0,-1 0-1,1-1 1,-1 0 0,0-1-1,0 0 1,0-1 0,0 0-1,0-1 1,14-7 0,-20 8 197,-1-1 0,1 0 0,-1 0 0,1-1 0,-1 0 0,-1 0 0,1 0 0,-1-1 0,0 0 0,0 0 0,0 0 0,-1 0 0,0-1 0,0 0 0,-1 0 0,0 0 0,0 0 0,4-15 0,-6 16 363,1-1 0,-1 1 0,-1 0 0,1-1 0,-1 1 0,0-1 0,0 1 0,-1 0 0,0-1 0,0 1 0,0 0 0,-1 0 0,0-1 0,0 1 0,-1 0 1,-4-8-1,0 5-71,1 1 1,-1-1-1,0 1 1,-1 1-1,0-1 1,0 2-1,-1-1 1,0 1-1,-10-6 1,4 5-426,-1-1 1,1 2 0,-2 0 0,1 1 0,0 1-1,-1 0 1,0 1 0,0 1 0,0 1 0,0 0-1,0 1 1,-34 5 0,-3 5-2661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4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1 488,'0'0'14617,"4"18"-14313,1 3-239,-1-3-28,1-1 1,0 1-1,1-1 0,11 20 1,-10-21-29,1-1 1,1 0-1,1-1 1,0 0-1,1-1 1,0 0-1,15 13 0,-18-19-36,1 0 0,0-1 0,0 0-1,1-1 1,-1 0 0,1 0 0,0-1-1,0 0 1,1-1 0,-1 0-1,1-1 1,16 2 0,7-1-1086,0-1 0,1-2 1,-1-1-1,63-12 0,-33-4-4560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4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3897,'0'0'12224,"6"0"-12140,0 0-78,-1 1 0,1 0 0,-1 0 0,1 0 0,-1 1 0,1 0 0,-1 0 0,0 0 0,0 1 0,0-1 0,0 1 0,7 6 0,-9-6-19,1-1 1,-1 1-1,0 0 1,-1 0-1,1 0 0,-1 0 1,1 0-1,-1 1 1,0-1-1,0 1 0,0-1 1,-1 1-1,1 0 0,-1 0 1,0 0-1,0-1 1,0 1-1,0 6 0,-1-3 25,0 0 1,-1-1-1,0 1 0,0-1 0,-1 1 0,1-1 0,-2 1 0,1-1 0,-1 0 0,1 0 0,-2 0 0,1 0 0,-1-1 1,-7 10-1,4-6 26,0 2-88,1-1-1,0 1 0,0 1 1,1-1-1,-5 18 0,7-17-1632,0 1 0,-2 23 0,5-13-5186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5.2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2785,'0'0'11666,"0"171"-11666,10-112 0,-3 3 0,-3 3 0,-1 0-152,-3 10-912,0-22-1297,0-13-3736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5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1 1480,'0'0'10121,"29"7"-9941,87 26-137,-112-31-43,0-1 0,0 0 0,0 1 0,-1 0 0,1 0 0,0 0 0,-1 1 0,1-1 0,-1 1 0,0-1 0,0 1 0,0 0 0,0 1 0,0-1 0,-1 0 1,1 1-1,3 6 0,-4-4 13,-1 1 0,1-1 1,-1 0-1,0 0 1,-1 1-1,0-1 0,0 13 1,-1-3 67,1-12-54,-1-1 0,0 1 0,0 0-1,0-1 1,-1 1 0,1-1 0,-1 1-1,0-1 1,0 0 0,0 0 0,0 1-1,0-2 1,-1 1 0,1 0 0,-1 0-1,0-1 1,-6 5 0,-7 5 46,0-2 0,-20 11 1,15-10-479,-1 0 1,0-2 0,0 0-1,-45 10 1,45-16-2991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5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0 1360,'0'0'11647,"21"21"-11455,67 67-4,-79-79-13,0 0 0,-1 1 1,12 17-1,-19-24-80,1 1 1,-1-1 0,0 0-1,0 0 1,-1 0-1,1 0 1,-1 1-1,0-1 1,1 0 0,-2 6-1,-2-8-94,0 0 0,-1 0 1,1-1-1,0 1 0,-1-1 0,1 0 0,-1 0 0,1 0 0,-7-1 0,4 1-12,-63-5-106,51 3 73,0 0 0,-1 1 0,-34 3 0,51-1 45,1-1 0,-1 1 1,1-1-1,-1 1 0,1 0 0,0 0 1,-1 0-1,1 0 0,0 0 0,-1 0 1,1 0-1,0 0 0,0 1 0,0-1 1,0 0-1,0 1 0,0-1 0,1 1 1,-1-1-1,0 1 0,1-1 1,-1 1-1,1-1 0,-1 1 0,1 0 1,0-1-1,0 1 0,0 0 0,0-1 1,0 3-1,0-1-15,0 1 0,0-1 0,0 1 0,1-1 0,-1 0-1,1 1 1,0-1 0,0 0 0,0 1 0,0-1 0,0 0 0,1 0 0,0 0 0,3 4 0,-2-3-151,1-1 0,0 0 0,1 0 0,-1 0 0,0-1 0,1 1 0,0-1 0,-1 0 0,1-1 0,0 1 0,0-1 0,10 2 0,5-1-1733,39-1 0,-42-1 393,22 0-4907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6.4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1 8002,'0'0'7567,"-15"13"-7493,-48 44-20,60-55-50,1 0-1,0 1 1,0-1 0,0 1 0,0 0 0,0 0 0,0 0 0,1-1 0,-2 5 0,2-6-16,1 0 1,0 0-1,0 0 1,0 0-1,-1 0 1,1 0 0,0 0-1,0 0 1,0 0-1,1 0 1,-1 0-1,0 0 1,0-1-1,1 1 1,-1 0-1,0 0 1,1 0 0,-1 0-1,0 0 1,2 1-1,0 0-58,1 0-1,-1 0 0,1-1 0,-1 1 1,1 0-1,0-1 0,0 0 1,-1 1-1,1-1 0,0 0 1,4 0-1,-5 0 12,27 7-462,-17-6-147,-1 1 0,0 1 0,1 0 1,18 9-1,-28-11 551,1 0-1,-1-1 1,1 1 0,-1 0-1,0 0 1,1 1 0,-1-1 0,0 0-1,-1 1 1,1-1 0,0 1 0,-1 0-1,1-1 1,-1 1 0,0 0 0,0 0-1,0 0 1,0 0 0,0 0 0,-1 0-1,1 0 1,-1 0 0,0 4 0,-1-5 153,1 0 0,-1 0 0,1 1 0,-1-1 0,0 0 0,0 0 0,0 0 0,0 0 0,0 0 0,-1 0 0,1 0 0,0-1 0,-1 1 1,0 0-1,1-1 0,-1 1 0,0-1 0,0 0 0,-3 3 0,-48 23 523,37-19-271,-69 29 1226,105-38-3943,-6 1 2082,2-3-250,0-1-1,-1-1 1,1 0-1,-1-1 1,27-15-1,69-49 1603,-83 50-477,-1-1 1,-1-2-1,0 0 0,37-47 1,-60 67-690,-1 1-1,0-1 1,-1 0 0,1 0 0,0 0 0,-1 1 0,0-2-1,0 1 1,1 0 0,-2 0 0,1 0 0,0-5 0,-1 7 200,-1 1-1,0-1 1,0 1 0,0-1 0,1 1 0,-1-1 0,0 1 0,0 0 0,0-1 0,0 1-1,0 0 1,0 0 0,0 0 0,0 0 0,0 0 0,0 0 0,0 0 0,0 0 0,0 0-1,-1 1 1,1-1 110,-5 0 66,0 1 1,0 0-1,0 1 0,0-1 0,0 1 0,1 0 1,-1 1-1,1-1 0,0 1 0,-1 0 0,1 1 0,1-1 1,-1 1-1,0 0 0,1 0 0,0 0 0,0 1 1,-5 6-1,5-6-96,1-1 1,0 1 0,-1 0-1,2 1 1,-1-1-1,1 0 1,-1 1-1,1-1 1,1 1 0,-1 0-1,1 0 1,0 0-1,1 0 1,-1-1-1,1 1 1,0 0 0,1 0-1,-1 0 1,2 6-1,-1-10-119,0 1 0,0-1 0,1 0-1,-1 0 1,0 0 0,1 0 0,-1 0-1,1 0 1,0 0 0,0-1 0,-1 1 0,1-1-1,0 1 1,0-1 0,1 0 0,-1 1-1,0-1 1,0 0 0,1 0 0,2 0 0,5 2-196,0-1 1,1 0 0,18 2 0,105-4-3638,-77-5-756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9.3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1204 4905,'0'0'7939,"36"-18"-7718,117-63-141,-143 75-78,0-1-1,-1 0 0,0 0 1,0-1-1,-1 0 0,0-1 1,-1 0-1,1 0 0,-2-1 0,1 1 1,-2-2-1,10-19 0,-1 2 0,11-23-71,-3-1-1,-1 0 1,-3-1 0,17-89 0,-21 61-219,-4-1 1,0-124 0,-9 187 236,-2 0 1,0 0 0,-1-1 0,-1 1 0,-8-30 0,9 44 38,0 1 0,1-1 1,-2 1-1,1-1 1,0 1-1,-1 0 0,0 0 1,0 0-1,0 0 1,-1 0-1,1 0 1,-1 1-1,0 0 0,0 0 1,0 0-1,0 0 1,0 1-1,-1-1 0,1 1 1,-1 0-1,1 1 1,-1-1-1,0 1 1,0 0-1,0 0 0,-7 0 1,6 0-78,-1 1 1,1 0-1,-1 1 0,0-1 1,1 1-1,-1 1 1,1-1-1,0 1 1,-1 0-1,1 1 0,0 0 1,-9 4-1,6-1 35,1 1 0,-1-1 0,1 1 0,0 1 0,1 0 0,-1 0 0,-6 10 0,1 2 78,1 1 1,1 0-1,0 0 0,2 1 1,0 0-1,-7 35 0,8-17 213,1 0 0,3 0 0,1 1-1,2-1 1,7 67 0,-2-82-128,1-1 1,0 0-1,2-1 0,1 1 1,1-1-1,1-1 0,0 0 0,15 21 1,-9-17-79,2-1 0,0-1 1,1-1-1,2 0 0,0-2 1,28 22-1,-39-36-48,0 0 1,0 0-1,1-1 1,19 8-1,-25-12-1,0 0 0,0 0 0,1-1 0,-1 0 0,0 0 0,1 0 0,-1-1 0,1 1 0,-1-1-1,1-1 1,-1 1 0,0-1 0,7-1 0,-8-1 61,-3 2-27,-1 1 0,0 0 0,0 0 0,1-1 0,-1 1 0,1 0-1,-1 0 1,0-1 0,1 1 0,-1 0 0,1 0 0,-1 0 0,0 0 0,1 0-1,-1 0 1,1 0 0,-1-1 0,1 1 0,-1 0 0,0 0 0,1 1-1,-1-1 1,1 0 0,-1 0 0,1 0 0,-1 0 0,0 0 0,1 0-1,-1 1 1,1-1 0,-1 0 0,0 0 0,1 0 0,-1 1 0,0-1 0,1 1-1,6 4 227,-1 0-1,0 1 0,-1-1 1,1 1-1,9 14 0,13 15 317,-15-23-475,1 1 0,0-1 0,0-1 0,2-1-1,-1 0 1,1-1 0,18 8 0,-24-13-82,1 0 1,0 0 0,0-1 0,0-1 0,1 0 0,-1 0 0,0-1 0,1 0-1,-1-1 1,1-1 0,-1 0 0,19-4 0,-25 4-12,0-1 0,0 0 0,0-1 0,0 1 1,0-1-1,-1 0 0,0 0 0,1 0 0,-1-1 0,0 0 0,-1 1 1,1-1-1,-1-1 0,1 1 0,-1 0 0,0-1 0,-1 0 0,1 1 0,-1-1 1,0 0-1,0 0 0,-1 0 0,1-1 0,0-9 0,-1 8-2,1-1 0,-2 1 0,1-1 0,-1 0 0,-1 1-1,1-1 1,-1 1 0,0-1 0,-1 1 0,0-1 0,0 1 0,-1 0 0,1 0-1,-2 0 1,1 0 0,-1 0 0,-5-6 0,1 4-99,0 1 1,-1 0-1,-1 0 1,1 1-1,-1 1 0,0 0 1,0 0-1,-1 1 1,0 0-1,0 1 0,0 0 1,0 0-1,-1 1 1,1 1-1,-1 0 1,-14 0-1,14 1-247,1 1 0,-1 0-1,0 1 1,1 0 0,0 0 0,-1 1 0,1 1-1,0 0 1,0 1 0,0 0 0,0 0 0,1 1 0,0 1-1,0 0 1,0 0 0,-12 11 0,-11 18-2691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09.9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293 13 10730,'0'0'5179,"-33"0"-5150,-103 1 28,129-1-25,0 0 0,0 0 1,1 1-1,-1 0 0,0 1 0,1 0 0,-1 0 0,1 0 0,-8 4 0,11-4-8,0 0 1,-1 0-1,1 1 0,0-1 1,0 1-1,0 0 1,1-1-1,-1 1 0,1 0 1,0 1-1,-1-1 1,-1 5-1,2-2-8,-1 0 0,2 1 0,-1 0 0,1-1 0,-1 1 0,2 0 0,-1 0 0,1 0 0,0 0 0,1 0 0,-1-1 0,1 1 0,3 10 0,-2-13-37,-1 0 1,1 0-1,0 0 1,0 0 0,1 0-1,-1 0 1,1-1-1,0 1 1,0-1-1,0 0 1,0 0-1,0 0 1,1 0-1,-1 0 1,1-1-1,0 1 1,0-1-1,0 0 1,0-1-1,0 1 1,0-1-1,0 1 1,8 0-1,3 1-145,1 0-1,-1-2 1,1 0-1,-1 0 1,25-3-1,-33 0 106,0 0-1,0 0 1,-1 0-1,1-1 1,-1 0 0,1 0-1,-1 0 1,0-1-1,0 0 1,-1 0 0,1 0-1,-1-1 1,0 0 0,0 0-1,-1-1 1,1 1-1,-1-1 1,0 0 0,-1 0-1,5-10 1,-1 2 61,-1 0 1,0 0-1,-1 0 1,-1-1 0,0 0-1,-1 0 1,0 0-1,0-24 1,5 59 621,67 250-281,-4-16-338,-58-196 231,-3 0-1,5 86 1,-14-106 95,-1 0 1,-6 48 0,4-73-214,0 0 0,-1 0 0,-1 0 1,0 0-1,-1-1 0,0 0 0,-1 0 0,-1 0 0,0-1 1,-9 12-1,9-14-24,-1 0 0,0 0-1,0-1 1,-1 0 0,0-1 0,-18 12 0,21-16-66,-1 1 1,0-1-1,1-1 0,-1 1 1,0-1-1,-1 0 1,1-1-1,0 0 1,0 0-1,-1-1 1,-13 0-1,18 0-25,-1-1 0,1 1 0,0-1 0,0 0 0,0 0 0,-1 0 0,1 0 0,0-1 0,1 1 0,-1-1 0,0 0 0,0 0 0,1 0 0,-1 0 0,1 0-1,-3-3 1,1 0 4,0 0-1,0-1 0,1 0 1,0 1-1,0-1 0,0 0 1,-2-11-1,-1-5 3,2 0-1,0 0 1,-1-44-1,4 31-154,0-1-1,3 0 1,1 1 0,1-1-1,2 1 1,2 0-1,1 0 1,18-44-1,-9 39-281,3 0-1,1 1 1,32-42 0,92-93-3086,-61 88-1186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3.4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26 118 1016,'0'0'9376,"0"-19"-9074,0-60 84,0 59 1241,3 88-820,4-1 1,23 102-1,-1-11-749,-15-72-7,-5-32 30,6 102-1,-16-155-70,1 0 0,-1-1 0,1 1 0,-1 0 0,0-1 0,1 1-1,-1 0 1,0-1 0,1 1 0,-1-1 0,0 1 0,0-1 0,1 1 0,-1-1 0,0 0-1,0 1 1,0-1 0,0 0 0,0 0 0,1 1 0,-1-1 0,-2 0 0,-24 4-52,24-3 43,-81 0-656,109-8 698,-1 1-1,1 1 1,0 1-1,0 2 0,45 0 1,-51 1-1059,0 2-1,29 4 1,-23-1-4248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3.9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71 175 8546,'0'0'5896,"-2"20"-5320,-8 69-35,10-82-446,-1-1 1,1 1-1,0 0 0,1 0 0,-1-1 0,1 1 0,1 0 0,-1-1 0,1 1 1,0-1-1,1 1 0,-1-1 0,1 0 0,1 0 0,-1 0 0,1-1 0,0 1 1,0-1-1,0 0 0,1 0 0,0 0 0,0-1 0,6 5 0,-4-5-65,0 0 1,1 0-1,-1 0 0,1-1 0,0 0 0,0 0 0,0-1 0,1 0 0,-1-1 1,0 1-1,1-2 0,-1 1 0,1-1 0,-1-1 0,1 1 0,9-3 1,-11 1-30,0-1 0,0 1 0,0-1 0,0-1 0,-1 1 0,1-1 0,-1 0 0,0-1 0,0 1 0,0-1 0,-1 0 0,0-1 0,0 1 0,0-1 0,-1 0 0,6-9 1,-4 5-2,-1 0 0,1-1 0,-2 0 0,1 0 0,-1 0 0,-1-1 0,0 1 0,-1-1 0,2-19 0,-4 28 0,1-16-3,-1 0 0,-4-36 1,3 49-10,-1 0 0,1 0-1,-1 0 1,0 0 0,-1 1 0,1-1 0,-1 1 0,0 0-1,0-1 1,-1 1 0,0 1 0,0-1 0,-5-4 0,0 1-109,-1 0 1,1 1-1,-2 1 1,1-1 0,-1 2-1,0-1 1,0 1-1,-1 1 1,1 0 0,-1 1-1,0 0 1,0 1-1,-16-1 1,20 2 59,1 1 0,-1 0-1,0 0 1,0 1 0,1 0 0,-1 0-1,0 0 1,1 1 0,-1 1 0,1-1 0,0 1-1,0 0 1,0 1 0,0 0 0,1 0-1,-1 0 1,1 1 0,0 0 0,0 0-1,1 1 1,-9 9 0,9-6-134,-1-1-1,2 1 1,-1 0 0,1 0-1,1 0 1,-1 1 0,2-1-1,-1 1 1,1 0-1,1 0 1,0-1 0,0 1-1,1 0 1,0 0 0,1 0-1,0 0 1,0 0 0,1 0-1,1-1 1,4 13 0,20 26-2775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4.4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90 226 6833,'0'0'8168,"26"28"-7744,84 84-55,-105-107-322,1-1 0,-1 1 0,1-1 0,0 0 0,0 0 1,1-1-1,-1 1 0,12 3 0,-12-6 4,-1 0 1,0-1-1,1 1 1,-1-1-1,1 0 1,10-1-1,6-1 68,-17 3-104,0-2 0,0 1 0,-1-1 0,1 1-1,0-1 1,-1 0 0,1-1 0,-1 1 0,1-1 0,-1 0 0,0 0 0,0-1 0,0 1 0,0-1 0,0 0 0,7-6 0,-7 4 20,0 0 0,0-1 0,0 0 0,-1 0 1,1 0-1,-1 0 0,-1 0 0,1 0 0,-1-1 1,0 1-1,1-12 0,-1 4 184,0 0 0,-1-1 1,0 1-1,-2-17 0,0 25-157,1 0 0,-1 1 0,-1-1 0,1 0 1,-1 1-1,0 0 0,0-1 0,-1 1 0,1 0 0,-1 0 0,-1 0 1,1 0-1,-4-4 0,-6-3-98,1 0-1,-2 1 1,0 0 0,0 1-1,-1 1 1,0 0 0,-1 1-1,1 0 1,-2 2 0,1 0 0,-1 0-1,0 2 1,0 0 0,0 1-1,0 1 1,-1 0 0,1 1 0,-21 2-1,33 0-55,0 0-1,0 1 1,0-1-1,0 1 1,0 0-1,0 0 1,1 0-1,-1 1 1,1 0-1,-1-1 1,1 2-1,0-1 1,0 0-1,0 1 1,1 0-1,-1 0 1,1 0-1,0 0 1,0 1-1,1-1 1,-1 1-1,1 0 1,0-1-1,-2 7 1,-4 12-1000,1 1 1,2 0-1,-6 44 1,5 11-5775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5.6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107 69 1720,'0'0'7397,"1"-14"-6628,-1 6-795,3-34 1209,-2 37-767,0 7-14,-1 25 236,0 376 934,-24-403-1360,-64-3-71,88 3-133,1 0-1,0 0 0,-1 0 0,1 0 1,-1 1-1,1-1 0,-1 0 1,1 0-1,-1 1 0,1-1 0,-1 0 1,1 1-1,-1-1 0,1 0 0,-1 1 1,1-1-1,-1 1 0,0-1 0,1 1 1,-1-1-1,0 1 0,1-1 0,-1 1 1,0-1-1,0 1 0,1 0 1,-1-1-1,0 1 0,0-1 0,0 1 1,0 0-1,0-1 0,0 1 0,0-1 1,0 1-1,0 0 0,0-1 0,0 1 1,0-1-1,-1 1 0,1-1 0,0 1 1,0 0-1,0-1 0,-1 1 1,1-1-1,0 1 0,-1-1 0,1 1 1,-1-1-1,1 0 0,0 1 0,-1-1 1,1 1-1,-1-1 0,1 0 0,-1 1 1,1-1-1,-1 0 0,0 0 0,1 1 1,-1-1-1,1 0 0,-2 0 1,86 0 336,-1-2-1008,-32 11-3431,-32-3-1610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6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1 121 3625,'0'0'8299,"16"21"-7962,56 62-41,-70-81-282,0 1-1,0-1 0,0 0 1,0 0-1,0-1 1,1 1-1,-1 0 0,1-1 1,-1 0-1,1 1 1,-1-1-1,1 0 0,0 0 1,0 0-1,-1-1 0,1 1 1,0-1-1,0 0 1,0 1-1,0-1 0,0 0 1,0-1-1,3 1 0,7-2 46,-5 2-46,-1 0 0,1-1 0,0 0 0,0-1 0,-1 1 0,1-1 0,-1-1-1,0 0 1,1 0 0,-1 0 0,-1-1 0,1 0 0,0 0 0,-1-1 0,0 0-1,0 0 1,0 0 0,-1-1 0,0 0 0,0 0 0,0 0 0,-1 0 0,0-1-1,0 0 1,4-9 0,-7 13 18,0 0 0,0 0 0,0-1 0,0 1 0,0-1 0,-1 1 0,1 0 0,-1-1 0,0 1-1,0-1 1,0 1 0,-1-1 0,1 1 0,-1-1 0,0 1 0,0 0 0,0-1 0,0 1 0,-3-6 0,1 5 0,-1 0 1,1 1 0,0-1 0,-1 1-1,0-1 1,0 1 0,0 1 0,0-1-1,0 0 1,0 1 0,-1 0 0,-6-2-1,-8-2-8,-1 1 0,1 1 1,-1 1-1,0 0 0,-33 1 0,49 2-58,1 0 1,0 0-1,0 1 1,0-1-1,0 1 1,0 0-1,-1-1 1,1 2-1,0-1 1,1 0-1,-1 0 1,0 1-1,0 0 1,1-1-1,-1 1 1,1 0-1,-1 0 1,1 1-1,0-1 1,0 0-1,0 1 1,-3 3-1,1 2-425,1-1 1,-1 1-1,1 0 1,1 0-1,0 0 1,0 0-1,-2 13 0,3 14-5518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7.0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4081,'0'0'11994,"214"0"-12714,-166 0-168,4 0-376,10 0-200,-11 0-633,-9 0-2560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17.4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56 1768,'0'0'14291,"131"-56"-14283,-93 56-16,0 0-16,14 0-808,-11 10-1480,-7-4-5714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3.4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 0 1256,'0'0'9521,"22"8"-9289,71 25-97,-86-31-35,-1 1 0,0 0-1,0 0 1,0 0 0,0 1 0,0 0 0,-1 0 0,0 1 0,0-1 0,0 1 0,0 0 0,-1 0 0,0 1 0,0-1 0,0 1 0,-1 0-1,0 0 1,5 13 0,-3-3 157,-1 1 0,-1 1 0,-1-1 0,0 0 0,-1 23 0,-1-21-241,1 0 46,-1 70 112,0-80-165,-1 1 0,-1-1 0,0 0 0,0 0 0,-1-1 0,0 1 0,-6 12 1,2-6 26,-2-1 0,0 1 0,0-1 1,-1-1-1,-1 0 0,0 0 0,-1-1 1,0-1-1,-1 0 0,-27 18 0,37-27-35,-1 0-1,1-1 0,-1 0 1,1 1-1,-1-1 1,1 0-1,-1-1 1,0 1-1,0-1 0,1 1 1,-1-1-1,0 0 1,-5-1-1,7 0-11,0 1 0,0-1-1,0 1 1,0-1 0,0 0 0,0 0-1,1 0 1,-1 0 0,0 0 0,1 0 0,-1 0-1,1-1 1,-1 1 0,1-1 0,-1 1-1,1-1 1,0 1 0,0-1 0,0 0 0,0 0-1,0 1 1,0-1 0,1 0 0,-2-4 0,-2-16-21,1-1 1,1 1 0,1-1 0,4-39 0,-3 60 29,0-1 1,0 1 0,1-1 0,-1 1 0,1 0 0,0-1 0,-1 1-1,1 0 1,0 0 0,0 0 0,0-1 0,1 1 0,-1 0 0,0 0-1,1 1 1,0-1 0,-1 0 0,1 0 0,0 1 0,0-1 0,0 1 0,0 0-1,0-1 1,0 1 0,0 0 0,0 0 0,0 0 0,1 1 0,-1-1-1,0 0 1,1 1 0,-1-1 0,1 1 0,-1 0 0,0 0 0,1 0 0,3 1-1,1-1 15,0 1-1,-1 0 1,1 0 0,0 1-1,-1-1 1,1 2-1,-1-1 1,1 1-1,-1 0 1,0 0-1,0 0 1,7 6 0,73 69 165,-44-38 49,1-2 0,84 55 1,-102-76 348,-19-13-79,1 1 0,-1-1 0,1 0 0,0 0 0,9 2 0,-9 4 1165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3.7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193 0 16412,'0'0'3336,"0"159"-3264,-24-94-72,-3 3-832,-28 25-680,10-18-641,3-19-2496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4.1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15723,'0'0'5938,"20"205"-5850,-16-131 40,-4 7-40,0 3-88,0-3 0,0-10-24,0-12-608,-11-13-865,5-21-1119,-1-12-1665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4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1 10354,'0'0'6052,"32"5"-5922,101 21-74,-130-25-52,0-1 1,-1 1 0,1 0-1,0 0 1,0 0 0,0 0 0,0 1-1,-1-1 1,1 1 0,-1 0-1,1-1 1,-1 1 0,0 0-1,0 0 1,1 1 0,-1-1 0,-1 0-1,1 1 1,0-1 0,-1 1-1,1 0 1,-1-1 0,0 1 0,0 0-1,0 0 1,0 0 0,0 0-1,-1 0 1,1 0 0,-1 3 0,2 2 25,0 1-3,-1 1 0,1 0 0,-2 0 1,1-1-1,-1 1 0,-1 0 0,0 0 1,0-1-1,-1 1 0,0 0 0,0-1 1,-1 0-1,-1 1 0,0-1 0,0 0 1,0-1-1,-1 1 0,-1-1 0,1 0 1,-1 0-1,-1-1 0,-10 11 0,7-8-79,-1-1 1,0-1-1,0 0 0,0 0 0,-1-1 0,0-1 0,-19 8 0,21-11-515,-1 0 0,0 0 0,1-1 0,-1 0 0,-22 0 1,32-2 361,0 0 1,1 0-1,-1 0 1,0 0-1,1 0 1,-1 0-1,0 0 1,1-1 0,-1 1-1,1 0 1,-1 0-1,0 0 1,1-1-1,-1 1 1,1 0-1,-1-1 1,0 1 0,1-1-1,-1 1 1,1 0-1,-1-1 1,1 1-1,0-1 1,-1 1-1,1-1 1,-1 1 0,1-1-1,0 0 1,-1 1-1,1-1 1,0 1-1,0-1 1,0 0-1,-1 1 1,1-1-1,0 0 1,0 1 0,0-1-1,0 0 1,0 1-1,0-1 1,1 0-1,-2-16-4317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4.8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0 248 8882,'0'0'6409,"30"4"-5955,92 13-238,-116-16-200,0-1 0,0 0 0,0 1 0,0-2 0,0 1 0,0-1 0,0 0 0,-1 0 0,1 0 0,0-1 0,6-3 0,-8 3-10,-1 0 0,1 0 0,-1 0 0,0 0 0,0-1 0,0 0 0,0 1-1,-1-1 1,1 0 0,-1 0 0,1-1 0,-1 1 0,2-5 0,-1 1 4,0-1 0,-1 0 0,0 0-1,0 0 1,-1 0 0,0 0 0,-1 0 0,1 0-1,-1 0 1,-1 0 0,0 0 0,-2-12-1,1 15-1,0-1 0,0 1 0,0 0 0,-1 0-1,1 0 1,-1 0 0,0 1 0,-1-1-1,1 1 1,-1 0 0,0 0 0,0 0-1,0 0 1,-1 1 0,1 0 0,-1 0 0,0 0-1,-7-4 1,6 4-52,0 1 0,-1-1 0,1 1-1,0 0 1,-1 0 0,1 1 0,-1 0 0,1 0 0,-1 1 0,1 0-1,-1 0 1,0 0 0,1 1 0,-1 0 0,-10 2 0,14-1-42,-1 0 0,1 0 0,0 0 0,-1 0 0,1 0 1,0 1-1,0-1 0,0 1 0,1 0 0,-1 0 0,1 0 0,-1 0 1,1 1-1,0-1 0,0 0 0,1 1 0,-3 6 0,0 0-677,1 0-1,1 0 1,-1 1-1,2 0 1,-2 16-1,3 24-5465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5.2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1 672,'0'0'16916,"38"186"-16916,-14-152 0,4 0-448,3-12-817,-7-10-1639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5.5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180 0 968,'0'0'17305,"-19"5"-17033,-57 16 78,73-20-335,0 0 1,0 0 0,0 0-1,1 0 1,-1 1-1,0-1 1,1 1 0,-1 0-1,1 0 1,0 0 0,-1 0-1,1 0 1,0 0 0,0 0-1,0 1 1,1-1-1,-1 1 1,1-1 0,-1 1-1,1 0 1,0 0 0,0 0-1,0-1 1,0 1 0,0 0-1,1 0 1,0 0-1,-1 0 1,1 0 0,0 0-1,0 0 1,1 0 0,-1 0-1,1 0 1,0 4-1,0-5-15,0 0-1,0 0 0,-1-1 0,1 1 1,0 0-1,1-1 0,-1 1 0,0-1 0,0 1 1,1-1-1,-1 1 0,1-1 0,-1 0 0,1 0 1,-1 0-1,1 0 0,0 0 0,-1 0 0,1 0 1,3 1-1,43 13-121,-35-12-5,-2 0-43,-1 0 1,1 1-1,-1 0 0,0 1 1,0 0-1,-1 0 0,0 1 1,14 11-1,-21-15 160,-1-1 1,0 1-1,0-1 1,0 1-1,0 0 0,0-1 1,0 1-1,-1 0 0,1 0 1,-1 0-1,1 0 0,-1 0 1,0 0-1,1 0 0,-1 0 1,0 0-1,0 0 1,0-1-1,-1 1 0,1 0 1,0 0-1,-1 0 0,1 0 1,-2 3-1,0-2-22,1 0 0,0 0 0,-1 0 0,0 0 0,0 0 0,0-1 0,0 1 0,0-1 0,0 1 0,-1-1 0,1 0 0,-1 0 0,-3 2 0,-4 1-535,-1-1-1,0 0 1,0 0 0,0-2 0,-1 1 0,1-1 0,-1-1 0,1 0 0,-1-1-1,-12-1 1,18 1 36,-58 0-8995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5.8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3449,'0'0'18620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3.8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115 78 8602,'0'0'9763,"-2"-13"-9636,-5-37-23,3 35 428,-1 17-369,-1 14-151,2 115-13,14 133 0,1 1-1243,-10-257 1206,-1-6 31,1-1 0,-1 1 0,0-1 0,0 1 0,0 0 0,0-1 0,0 1 0,0 0 0,0-1 0,0 1 0,0-1 0,-1 1 0,1 0 0,-2 2 0,2-4 3,-1 0 0,1 1 0,-1-1 0,1 0 0,0 0 0,-1 0 0,1 0 0,-1 0 0,1 1 0,-1-1 0,1 0-1,-1 0 1,1 0 0,0 0 0,-1 0 0,1 0 0,-1-1 0,1 1 0,-1 0 0,1 0 0,-1 0 0,1 0-1,0 0 1,-1-1 0,1 1 0,-1 0 0,1 0 0,0-1 0,-1 1 0,1 0 0,0-1 0,-1 1 0,1 0-1,0-1 1,0 1 0,-1 0 0,1-1 0,0 1 0,0-1 0,-15-16-78,15 16 83,-3-3 49,0 0-1,0 1 0,0 0 1,0 0-1,-1 0 1,1 0-1,-1 0 0,0 1 1,0-1-1,0 1 0,0 0 1,0 0-1,0 1 0,0-1 1,-1 1-1,1 0 0,-8-1 1,11 2 6,20 0-226,184 0-6164,-167 0 1825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4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74 168 1568,'0'0'15808,"1"13"-15643,-1-3-142,0-5-16,0 0 0,0 0-1,0 0 1,1 0 0,-1 0 0,1 0 0,1 0 0,-1 0 0,1 0 0,0 0 0,0 0 0,0-1 0,0 1 0,1-1 0,4 6-1,-1-4 9,0 0 0,0 0 0,0-1 0,1 0 0,0 0 0,0 0 0,1-1 0,-1 0 0,1-1 0,0 1 0,0-1 0,11 2 0,-4-2-1,-1-1 0,1 0 0,0-1 0,0 0 0,1-2 0,17-2-1,-28 3-10,-1-1 0,1 0 0,0-1 0,0 1 0,-1-1 0,1 0 0,-1 0 0,1 0 0,-1-1-1,0 1 1,0-1 0,0 0 0,0 0 0,-1-1 0,1 1 0,-1-1 0,0 0 0,0 0 0,0 0-1,0 0 1,-1 0 0,4-8 0,-2 0 46,1 0 0,-2-1 1,0 1-1,0-1 0,-1 0 0,-1 1 0,0-21 1,-1 28-9,0 0 1,-1 0-1,1 0 1,-1 0-1,0 0 1,0 0-1,-1 0 1,0 1-1,0-1 1,0 0-1,0 1 1,-1-1-1,1 1 1,-1 0-1,0 0 1,-4-4-1,0 2-9,1 1-1,-1 0 1,1 0-1,-1 0 1,-1 1-1,1 0 1,-1 1 0,1-1-1,-9-1 1,-6-1-117,1 1 0,0 1 0,-1 1 0,0 1 0,0 1 0,-36 3 0,52-1-40,-1 0 0,1 0-1,-1 1 1,1-1-1,0 1 1,0 1-1,0-1 1,0 1 0,0 1-1,1-1 1,-1 1-1,1-1 1,0 1-1,0 1 1,1-1 0,-1 1-1,1 0 1,0 0-1,0 0 1,-5 10 0,5-8-313,1 0 1,0 0 0,0 1 0,0-1 0,1 1-1,1-1 1,-2 13 0,2-13-390,1 1 0,0-1 0,1 1 0,-1-1 0,1 1 0,1-1 0,0 1 0,2 6-1,-1-6-221,1 0 0,0-1 0,1 0-1,6 9 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4.6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87 190 1040,'0'0'18412,"5"24"-18328,2 4-56,16 44 0,-21-68-23,1 0 0,-1 0 0,1 0 0,-1 0 1,1 0-1,0-1 0,1 1 0,-1-1 0,1 0 0,-1 0 0,1 0 0,0-1 0,0 1 0,0-1 0,0 0 0,1 0 0,-1 0 0,1-1 1,7 3-1,-1-1 15,1 1 2,0 0 0,1-1 0,-1-1 0,0 0 0,1-1 0,-1 0 0,1-1 0,0 0 1,23-4-1,-30 3 5,0-1 1,0 1-1,0-1 1,0-1-1,0 1 1,-1-1-1,1 0 1,-1 0-1,0 0 1,1-1 0,-2 0-1,1 0 1,0 0-1,-1-1 1,0 1-1,0-1 1,0 0-1,0-1 1,-1 1-1,0 0 1,3-7-1,-2-3 132,1 1 0,-2-1-1,0 0 1,-1-1 0,0 1 0,-2 0-1,-1-28 1,1 36-140,-1 1 0,0-1 0,0 1 0,-1-1 0,0 1 0,0 0 0,-1 0 0,1 0 0,-1 0 0,0 0 0,-1 0 0,0 1 0,1 0 0,-2-1 0,1 1 0,-1 1 1,1-1-1,-1 1 0,-1 0 0,1 0 0,0 0 0,-1 1 0,-9-5 0,4 4-140,1-1 1,-1 2 0,0-1 0,0 2-1,0-1 1,0 2 0,0-1 0,-1 2-1,1-1 1,0 1 0,0 1 0,-1 0-1,-18 5 1,11 0-637,0 2 0,0 0 0,1 1 0,0 0 0,0 2 1,-28 22-1,-18 22-5734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8.7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13 928,'0'0'14987,"251"-9"-14611,-147 5-175,10 4-201,3 0-137,4 0-591,3 10-456,38-1-344,-31-3-1193,-24-6-4816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9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 0 472,'0'0'14922,"-4"0"-13506,-16 0 1420,41 16-2711,-2-4-103,-4-3-18,-1 0 0,0 0 0,24 23 0,-34-28-14,0 0 0,-1 0 0,0 1 0,0-1-1,0 1 1,0 0 0,-1-1 0,1 1 0,-1 1 0,-1-1-1,1 0 1,-1 0 0,0 1 0,0-1 0,0 1-1,-1 7 1,0-7 5,-1 1-1,0-1 1,0 1 0,0-1-1,-1 1 1,0-1 0,0 0-1,-1 0 1,0 0-1,0 0 1,0 0 0,-7 7-1,-5 7-4,-1-2 0,-21 19 0,-13 16 13,40-40-688,1 0 0,0 1 1,1 0-1,-6 15 0,4-9-3539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7.6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1 304 992,'0'0'11013,"5"-5"-10519,2-4-291,-1 0 0,1 0 1,-1-1-1,-1 0 0,0 0 0,0 0 1,-1 0-1,3-13 0,19-97 1285,-12 48-1254,-12 66-215,-1 5 103,-1 4-44,7 155 84,29 166 1,-14-158-117,-18-62-58,-4-93 2,-1-10 8,1 1 0,0-1 0,-1 0 0,1 0 0,0 0 0,-1 1 0,1-1 0,-1 0 0,0 0 0,1 0 0,-1 0 0,0 0 0,0 0-1,0 0 1,0 0 0,0 0 0,0-1 0,0 1 0,0 0 0,0 0 0,0-1 0,0 1 0,0-1 0,0 1 0,-1-1 0,1 1 0,0-1 0,0 0 0,0 0 0,-1 0 0,1 1-1,-2-2 1,-51 2-418,39-1 297,-50 0-15,64 0 135,314 0-194,-307 0-293,1 1 1,-1-1-1,0 1 0,1 0 1,-1 1-1,0-1 1,0 1-1,12 5 0,1 6-4571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8.0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25 233 1096,'0'0'14382,"0"15"-13903,1 48-93,0-59-342,0 0-1,0 0 0,0 0 0,0 0 0,0 0 0,1 0 0,0 0 0,0-1 0,0 1 0,0 0 0,0-1 0,1 0 0,-1 1 0,1-1 0,0 0 0,0 0 0,0-1 0,1 1 0,-1-1 0,6 4 0,0-2 43,-1 0 1,1 0 0,0-1-1,0 0 1,0 0 0,0-1-1,12 1 1,-7-1-20,-1-1 1,1 0-1,0-1 0,0-1 1,0 0-1,22-5 0,-30 4-63,-1 1-1,1-1 0,0-1 0,-1 1 1,0-1-1,0 0 0,0 0 0,0-1 1,0 1-1,-1-1 0,1 0 1,-1-1-1,0 1 0,0-1 0,-1 1 1,1-1-1,-1 0 0,3-6 0,-3 3 6,0 1 0,0-1-1,0 0 1,-1 0 0,0 0-1,-1 0 1,1 0-1,-2 0 1,1 0 0,-1-1-1,0 1 1,-1 0 0,0 0-1,0 0 1,-1-1 0,0 1-1,0 1 1,-1-1 0,0 0-1,-1 1 1,1-1 0,-1 1-1,-1 0 1,1 0-1,-1 1 1,-1-1 0,1 1-1,-13-10 1,4 3-39,0 0-1,-1 2 1,-1-1-1,-26-13 1,31 20 2,0 0 1,1 1-1,-1 0 1,-1 1-1,1 1 1,0-1-1,-1 2 0,-20-1 1,28 2-7,0 0-1,1 0 1,-1 1-1,0-1 1,0 1 0,1 0-1,-1 0 1,1 1 0,-1-1-1,1 1 1,-1 0 0,1 0-1,0 0 1,0 0 0,0 0-1,0 1 1,0-1 0,1 1-1,-1 0 1,1 0-1,0 0 1,-1 0 0,1 0-1,1 0 1,-1 1 0,0-1-1,1 0 1,0 1 0,-2 6-1,-1 6-394,1 0-1,1 0 1,1 0-1,0 0 1,2 26-1,0-28-417,0 0 0,5 23 0,16 20-3054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8.5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1 305 1296,'0'0'13750,"10"12"-13194,-8-9-545,21 25 611,38 35 0,-52-55-470,0 0 0,0-1 0,1 0 0,0 0 0,0-1 0,0 0 0,1-1 0,0 0 0,21 5 0,-22-7-92,1-2-1,-1 1 1,0-1-1,0-1 1,1 0-1,-1-1 0,0 0 1,1 0-1,17-5 1,-21 3-33,0 1 0,-1-1 0,1-1 0,-1 1 0,0-1 0,0 0 0,0-1 0,0 0 0,-1 1 0,0-2 0,0 1 0,0-1 0,0 1 0,4-10 0,-5 8-2,0 0 0,-1-1 0,0 1 0,0-1 0,-1 0 0,0 0 0,0 1 0,1-15 0,-2 1 116,-3-43 0,0 54-127,0 1 0,0-1-1,-1 1 1,-1 0 0,1 0 0,-1 0-1,-1 0 1,0 1 0,0 0 0,-1 0-1,0 0 1,0 1 0,0-1 0,-1 2-1,0-1 1,-11-7 0,5 4-16,-2-1-1,0 2 1,0 0-1,0 0 1,-1 2 0,-1 0-1,1 0 1,-22-4-1,15 7-15,1 2-1,-41 0 0,59 1-40,1 1-1,-1 0 1,1 0-1,-1 1 0,1-1 1,0 1-1,-1-1 1,1 1-1,-1 0 0,1 1 1,0-1-1,0 0 1,0 1-1,0 0 0,0-1 1,0 1-1,0 1 1,0-1-1,1 0 0,-1 1 1,1-1-1,0 1 1,0 0-1,0-1 0,0 1 1,0 0-1,0 0 1,1 0-1,0 1 0,-1-1 1,1 0-1,0 1 1,1-1-1,-2 7 1,0 10-1153,1 1 1,0-1-1,1 1 1,4 21-1,11 15-7364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9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2889,'0'0'13579,"97"0"-13571,-69 0-8,6 0 0,-3 0 72,7 3-168,0-3-689,10 0-943,-10 0-1185,-7 0-3824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9.8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1240,'0'0'16892,"73"6"-16692,-28-6 16,-1 3-88,5 3-200,-4 4 72,-1 2-16,-2-3-1088,10 4-569,-11-7-479,-7-3-1705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50.6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7938,'0'0'6110,"34"-5"-5835,110-11-114,-127 14-36,0 0-1,31 2 0,-36 0-35,-8 1-11,0-1 0,-1 0 0,1 1 0,0 0 1,0 0-1,0 0 0,0 1 0,-1-1 0,1 1 0,-1 0 0,1 0 1,-1 0-1,0 0 0,0 1 0,0-1 0,5 7 0,-4-4 30,0 0 0,-1 0 0,1 1 0,-1-1-1,-1 1 1,1 0 0,-1 0 0,0 0 0,2 12 0,-2-7-40,0-1 1,-1 1-1,-1 0 1,0 0-1,-1-1 1,0 1 0,0 0-1,-1 0 1,0-1-1,-1 0 1,0 1-1,-7 13 1,-8 3-11,0 0-1,-2-1 1,-1 0 0,-1-2 0,-1-1-1,-43 33 1,60-50-136,0-1 1,0 0-1,-1-1 0,0 1 0,0-1 1,0-1-1,0 1 0,0-1 0,-1 0 1,1-1-1,-1 0 0,0 0 0,-14 1 1,21-3 4,-1-1 0,1 1 0,0-1 0,0 0-1,-1 1 1,1-1 0,0 0 0,0 0 0,0 0 0,0 0 0,0 0 0,0 0 0,0 0 0,0 0 0,0 0 0,0 0 0,1 0 0,-1-1 0,0 1 0,1 0 0,-1 0 0,1-1-1,0 1 1,-1-1 0,1 1 0,0 0 0,0-1 0,0 1 0,0-1 0,0 0 0,-2-55-1006,2 47 782,0 2 194,0 1 0,0 0 0,1 0 0,0 0 0,0 0 0,1 0 0,0 0 0,3-7 0,-4 12 145,0-1 1,0 1-1,1 0 1,-1 0-1,1 0 1,0 0-1,0 0 1,-1 1-1,1-1 1,0 1-1,0-1 1,1 1-1,-1-1 1,0 1-1,0 0 0,1 0 1,-1 0-1,1 0 1,-1 1-1,0-1 1,1 1-1,0-1 1,-1 1-1,1 0 1,3 0-1,4 1 229,-1 1 0,0 0 0,-1 0-1,1 1 1,0 0 0,-1 0 0,1 1-1,-1 1 1,0-1 0,13 10 0,-7-4-119,1-2-1,17 8 1,-9-9-225,0-1-1,0-1 1,0-1-1,1-1 1,-1-1-1,1-2 1,34-2-1,-51 2-505,0 0 0,0-1 0,0 0 1,-1-1-1,1 1 0,0-1 0,-1 0 0,7-4 0,9-6-7384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3.5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43 941 1664,'0'0'11035,"17"-1"-9980,56-10-213,-68 9-728,0 0-1,0 0 0,0-1 0,-1 0 0,1 0 0,-1 0 1,1-1-1,-1 1 0,0-1 0,-1 0 0,1 0 0,-1 0 0,0-1 1,0 1-1,0-1 0,0 0 0,-1 0 0,3-7 0,2-3 107,12-22-52,-3 0 1,-1-2-1,-1 0 0,-3-1 0,12-70 0,-14 39-203,-4 0-1,-4-106 1,-2 164 5,0-1-1,-1 0 1,0 1-1,-1-1 1,-1 1 0,0 0-1,0 0 1,-2 0-1,1 1 1,-10-14-1,12 22-7,0-1-1,0 1 0,0 0 0,-1 0 0,1 1 1,-1-1-1,0 1 0,0 0 0,-1 0 1,1 0-1,0 0 0,-1 1 0,0 0 1,0 0-1,0 0 0,0 0 0,0 1 1,0 0-1,0 0 0,0 0 0,0 1 1,0-1-1,-1 1 0,1 1 0,0-1 1,0 1-1,0 0 0,0 0 0,-10 3 0,8-1 16,1 0-1,0 1 0,0-1 0,-1 1 1,2 0-1,-1 0 0,1 1 0,-1 0 1,1 0-1,0 0 0,1 1 0,0-1 0,0 1 1,0 0-1,0 1 0,-3 9 0,-1 1 21,1 0 0,1 0-1,1 1 1,1 0 0,-4 24-1,5-13 6,1 1-1,1-1 1,1 1-1,5 29 1,-2-39-8,1-1-1,1 0 1,0 0-1,1 0 1,2-1-1,17 34 1,-6-20 1,2-1 0,1-1 0,1-1 0,36 34 0,-41-45-91,0-2 0,2 0 0,0-2 0,1 0 0,0-1 1,1-1-1,32 13 0,-50-23 42,0-1 0,0 0 0,0 1 0,0-1 0,0-1 0,0 1 0,1 0 0,-1-1 0,0 0 0,0 0 0,1-1 0,-1 1 1,0-1-1,0 0 0,0 0 0,0 0 0,0 0 0,0-1 0,0 1 0,0-1 0,5-4 0,-5 4 61,0 0 0,-1 0 0,1 0 0,0 1 0,0-1 1,0 1-1,0 0 0,0 0 0,0 1 0,0-1 0,0 1 0,1 0 0,-1 0 0,0 0 0,7 1 1,1 1 56,0 1 1,0 0 0,0 1 0,11 4-1,3 3-42,1-1 0,0-1 0,0-2 0,0-1-1,1-1 1,0-1 0,0-2 0,38 0-1,-63-2-21,-1-1 0,1 1 0,0 0 0,-1-1-1,1 0 1,0 1 0,-1-1 0,1 0 0,-1 0-1,1-1 1,-1 1 0,0 0 0,1-1-1,-1 1 1,0-1 0,0 0 0,0 0 0,3-4-1,-3 2 6,1 0 0,-1 0-1,0 0 1,0 0-1,0-1 1,0 1-1,-1-1 1,0 0-1,0 1 1,0-7 0,0 1 5,0-1 0,-2 0 0,1 1 0,-1-1 0,-1 1 0,1-1 0,-2 1 0,0 0 0,-6-16 0,2 13 11,0 0 0,-1 1 0,0 0-1,-1 1 1,0-1 0,-1 2 0,0-1-1,0 1 1,-1 1 0,-16-10 0,18 13-22,1 0 0,-2 1 0,1 1 1,0 0-1,-1 0 0,0 0 0,0 1 1,0 1-1,0 0 0,-1 0 0,1 1 0,0 1 1,-1-1-1,1 2 0,-13 1 0,16-1-36,1 1 0,0 0 0,0 0 0,0 0 0,0 1 0,0 0 0,1 0 0,-1 0 0,1 1 1,0 0-1,0 0 0,0 0 0,1 1 0,-1 0 0,1 0 0,0 0 0,0 0 0,1 0 0,0 1 0,0 0 0,-5 11 0,5-9-265,1 0 0,-1 1 0,1-1 0,1 1 0,-1-1 0,2 1 0,-1 0 0,1-1 0,0 1 0,1 0 0,0-1 0,0 1 0,1-1 0,0 1 1,1-1-1,3 9 0,-1-8-1730,0 0 1,1-1 0,12 15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44.2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345 62 1400,'0'0'9844,"-30"-10"-9347,-93-33-185,118 41-275,0 0 0,-1 1-1,1 0 1,0 0 0,-1 0-1,1 1 1,-1 0 0,-9 1-1,12-1 6,1 1-1,-1 0 1,1 0-1,-1 0 1,1 0-1,-1 1 1,1-1-1,0 1 1,0-1-1,-3 3 1,-3 2 135,0 0-39,1 1 0,-1-1 0,1 1-1,0 1 1,0-1 0,1 1-1,0 1 1,1-1 0,0 1-1,0 0 1,0 0 0,1 0-1,1 1 1,0-1 0,0 1 0,1 0-1,0 0 1,1 0 0,0 0-1,0 0 1,1 0 0,0 0-1,4 20 1,-4-27-133,1 0-1,0 0 1,0 0-1,0-1 1,0 1-1,0 0 1,0 0-1,1-1 1,-1 1-1,1-1 1,0 1 0,0-1-1,0 0 1,0 0-1,0 0 1,0 0-1,1 0 1,2 2-1,1-1 8,-1 0-1,1 0 1,0-1-1,1 1 1,-1-2-1,0 1 1,0 0-1,9 0 1,-5-1-3,-1 0 1,0-1-1,0 0 1,0 0-1,0-1 1,0 0-1,0-1 1,0 0 0,0-1-1,0 1 1,-1-2-1,13-5 1,-13 4 33,-1-1 0,1 0 0,-1 0 1,0-1-1,-1 0 0,0 0 0,0-1 1,0 1-1,-1-1 0,0 0 1,-1-1-1,0 1 0,0-1 0,-1 0 1,0 0-1,0 0 0,-1 0 1,0 0-1,0-16 276,9 34-454,3 8 137,0 2-1,-2 0 0,0 1 0,13 32 0,28 89 51,-40-98-50,-1 1 1,-3 0 0,5 62-1,-6 136 17,-8-226 3,-1 0 0,0-1 0,-1 1 0,-1 0 0,-1-1 0,0 0 0,-1 0 0,0 0 0,-1-1 0,-1 1 0,0-1 0,-1-1 0,-1 0 0,0 0 0,-1 0 0,0-1 0,0-1 0,-2 0 0,1 0 0,-1-1 0,-1 0 0,0-1 0,-15 8 0,17-13-10,1 1-1,-1-1 0,1-1 1,-1 0-1,0 0 1,-14 0-1,21-2-17,0 0 1,0-1-1,1 0 0,-1 1 0,0-2 1,0 1-1,0 0 0,0-1 0,0 0 1,1 0-1,-1 0 0,0 0 0,1 0 1,-1-1-1,1 0 0,-1 0 0,1 0 1,0 0-1,-1 0 0,1-1 0,-4-3 1,3-1-26,1 0 1,0 0-1,0-1 1,0 1-1,1-1 1,0 1-1,0-1 1,1 0-1,0 1 1,0-13-1,0-3-23,2 1-1,5-37 1,-1 38 37,0 1 1,2 0-1,0 0 1,1 0-1,1 1 1,1 0-1,1 1 1,15-21-1,113-128-950,-34 59-2175,125-100 0,-189 174 312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58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 32 1032,'0'0'946,"-24"5"7822,16-4-8732,6 0 33,-1 0 1,1-1-1,-1 1 0,1 1 0,-1-1 0,1 0 0,0 0 0,-1 1 0,1 0 0,0-1 1,0 1-1,0 0 0,0 0 0,1 0 0,-4 4 0,-7 7 103,11-13-127,1 1 1,0-1 0,0 1-1,-1-1 1,1 1-1,0-1 1,0 1 0,0-1-1,0 1 1,-1-1-1,1 1 1,0-1 0,0 1-1,0-1 1,0 1-1,0-1 1,0 1 0,0-1-1,1 1 1,-1-1-1,0 1 1,0-1-1,0 1 1,0-1 0,1 1-1,-1-1 1,0 1-1,0-1 1,1 1 0,-1-1-1,0 0 1,1 1-1,-1-1 1,1 0 0,-1 1-1,0-1 1,1 0-1,-1 1 1,1-1-1,-1 0 1,1 0 0,-1 1-1,1-1 1,-1 0-1,1 0 1,-1 0 0,1 0-1,0 0 1,5 1 39,1-1 0,-1 0 1,0 0-1,0 0 0,1-1 1,-1 0-1,0 0 1,0-1-1,0 0 0,0 0 1,0 0-1,0-1 0,0 1 1,8-7-1,-9 6-347,0-1 1,0 0-1,-1 1 0,1-2 1,-1 1-1,0 0 1,0-1-1,-1 0 0,1 0 1,4-10-1,-3 0-3424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01.6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1 960,'0'0'1048,"-38"77"-1624,34-64-752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09.4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1255 2537,'0'0'10176,"3"4"-9559,-1-2-580,0 0 1,0 0 0,0-1 0,0 1 0,1-1 0,-1 0 0,0 1 0,1-1-1,-1 0 1,1 0 0,0-1 0,-1 1 0,1 0 0,0-1 0,-1 0 0,1 1 0,0-1-1,0 0 1,-1-1 0,1 1 0,0 0 0,0-1 0,-1 1 0,1-1 0,-1 0-1,1 0 1,-1 0 0,1 0 0,-1-1 0,1 1 0,3-3 0,7-10 45,-1 0 0,0-1 0,-1-1 0,0 1 0,-2-2 0,9-18 1,-12 25-57,24-48-30,-4-2 0,-1 0 0,-4-2-1,27-122 1,-32 85-134,-3-1-1,-2-151 1,-11 231 135,-1 1 1,0 0-1,-2 0 0,0-1 0,-1 2 1,-8-23-1,10 35 4,0 1 0,0-1 0,-1 1 0,1 0 0,-1 0 0,-1 0 0,1 0 1,-1 0-1,0 1 0,0 0 0,0-1 0,0 2 0,-1-1 0,0 0 0,1 1 0,-1 0 0,-1 0 0,1 0 1,0 1-1,-1 0 0,1 0 0,-1 0 0,1 1 0,-12-2 0,8 2 0,1 0-1,-1 0 1,0 1 0,1 0-1,-1 1 1,1 0 0,-1 0-1,1 1 1,-1 0 0,1 1-1,0 0 1,0 0 0,0 0-1,0 1 1,1 1 0,-10 6-1,3 0-3,0 0-1,1 1 1,0 0 0,1 1-1,0 1 1,2 0 0,-1 0-1,2 1 1,0 0 0,0 1-1,2 0 1,0 0 0,1 1-1,0 0 1,1 0 0,1 0-1,1 1 1,1-1 0,-1 19-1,1 13 31,5 58 0,-1-86-35,1-1 0,1 0 0,1 0 0,0 0 0,14 31 0,-9-29 4,1 0 1,1 0-1,1-2 0,1 1 1,27 30-1,-34-43-34,1 0-1,1-1 0,0 1 1,0-2-1,0 1 1,0-1-1,1-1 1,0 0-1,0 0 1,1-1-1,0 0 1,-1-1-1,1 0 1,19 2-1,124-1-1380,-109-4 1212,-43 1 208,1 0 1,-1 0-1,0 0 1,0 1-1,0-1 1,0 1 0,-1-1-1,1 1 1,0 0-1,0-1 1,-1 1-1,0 0 1,1 0-1,-1 0 1,0 0 0,0 1-1,0-1 1,0 0-1,1 4 1,8 12 12,-1-7-15,0 0-1,0-1 0,1 0 1,0-1-1,1 0 1,0-1-1,1 0 0,-1-1 1,1 0-1,1-1 0,-1 0 1,1-1-1,0 0 0,1-1 1,-1-1-1,0 0 1,1-1-1,0 0 0,0-1 1,0 0-1,-1-1 0,15-3 1,-19 2-3,0-1 0,0-1 0,0 0 0,-1 0 1,1-1-1,-1 0 0,0 0 0,0-1 0,-1 0 0,1-1 1,-1 1-1,0-1 0,-1-1 0,1 1 0,-1-1 0,-1 0 1,8-12-1,-5 7 37,0 0 1,-1-1 0,-1 0 0,0 0-1,0-1 1,-2 0 0,1 0-1,-2 0 1,0 0 0,1-21-1,-3 20 145,0 1 0,-2 0 0,0 0 0,-4-22-1,4 31-125,-1 0-1,0 0 0,0 0 0,0 0 1,-1 0-1,1 1 0,-1 0 0,0-1 1,0 1-1,-1 0 0,1 0 0,-1 1 0,0-1 1,0 1-1,-8-6 0,3 4-6,-1 0-1,1 0 1,-1 1-1,1 0 1,-1 1-1,-1 0 1,1 0-1,0 1 1,0 0-1,-1 1 1,1 1-1,-1-1 1,1 2-1,-1-1 1,1 1-1,-12 3 1,10-1-42,0 0 0,0 1 0,1 1 0,-1-1 0,1 2 0,0 0 0,0 0 0,1 1 1,0 0-1,0 1 0,1 0 0,0 1 0,-9 10 0,10-10-31,1 0 1,0 1-1,0-1 1,1 1-1,1 1 0,0-1 1,0 1-1,1 0 1,0 0-1,1 0 1,0 1-1,1-1 0,0 1 1,0 16-1,2-24-132,0-1-1,0 0 1,1 0-1,-1 0 1,1 0 0,0 0-1,0 0 1,0 0-1,0 0 1,0 0-1,1-1 1,-1 1-1,1 0 1,0-1 0,-1 1-1,1-1 1,1 1-1,-1-1 1,0 0-1,0 0 1,1 0 0,-1 0-1,1-1 1,0 1-1,-1-1 1,6 3-1,36 13-6337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10.0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208 34 1136,'0'0'12175,"-10"-6"-11900,4 2-207,-1 0 0,-1 0 1,1 1-1,0 0 1,-13-4-1,17 7-47,0-1 0,-1 0 0,1 1 0,0 0 0,0 0 0,-1 0 0,1 0 0,0 0-1,0 1 1,-1 0 0,1-1 0,0 1 0,0 0 0,0 1 0,0-1 0,0 0 0,0 1 0,0 0 0,1-1 0,-1 1 0,-2 3-1,-3 3 27,1 0 0,0 0 0,1 1-1,0 0 1,0 1 0,1-1 0,0 1-1,1 0 1,0 0 0,0 1 0,1-1-1,1 1 1,0-1 0,0 1 0,1 0-1,0 0 1,2 16 0,-2-24-51,1 1 0,1-1 0,-1 0 0,0 1 1,1-1-1,0 1 0,0-1 0,0 0 0,0 0 0,0 1 0,1-1 1,0 0-1,-1 0 0,1 0 0,0-1 0,0 1 0,1 0 0,-1-1 1,0 1-1,1-1 0,0 0 0,-1 0 0,1 0 0,4 2 0,0-1-73,0 0 0,0-1 0,0 1-1,0-2 1,1 1 0,-1-1-1,0 0 1,1-1 0,-1 0-1,13-1 1,-16 1-5,1-1 0,0 0-1,-1 0 1,1-1 0,-1 1 0,1-1 0,-1 0-1,1 0 1,-1 0 0,0-1 0,0 0-1,7-6 1,-4 3 7,-1-1 1,1-1-1,-1 1 0,0-1 1,-1 0-1,5-9 0,-1-2 169,-1-1 0,0 1-1,-1-1 1,-2-1 0,5-25 0,1 92 947,1 24-1079,14 75-142,11 234 1,-35-304 200,-11 83 1,5-129 7,-1 1 0,-1-1 0,-2 0 0,-1 0 0,-21 46 0,20-55 24,0-1-1,-1 0 1,-1-1-1,-21 24 1,29-36-51,-1-1 1,0 0-1,-1 0 1,1-1-1,-1 1 1,1-1-1,-1 0 1,0-1 0,-1 1-1,1-1 1,-1-1-1,1 1 1,-1-1-1,0 0 1,0-1-1,0 0 1,-9 1-1,13-2-6,1 0 0,0 0 0,0 0 0,0 0 0,0-1-1,0 1 1,0-1 0,0 1 0,0-1 0,0 0 0,0 0 0,0 1 0,1-1-1,-1-1 1,0 1 0,0 0 0,1 0 0,-1-1 0,1 1 0,-1-1 0,1 1 0,0-1-1,0 0 1,-1 1 0,1-1 0,0 0 0,1 0 0,-2-3 0,-1-4-12,1-1 0,0 1 1,1-1-1,0 0 0,0-10 0,1 14 5,-2-30-78,2 0 1,2 1-1,1-1 1,1 1-1,2 0 1,2 0-1,1 1 1,15-36 0,124-262-2606,-75 189-1217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18.3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1032,'0'0'13143,"1"9"-9570,3-8-3574,0 1 0,-1-1 0,1 0 0,0 0 0,0-1-1,0 1 1,7-1 0,-2 1 15,94 5-85,-42-1-648,16 1-385,-76-5 1099,0-1 0,0 1 0,-1-1 0,1 1 0,0 0 0,0-1 0,-1 1 0,1 0 0,-1-1 0,1 1 0,-1 0 0,1 0 0,-1-1 0,1 1 0,-1 0 0,0 0 0,1 0 0,-1 0 0,0 0 0,0 0-1,1-1 1,-1 1 0,0 0 0,0 0 0,0 2 0,0 31 12,-1-23-4,0 7 16,-1 0 0,-1 0 0,-1 0 1,-11 31-1,-7 37 30,14-17-202,4 0-1,4 70 1,1-57-119,2 41-4199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18.8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1304,'0'0'12955,"3"0"-12860,54 0 201,151-5-1026,-155 4-2435,-35 1-958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19.7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39 381 592,'0'0'12987,"24"-9"-13014,82-31 5,-94 35-2,0 0 0,-1-2 0,1 1 0,-2-1 0,1-1 0,-1 0 0,0 0 0,0-1 0,-1 0 0,14-19 1,-20 25 20,3-4 16,-1 0 0,0 0-1,0-1 1,0 1 0,-1-1 0,0 0 0,-1 0-1,0 0 1,0-1 0,-1 1 0,0-1-1,0 1 1,-1-1 0,0 0 0,-1 0 0,0 0-1,0 1 1,-3-16 0,2 21-6,-1 0 0,1 0 0,-1 0 0,0 0 0,0 0 1,0 0-1,-1 1 0,1-1 0,-1 1 0,1 0 0,-1 0 0,0 0 0,0 0 1,0 0-1,0 0 0,0 1 0,0-1 0,0 1 0,-1 0 0,1 0 0,-6 0 1,-5-3-77,-1 2 1,0 0 0,-25 0 0,28 2-2,6-1 34,-1 1 0,1 0 0,-1 0 1,1 1-1,-1-1 0,1 1 0,0 1 0,-1-1 0,1 1 0,0 0 0,0 1 1,0 0-1,-6 3 0,4-1 30,1 0 1,0 1 0,0 0 0,1 0-1,-1 0 1,1 1 0,1 0 0,-1 0-1,1 0 1,0 1 0,1 0-1,0 0 1,0 0 0,1 0 0,0 1-1,0-1 1,1 1 0,0 0-1,1 0 1,0 0 0,0 0 0,1 0-1,0 12 1,1-19-60,-1 0-1,0 0 1,0 0-1,1 0 1,-1 0 0,1 0-1,0 0 1,0 0-1,0 0 1,0 0-1,0-1 1,0 1 0,0 0-1,0 0 1,1-1-1,-1 1 1,1-1 0,-1 1-1,3 1 1,2 0-465,0 0 0,-1 0 0,1-1 0,12 4 0,10 4-570,-28-9 1273,1-1 0,-1 1 0,1 0 0,-1 0 0,1 0 0,-1-1 0,1 1 0,-1 0 0,0 0 0,1 0 0,-1 0 0,0 0 0,0 0 0,0 0 0,0 0 0,0 0 0,0 0 0,0 0 0,0 0 0,0 0-1,0 0 1,0 0 0,-1 0 0,1-1 0,0 1 0,-1 1 0,-9 27 187,4-17-209,2 1-1,-1 0 1,2 1 0,0-1-1,0 1 1,0 19 0,2-28-128,1 1 0,0-1 1,0 0-1,1 1 0,-1-1 0,1 0 1,0 0-1,1 1 0,-1-1 1,1 0-1,0 0 0,0-1 0,1 1 1,-1 0-1,1-1 0,0 1 1,1-1-1,-1 0 0,7 6 0,-3-5-18,1 0-1,0 0 0,1-1 0,-1 0 0,1-1 1,0 1-1,0-2 0,0 1 0,0-1 0,0-1 1,0 0-1,16 0 0,-14 0-37,0-2 0,0 0 1,-1 0-1,1-1 0,0 0 0,-1-1 0,1 0 0,-1 0 0,0-2 0,15-7 1,-8 2-100,0-1 0,-1-1 1,-1-1-1,15-14 1,-25 22 125,-1 0 1,1 0 0,-1 0 0,0-1 0,-1 1-1,1-1 1,-1 0 0,0 0 0,-1 0-1,0-1 1,0 1 0,0-1 0,0 1 0,-1-1-1,1-10 1,-2 15 12,-1 0 0,1-1-1,0 1 1,-1 0 0,1 0 0,-1 0 0,1-1-1,-1 1 1,0 0 0,0 0 0,0 0-1,0 0 1,-1 0 0,1 0 0,0 1-1,-1-1 1,1 0 0,-5-2 0,2 0-41,-1 1 0,1 1 0,-1-1 0,0 1 0,0-1 0,0 1 0,-9-2 1,-5 0-290,1 1 0,0 1 0,-31 0 0,37 2-2,0 1-1,0 0 1,1 0-1,-1 1 0,1 1 1,-1 0-1,1 0 1,0 1-1,0 1 0,1 0 1,-1 0-1,-11 9 1,-21 14-3512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1.3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0 104,'0'0'13163,"90"3"-13299,-63-3-352,4 3-216,0 4-201,4-1-303,-4 0-1240,-7-6-1857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1.7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1224,'0'0'16084,"69"0"-16164,-10 0-32,-11 0-1657,-7 0-2456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6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71 252 9314,'0'0'6364,"5"0"-6280,17 1-69,-7-1-2,0 0 1,1-1-1,26-5 0,-36 5-10,-1-1 0,1 0 0,-1 0 0,1 0 0,-1-1 0,0 0 0,0 0 0,0 0 0,-1 0 0,1-1 0,-1 0 0,0 0 0,0 0 0,4-6 0,-3 3 3,-1-1 0,0 1 0,-1-1 0,0 0 0,0 0 0,-1 0 0,1 0 0,-2 0 0,1 0 0,-1-1-1,-1 1 1,0-1 0,0 1 0,0-1 0,-4-15 0,4 22-9,-1-1 0,0 1 1,1 0-1,-1-1 0,0 1 0,-1 0 0,1 0 1,0-1-1,-1 1 0,1 0 0,-1 0 0,1 1 1,-1-1-1,0 0 0,0 1 0,0-1 0,0 1 0,0-1 1,0 1-1,0 0 0,-1 0 0,1 0 0,0 0 1,-1 0-1,1 1 0,-1-1 0,-2 0 0,-10-1-24,1 0 0,-1 1 0,-22 2-1,18-1 20,12 0 9,1 1 0,-1 0 1,1 0-1,-1 0 0,1 1 0,0 0 0,0 0 0,0 0 1,0 1-1,0 0 0,0 0 0,1 1 0,-9 6 0,10-6 0,0-1 0,1 1 0,-1-1-1,1 1 1,0 0 0,0 0 0,0 1-1,0-1 1,1 1 0,0-1 0,0 1-1,0 0 1,1-1 0,-1 1 0,1 0-1,0 0 1,0 0 0,1 6 0,0 0 18,-1-8-63,1-1 1,0 1-1,-1 0 1,1 0-1,1 0 1,-1-1-1,0 1 1,1 0-1,-1 0 1,1-1-1,0 1 1,0 0-1,0-1 1,0 1 0,1-1-1,-1 1 1,1-1-1,-1 0 1,1 1-1,0-1 1,3 3-1,-3-2 51,0-1 0,0 1 0,0 0 0,-1 0 0,1 0 0,-1 0 0,0 1 0,1-1 0,-1 0 0,-1 0 0,1 1 0,0-1 0,-1 0 0,0 1 0,0-1 0,0 1 0,0-1 0,0 0 0,-1 1 0,0 3 0,-1 11 8,2-9 1,0-2-13,-1 0 0,1-1 0,0 1 0,1 0 0,-1 0 0,2-1 0,-1 1 0,1-1 0,0 1 0,0-1 0,0 0 0,1 1 0,0-1 0,5 7 0,-3-6-3,0 0 1,0 0-1,1 0 1,0-1-1,0 0 0,1 0 1,0-1-1,0 0 1,0 0-1,0 0 0,1-1 1,0 0-1,0-1 1,0 1-1,0-2 0,1 1 1,-1-1-1,1 0 1,-1-1-1,1 0 0,0 0 1,10-2-1,-14 2-21,0-1-1,0 0 1,0 0-1,-1-1 1,1 0-1,0 0 0,0 0 1,-1 0-1,1 0 1,0-1-1,-1 0 1,0 0-1,1-1 1,-1 1-1,0-1 1,0 0-1,0 0 0,-1 0 1,1 0-1,-1-1 1,0 1-1,0-1 1,0 0-1,0 0 1,-1 0-1,1 0 1,-1 0-1,0-1 1,0 1-1,-1-1 0,1 0 1,0-4-1,1-4 27,0 1-1,-1-1 0,-1 0 0,0 0 0,0 1 0,-2-1 1,1 0-1,-2 0 0,1 0 0,-2 0 0,0 1 0,-5-14 1,6 20-31,0 0 1,-1 1-1,0-1 0,0 1 1,-1 0-1,1 0 1,-1 0-1,0 1 1,0-1-1,-1 1 0,1 0 1,-1 0-1,0 0 1,0 1-1,0-1 1,-1 1-1,1 1 1,-1-1-1,1 1 0,-1 0 1,0 0-1,0 1 1,0-1-1,0 1 1,0 1-1,0-1 0,-8 1 1,9 0-46,-1 1 1,0-1 0,0 1-1,0 0 1,0 0-1,0 1 1,1 0-1,-1 0 1,1 0-1,-1 0 1,1 1 0,0 0-1,0 0 1,0 1-1,0-1 1,1 1-1,-1 0 1,-5 8-1,4-4-348,0 0 1,1 1-1,0-1 0,0 1 0,1 0 0,0 1 0,1-1 0,0 1 0,1 0 0,-3 13 0,3 19-7073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7.4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 5881,'0'0'8497,"25"6"-8440,78 24 15,-98-29-40,0 1 0,0-1-1,-1 1 1,1 0 0,0 1-1,-1-1 1,0 1 0,0 0-1,0 0 1,0 0 0,0 1 0,0-1-1,-1 1 1,1 0 0,-1 0-1,0 0 1,-1 1 0,1-1 0,3 9-1,-3-3 68,-1 1 0,0-1 0,0 0 0,-1 1 0,-1-1 0,-1 20 0,1-8-79,-1-15-8,1-1 0,-1 0-1,-1 1 1,1-1 0,-1 1 0,0-1 0,-1 0-1,1 0 1,-1 0 0,-1-1 0,1 1 0,-1-1-1,0 1 1,0-1 0,0 0 0,-1-1 0,1 1 0,-1-1-1,0 0 1,-1 0 0,-8 5 0,4-4-144,0 1 0,0-1 1,0-1-1,-1 0 0,0 0 1,1-1-1,-1-1 0,-1 1 1,1-2-1,0 0 0,-20 0 1,29-1 74,1 0 1,0 0-1,0 0 1,-1 0 0,1-1-1,0 1 1,0 0-1,0-1 1,-1 1-1,1-1 1,0 1-1,0-1 1,0 1 0,0-1-1,0 0 1,0 0-1,0 0 1,0 1-1,0-1 1,0 0 0,1 0-1,-1 0 1,0 0-1,1 0 1,-1 0-1,0-2 1,0-1-69,0-1 0,0 1 0,0 0-1,1-1 1,0 1 0,0-6 0,0 3 60,0 6 58,0-1 0,0 1 0,1-1 0,-1 1 0,0-1 0,1 1 0,-1 0 0,1-1-1,-1 1 1,1 0 0,-1 0 0,1-1 0,0 1 0,0 0 0,0 0 0,0 0 0,0 0 0,0 0-1,0 0 1,1-1 0,1 0 2,0 0 0,1 0 0,-1 0 0,1 1 0,-1 0 0,1-1 0,5 0 0,6-1 104,0 2 1,28-1 0,-33 3-21,-1 0 0,0 0 0,0 1 1,0 1-1,0-1 0,0 1 0,-1 1 1,1 0-1,-1 0 0,0 1 0,0 0 1,0 0-1,9 8 0,2 1-84,-13-10-184,0-1 0,0 1 0,1-1 1,-1 0-1,1-1 0,0 1 0,0-1 0,0 0 1,0-1-1,0 0 0,0 0 0,0-1 0,9 0 1,16 0-6075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8.1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115 215 7826,'0'0'8307,"18"-2"-8271,60-4-56,-75 6-3,0 0 1,1-1-1,-1 0 1,0 1-1,0-1 0,0 0 1,1-1-1,-1 1 1,0-1-1,0 1 1,-1-1-1,1 0 0,0 0 1,0 0-1,-1 0 1,0-1-1,1 1 1,-1-1-1,0 1 1,0-1-1,0 0 0,0 0 1,1-4-1,0 0-31,-1-1-1,0 0 0,-1 0 1,0 1-1,0-1 0,-1 0 1,0-9-1,0 15 56,0-1 0,-1 0 0,1 1 0,0-1 0,-1 0 0,0 1 0,0-1 0,0 1 0,0-1 0,0 1 0,0 0 0,-1-1 0,1 1 0,-1 0 0,1 0 0,-1 0 0,-2-2 0,0 0-1,-1 1 0,0-1 0,0 1 1,0 0-1,0 0 0,0 1 0,-9-4 1,-2 2 6,1 0 1,0 1-1,-1 1 1,0 0 0,-17 0-1,26 2-4,0 0-1,0 1 1,0-1 0,1 1-1,-1 0 1,0 1-1,1 0 1,-1 0 0,-6 4-1,10-5-1,1 0-1,0 1 1,0 0 0,-1 0-1,1 0 1,0 0-1,0 0 1,1 0-1,-1 0 1,0 0-1,1 1 1,-1-1 0,1 1-1,0-1 1,0 1-1,0 0 1,0-1-1,0 1 1,1 0-1,-1-1 1,1 1 0,0 0-1,-1 0 1,2 3-1,-2 10-11,4 23-108,-3-37 112,1 0-1,0-1 1,-1 1-1,1-1 1,0 1-1,0-1 0,0 1 1,0-1-1,0 1 1,0-1-1,0 0 1,1 0-1,-1 1 0,0-1 1,1 0-1,-1 0 1,1 0-1,-1-1 0,3 2 1,-3-1-14,0-1 0,0 0 0,0 1 0,-1-1 0,1 1 0,0 0 0,0-1 0,0 1 0,-1 0 0,1-1 1,0 1-1,-1 0 0,1 0 0,-1 0 0,1-1 0,-1 1 0,1 0 0,-1 0 0,0 0 0,1 0 0,-1 0 0,0 0 0,0 0 0,0 0 0,0 1 0,-5 28 161,1-5-85,3-20-40,2 1 0,-1-1 0,0 1-1,1 0 1,0-1 0,0 0 0,1 1-1,-1-1 1,1 0 0,1 1-1,-1-1 1,1 0 0,-1-1 0,1 1-1,1 0 1,-1-1 0,1 0 0,-1 0-1,1 0 1,1 0 0,-1 0-1,0-1 1,10 6 0,-4-3-107,1 0-1,0 0 1,0-1 0,0 0-1,1-1 1,0 0 0,-1-1-1,1 0 1,1-1 0,-1-1-1,0 1 1,21-2 0,-31 0 41,0 0-1,1-1 1,-1 1 0,1 0 0,-1-1 0,0 1 0,1-1 0,-1 0 0,0 0 0,0 0-1,1 0 1,-1 0 0,0-1 0,0 1 0,0 0 0,0-1 0,-1 0 0,1 1 0,0-1 0,-1 0-1,1 0 1,-1 0 0,0 0 0,1 0 0,-1 0 0,0-1 0,0 1 0,-1 0 0,1 0-1,1-4 1,0-7-71,0-1 0,0 1-1,-1 0 1,-1-20 0,0 21 170,0 9-34,0 0-1,-1 0 0,1 0 1,-1 0-1,0 0 0,0 0 0,0 0 1,0 0-1,0 0 0,-1 0 1,1 1-1,-1-1 0,0 0 0,1 1 1,-1-1-1,0 1 0,-1 0 1,1 0-1,0 0 0,-1 0 0,1 0 1,-1 0-1,0 0 0,1 1 1,-1 0-1,0-1 0,0 1 0,0 0 1,0 0-1,0 1 0,0-1 1,0 1-1,0-1 0,-4 1 0,-1-1-22,1 1 0,-1 0 0,1 0-1,-1 1 1,1-1 0,-1 2-1,1-1 1,0 1 0,-1 0-1,1 1 1,0-1 0,0 2 0,-8 4-1,-21 24-1573,4 0-2298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8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125 1 8602,'0'0'6557,"-2"1"-6517,0 2-33,0-1-1,1 1 0,-1-1 1,1 1-1,-1 0 0,1-1 1,0 1-1,0 0 0,0 0 1,1 0-1,-1 0 0,1 0 1,0 0-1,-1-1 0,1 1 1,1 0-1,-1 0 0,1 6 1,1 5 21,0 1 1,7 23 0,-4-20-34,4 10-60,0 1 0,-2 0 0,-2 0 0,4 49 1,-9-76 63,0-1 1,0 0 0,-1 0 0,1 0-1,-1 0 1,1 1 0,-1-1 0,1 0-1,-1 0 1,1 0 0,-1 0 0,0 0 0,0 0-1,0 0 1,1 0 0,-1-1 0,0 1-1,0 0 1,0 0 0,0-1 0,0 1-1,-1-1 1,1 1 0,-2 0 0,-36 11 24,20-7-26,15-3 7,-6 2 25,1-1 0,-1 0 0,0 0 1,0-1-1,0 0 0,-14 0 0,24-2 43,4 0-54,160 3-117,-53 6-4624,-76-5-1834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9.4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121 268 6209,'0'0'6143,"28"-9"-6163,87-31-47,-110 38 64,0 0-1,-1 0 0,1 0 0,-1-1 1,1 0-1,-1 0 0,5-4 0,-8 6 2,0 0 0,0 0-1,-1 0 1,1-1 0,0 1-1,0-1 1,0 1 0,-1-1-1,1 1 1,-1-1 0,1-2-1,1-3-8,0 2 51,0 0 1,-1 0-1,1 0 1,-1 0-1,0-1 1,-1 1-1,1 0 1,-1 0-1,0-1 0,0 1 1,-1 0-1,0-1 1,1 1-1,-2 0 1,1 0-1,-1 0 1,0 0-1,0 0 1,0 0-1,0 0 0,-1 1 1,0-1-1,0 1 1,0 0-1,-1 0 1,1 0-1,-1 0 1,0 0-1,-5-2 1,1 2-12,-1 0 1,1 1 0,-1 0 0,0 1 0,1 0 0,-1 0-1,-1 1 1,1 1 0,0-1 0,0 1 0,-9 1 0,0-1 5,11 1-18,1-1 1,-1 1-1,1 0 0,-1 1 1,1 0-1,0-1 0,0 2 1,-1-1-1,2 1 0,-1 0 1,0 0-1,0 1 0,1 0 1,-5 4-1,6-4-4,0-1-1,0 1 1,0 0 0,1 0-1,0 1 1,0-1 0,0 1-1,0-1 1,1 1 0,-1 0-1,1 0 1,1 0 0,-1 0-1,1 0 1,-1 1 0,2-1-1,-2 9 1,2-10-37,0-1-1,0 1 1,0-1 0,1 0-1,-1 1 1,1-1-1,0 1 1,0-1 0,0 0-1,0 0 1,1 0-1,-1 0 1,3 4 0,-1-4-9,0 0 1,1 0-1,-1 0 0,1 0 1,-1 0-1,1-1 1,0 0-1,0 0 1,7 3-1,-11-4 39,1-1 0,-1 1 1,1 0-1,-1 0 0,0 0 0,1 0 0,-1-1 0,0 1 0,1 0 0,-1 0 0,0 0 0,0 0 1,0 0-1,0 0 0,0 0 0,0 0 0,0 0 0,0-1 0,0 1 0,0 0 0,-1 1 0,1 0 24,0 8 35,0-1 0,0 1 0,1 0 0,0 0 0,1-1 0,0 1 0,1-1 0,0 1 0,0-1 0,1 0 0,0 0 0,1-1 0,0 1 0,0-1 0,1 0 0,0 0 1,0-1-1,1 0 0,7 7 0,-5-6-45,0-1 1,0 0 0,1-1-1,0 0 1,0 0 0,0-1 0,18 6-1,-21-8-74,0-1-1,1 0 1,-1 0-1,1-1 0,0 0 1,0 0-1,-1-1 1,1 0-1,0 0 0,-1-1 1,1 0-1,11-3 0,-16 2-16,0 0 0,0 0 0,0 0 0,0 0 0,0 0 0,0-1 0,0 1 0,-1-1 0,0 0 0,1 0 0,-1 0 0,0 0 0,0 0 0,-1-1 0,1 1 0,-1 0 0,1-1 0,-1 1 0,0-1 0,0 0 0,-1 1 0,1-8 0,1-2 8,-1-1 1,0 0-1,-1 0 0,-4-24 0,4 34 70,-1 0-1,0 1 0,0-1 1,0 0-1,-1 1 0,1-1 0,-1 1 1,0 0-1,0-1 0,0 1 1,0 0-1,-1 0 0,1 0 1,-1 1-1,0-1 0,0 1 0,0-1 1,0 1-1,0 0 0,0 0 1,-1 0-1,1 0 0,-1 1 1,1 0-1,-5-2 0,-4 0 26,0 1 0,0 0 0,-1 1 0,1 0-1,0 0 1,-20 3 0,27-1-52,1-1-1,0 1 1,-1 0-1,1 0 1,0 0 0,0 1-1,0 0 1,0-1-1,0 1 1,0 1-1,0-1 1,1 1 0,-1-1-1,1 1 1,0 0-1,0 0 1,0 0-1,0 1 1,-5 7 0,6-7-522,-1 1 0,1 0 1,0 0-1,0 0 1,-2 10-1,2 5-6175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9.8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10386,'0'0'11875,"0"6"-12827,0 3-465,0 0-2448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0.3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 15459,'0'0'8162,"-7"18"-11563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0.6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14779,'0'0'8146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7.6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1 547 3625,'0'0'11269,"0"3"-10426,2 10 21,3-12 723,-4-2-1510,0-1 1,0 1 0,0-1 0,0 1 0,0-1 0,0 0 0,0 1-1,-1-1 1,1 0 0,-1 0 0,1 0 0,-1 0 0,1-1-1,9-76 61,2-87-1,-4 33-157,-1 5 18,-7 128-7,1 0 1,-1-1 0,0 1 0,1 0 0,-1 0 0,0 0 0,1 0 0,-1 0-1,0 0 1,1 0 0,-1 0 0,0 0 0,1-1 0,-1 2 0,1-1 0,-1 0 0,0 0-1,1 0 1,-1 0 0,0 0 0,1 0 0,-1 0 0,0 0 0,1 0 0,-1 1 0,0-1-1,1 0 1,-1 0 0,0 0 0,1 1 0,-1-1 0,0 0 0,0 1 0,1-1 0,-1 1-1,21 23-36,24 37 0,1 2 87,1-6-364,3-2-1,2-3 1,2-2 0,70 51-1,-118-97 275,0 0 1,1 0-1,-1 0 1,1-1-1,0 0 0,0 0 1,0-1-1,0 0 1,0 0-1,0 0 0,1-1 1,10 0-1,-17-1 50,0 0-1,0-1 0,0 1 0,-1-1 1,1 1-1,0-1 0,0 1 1,-1-1-1,1 0 0,-1 1 1,1-1-1,0 0 0,-1 1 0,1-1 1,-1 0-1,0 0 0,1 0 1,-1 1-1,1-1 0,-1 0 0,0 0 1,0 0-1,0 0 0,0 0 1,1 0-1,-1 0 0,0 1 1,-1-3-1,3-33 56,-2 30-50,-2-127-126,1-14-1562,5 4-3897,2 96-2144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8.1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1016,'0'0'8485,"3"27"-8369,11 90-146,-13-110 3,0 1-1,1-1 0,0 0 0,0 1 0,1-1 1,-1 0-1,2-1 0,-1 1 0,1 0 1,0-1-1,0 0 0,0 0 0,1 0 0,0 0 1,1-1-1,10 9 0,-11-11-89,0 0 0,0 0 0,1-1 1,0 0-1,-1 0 0,1 0 0,0 0 0,0-1 0,0 0 0,0-1 0,0 1 0,0-1 0,0 0 0,0-1 1,0 1-1,0-1 0,11-3 0,-12 2 79,1 0 1,0-1 0,-1 1-1,1-1 1,-1 0 0,0-1-1,0 1 1,0-1 0,-1 0-1,1 0 1,-1-1 0,0 1-1,0-1 1,0 0 0,-1 0-1,0 0 1,5-10 0,-3 4 647,-1 0 0,0 0 0,0-1 1,-1 1-1,-1-1 0,0 1 0,0-1 0,-1-15 906,1 27-1503,0 1 0,0 0-1,0 0 1,0 0 0,0 1 0,0-1 0,0 0-1,0 1 1,-1-1 0,1 1 0,-1 0 0,1-1-1,-1 1 1,1 0 0,-1 0 0,0 0-1,1 3 1,5 4 8,7 9-82,0-1 0,2-1 0,0 0 0,0-1 0,22 14 1,-27-21-982,0-2 1,0 0 0,16 6-1,2-4-2861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8.5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1 106 1200,'0'0'13387,"176"-96"-14379,-145 86-1673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9.3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15 744,'0'0'9513,"3"-3"-8694,-2 2-789,-1 1 0,1-1 0,0 0 0,-1 0 0,1 1 0,0-1 0,-1 0 0,1 1 0,0-1 0,0 0 0,0 1 0,-1-1 0,1 1 0,0-1 0,0 1 0,0 0 0,0-1 0,0 1 0,0 0 0,0 0 0,0 0 0,0 0 0,0 0 0,0 0 0,0 0 0,0 0 0,0 0 0,0 0 0,0 0 0,0 0 0,0 1 0,0-1 0,-1 1 0,1-1 0,0 0 0,0 1 0,0-1 0,0 1 0,0 0 0,-1-1 1,1 1-1,0 0 0,-1-1 0,1 1 0,0 0 0,-1 0 0,1 0 0,-1-1 0,1 1 0,0 2 0,8 10 65,0 1 1,0-1 0,-2 2 0,0-1-1,0 1 1,-1 0 0,-1 0-1,-1 1 1,0 0 0,-1-1 0,0 1-1,0 30 562,-2-63-351,4 2-294,0-1 0,1 1 0,0 0 0,1 0 0,1 1-1,12-18 1,-17 27-13,1 0-1,0 1 0,0-1 0,0 1 1,1-1-1,0 1 0,0 1 0,0-1 1,0 1-1,0 0 0,1 0 0,-1 0 1,1 1-1,0 0 0,0 0 0,0 0 1,0 1-1,0 0 0,0 0 0,6 0 0,-9 2-1,-1-1 0,1 1 0,-1 0 0,1-1-1,-1 1 1,1 0 0,-1 1 0,0-1 0,1 0-1,-1 1 1,0-1 0,0 1 0,0 0 0,0 0-1,0-1 1,0 1 0,-1 1 0,1-1 0,-1 0-1,1 0 1,-1 0 0,0 1 0,0-1 0,0 1-1,0-1 1,-1 1 0,2 4 0,3 11 5,-1 0 0,2 34 0,-4-36-1,0 0 0,-2-11 0,0 0-1,1 0 0,0 0 1,0-1-1,0 1 0,3 7 1,-4-11 0,0-1 1,0 0 0,0 0-1,1 0 1,-1 0 0,0 0-1,0 0 1,0 1 0,0-1-1,1 0 1,-1 0 0,0 0-1,0 0 1,0 0 0,0 0-1,1 0 1,-1 0-1,0 0 1,0 0 0,0 0-1,1 0 1,-1 0 0,0 0-1,0 0 1,0 0 0,1 0-1,-1 0 1,0 0 0,0 0-1,0 0 1,0 0 0,1 0-1,-1 0 1,0 0-1,0 0 1,0-1 0,0 1-1,1 0 1,-1 0 0,0 0-1,0 0 1,0 0 0,0-1-1,0 1 1,0 0 0,1 0-1,-1 0 1,0 0 0,0-1-1,0 1 1,7-11-15,-7 10 18,13-22-23,0 1 0,1 1 1,2 0-1,0 1 1,25-25-1,-35 40 13,0-1-1,0 1 1,1 0 0,-1 0-1,1 1 1,1 0 0,-1 0-1,0 1 1,1 0 0,0 0-1,0 1 1,0-1 0,0 2 0,0-1-1,0 1 1,0 1 0,0 0-1,1 0 1,-1 0 0,0 1-1,11 2 1,-16-2-3,0 0-1,0 0 1,0 1 0,-1-1-1,1 1 1,0 0 0,0-1-1,-1 1 1,1 0 0,-1 1-1,0-1 1,0 0 0,1 1-1,1 3 1,25 47-516,-5-8-534,-21-40 520,1 0 0,-1-1-1,1 0 1,-1 0 0,1 0-1,0 0 1,8 5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49.7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199 9 592,'0'0'11169,"-21"-1"-10846,-68-6-75,85 7-203,-1 0-1,0 0 1,0 0-1,1 0 1,-1 1-1,0 0 1,0 0-1,1 0 1,-8 3-1,10-3-11,0 0-1,0 1 1,0-1-1,0 0 0,0 1 1,0-1-1,1 1 1,-1 0-1,0-1 1,1 1-1,0 0 0,-1 0 1,1 0-1,-2 3 1,1 2 32,1 0 1,-1-1-1,1 1 0,0 0 1,1 0-1,0 0 0,0-1 1,0 1-1,3 11 1,-2-13-66,0 0 1,1 0-1,-1 0 1,1 0-1,0-1 1,0 1-1,1-1 1,0 0-1,0 1 0,0-1 1,0 0-1,0-1 1,1 1-1,-1-1 1,1 1-1,0-1 1,0 0-1,1 0 1,-1-1-1,0 1 1,1-1-1,5 2 1,3 1-125,0 0-1,1-1 1,-1-1 0,1 0 0,-1-1-1,1 0 1,18 0 0,-5-2-357,-9 1-360,-1-1 0,0-1 0,23-3 0,7-14-4144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0.1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42 0 1240</inkml:trace>
  <inkml:trace contextRef="#ctx0" brushRef="#br0" timeOffset="1">42 0 1240,'-41'75'8834,"41"-82"-6393,0-5-1441,0 6-696,7-3-152,14 9-152,3-7 0,17-2-712,-6 6-1025,-8-3-3504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0.4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0 153 640,'0'0'10782,"5"0"-10333,-4 0-431,0 1 1,0-1 0,-1 0 0,1 0 0,0 0 0,0 0 0,0-1 0,-1 1 0,1 0 0,0 0 0,0 0-1,0-1 1,-1 1 0,1 0 0,0-1 0,0 1 0,-1-1 0,1 1 0,0 0 0,-1-1 0,1 0 0,-1 1-1,1-1 1,-1 1 0,1-1 0,-1 0 0,2-1 0,0-29 499,-2 21-395,0 3-59,0-1-1,0 1 0,1 0 0,-1-1 0,2 1 0,-1 0 0,5-11 0,-5 15-64,0 1 0,1 0 0,-1 0 0,1 0 0,-1 0-1,1 0 1,0 0 0,0 1 0,0-1 0,0 1 0,0-1 0,0 1 0,0 0 0,1-1 0,-1 1-1,0 0 1,1 1 0,-1-1 0,1 0 0,-1 1 0,1-1 0,-1 1 0,1 0 0,-1 0-1,1 0 1,3 0 0,88 0-698,-31 0-2787,-35 0 372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0.8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0 108 864,'0'0'10822,"32"12"-10556,99 33-201,-125-42-57,0-1-1,0 0 1,1-1 0,-1 0-1,0 0 1,1 0-1,-1 0 1,0-1-1,1 0 1,6-1 0,-11 0-6,1 0 0,-1 0 0,1-1 1,-1 1-1,0 0 0,1-1 1,-1 0-1,0 1 0,0-1 0,0 0 1,0 0-1,-1 0 0,4-4 1,6-7 3,-9 10-3,0 1 1,0-1 0,0 0 0,0 0 0,0 0 0,-1 0 0,1 0-1,-1 0 1,0-1 0,0 1 0,0 0 0,0-1 0,0 1 0,-1-1 0,0 1-1,0-1 1,0 1 0,0 0 0,0-1 0,-1 1 0,1-1 0,-1 1-1,0 0 1,0-1 0,0 1 0,0 0 0,-1 0 0,0 0 0,1 0-1,-1 0 1,0 0 0,0 0 0,0 0 0,-1 1 0,1-1 0,-1 1-1,0 0 1,1 0 0,-1 0 0,0 0 0,0 0 0,0 1 0,0-1 0,-1 1-1,1 0 1,0 0 0,-6-1 0,3 1-122,-1 0 0,0 0-1,0 1 1,1 0 0,-1 0 0,0 1-1,0 0 1,1 0 0,-1 1 0,1-1 0,-1 1-1,1 1 1,0-1 0,0 1 0,0 1-1,-10 6 1,-26 18-2362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1.5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190 261 472,'0'0'12605,"-9"-1"-12230,-6-1-185,0 0 0,0 2 0,0 0 1,0 0-1,-21 4 0,33-3-145,0 0 0,-1-1 0,1 1 1,0 0-1,-1 1 0,1-1 0,0 1 1,0-1-1,0 1 0,0 0 0,0 0 1,0 0-1,1 0 0,-1 1 1,1-1-1,-1 1 0,1 0 0,0 0 1,0-1-1,0 1 0,1 0 0,-1 1 1,1-1-1,-1 0 0,1 0 0,0 1 1,0-1-1,1 0 0,-1 1 0,1-1 1,-1 1-1,1 4 0,0-5-41,1 0-1,-1-1 1,0 1 0,0-1-1,1 1 1,0-1-1,-1 1 1,1-1 0,0 1-1,0-1 1,0 0 0,1 1-1,-1-1 1,0 0-1,1 0 1,0 0 0,-1 0-1,1 0 1,0-1 0,0 1-1,0 0 1,0-1-1,0 1 1,0-1 0,1 0-1,-1 0 1,0 0 0,1 0-1,-1 0 1,4 0-1,6 2 4,1 0 0,0-2 0,-1 0 0,24 0 0,-29-1-11,-2-1 8,0 0-1,0 0 1,0 0 0,-1 0 0,1-1-1,0 0 1,-1 0 0,1 0 0,-1-1 0,0 1-1,0-1 1,0 0 0,0 0 0,0 0-1,-1-1 1,0 0 0,1 1 0,-1-1 0,0 0-1,-1 0 1,1-1 0,2-5 0,2-3 0,-1 0 0,-1 0 0,0-1 0,0 0 0,-2 0 0,4-24-1,-2-129 61,-6 110-225,1 57 151,0 0 0,0-1 0,0 1 0,0 0 0,0 0 0,-1 0 0,1 0-1,0 0 1,0 0 0,0 0 0,0 0 0,-1-1 0,1 1 0,0 0 0,0 0 0,0 0 0,-1 0 0,1 0 0,0 0-1,0 0 1,0 0 0,0 0 0,-1 0 0,1 0 0,0 0 0,0 0 0,0 1 0,-1-1 0,1 0 0,0 0-1,0 0 1,0 0 0,0 0 0,-1 0 0,1 0 0,0 0 0,0 1 0,0-1 0,0 0 0,0 0 0,-1 0 0,1 0-1,0 0 1,0 1 0,0-1 0,0 0 0,0 0 0,0 0 0,0 0 0,0 1 0,0-1 0,0 0 0,-10 12-57,2 10 59,2 1-1,0 0 1,1 0 0,1 1 0,1 0 0,1-1 0,2 1 0,0 0-1,5 31 1,-4-47-5,1 1-1,0-1 0,1 0 0,-1-1 0,2 1 1,-1 0-1,1-1 0,0 0 0,0 0 0,1 0 1,0 0-1,1-1 0,-1 0 0,1 0 0,0 0 1,0-1-1,1 0 0,0 0 0,0 0 0,0-1 1,0 0-1,1-1 0,0 1 0,-1-2 0,1 1 1,0-1-1,0 0 0,16 1 0,-22-3 3,8 1-213,0 0 1,0-1-1,-1-1 1,1 0-1,17-3 0,-24 2 155,1 1 0,-1-1-1,0 1 1,0-1 0,0 0-1,0 0 1,0-1 0,0 1 0,0 0-1,0-1 1,-1 0 0,0 0-1,1 0 1,-1 0 0,0 0-1,0 0 1,-1 0 0,3-6-1,0-5 61,0 0-1,-1 0 0,-1 0 1,0-1-1,-1 1 0,0-1 1,-3-21-1,2 8 147,0 26-120,0 1-1,0-1 1,0 1-1,-1-1 0,1 1 1,-1-1-1,1 1 1,-1-1-1,1 1 0,-1-1 1,0 1-1,1 0 1,-1-1-1,0 1 1,0 0-1,0 0 0,0 0 1,0 0-1,0 0 1,0 0-1,-1 0 0,1 0 1,0 0-1,-1 0 1,1 1-1,0-1 0,-1 0 1,1 1-1,-1-1 1,1 1-1,-1 0 1,1-1-1,-2 1 0,0 0 15,0-1 0,0 1 0,0 0 0,0 0 0,0 1 0,0-1 0,0 1 0,1-1 0,-1 1 0,0 0 0,0 0 0,0 0 1,1 0-1,-1 0 0,1 1 0,-1-1 0,-2 3 0,0 1 1,1 1 1,-1 0 0,1 0 0,0 0-1,0 0 1,1 0 0,0 1 0,0 0-1,1-1 1,-1 1 0,2 0 0,-3 14-1,2-6 18,0 0 0,1 0 0,1 0 0,0 1 0,4 17 0,-3-28-49,0-1 0,0 1 0,1-1 0,-1 1 0,1-1 0,0 0 0,0 0 0,1 0 0,-1 0 0,1 0 0,0 0 0,0-1 0,0 1 0,1-1 0,-1 0 0,1 0 0,0 0 0,0 0 0,0-1 0,0 0 0,0 0 0,8 3 0,4 1-268,0-2-1,1 1 1,-1-2-1,1-1 1,20 2-1,28-3-2367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2.0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1 856,'0'0'13102,"0"23"-12828,-3 177 839,2-169-648,0-18-169,1 1 0,1 0 0,0 0 0,5 24 1,-5-34-268,0 0 0,1 0 0,0 0 1,0 0-1,0 0 0,0 0 0,1-1 1,-1 1-1,1-1 0,0 0 1,0 1-1,0-1 0,0-1 0,1 1 1,-1 0-1,1-1 0,0 0 0,0 1 1,4 0-1,5 2-13,-1-2 0,1 0 0,0 0 0,-1-2 0,1 1 0,0-2 0,0 1 0,18-3 0,5 1-120,-25 1-35,0-1-1,0-1 1,0 0 0,0 0-1,0-1 1,11-4 0,-16 4-138,0 1 1,1-1 0,-1-1-1,0 1 1,0-1 0,-1 0-1,1 0 1,-1 0-1,0-1 1,0 0 0,5-6-1,-9 9-25,0 0 0,0 1 0,0-1-1,0 0 1,0 0 0,-1-1 0,1 1-1,-1 0 1,1 0 0,-1 0 0,0 0 0,0-4-1,0-4-3735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2.4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2817,'0'0'16331,"59"-6"-16331,-18 6 0,1 0-376,-4 0-1008,13 0-169,-13-10-799,-10-2-1585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2.8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84 9938,'0'0'4905,"211"-62"-5809,-153 46-1449,-6 10-5000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3.1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0 824,'0'0'10931,"3"165"-10931,11-128 0,0-15-89,7-3-127,-1-10-304,8-9-280,10 0-544,-7-9-1097,-7-16-1688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54.3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1 408 1192,'0'0'11408,"0"-9"-10841,1 1-533,1-14 212,-2 56-10,1-27-230,-1 0 0,1-1 0,0 1 0,1 0 0,-1-1 0,2 1 0,-1-1 0,1 1 0,-1-1 0,2 0 0,-1 0 0,1 0 0,0-1 0,0 1 0,0-1 0,1 0 0,0 0 0,0-1 0,0 1 0,0-1 0,1 0 0,0-1 0,0 1 0,0-1 0,12 5 0,-8-4-25,1-1-1,0 0 1,0 0 0,0-1-1,0 0 1,0 0-1,0-2 1,0 1-1,0-2 1,1 1-1,-1-1 1,0-1 0,0 0-1,0-1 1,15-5-1,-9 0-124,-1-1 0,0-1 1,0 0-1,-1-1 0,0 0 0,-1-2 0,20-21 0,-13 10 161,-1-1 0,-1-1 0,26-47 0,-39 61 141,-1-1-1,0 1 1,0-1 0,-1 0-1,-1-1 1,2-19-1,0-80 1025,-5 103-1138,0 8 1,0 0 0,0-1-1,0 1 1,0 0 0,0-1 0,-1 1 0,1 0 0,-1 0 0,0-1 0,0 1 0,0 0-1,0 0 1,0 0 0,0 0 0,0 0 0,-1 0 0,1 0 0,-1 1 0,1-1 0,-1 0-1,-2-1 1,0 1 34,1 0 0,-1 1-1,1-1 1,-1 1 0,0 0-1,1 0 1,-1 0-1,0 0 1,0 1 0,0-1-1,-6 1 1,10 0-72,-1 0-10,-3 4 28,4-4 8,0 1-1,0-1 0,-1 0 1,1 1-1,0-1 1,0 0-1,0 1 1,0-1-1,0 0 0,-1 0 1,1 1-1,0-1 1,0 0-1,-1 0 1,1 1-1,0-1 0,0 0 1,-1 0-1,1 0 1,0 0-1,-1 1 1,1-1-1,0 0 1,-1 0-1,1 0 0,0 0 1,-1 0-1,1 0 1,0 0-1,-1 0 1,1 0-1,0 0 0,-1 0 1,1 0-1,0 0 1,-1 0-1,1 0 1,-75-13 196,55 13-221,12-1 6,0 1-1,1 0 1,-1 1 0,0-1 0,1 2-1,-10 1 1,14-2-8,1 0 1,0 0-1,0 1 0,0-1 0,0 0 1,0 1-1,0 0 0,0-1 1,0 1-1,0 0 0,1 0 0,-1 0 1,1 0-1,-1 0 0,1 0 0,0 0 1,0 0-1,0 1 0,0-1 1,0 1-1,0-1 0,1 0 0,-1 5 1,-1 7 47,0 0 0,1 1 0,1 0 0,0-1 0,1 1 0,0-1 1,1 0-1,1 1 0,6 19 0,4 1-46,1 0 0,27 46 0,-36-70-14,0-1 1,1 0-1,1 0 1,0-1-1,0 0 1,1 0-1,0 0 1,0-1-1,1-1 0,0 1 1,0-1-1,1-1 1,0 0-1,0 0 1,1-1-1,-1 0 0,1-1 1,0 0-1,1-1 1,-1 0-1,0-1 1,19 2-1,79-2-719,-95-3 516,-1 0 0,0-1 0,0 0 0,0-1 1,-1-1-1,16-6 0,-11 2-73,0-1-1,0 0 1,-1-1 0,0-1-1,-1-1 1,0 0-1,17-20 1,-25 25 224,0-1 1,-1-1-1,0 1 0,0-1 0,-1 0 0,0 0 1,-1-1-1,0 1 0,0-1 0,-1 0 0,0 0 1,-1 0-1,0-1 0,-1 1 0,1-11 1,-2 19 55,0 0 1,0-1 0,0 1 0,0 0 0,-1 0 0,1 0 0,-1 0 0,1 0 0,-1 0 0,0 0 0,1 0 0,-1 0 0,0 0 0,-1 0-1,1 0 1,0 0 0,-3-2 0,2 2 6,-1 0-1,0 1 0,1-1 0,-1 1 1,0 0-1,0 0 0,1 0 0,-1 0 1,0 1-1,0-1 0,0 1 0,-6-1 1,1 1 53,-2-2 58,0 2 1,0 0-1,0 0 1,0 0-1,-19 5 0,27-5-53,0 1-1,-1 0 0,1 0 1,0 0-1,-1 0 1,1 1-1,0-1 0,0 0 1,0 1-1,0 0 0,0-1 1,0 1-1,1 0 1,-1 0-1,1 0 0,-1 0 1,1 0-1,0 1 1,0-1-1,0 0 0,0 1 1,0-1-1,0 0 1,0 1-1,1-1 0,-1 1 1,1-1-1,0 5 0,-1 9 260,0 0 0,1-1 0,1 1 0,4 24 0,-3-32-284,0 0 0,0-1-1,1 1 1,0-1-1,1 1 1,0-1-1,0 0 1,0-1-1,1 1 1,10 10 0,-7-9-84,0 0 1,1-1 0,0-1 0,0 1 0,1-1 0,-1-1 0,1 0-1,1 0 1,-1-1 0,1 0 0,-1-1 0,1 0 0,0-1 0,0 0-1,0-1 1,1 0 0,-1 0 0,0-1 0,20-3 0,-25 2-48,0-1 0,0 0 0,0 1 0,0-2 0,0 1 0,-1-1 0,1 0 0,-1 0 0,1 0 0,-1-1 0,0 0 0,-1 0 0,1 0 0,-1-1 0,0 1 0,0-1 0,0 0 0,0 0 0,-1-1 0,0 1 0,5-12 0,-2 3 53,0 0 1,-1 0-1,-1-1 0,0 0 1,-1 0-1,0 0 0,0-29 1,-2 26 107,-2-16-174,0 33 147,1 0 0,0 0-1,-1 0 1,1 0 0,-1 0 0,0 1-1,1-1 1,-1 0 0,1 0-1,-1 0 1,0 0 0,0 1 0,0-1-1,0 0 1,1 1 0,-1-1-1,0 0 1,0 1 0,0 0 0,0-1-1,0 1 1,0-1 0,0 1 0,0 0-1,0 0 1,-1 0 0,0-1-1,2 5 4,0-3-42,0-1 1,0 1-1,0 0 0,0-1 0,0 1 1,0 0-1,0-1 0,0 1 1,0 0-1,0 0 0,0-1 1,1 1-1,-1 0 0,0-1 0,0 1 1,1-1-1,-1 1 0,0 0 1,1-1-1,-1 1 0,1-1 1,-1 1-1,1 0 0,17 3-18,1-1 1,-1 0-1,0-1 0,1-1 1,-1-1-1,24-3 0,11 1-30,-52 2 46,1 0 0,0-1 0,-1 1 0,1 0 0,-1 0 0,1 0 0,-1 0 0,1 1 0,-1-1 0,1 0 1,-1 1-1,1-1 0,-1 1 0,1-1 0,-1 1 0,1-1 0,-1 1 0,0 0 0,0 0 0,1 0 0,-1 0 0,0 0 0,0 0 0,0 0 0,0 0 0,0 1 0,0-1 0,0 0 0,0 0 0,-1 1 0,1-1 0,0 1 0,-1-1 0,1 1 1,0 2-1,4 9 42,25 67 487,-21-52-189,0-1-1,20 37 1,-26-58-367,1 1 1,0-1-1,0 0 1,1 0-1,-1 0 1,2-1-1,-1 0 1,0 0-1,1 0 0,0 0 1,0-1-1,0 0 1,1 0-1,7 3 1,-7-5-453,1 0 1,-1-1 0,1 1 0,-1-1-1,1-1 1,0 0 0,10 0 0,-1-1-2020,2 1-5589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2.0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50 24,'0'10'16059,"0"-6"-14897,-1 69-3503,-1-28 2430,7 63 0,-5-105-90,0 0 0,1 1 0,0-1 0,0 0 0,0 0 0,0 0 0,0 0 0,0 0 1,1-1-1,0 1 0,-1 0 0,1-1 0,0 1 0,0-1 0,1 1 0,-1-1 0,0 0 0,1 0 0,-1 0 0,1 0 0,0-1 0,-1 1 0,1-1 1,0 1-1,0-1 0,4 1 0,2 0-3,1 0 1,-1-1-1,0 0 1,1 0-1,-1-1 1,1 0-1,13-3 1,-19 3 5,0-1-1,1 0 1,-1 0 0,0 0 0,0-1 0,0 1 0,0-1 0,0 0 0,0 0 0,0 0 0,0-1 0,-1 0 0,0 1 0,1-1 0,-1 0 0,0-1 0,0 1 0,-1 0 0,1-1 0,-1 0 0,1 1 0,-1-1 0,0 0 0,-1 0-1,1 0 1,-1-1 0,2-6 0,1-9-37,-1-1 0,-1 1 0,-1-1-1,-2-33 1,0 20-218,1 30 209,0 0 0,0 0 1,0 0-1,-1 0 0,1 0 0,-1 0 0,0 1 1,0-1-1,0 0 0,-1 0 0,1 1 1,-1-1-1,0 1 0,0-1 0,0 1 1,-1 0-1,1 0 0,-1 0 0,0 0 1,0 0-1,0 1 0,0-1 0,0 1 1,-5-3-1,0 1-6,-1 1 0,0 0 0,0 0 0,0 1 1,0 0-1,0 1 0,0 0 0,-1 0 0,-10 1 0,17 1 60,-1-1 0,1 0 0,-1 1 0,1 0 0,0 0 0,-1 0 0,1 0 0,0 0-1,0 1 1,0-1 0,0 1 0,0 0 0,0 0 0,0 0 0,0 0 0,1 0 0,-1 1-1,1-1 1,0 1 0,0 0 0,0 0 0,0 0 0,-2 4 0,1-2 18,1 0 0,0 0 0,0 0 0,1 1 0,-1-1 0,1 0 0,0 1 0,0-1 0,1 1 0,0-1 0,0 1 0,0-1 0,1 1 0,1 6 0,-1-10-13,0 0 0,0 0 0,1 0-1,-1-1 1,0 1 0,1-1 0,-1 1 0,1-1 0,0 1 0,0-1-1,-1 0 1,1 0 0,0 0 0,0 0 0,0 0 0,0 0 0,0-1-1,0 1 1,0-1 0,0 1 0,3-1 0,50 8 275,-51-8-272,32 3 98,39-3 0,-63-1-112,1 0-1,-1-1 1,1 0-1,-1-1 1,0-1 0,20-7-1,-10 1 0,-10 5-126,0-1 0,0 0 0,-1 0 0,20-15 0,-28 19 56,-2 2 218,-1 12-12,-1-2-107,1-1 1,1 1-1,0 0 1,0-1-1,1 1 1,4 15-1,-4-22-33,-1 0 0,1 0 0,0 0 0,0 0 0,0 0 0,0 0-1,0-1 1,1 1 0,-1-1 0,1 1 0,0-1 0,0 0 0,-1 0-1,1 0 1,1-1 0,-1 1 0,0-1 0,0 1 0,0-1 0,1 0-1,-1 0 1,7 0 0,2 1-24,1 0 1,0-1-1,0 0 0,0-1 1,-1-1-1,1 0 0,0-1 1,0 0-1,24-8 1,-32 8-43,1 0 0,0-1 1,-1 0-1,0 0 1,0 0-1,0 0 0,0-1 1,0 0-1,0 0 1,-1 0-1,0-1 1,0 1-1,0-1 0,-1 0 1,1 0-1,-1-1 1,0 1-1,-1-1 1,1 1-1,-1-1 0,0 0 1,-1 0-1,2-6 1,-3-1-91,1-4 817,-1 17-652,0 0 1,1 0-1,-1 0 0,0-1 0,0 1 0,1 0 0,-1 0 0,0 0 0,0 0 0,1 0 1,-1-1-1,0 1 0,0 0 0,1 0 0,-1 0 0,0 0 0,1 0 0,-1 0 1,0 0-1,0 0 0,1 0 0,-1 0 0,0 0 0,1 0 0,-1 0 0,0 1 0,0-1 1,1 0-1,-1 0 0,0 0 0,0 0 0,1 0 0,-1 1 0,0-1 0,0 0 1,1 0-1,-1 0 0,0 1 0,0-1 0,0 0 0,0 0 0,1 0 0,-1 1 1,0-1-1,0 0 0,0 1 0,0-1 0,0 0 0,0 1 0,14 10-295,0 1-1,0-2 1,1 0-1,1-1 1,-1-1-1,1 0 1,1-1-1,0 0 0,33 7 1,-4-1-3813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2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0 553 568,'0'0'12057,"6"-17"-12003,0-4-7,24-89 430,-1-77 445,0 1-605,-29 185-314,0 0 0,0 0 0,0 0 1,0 0-1,1 0 0,-1 0 0,0 0 0,0 0 1,1 0-1,-1 0 0,1 1 0,-1-1 0,1 0 1,-1 0-1,1 0 0,-1 1 0,1-1 0,0 0 0,0 1-2,0 1 0,-1 0 0,1-1-1,0 1 1,-1 0 0,1 0-1,-1 0 1,1-1 0,-1 1-1,0 0 1,1 0 0,-1 0 0,0 0-1,0 0 1,1 0 0,-1 0-1,0 0 1,0 0 0,0 1-1,6 26 11,1 0-1,2 0 1,0-1-1,2 0 1,1 0-1,1-2 0,1 1 1,21 26-1,-24-36-10,2-1 0,0 0-1,0-1 1,1 0 0,1-1-1,0-1 1,1 0 0,0-1-1,1-1 1,0-1 0,1 0-1,0-1 1,20 6 0,-22-10-21,0-1 0,-1-1 0,2 0 1,24-1-1,-40-4 63,0 0 1,-1-1-1,1 1 1,0 0-1,-1-1 1,0 1-1,0 0 1,0-1-1,-1-5 1,1 2-3,0-374-186,0 375-331,1-30 539,4 21-2077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3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0 440,'0'0'11090,"3"20"-10995,11 62-26,-13-72-6,1 0 0,1 0-1,0-1 1,0 1-1,1-1 1,0 1 0,1-1-1,8 13 1,-10-19-38,-1 0 1,1 0 0,0 0 0,0 0 0,0-1-1,0 1 1,0-1 0,1 0 0,-1 1-1,1-2 1,-1 1 0,1 0 0,0-1-1,0 1 1,-1-1 0,1 0 0,0-1-1,0 1 1,0-1 0,5 1 0,-2-1-24,0 0 0,0-1 0,0 1 1,0-1-1,0-1 0,0 1 0,0-1 1,7-3-1,-10 3-12,1-1-1,-1 0 1,0 1 0,-1-1 0,1 0-1,0-1 1,-1 1 0,0-1-1,0 0 1,0 1 0,0-1 0,4-9-1,-3 5 18,1-1 0,-2 0 0,1-1 0,-1 1 0,-1 0 0,1-1 0,-2 0 0,1 0 0,-2 1-1,1-16 276,-1 32 122,-1 2-410,1-1-1,1 1 0,-1-1 1,1 0-1,1 1 1,-1-1-1,1 0 0,1 0 1,0 0-1,0 0 0,0 0 1,1 0-1,0-1 1,1 0-1,0 0 0,0 0 1,0 0-1,1-1 1,0 0-1,0 0 0,0-1 1,1 0-1,9 6 1,-11-8-192,0-1 0,1 0 1,-1 0-1,0 0 1,1-1-1,-1 0 1,1 0-1,10 0 1,24-3-4978,-15-3-1154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3.7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0 137 1168,'0'0'13491,"193"-124"-14739,-162 111-1825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4.3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1424,'0'0'6495,"10"19"-6344,32 65-46,-38-78 76,-2 1 0,1-1 0,-1 1 0,0 0 0,0-1 0,0 1 1,-1 0-1,0 0 0,-1 0 0,0 1 0,0-1 0,-1 8 0,1 12 2181,4-31-2086,2-7-163,8-29-31,-10 26-75,1 0 0,0 1 0,1 0 0,11-18 0,-15 28-4,0 0 1,1 0-1,-1 0 0,1 0 0,-1 1 0,1-1 0,0 1 0,0-1 0,0 1 0,0 0 0,1 0 1,-1 1-1,0-1 0,1 1 0,-1 0 0,1-1 0,0 2 0,-1-1 0,1 0 0,0 1 0,6-1 1,-9 2-4,1-1 1,-1 1 0,1-1 0,-1 1 0,1-1 0,-1 1 0,1 0 0,-1 0 0,0 0 0,0 0 0,0 0 0,1 0 0,-1 0 0,0 0 0,0 0 0,0 1-1,0-1 1,-1 0 0,1 1 0,0-1 0,-1 1 0,1-1 0,0 2 0,14 43 14,-12-34-11,35 146 360,-38-158-358,0 1 0,0-1 0,0 1 0,0-1 1,0 0-1,0 1 0,0-1 0,1 0 0,-1 1 0,0-1 0,0 1 0,0-1 1,0 0-1,0 1 0,1-1 0,-1 0 0,0 1 0,0-1 0,1 0 0,-1 0 1,0 1-1,0-1 0,1 0 0,-1 0 0,0 1 0,1-1 0,-1 0 0,0 0 1,1 0-1,-1 0 0,0 1 0,1-1 0,-1 0 0,1 0 0,-1 0 0,0 0 0,1 0 1,-1 0-1,1 0 0,-1 0 0,0 0 0,1 0 0,-1 0 0,0 0 0,1 0 1,-1-1-1,1 1 0,-1 0 0,0 0 0,1 0 0,-1 0 0,0-1 0,1 1 1,-1 0-1,0 0 0,0-1 0,1 1 0,-1 0 0,0-1 0,0 1 0,1 0 1,-1-1-1,0 1 0,0 0 0,0-1 0,0 1 0,1 0 0,-1-1 0,0 0 0,16-31 155,-14 27-165,9-20 23,28-44-1,-34 61-16,0 1 0,0 0 0,1 0 1,0 1-1,0-1 0,1 1 0,0 1 1,0-1-1,15-8 0,-20 13-2,1-1 1,0 1-1,0 0 0,-1 0 0,1 0 0,0 0 1,0 1-1,0-1 0,0 1 0,0 0 0,0-1 1,0 1-1,0 1 0,0-1 0,0 0 0,0 1 1,0 0-1,0-1 0,0 1 0,0 0 0,-1 1 1,1-1-1,0 0 0,-1 1 0,1-1 0,-1 1 1,1 0-1,-1 0 0,0 0 0,0 0 0,4 5 1,2 5 2,0 0 0,-1 1 0,0 0 1,0 0-1,5 18 0,-4-9 19,1 2-425,-5-10 604,1 0 1,1 0-1,11 19 1,-16-31-396,0 0 0,0 0 0,0 0 0,1 0 0,-1 0 0,0-1 0,1 1 0,0-1 0,-1 1 1,1-1-1,0 1 0,-1-1 0,1 0 0,0 0 0,0 0 0,0 0 0,0 0 0,0 0 0,0-1 0,0 1 0,0-1 0,1 1 0,-1-1 0,0 0 1,0 0-1,0 0 0,1 0 0,-1 0 0,0 0 0,3-2 0,13-10-6714,-1-14 4950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4.7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202 78 624,'0'0'11684,"-10"-11"-11533,-30-36 97,38 45-209,0 0 1,0 0-1,0 1 1,0-1-1,-1 1 1,1-1-1,0 1 1,-1 0-1,0 0 1,1 0-1,-1 0 1,1 0 0,-1 0-1,0 1 1,0 0-1,1-1 1,-1 1-1,0 0 1,0 0-1,1 1 1,-1-1-1,0 0 1,0 1-1,-2 0 1,1 1 14,0-1 1,0 1-1,0 0 1,1 0-1,-1 0 1,0 1-1,1-1 1,0 1-1,0 0 1,0 0-1,0 0 1,-4 6-1,2-1 20,0 0-1,1 1 0,0-1 1,0 1-1,1 0 1,0 0-1,1 0 1,0 1-1,0-1 0,1 1 1,0-1-1,1 1 1,0-1-1,2 14 1,-2-20-75,1 0 0,0 0 0,0 0 0,0 0 0,1 0 0,-1-1 0,1 1 0,-1-1 0,1 1 0,0-1 0,0 1 0,0-1 0,0 0 0,0 0 0,1 0 0,-1 0 0,1 0 0,-1-1 0,1 1 0,0-1 0,-1 0 0,1 1 0,0-1 0,0 0 0,0-1 0,0 1 0,4 0 0,11 2-133,0-1-1,0 0 0,26-2 1,-29 0-85,-5-1-51,-1 1 0,1-1-1,-1-1 1,1 0 0,-1-1-1,0 1 1,0-2 0,0 1-1,9-6 1,11-10-3241,-5-5-3313,-21 16 5142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5.1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128 41 104</inkml:trace>
  <inkml:trace contextRef="#ctx0" brushRef="#br0" timeOffset="1">128 41 104,'-128'112'10226,"128"-122"-9066,0-2-767,21-3-185,6-4-104,4 3-104,0-2-136,-3-4-825,3 0-2215,-10 4-4746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5.4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1 266 1792,'0'0'10799,"9"4"-10245,25 15 177,-25-14-12,-9-12 149,-2-39-745,0 22-77,2 1 0,0-1 0,7-40 0,-7 59-69,1 0 0,1 0 0,-1-1 0,1 1-1,0 0 1,0 0 0,1 0 0,-1 0 0,1 1 0,0-1-1,0 1 1,1 0 0,-1 0 0,1 0 0,0 0 0,0 0-1,0 1 1,1 0 0,-1 0 0,1 0 0,7-3 0,-4 3-107,0 1 1,0 1 0,0 0 0,0 0 0,1 0-1,-1 1 1,10 1 0,3 0-1174,-19-1 796,1 0 1,-1 0-1,0 1 0,0-1 1,0 1-1,0-1 0,1 1 0,-1 0 1,0 0-1,0 0 0,0 0 0,-1 0 1,1 0-1,0 1 0,0-1 1,0 1-1,-1-1 0,1 1 0,-1-1 1,0 1-1,1 0 0,1 3 1,7 8-764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5.8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0 107 496,'0'0'11469,"6"19"-10986,20 64 13,-24-77-407,-1-1 0,2 0-1,-1 0 1,1 0 0,-1 0 0,1 0 0,1 0-1,-1-1 1,1 1 0,-1-1 0,1 0 0,1 0-1,-1-1 1,0 1 0,1-1 0,0 0 0,0 0 0,10 4-1,-3-3 14,0-2 0,0 1 0,0-2 0,0 1 0,1-2 0,16 0 0,-11-1-77,-12 1-17,1 0 0,-1 0 0,1-1 0,-1 0 0,1 0 0,-1-1 0,0 0 0,0 0 0,1-1 0,-2 1 0,1-1 0,0-1 0,0 1 0,-1-1 0,0 0 0,0 0 0,9-9 0,-9 7-17,-1 0-1,1-1 1,-1 0 0,0 1-1,-1-2 1,0 1-1,0 0 1,-1-1-1,1 1 1,-1-1-1,-1 1 1,0-1 0,0 0-1,0-13 1,-1 12-32,0 1 1,-1-1 0,0 0 0,0 0-1,-1 1 1,0-1 0,-6-13 0,7 18 20,-1 1 1,0 0 0,0 0 0,0 0 0,0 0 0,0 1-1,-1-1 1,1 0 0,-1 1 0,1 0 0,-1-1 0,0 1-1,0 0 1,0 1 0,0-1 0,-1 0 0,1 1 0,0 0-1,-1 0 1,1 0 0,-1 0 0,-3 0 0,1 0-104,0 0 0,0 1 0,-1 0 0,1 0 0,0 1-1,0-1 1,0 1 0,-1 1 0,1-1 0,0 1 0,1 0 0,-1 1 0,0-1 0,1 1 0,-11 7 0,2 1-1394,0 1 0,1 0 0,1 1 0,-13 16 0,-7 7-3067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6.5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1 761 208,'0'0'16428,"0"-12"-13904,0-55-2231,0-191-303,-1 254-25,1 0 0,0 0 0,1 1 0,-1-1 1,1 0-1,-1 1 0,3-8 0,-2 10 18,0 0 0,0 0-1,0 0 1,0 0 0,-1 0 0,1 0-1,1 0 1,-1 0 0,0 0 0,0 1-1,0-1 1,0 1 0,1-1 0,-1 0 0,0 1-1,0 0 1,1-1 0,-1 1 0,0 0-1,1 0 1,-1 0 0,0 0 0,1 0-1,-1 0 1,2 0 0,-1 0 15,0 0 0,1 1 1,-1-1-1,0 1 0,0 0 0,0-1 0,0 1 1,0 0-1,0 0 0,0 0 0,0 1 0,0-1 1,-1 0-1,1 1 0,3 2 0,23 31-19,-16-18-1,-4-7 17,147 175-807,-134-164 716,0-1 0,1 0 0,1-2 0,1-1 0,0 0-1,32 14 1,-51-28 88,-1-1-1,1 0 1,0 0-1,0 0 0,1-1 1,-1 0-1,0 0 1,0 0-1,1-1 0,-1 0 1,0 0-1,1 0 1,-1 0-1,0-1 0,7-1 1,-9 0 21,0 1 1,1-1 0,-1 0-1,0 1 1,0-2-1,0 1 1,-1 0-1,1 0 1,0-1-1,-1 0 1,0 1 0,1-1-1,-1 0 1,0 0-1,-1 0 1,1-1-1,0 1 1,-1 0 0,0-1-1,0 1 1,0-1-1,0 1 1,0-5-1,6-41 410,-3-1 0,-3-90 0,-2 72-395,1-162-295,0 82-3981,0 109-346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7.2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97 513 4217,'0'0'11360,"8"19"-11324,63 127 41,-47-70 170,-24-75 109,0-3-255,-1-2-104,-1 1-1,1-1 1,-1 1-1,0 0 1,0 0-1,0 0 1,0 0-1,-1 0 1,1 0-1,-1 1 1,1-1-1,-1 1 1,0 0-1,0 0 1,0 0 0,0 0-1,-1 0 1,1 1-1,0-1 1,-1 1-1,-4-2 1,-1 1 1,0-1 0,-1 1 0,1 1 1,0 0-1,0 0 0,-1 1 0,-15 1 0,22 0 15,1-1 0,-1 1-1,1 0 1,-1 1-1,1-1 1,0 0-1,0 1 1,-1-1-1,1 1 1,0-1-1,0 1 1,1 0-1,-1 0 1,0 0-1,1 0 1,-1 0-1,1 1 1,-1-1-1,1 0 1,0 1-1,0-1 1,0 1-1,1-1 1,-2 4-1,1-3-7,1 0-1,-1-1 0,0 2 0,1-1 0,0 0 1,0 0-1,0 0 0,0 0 0,0 0 0,0 0 1,1 0-1,0 0 0,-1 0 0,1 0 0,0 0 1,0 0-1,1-1 0,-1 1 0,1 0 0,-1-1 1,5 5-1,-1-3-25,1 0 1,0 0-1,0-1 1,0 0-1,0 0 0,1-1 1,-1 0-1,1 0 1,0 0-1,-1-1 1,1 0-1,0 0 0,11-1 1,-6 0-186,1 0 1,-1-1-1,1 0 1,-1-1-1,1 0 0,21-8 1,-24 6-168,-1-1 1,0 0-1,0 0 1,-1-1-1,0 0 1,0-1-1,0 0 1,-1 0-1,0-1 1,0 0-1,-1 0 1,0 0-1,0-1 1,-1 0-1,0 0 0,-1 0 1,6-17-1,-2-1-264,0-1 0,-2 0 0,-1 0 0,-2 0 0,1-36 0,4-28-639,3 1 1,29-111-1,-36 185 1886,-1 1 0,-1 0 0,0-20 1662,-3 47 779,-5 53-1332,-5 75 1239,11-36-1083,7 236 259,-3-276-4503,-5 107 0,1-169 2245,0 0 1,0 0 0,0-1-1,0 1 1,-1 0-1,1 0 1,0 0 0,0-1-1,-1 1 1,1 0-1,0-1 1,-1 1 0,1 0-1,-1-1 1,1 1-1,-1 0 1,1-1 0,-1 1-1,0-1 1,1 1-1,-1-1 1,0 1-1,1-1 1,-1 1 0,0-1-1,1 0 1,-1 1-1,0-1 1,0 0 0,1 0-1,-1 0 1,0 0-1,0 1 1,0-1 0,1 0-1,-1 0 1,0 0-1,-1-1 1,-1 1-299,1-1 1,0 1-1,-1-1 0,1 1 1,0-1-1,-1 0 0,1 0 1,0 0-1,0-1 1,0 1-1,0 0 0,-3-4 1,-13-15-605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7.6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1928,'0'0'14067,"166"0"-13819,-100 0-248,6-6 0,-3-6-400,-10 5-1064,-11-2-1505,-17 9-4808,-14 0 4728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8.0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41 416,'0'0'14595,"-2"13"-14356,1 125-150,1-134-91,0 0-1,0 0 0,1 0 1,-1 0-1,1 0 1,0 0-1,0 0 1,0 0-1,1 0 0,-1-1 1,1 1-1,0 0 1,0-1-1,0 1 0,0-1 1,1 0-1,0 0 1,-1 0-1,1 0 0,0 0 1,0-1-1,1 1 1,-1-1-1,0 0 0,1 0 1,0 0-1,-1-1 1,1 1-1,0-1 0,0 0 1,0 0-1,0 0 1,0 0-1,0-1 0,0 1 1,0-1-1,4-1 1,-2 2-172,0-1 0,0 0 0,0 0 0,0-1 0,0 0 0,0 0 0,0 0 0,0-1 0,-1 1 0,1-2-1,0 1 1,-1 0 0,0-1 0,1 0 0,-1-1 0,0 1 0,-1-1 0,1 0 0,-1 0 0,1 0 0,-1-1 0,4-5 0,1-1 11,-1 0-1,-1-1 0,0 0 0,0 0 0,-1 0 0,0-1 0,-2 0 0,7-23 1,-7 18 672,-1 0 0,-1 0 0,1-26 0,-3 43-252,0 3-166,-9 41 313,1-8-171,6-12-174,0 1 0,1 0 0,2-1 0,5 43 0,-4-62-161,-1 0 1,1 0-1,0 0 0,1 0 0,-1 0 1,1 0-1,-1-1 0,1 1 1,0-1-1,1 1 0,-1-1 0,0 0 1,1-1-1,0 1 0,-1-1 0,1 1 1,0-1-1,1 0 0,-1-1 0,0 1 1,5 1-1,-5-2-462,0 0-1,0-1 1,-1 1 0,1-1 0,0 1-1,0-1 1,0 0 0,0-1 0,0 1-1,-1-1 1,1 1 0,0-1 0,0 0-1,-1-1 1,1 1 0,3-3 0,17-15-686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8.6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1 142 696,'0'0'11532,"4"28"-11229,14 91-154,-16-107-112,1-1 0,0 1-1,7 17 1,-9-26-30,1-1 0,-1 1 1,1-1-1,0 1 0,-1-1 0,1 1 0,0-1 1,1 0-1,-1 0 0,0 0 0,3 1 0,-4-2-3,-1-1 0,0 1-1,1-1 1,-1 0-1,1 0 1,-1 1 0,1-1-1,-1 0 1,1 0-1,-1 0 1,1 1 0,-1-1-1,1 0 1,-1 0-1,1 0 1,-1 0 0,1 0-1,-1 0 1,1 0-1,-1 0 1,1 0 0,-1 0-1,1 0 1,0-1-1,-1 1 1,1 0 0,-1 0-1,0 0 1,1-1-1,-1 1 1,1 0 0,-1-1-1,1 1 1,-1 0-1,0-1 1,1 1 0,-1 0-1,1-1 1,-1 1-1,0-1 1,1 0 0,6-21 50,-6 20-57,3-26 37,0-1 0,-1-41-1,-3 47-28,1 1-1,1-1 0,0 1 0,2-1 1,7-21-1,-10 41-12,-1 1 0,1 0 1,1-1-1,-1 1 0,0 0 0,0-1 1,1 1-1,-1 0 0,1 0 0,0 0 1,0 0-1,0 0 0,0 1 1,0-1-1,0 1 0,0-1 0,0 1 1,1 0-1,3-2 0,2 1-40,-1 0 1,1 1-1,0 0 0,-1 0 0,10 1 0,-8 0 14,0-1 0,0 0-1,17-3 1,-14 0 85,1 0 1,0 1-1,0 1 0,0 0 0,1 1 1,-1 0-1,0 1 0,20 2 0,-29 0 0,-1 0-1,1 1 1,-1-1-1,0 1 0,0-1 1,0 1-1,0 0 1,0 0-1,0 0 0,-1 1 1,0-1-1,1 1 0,-1-1 1,2 7-1,7 8 176,9 11-2,-8-15-115,-2 1 0,0 0 0,-1 1 1,0 0-1,-1 0 0,7 23 0,-11-28 160,-2-21-131,-2 7-142,-1 0 0,1-1 0,0 1 0,-1 0 0,0 0 0,1 0 0,-1 0 0,-1 0 0,0-3 0,-2 3-1,1 0 0,-1-1 1,0 2-1,0-1 0,0 0 1,-1 1-1,1 0 0,-1-1 0,1 2 1,-1-1-1,1 1 0,-1-1 0,0 1 1,0 1-1,0-1 0,0 1 0,0-1 1,0 2-1,1-1 0,-1 0 0,-9 3 1,9-3 12,1 1 0,0 0 0,0 0 0,-1 1 0,1-1 0,0 1 0,0-1 0,1 1 0,-1 1 0,0-1 0,1 0 0,-1 1 1,1 0-1,0 0 0,0 0 0,0 0 0,0 0 0,0 1 0,1-1 0,-1 1 0,1-1 0,0 1 0,0 0 0,-2 7 0,3-8-5,1-1 0,-1 1 0,0 0 0,1-1 0,0 1 0,0 0 0,0-1 0,0 1-1,0 0 1,0-1 0,1 1 0,-1 0 0,1-1 0,0 1 0,0 0 0,0-1 0,0 0 0,0 1 0,0-1-1,1 1 1,-1-1 0,1 0 0,0 0 0,-1 0 0,5 3 0,-1-2-61,1 0 1,0 0-1,-1 0 0,1-1 1,0 0-1,0 0 0,1-1 1,-1 0-1,0 0 0,8 0 1,66 1-2451,-52-3-1163,-9 1-4295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09.1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134 784 5297,'0'0'8186,"27"-32"-8089,85-107-81,-102 127-13,-2-1 0,1 0 0,-2-1-1,0 0 1,0 0 0,-1 0 0,5-20 0,-2 6 18,5-15 50,-2-1 0,-2-1 0,-2 0 0,-2 0-1,-2 0 1,-1-1 0,-5-50 0,2 94-68,-1 0-1,1 0 1,-1-1 0,0 1 0,1 0-1,-1 0 1,0 0 0,0 0 0,0 0-1,-1 0 1,1 0 0,0 0 0,-1 0-1,1 1 1,-1-1 0,0 1-1,1-1 1,-1 1 0,0-1 0,0 1-1,0 0 1,0 0 0,0 0 0,0 0-1,0 0 1,0 1 0,-1-1-1,1 1 1,0-1 0,0 1 0,-5-1-1,-1 1 10,0 0 0,0 0 0,0 1 0,0-1 0,0 2 0,1-1 0,-1 1 0,-11 4 0,5 1 58,-1 1 0,1 0 1,0 1-1,1 0 0,0 1 1,1 1-1,-15 14 0,10-7 172,1 1 0,0 1 0,2 0 0,-15 26 0,21-30-95,0 0 1,1 0-1,1 1 0,0 0 0,1 0 1,1 1-1,1 0 0,0-1 0,2 1 1,0 0-1,0 0 0,2 0 0,0 0 1,1 0-1,1 0 0,1-1 0,0 1 1,2-1-1,-1 0 0,2-1 0,1 1 1,0-1-1,13 19 0,-2-9-127,2-1 0,1-1 0,0-1 0,2-1 0,1-1 0,1-1 0,0-2 0,1 0 0,55 25 0,-73-39-105,0 0-1,0-1 1,1 0 0,-1-1-1,12 2 1,-17-3-211,0-1-1,1 0 1,-1 0 0,0 0 0,0-1-1,0 1 1,0-1 0,1 0 0,-1 0 0,0 0-1,0-1 1,-1 1 0,1-1 0,4-2 0,16-17-5191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7.7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254 1 4657,'0'0'10182,"3"2"-9542,11 8 1974,-26-10-2167,-4 0-431,0 1-1,0 0 1,0 1 0,0 1 0,0 0 0,-15 7-1,23-7-10,0 0 1,1 0-1,-1 1 0,1 1 0,0-1 0,0 1 0,1 0 1,-1 0-1,1 1 0,0 0 0,1 0 0,0 1 1,-9 13-1,9-11-9,0 1 1,1 0-1,1 0 1,0 0-1,0 0 1,1 1-1,0-1 1,-1 15-1,2 2-15,1-1-1,4 34 0,-2-49 9,0-1-1,0 1 1,1-1 0,1 0-1,-1 0 1,2 0 0,-1 0-1,1-1 1,1 1 0,0-1 0,0-1-1,1 1 1,0-1 0,0 0-1,1-1 1,0 1 0,0-2-1,1 1 1,0-1 0,0 0-1,0-1 1,1 0 0,-1-1 0,1 0-1,1 0 1,19 4 0,-12-5-255,-1-1 0,1-1 0,-1 0 1,1-1-1,-1-1 0,1 0 1,-1-2-1,1 0 0,-1-1 1,0 0-1,0-1 0,-1-1 0,0-1 1,0-1-1,0 0 0,25-18 1,-3-2-2351,-15 5-1416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8.1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1 404 1616,'0'0'6826,"4"-9"-5051,14-36-118,60-126 1632,-55 131-3358,-6 8-1146,2 1 0,28-36 0,-39 59-1576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8.5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8306,'0'0'6345,"125"0"-6345,-91 0-104,7 0-344,15 0-760,-12 0-1041,-2 0-3504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8.9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7866,'0'0'7097,"52"-3"-7169,-14 3 72,6 0-336,29 0-1040,-11 0-1081,-7 0-5904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9.5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58 0 9034,'0'0'5226,"35"1"-5191,110 7-24,-139-8-11,0 0 1,0 1-1,0 0 1,0 1-1,0-1 1,-1 1-1,1 0 1,0 1-1,-1-1 1,9 6-1,-11-5 4,0 0-1,0 0 1,-1 0-1,1 0 0,-1 0 1,0 1-1,1-1 0,-1 1 1,2 5-1,-1-2 7,0 1 3,1 0 0,-2 1 1,1 0-1,-1-1 0,-1 1 0,0 0 0,1 14 1,-2 0 121,-6 42 0,3-52-111,0-1 0,-1 1 0,-1-1 0,0 1-1,0-1 1,-1-1 0,-1 1 0,0-1 0,-1 0 0,-15 17 0,10-13-20,-1-1 1,-1 0-1,0-1 1,-1-1 0,0 0-1,-26 14 1,31-21-15,0 0 0,0-1-1,-18 4 1,25-7-76,-1 0 0,0 0 0,1 0 0,-1-1 0,0 0 0,0 0 0,1 0 0,-1-1 0,0 1-1,1-1 1,-6-2 0,8 2 27,0 0-1,1-1 1,-1 1-1,1-1 1,-1 1-1,1-1 1,0 0 0,0 1-1,-1-1 1,1 0-1,1 0 1,-1 0-1,0 0 1,0 0-1,1 0 1,-1 0-1,1 0 1,0 0-1,-1 0 1,1-3-1,0 0 23,-1 1 1,1-1-1,0 1 0,0-1 0,1 1 0,0-1 0,-1 1 0,1 0 0,2-5 1,-1 5 33,1 1-1,-1 0 1,1 0 0,0 0 0,0 0 0,0 0 0,0 0 0,0 1 0,1-1 0,-1 1-1,1 0 1,0 0 0,0 0 0,-1 1 0,1-1 0,0 1 0,5-1 0,4-1 74,1 1 0,-1 0 1,27-1-1,-33 3-31,0 0 1,-1 1-1,1 0 0,0 0 1,-1 1-1,1-1 0,-1 2 1,0-1-1,0 0 1,6 4-1,3 4 100,-1-1 0,21 20-1,-23-18-123,-2-3-240,0-1 0,0 1 0,0-2 0,1 1 0,0-2 1,0 1-1,18 5 0,0-4-3642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29.8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7098,'0'0'5985,"45"180"-5953,-31-111-32,-7-20-1729,3-8-4960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0.3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8738,'0'0'7273,"3"2"-7169,11 3-29,-1 0-1,1-1 0,1 0 0,-1-1 0,27 1 0,77-2-90,-65-3-139,-35-1 94,-18 2 61,0 0-1,0 0 0,1 0 0,-1 0 0,0-1 0,1 1 0,-1 0 1,0 0-1,1 0 0,-1 0 0,0 0 0,1 0 0,-1 0 0,0 0 1,1 0-1,-1 0 0,0 0 0,1 0 0,-1 1 0,0-1 0,0 0 1,1 0-1,-1 0 0,0 0 0,1 0 0,-1 1 0,0-1 0,0 0 1,1 1-1,1 20 7,-4 88 40,5 131-882,-2-231 25,0 0 0,0 0-1,1 0 1,6 15-1,2-7-3905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0.7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9098,'0'0'6649,"194"-3"-7713,-153 3-2065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6:31.2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0 3505,'0'0'8894,"-3"2"-8650,2 0-222,0 0 0,-1 0 1,1 0-1,0 0 0,0 0 1,0 1-1,0-1 0,0 0 1,0 0-1,1 1 0,-1-1 1,1 0-1,0 1 0,0 2 1,0 45 203,1-24-112,0 10-88,1 1 1,2 0 0,1-1-1,2 1 1,15 44 0,-16-63-28,-1 0 0,-1 1 0,0-1 0,-2 1 0,1 23 0,-4-41 7,0 0 0,0 0 0,0 0-1,0 0 1,0 0 0,-1 0 0,1 0-1,0 0 1,-1-1 0,1 1 0,-1 0-1,1-1 1,-1 1 0,1-1 0,-1 0 0,1 0-1,-1 1 1,1-1 0,-3 0 0,-2 1 10,-19 3 173,-1 0-1,-35-1 1,82-2 105,1-1-224,-1 0 0,45-6 0,-38 1-911,0 1 0,1 1 0,29 2 0,-32 1-3516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7:47.4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0 832,'0'0'439,"3"0"-390,15 1 7864,-4 29-4086,-10-25-3786,0-1 0,0 1 0,0-1 1,0 1-1,-1 0 0,0 0 0,0 1 0,0-1 0,-1 1 0,0-1 0,0 1 1,0 0-1,1 11 0,-1 3-302,0 1 0,-3 36 1,0-13-1990,1-31-568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5.8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6 544,'0'0'15635,"-35"0"-15523,52 0-152,8 0 48,6 0 0,10 0-8,4 0-760,17 0-1048,-14 0-897,-6-6-4104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6.2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16 592,'0'0'11971,"7"-16"-11971,31 16-200,3 0-697,-6 0-1823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7.6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68 776 5969,'0'0'3705,"19"-27"-3153,62-87-158,-67 95-291,-2-1 0,-1 0 0,0-1 0,-2 0 1,0-1-1,-1 0 0,7-34 0,-11 26 87,0 0-1,-2 0 0,-2 0 1,-4-45-1,3 61-77,-2-1 0,0 1 0,-1 0 0,0 0 0,-1 0 0,0 0 0,-13-21 0,13 26-29,0 0 0,-1 1 0,0 0 0,0 0 0,0 1 1,-1 0-1,-1 0 0,1 0 0,-1 1 0,0 0 0,0 0 0,-11-4 0,17 9-78,0 0-1,0 0 1,0 0-1,0 1 1,0-1-1,0 0 1,-1 1-1,1 0 1,0 0-1,0 0 1,0-1-1,-1 2 1,1-1-1,0 0 1,0 0-1,-1 1 1,1 0-1,0-1 1,0 1-1,0 0 1,0 0-1,0 0 1,-2 1-1,0 1 5,1 0 1,0 1-1,0-1 0,0 0 0,0 1 1,0 0-1,1 0 0,0 0 0,-1 0 1,-1 8-1,-3 8 17,1 1 0,0 1 1,-2 35-1,4-31-54,2 1 0,1-1-1,1 1 1,1 0 0,5 27 0,-3-40-9,1 1-1,0 0 1,1-1 0,0 0 0,1 0-1,1 0 1,0-1 0,1 0 0,0-1 0,13 15-1,2-4-634,0-1-1,1-2 1,1-1-1,1 0 1,42 22-1,-62-38 437,-5-2 257,0-1 1,-1 1-1,1-1 0,-1 1 1,1 0-1,0-1 1,-1 1-1,1 0 1,-1-1-1,0 1 0,1 0 1,-1 0-1,1-1 1,-1 1-1,0 0 0,0 0 1,1 0-1,-1-1 1,0 1-1,0 0 0,0 0 1,0 0-1,0 0 1,0-1-1,0 3 1,-1-2 6,1 0 0,0 0 0,0-1 0,0 1 1,0 0-1,0 0 0,0 0 0,1 0 0,-1 0 1,0 0-1,0-1 0,0 1 0,1 0 0,-1 0 1,1 0-1,-1-1 0,0 1 0,1 0 0,0 0 1,-1-1-1,1 1 0,-1 0 0,2 0 0,4 3-2,0-1-1,0 1 0,1-1 1,-1 0-1,1-1 1,0 0-1,0 0 0,0 0 1,0-1-1,9 1 0,7-1 21,41-3 0,-63 2-45,2 0 15,-1 1 0,0-1-1,0-1 1,0 1-1,0 0 1,0 0 0,0-1-1,0 1 1,0-1-1,0 0 1,0 1-1,0-1 1,0 0 0,-1 0-1,1 0 1,0-1-1,0 1 1,-1 0-1,1-1 1,-1 1 0,1 0-1,-1-1 1,0 0-1,0 1 1,1-1 0,-1 0-1,0-2 1,3-23-2910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8.1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31 131 288,'0'0'11545,"-6"-2"-11167,-14-6-293,19 8-83,1 0 0,0 0 0,0 0-1,0 0 1,-1 0 0,1 0 0,0 1 0,0-1 0,0 0 0,-1 0 0,1 0-1,0 0 1,0 0 0,0 0 0,0 1 0,-1-1 0,1 0 0,0 0-1,0 0 1,0 0 0,0 1 0,0-1 0,0 0 0,-1 0 0,1 0 0,0 1-1,0-1 1,0 0 0,0 0 0,0 1 0,0-1 0,0 0 0,0 0 0,0 0-1,0 1 1,0-1 0,0 0 0,0 0 0,0 0 0,0 1 0,0-1 0,1 0-1,-1 0 1,0 1 0,0-1 0,0 0 0,0 0 0,0 1 0,3 10 39,-1-6-32,1 1-1,-1-1 1,1 0-1,0-1 0,0 1 1,1-1-1,-1 1 0,1-1 1,0 0-1,1 0 1,-1 0-1,0-1 0,1 0 1,0 0-1,0 0 1,0 0-1,0-1 0,0 0 1,0 0-1,1 0 1,9 1-1,4 1 15,0-1 1,0-1-1,0-1 1,0-1-1,22-2 1,-36 1-19,-1 1 1,0-1-1,1 0 1,-1 0 0,0 0-1,0 0 1,0-1-1,0 0 1,0 0-1,0 0 1,0 0-1,-1 0 1,1-1 0,-1 0-1,0 0 1,0 0-1,0 0 1,0 0-1,0 0 1,2-5-1,-2 2 16,0 1 0,-1 0 0,0-1 0,0 1 0,0-1 0,-1 0-1,0 0 1,0 1 0,0-1 0,-1 0 0,1 0 0,-2 0-1,1 0 1,-2-9 0,1 11 28,-1 0-1,1 1 1,-1-1-1,0 0 1,0 0-1,-1 1 0,1-1 1,-1 1-1,1 0 1,-1-1-1,0 1 1,0 1-1,-1-1 1,1 0-1,0 1 1,-1 0-1,0-1 1,1 1-1,-1 1 1,-8-4-1,0 1 8,-1 0-1,0 0 1,1 1-1,-1 1 1,-22-1-1,24 2-38,2 0-4,1 1-1,-1 0 1,1 1 0,-9 1-1,14-2-26,1 1 0,0-1 0,0 1 0,0 0 0,0 0 0,0 0 0,0 0 0,0 0 0,0 0 0,0 1 0,0-1 0,1 1 0,-1-1 0,1 1 0,-1-1 0,1 1 0,-1 0 0,1 0 0,-2 4 0,0 1-311,1 1-1,0 0 1,1 0-1,0 1 1,0-1 0,0 0-1,1 0 1,1 11-1,2 19-3310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8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270 11 9250,'0'0'4810,"-34"-2"-4259,-106-6-268,133 8-263,-1 0 0,1 0 1,0 0-1,-1 1 0,-10 3 0,15-3-17,1 0 0,0-1-1,0 1 1,0 0 0,-1 1 0,1-1-1,1 0 1,-1 0 0,0 1 0,0-1-1,0 1 1,-2 2 0,2 0-6,1 0 0,-1-1 0,1 1-1,-1 0 1,1 0 0,0-1 0,1 1 0,-1 0 0,1 0 0,-1 0 0,1 0 0,1 8 0,-1-3-2,0-7-3,0 0 1,0 1-1,1-1 1,-1 0-1,0 0 1,1 0-1,0 0 1,-1 0-1,1 0 1,0 0-1,0 0 1,0 0-1,0 0 1,0 0-1,1-1 1,-1 1-1,1 0 1,2 1-1,-1 0-22,1 0-1,-1-1 1,1 0-1,0 0 1,0 0 0,0-1-1,0 1 1,8 1-1,7 0-212,0-1 0,-1 0-1,29-2 1,-32 0-33,-9 0 269,0 0 1,0 0-1,-1-1 0,1 1 0,0-1 1,-1-1-1,1 1 0,-1-1 0,1 0 1,-1 0-1,0-1 0,0 1 0,0-1 0,0 0 1,0-1-1,0 1 0,-1-1 0,0 0 1,0 0-1,0 0 0,0 0 0,-1-1 1,1 0-1,-1 0 0,0 0 0,3-8 0,-6 12 33,0 1 0,0 0 0,0 0 0,0 0 0,0 0 0,0-1 0,0 1 0,0 0 0,0 0 0,0 0 0,0 0 0,0 0 0,1-1 0,-1 1 0,0 0 0,0 0 0,0 0 0,0 0 0,0 0 0,0-1 0,0 1 0,0 0 0,0 0 0,0 0 0,1 0 0,-1 0-1,0 0 1,0 0 0,0-1 0,0 1 0,0 0 0,1 0 0,-1 0 0,0 0 0,0 0 0,0 0 0,0 0 0,0 0 0,1 0 0,-1 0 0,0 0 0,0 0 0,0 0 0,0 0 0,1 0 0,-1 0 0,0 0 0,0 0 0,0 0 0,0 0 0,0 0 0,1 0 0,-1 1-1,0-1 1,0 0 0,0 0 0,0 0 0,0 0 0,0 0 0,1 0 0,-1 0 0,0 0 0,0 1 0,0-1 0,0 0 0,0 0 0,0 0 0,0 0 0,9 19 261,4 27-434,-1 27 144,-3 0 0,-4 0 1,-3 86-1,-2-150 3,-1 20 9,-1 0 0,-1-1 0,-1 1 0,-13 43 0,11-55 1,1 0 1,-2 0 0,0-1 0,-1 0-1,-1 0 1,0-1 0,-2 0 0,-18 22-1,26-34 22,0 0 0,0 0 0,-1-1 1,1 1-1,-1-1 0,0 1 0,0-1 0,0 0 0,0-1 0,0 1 0,0-1 0,-6 2 0,8-3-26,0 0 0,0 1-1,0-1 1,0 0 0,0 0 0,0-1-1,0 1 1,0 0 0,0-1 0,0 1 0,0-1-1,0 1 1,0-1 0,0 0 0,1 0-1,-1 0 1,0 0 0,0 0 0,1-1-1,-1 1 1,1 0 0,-1-1 0,1 1 0,0-1-1,-1 1 1,1-1 0,0 0 0,-1-2-1,-4-9-113,1 1-1,1-1 0,0 0 0,0 0 0,2-1 0,-3-25 0,2-92-1249,3 89 728,0 26 315,0-6-686,0-1-1,1 1 1,2 0-1,9-43 1,-2 36-1590,15-31 1,11-16 40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9.2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238 0 312,'0'0'12231,"5"0"-11207,-4 0-967,0 0 0,0 0 0,0 0 0,0 0 1,0 0-1,0 1 0,0-1 0,0 0 0,0 0 0,0 1 0,0-1 0,0 1 1,0-1-1,0 1 0,0-1 0,0 1 0,-1-1 0,1 1 0,0 0 0,0 0 1,-1-1-1,1 1 0,0 0 0,0 1 0,8 30 995,-8-26-1008,3 11 183,2 31-23,-6-48-204,0 0-1,0 0 1,0 0-1,1 0 1,-1 1-1,0-1 0,0 0 1,0 0-1,0 0 1,-1 0-1,1 0 1,0 1-1,0-1 1,0 0-1,0 0 1,0 0-1,0 0 1,0 0-1,0 0 1,0 1-1,0-1 0,0 0 1,0 0-1,0 0 1,0 0-1,-1 0 1,1 0-1,0 0 1,0 0-1,0 0 1,0 1-1,0-1 1,0 0-1,0 0 1,-1 0-1,1 0 0,0 0 1,0 0-1,0 0 1,0 0-1,0 0 1,0 0-1,-1 0 1,1 0-1,0 0 1,0 0-1,0 0 1,0 0-1,0 0 1,-1 0-1,1 0 0,0 0 1,-2-1 4,-34 2-1,-59 8-1,82-7-5,-1 0 1,1 1-1,0 1 1,0 1-1,1 0 0,-1 0 1,-19 12-1,30-16-1,0 1-1,0-1 1,1 1 0,-1 0-1,0-1 1,0 1 0,1 0-1,-1 0 1,1 0 0,0 0-1,-1 0 1,1 0 0,0 1-1,0-1 1,1 0-1,-2 3 1,2-4-12,0 1 1,0-1-1,0 0 0,0 1 0,0-1 0,1 0 0,-1 0 1,0 1-1,1-1 0,-1 0 0,1 0 0,-1 0 1,1 1-1,-1-1 0,1 0 0,0 0 0,0 0 0,-1 0 1,1 0-1,0 0 0,0 0 0,0 0 0,0-1 1,0 1-1,0 0 0,0-1 0,1 1 0,-1 0 1,0-1-1,0 0 0,3 1 0,10 4-248,0-1-1,1-1 1,0-1-1,-1 0 1,20 0 0,77-4-3140,-108 2 3294,12-1-908,0-1 0,-1 0 0,1-1-1,-1-1 1,0 0 0,0-1 0,0-1 0,0 0-1,15-10 1,-20 11 1183,-1-1 0,-1 0 0,1-1 0,-1 1 0,8-10 0,-14 14 265,1 1 0,-1-1-1,0 0 1,0 0 0,0 0 0,0 1 0,0-1 0,0 0 0,-1 0 0,1 0 0,-1 0 0,1 0 0,-1-8 3948,1 23-4186,3-2-184,0-1-1,0 0 1,1 0 0,0 0-1,1-1 1,0 1 0,0-1-1,1-1 1,0 1-1,1-1 1,0-1 0,0 1-1,12 8 1,-20-16 33,1 0 0,-1 0 0,0 0 0,0 1 0,1-1 0,-1 0 0,0 0 0,1 0 0,-1 0 0,0 0 0,0 0 0,1 0 1,-1 0-1,0 0 0,1 0 0,-1 0 0,0 0 0,1 0 0,-1 0 0,0 0 0,1 0 0,-1 0 0,0 0 0,1 0 0,-1 0 0,0 0 0,0 0 0,1-1 0,-1 1 0,0 0 0,1 0 0,-1 0 1,0 0-1,0-1 0,1 1 0,4-15 617,-5-28-397,-1 31-60,1-1-102,-1 3-39,1 0 1,1 0-1,0 1 1,0-1 0,4-17-1,-3 23-65,0 1 0,-1-1-1,1 1 1,0 0 0,0 0-1,1 0 1,-1 0 0,1 0-1,0 0 1,-1 1 0,1-1-1,0 1 1,0-1 0,1 1-1,-1 0 1,0 1 0,1-1-1,5-2 1,14-2-993,0 0-1,0 2 1,0 0 0,0 2-1,46 0 1,-24 1-2667,-9 1-1515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09.6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0 384,'0'0'9002,"17"94"-7706,-7-76-352,1 4-247,6-3-209,7 2-384,4-5 24,3-4-128,0-9-904,3-3-1569,8 0-4848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0.0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0 360,'0'0'15099,"-4"217"-15075,4-127-16,0 4-8,0-4-8,0-13-424,4-9-472,16-12-328,1-15-713,-7-20-2792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0.3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294 53 11378,'0'0'4225,"176"-6"-4089,-101 0-136,15-4-776,-17 4-1704,-22 0-2337</inkml:trace>
  <inkml:trace contextRef="#ctx0" brushRef="#br0" timeOffset="1">0 0 11666,'0'0'1785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1.2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0 520,'0'0'15413,"4"6"-15392,39 55-141,48 91 0,-91-151 115,0 0-1,1 0 0,-1 0 1,0 0-1,1-1 1,-1 1-1,1 0 1,-1 0-1,1 0 1,-1-1-1,1 1 1,0 0-1,-1-1 1,1 1-1,0 0 1,0-1-1,-1 1 1,1-1-1,0 1 1,0-1-1,0 0 1,0 1-1,-1-1 1,3 0-1,-2 0 4,0 0 0,0-1 0,0 1 0,-1-1 1,1 1-1,0-1 0,0 1 0,0-1 0,-1 1 0,1-1 0,0 0 0,-1 0 0,1 1 0,0-1 0,-1 0 0,1 0 0,-1 0 1,1-1-1,4-9 6,-1 0 1,6-22-1,-8 27-16,-1 0 11,24-70 4,-23 69-3,2 0-1,-1 0 1,1 0-1,0 0 1,0 1 0,1 0-1,0 0 1,5-6-1,-8 10-1,-1 1-1,0 0 0,1 0 0,-1 0 0,1 0 1,-1 0-1,1 0 0,0 0 0,-1 1 0,1-1 1,0 0-1,0 1 0,-1 0 0,1-1 0,0 1 1,0 0-1,0 0 0,-1 0 0,1 0 1,0 0-1,0 0 0,0 0 0,-1 1 0,1-1 1,0 1-1,0-1 0,-1 1 0,1 0 0,0 0 1,-1-1-1,1 1 0,-1 0 0,1 1 0,-1-1 1,1 0-1,-1 0 0,2 3 0,5 5-18,-1 0 0,0 0 0,-1 1-1,10 17 1,-11-18 33,1 3-20,2 5-11,1-1 1,1-1 0,1 0 0,23 27-1,-34-42 4,1 1-1,-1 0 1,1-1-1,0 1 1,-1-1 0,1 1-1,0-1 1,-1 1-1,1-1 1,0 1-1,0-1 1,-1 0-1,1 1 1,0-1-1,0 0 1,0 0-1,0 0 1,-1 0 0,1 0-1,0 1 1,0-1-1,0-1 1,0 1-1,0 0 1,-1 0-1,1 0 1,0 0-1,0-1 1,0 1-1,-1 0 1,1-1 0,0 1-1,0 0 1,-1-1-1,1 1 1,0-1-1,-1 0 1,1 1-1,0-1 1,-1 1-1,1-1 1,-1 0 0,1 0-1,3-5-16,-1 0-1,0 0 1,0 0 0,3-11-1,-1 2 55,-2 9-105,0 1 0,0-1-1,0 0 1,1 1 0,0 0 0,0 0 0,0 0-1,0 0 1,1 0 0,0 1 0,0 0-1,0 0 1,1 1 0,-1-1 0,1 1 0,0 0-1,0 1 1,0-1 0,0 1 0,0 0 0,1 1-1,-1 0 1,0 0 0,1 0 0,-1 0-1,1 1 1,-1 0 0,1 1 0,10 1 0,-15-1 79,0 0 0,0 0 1,0 0-1,0 0 0,-1 0 1,1 0-1,0 0 0,-1 0 1,1 1-1,0-1 0,-1 1 1,0-1-1,1 1 0,-1 0 1,0-1-1,0 1 0,1 2 1,18 41-27,-3-9 60,-17-35 5,1 1 1,0-1-1,0 1 0,0-1 1,0 0-1,0 0 0,0 0 0,1 1 1,-1-1-1,0 0 0,1-1 0,-1 1 1,0 0-1,1 0 0,-1 0 1,1-1-1,-1 1 0,1-1 0,0 1 1,-1-1-1,1 0 0,0 0 0,-1 1 1,1-1-1,-1 0 0,1-1 1,0 1-1,2 0 0,-3 22 943,1-19-955,-1-1 1,1 1 0,0 0 0,0-1 0,0 0 0,0 1 0,0-1-1,0 0 1,1 0 0,-1 0 0,1 0 0,0-1 0,-1 1-1,1-1 1,0 1 0,0-1 0,5 1 0,5 2 5,0 0 0,24 2 0,0-3-21,-1-1 0,47-4 0,-78 2-6,0-1 0,-1 1 1,1-1-1,0-1 0,0 1 1,-1-1-1,1 1 0,0-1 1,-1 0-1,0-1 0,0 1 1,1-1-1,-2 0 0,8-7 1,-9 8 16,0 0 0,0-1 0,0 0 1,0 1-1,-1-1 0,1 0 0,-1 0 1,0 0-1,0 1 0,0-2 0,0 1 1,0 0-1,-1 0 0,0 0 0,1 0 1,-1 0-1,0 0 0,0 0 0,-1-1 1,1 1-1,-1 0 0,0 0 0,1 0 1,-3-5-1,1 4 48,-1 0 0,1 1 0,-1-1 0,0 0 0,0 1 0,0 0-1,-1-1 1,1 1 0,-1 0 0,0 1 0,0-1 0,0 1 0,0 0 0,0 0 0,0 0 0,0 0 0,-1 1 0,-6-2 0,-8-2 33,0 1 0,1 1 0,-25-1 0,31 3-231,-2 0 182,0 1 0,0 0 0,-26 3 0,37-2-233,0 0 1,0-1 0,0 1-1,0 0 1,0 0-1,0 0 1,0 1-1,1-1 1,-1 1-1,0-1 1,1 1-1,0 0 1,-1 0 0,1 0-1,0 0 1,0 1-1,0-1 1,0 0-1,0 1 1,1 0-1,-1-1 1,1 1-1,-2 4 1,0 19-6786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1.9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398 374 8242,'0'0'7376,"-33"-11"-7216,-109-30-65,136 39-83,-1 0 0,1 1 1,0 0-1,0 0 0,0 0 1,-1 1-1,1 0 1,0 0-1,0 1 0,-1 0 1,-10 2-1,13-1-4,-1 1 1,1-1 0,0 1-1,0-1 1,0 1-1,0 0 1,0 1-1,1-1 1,-5 6 0,-3 3-2,1-3 11,1 1-1,1 0 1,0 0-1,0 0 1,1 1-1,-8 18 1,12-22-25,0 0-1,0 1 1,1-1 0,1 0 0,-1 1 0,1-1 0,0 1-1,1-1 1,0 1 0,0 0 0,0-1 0,3 12-1,-2-16 5,0 0 0,0-1 1,0 1-1,1 0 0,-1-1 0,1 1 0,0-1 0,0 1 0,-1-1 0,1 0 0,1 0 0,-1 0 0,0 0 0,1 0 0,-1 0 0,1-1 0,-1 1 0,1-1 0,0 1 0,-1-1 0,1 0 0,0 0 0,0-1 0,0 1 0,6 0 0,8 2 5,0-2 1,0 0-1,22-1 0,-32-1-2,2 1 15,1-1 0,-1-1 0,-1 0-1,1 0 1,0-1 0,0 0 0,-1 0-1,1-1 1,-1 0 0,0-1 0,-1 1-1,1-2 1,-1 1 0,0-1 0,0 0-1,0 0 1,-1-1 0,0 0 0,0 0-1,8-15 1,-5 6 62,-1 1-1,0-1 1,-1 0-1,-1-1 1,0 0-1,-2 0 0,0 0 1,-1 0-1,0-1 1,-1-18-1,-1 24-43,-2-259 180,1 270-240,0-1-1,0 1 1,0-1 0,0 0 0,0 1 0,-1-1-1,1 1 1,-1-1 0,1 1 0,-1-1 0,0 1 0,1-1-1,-1 1 1,-2-2 0,-4 4-604,-1 16 179,2 11 423,0 0 0,3 1 1,0 0-1,2-1 1,2 37-1,0-20 14,-2-21-1,2 0 0,1-1 0,1 1 0,0 0 0,10 28 0,-10-43-20,0 1 0,1-1 0,1 0 0,-1 0 0,2-1 0,-1 1 0,1-1 0,0 0 1,1-1-1,0 1 0,0-1 0,0-1 0,1 1 0,0-1 0,10 5 0,-3-4-219,0-1-1,0-1 0,0 0 0,1-1 1,0 0-1,0-1 0,0-1 1,0-1-1,0 0 0,22-2 1,-25 0-177,0 0 1,0 0-1,0-1 0,-1-1 1,1 0-1,-1-1 1,1 0-1,-1-1 1,-1 0-1,1-1 1,-1 0-1,12-8 1,-16 8 397,0 0 1,0 0 0,0 0 0,0 0 0,-1-1 0,0 0 0,-1-1-1,1 1 1,-1-1 0,-1 0 0,0-1 0,0 1 0,0-1 0,-1 1-1,-1-1 1,1 0 0,1-14 0,-3 11 599,0 0 1,0 1-1,-1-1 0,-1 0 1,-2-12-1,3 21-423,-1 0 0,0 0 1,0 0-1,0 0 0,0 0 0,0 0 0,-1 0 1,1 1-1,-1-1 0,0 1 0,1-1 0,-1 1 0,-1 0 1,1-1-1,0 1 0,0 0 0,-1 0 0,1 1 0,-1-1 1,1 0-1,-1 1 0,0 0 0,0 0 0,-3-2 0,2 2-67,-1-1-1,0 1 0,1 0 0,-1 0 0,0 0 0,0 1 1,0 0-1,0 0 0,1 0 0,-1 0 0,0 1 0,0 0 1,0 0-1,1 0 0,-1 1 0,0-1 0,1 1 0,-1 0 0,1 0 1,0 1-1,0-1 0,0 1 0,0 0 0,0 0 0,1 0 1,-1 1-1,1-1 0,0 1 0,0 0 0,0 0 0,0 0 1,1 0-1,-1 1 0,1-1 0,0 0 0,1 1 0,-1 0 0,1-1 1,0 1-1,0 0 0,0 5 0,-1 0-66,1 0 0,0 0 0,1 0 0,0 0 1,1 0-1,1 12 0,0-18-20,-1 1 0,0-1 0,1 0 0,0 1 0,0-1 0,0 0 1,1 0-1,-1-1 0,1 1 0,0 0 0,0-1 0,0 0 0,1 1 0,-1-1 1,1-1-1,5 5 0,18 8-439,0-2-1,0 0 1,1-2 0,36 9 0,20-2-2174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2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5145,'0'0'10522,"45"189"-10450,-35-111 64,0 6-64,-3 3-16,-3-10-56,-1-5-48,4-1-600,-3-21-1232,-1-16-2465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2.6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1 8602,'0'0'4948,"33"5"-4799,98 20-118,-128-25-31,1 1 1,-1 0 0,0 0-1,0 0 1,0 0 0,-1 0 0,1 1-1,0-1 1,0 1 0,-1 0-1,1 0 1,-1 0 0,4 4 0,-5-5 1,0 0 1,0 1-1,-1-1 1,1 1-1,-1-1 0,0 1 1,1-1-1,-1 1 1,0-1-1,0 1 1,0-1-1,0 1 1,0-1-1,0 1 1,-1 1-1,1 6 18,-1-3-3,1 0 0,-1 0 0,-1-1 1,1 1-1,-1 0 0,0-1 0,0 1 0,-1-1 0,1 1 0,-1-1 1,-1 0-1,1 0 0,-1-1 0,1 1 0,-1-1 0,-1 1 0,1-1 0,-1 0 1,1-1-1,-1 1 0,0-1 0,-9 4 0,-9 5 15,-1-1-1,-1-1 1,-44 12-1,64-21-108,-15 5 151,-1-1-1,-29 4 1,46-9-277,0 1 0,0-1-1,0 0 1,0 0-1,-1 0 1,1 0 0,0-1-1,0 0 1,0 1-1,0-2 1,0 1 0,0 0-1,0-1 1,1 0-1,-1 0 1,0 0 0,1 0-1,0 0 1,-5-4 0,-12-29-8577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3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180 1 3505,'0'0'12364,"12"17"-11956,39 56-45,-48-69-338,0 1 0,-1 0 0,0-1 1,0 1-1,0 0 0,0 0 1,-1 0-1,0 0 0,0 0 1,0 0-1,-1 1 0,0 8 0,3 18 1,2-20-44,-1-13-27,-4-1 46,0 1 0,0 0 0,1-1 1,-1 1-1,0-1 0,0 1 0,0-1 0,-1 1 1,1 0-1,0-1 0,0 1 0,-1-1 1,1 1-1,-2-2 0,-2-4 3,0 0 0,0 0 0,0 1 0,-1 0 0,0 0 1,-1 0-1,1 1 0,-1 0 0,0 0 0,0 0 0,-1 1 0,-10-6 0,8 5-2,0 1 1,-1 0-1,1 0 0,-1 1 0,0 0 0,0 1 0,0 0 0,-1 1 1,-10-1-1,17 2-3,1 0 0,0 0 0,0-1 0,0 2 0,0-1 0,0 0 0,0 1 0,0-1 0,0 1 0,0 0 0,0 0 0,0 0 0,0 0 0,0 1 0,0-1 1,1 1-1,-1 0 0,1 0 0,-1 0 0,1 0 0,0 0 0,0 0 0,0 1 0,0-1 0,0 1 0,0-1 0,1 1 0,-1 0 0,1-1 0,-1 1 0,1 0 0,0 0 1,1 0-1,-1 0 0,0 0 0,1 0 0,-1 1 0,1-1 0,0 0 0,1 4 0,-1-3-84,0 0 0,0 1 0,0-1 1,1 0-1,0 0 0,0 0 0,0 0 0,0 0 0,0 0 0,1 0 1,0 0-1,0-1 0,0 1 0,4 5 0,-1-3-479,0-1 1,1 0-1,-1 0 0,1 0 1,0-1-1,0 0 0,11 6 0,30 10-8021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3.5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306 1 10082,'0'0'8070,"-21"14"-7991,-63 45-34,81-57-49,1-1 1,-1 1-1,1 0 0,-1 0 0,1 0 1,0 1-1,0-1 0,0 0 1,0 1-1,1-1 0,-1 1 1,0 0-1,1 0 0,0-1 0,0 1 1,0 0-1,0 0 0,0 0 1,1 0-1,-1 0 0,1 1 1,0-1-1,-1 0 0,2 0 0,-1 0 1,0 0-1,1 4 0,0 0-69,0-5 3,0 0 1,-1 0 0,1 0-1,0-1 1,0 1 0,0 0-1,0 0 1,1-1 0,-1 1 0,0-1-1,1 1 1,-1-1 0,1 0-1,0 1 1,-1-1 0,1 0 0,0 0-1,0 0 1,-1 0 0,1 0-1,3 0 1,51 17-1849,-33-12 686,-18-5 916,0 1 1,0 0-1,0 0 0,0 0 0,7 6 0,-10-7 276,-1 0-1,0 0 1,0 0-1,0 0 0,0 1 1,-1-1-1,1 0 1,0 0-1,0 1 1,-1-1-1,1 0 0,-1 1 1,1-1-1,-1 1 1,1-1-1,-1 1 1,0-1-1,0 1 0,0-1 1,0 1-1,0-1 1,0 1-1,-1 2 1,1-3 65,-1 1 0,0-1 1,1 0-1,-1 0 0,0 0 1,0 0-1,0 1 0,0-1 1,0-1-1,0 1 0,0 0 1,0 0-1,0 0 0,0 0 1,0-1-1,0 1 0,-1 0 1,1-1-1,0 1 0,-1-1 1,1 0-1,0 1 0,-1-1 1,-1 0-1,-4 2 116,-51 16 168,-2-3 0,-61 8-1,66-14-551,195-11-7304,-101-5 7635,-1-1 0,45-15 1,70-36 4490,-129 50-3828,-1-2 1,0-1-1,0-1 1,-1 0-1,24-21 1,-45 33-690,1 0 0,-1 0 0,1-1-1,-1 1 1,0 0 0,1-1 0,-1 1 0,0-1 0,0 1 0,0-1 0,0 0 0,0 1-1,-1-1 1,1 0 0,0 0 0,-1 1 0,1-1 0,-1 0 0,0 0 0,0 0-1,0 0 1,0 0 0,0 0 0,0-3 0,-1 4-62,0 1 0,0-1 1,0 1-1,0-1 0,-1 1 0,1-1 1,0 1-1,0 0 0,0 0 0,0-1 1,-1 1-1,1 0 0,0 0 0,0 0 1,0 0-1,-1 0 0,1 1 1,-2-1-1,-1 1-5,-3-2-2,0 2 1,-1-1-1,1 1 1,0 0-1,0 1 1,0-1-1,0 1 1,0 1-1,-11 5 1,15-6 10,-1 0 1,1 1 0,0-1-1,0 1 1,0 0-1,0 0 1,0 0 0,0 0-1,1 0 1,0 1 0,-1-1-1,1 1 1,1-1-1,-1 1 1,0 0 0,1 0-1,0 0 1,-2 7 0,2-4-5,0 0 0,0 0 1,1 0-1,0 0 1,0 0-1,2 12 1,-2-16-6,1-1 1,-1 1 0,1-1 0,0 1 0,0-1-1,1 0 1,-1 1 0,0-1 0,1 0-1,-1 0 1,1 1 0,0-1 0,0-1 0,-1 1-1,1 0 1,1 0 0,-1-1 0,0 1-1,3 1 1,6 2-67,1 0-1,-1-1 0,0-1 1,1 0-1,0 0 0,19 1 1,74-2-1496,-68-2 564,27 0-1735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4.1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10970,'0'0'6910,"20"21"-6817,63 70-39,-76-84-53,-1 1 0,0 0 0,-1 0 0,1 0 0,-2 0 1,1 1-1,-1 0 0,-1 0 0,4 12 0,1 3 10,-4-11 1,6 16 16,-9-28-28,-1 0 1,0 0-1,1 0 1,-1 0 0,1-1-1,-1 1 1,1 0-1,0 0 1,-1 0-1,1-1 1,0 1 0,-1 0-1,1-1 1,0 1-1,0-1 1,0 1-1,0-1 1,-1 1 0,1-1-1,0 0 1,0 1-1,0-1 1,1 0 0,0-1 0,0-1 0,0 1 0,0-1 0,0 0 0,-1 0 0,1 1 0,0-1 0,-1 0 0,0-1 0,1 1 0,-1 0 0,0 0 0,0 0 0,-1-1 0,1 1 0,1-5 0,1-2 11,11-23 14,36-69 1,-45 91-38,1 1 0,0 0 0,1 1 0,-1-1 0,2 1 0,-1 1 0,1-1 1,9-6-1,-13 12-2,0 0 0,0 0 0,0 0 0,0 1 0,0-1 0,0 1 1,0 0-1,1 0 0,-1 1 0,0-1 0,0 1 0,1 0 0,-1 0 1,0 0-1,1 1 0,-1-1 0,0 1 0,0 0 0,1 0 0,-1 1 1,0-1-1,0 1 0,0 0 0,-1 0 0,1 0 0,0 1 0,-1-1 1,1 1-1,-1 0 0,0 0 0,0 0 0,0 0 0,0 0 0,-1 1 1,4 6-1,8 14-317,-1 1 0,15 43 0,-21-48 252,1 1 0,1-2 0,1 1 0,0-1 0,20 26 0,-29-43-89,1 0 0,0 0 0,0 1-1,0-1 1,0 0 0,0-1 0,1 1 0,-1 0-1,1-1 1,-1 1 0,1-1 0,-1 0 0,1 1-1,0-1 1,0-1 0,0 1 0,-1 0 0,1-1 0,0 1-1,0-1 1,0 0 0,0 0 0,0 0 0,0-1-1,0 1 1,0 0 0,-1-1 0,1 0 0,0 0-1,0 0 1,-1 0 0,4-2 0,12-19-4977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4.5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227 0 576,'0'0'13067,"12"29"-12627,55 134-133,-54-132-258,-12-30-4,-5-7 157,-3-1-196,-1 0 0,0 1 1,-1-1-1,0 1 0,0 1 0,0 0 0,-1 0 1,1 1-1,-1 0 0,0 1 0,-12-2 1,4 1 61,-2 1 0,1 0 0,0 2 1,0 0-1,-26 3 0,42-1-57,1-1 1,-1 1-1,0 0 0,0 0 0,1 0 1,-1 0-1,1 0 0,-1 0 1,1 1-1,0-1 0,-1 1 1,1 0-1,0 0 0,0 0 0,0 0 1,0 0-1,1 0 0,-1 0 1,0 1-1,1-1 0,0 0 0,-1 1 1,1-1-1,0 1 0,0 0 1,1-1-1,-1 1 0,0 0 1,1 0-1,0-1 0,-1 1 0,1 0 1,0 0-1,1 0 0,-1-1 1,0 1-1,1 0 0,0 0 1,-1-1-1,1 1 0,0 0 0,0-1 1,1 1-1,-1-1 0,1 0 1,-1 1-1,1-1 0,0 0 1,-1 0-1,1 0 0,0 0 0,0 0 1,1 0-1,2 2 0,4 1-89,-1 0 0,1-1 0,0 0-1,0-1 1,0 1 0,0-2 0,1 1-1,16 1 1,7-1-712,37-1 0,-60-2 593,77-2-2397,-10-6-1729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4.8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17 386 408,'0'0'404,"0"-29"-194,0-183 780,-1 83 4762,-2 115-4214,-2 12-79,4 3-1395,0 1 1,1-1 0,-1 0 0,0 0 0,0 1 0,1-1 0,-1 0 0,1 1-1,-1-1 1,1 0 0,0 1 0,0-1 0,-1 1 0,1-1 0,0 2 0,1 313 1910,2-280-1867,2-1 0,1 0 0,2 0 0,2 0 0,1-1 0,17 37 0,-27-66-178,0-4 16,-1 1-1,1 0 1,-1-1-1,1 1 1,0 0 0,0-1-1,-1 1 1,1-1-1,0 1 1,1-1 0,-1 1-1,0-1 1,0 0-1,0 0 1,3 2 0,-7-28-3364,1 19 2699,0-1 0,0 1 0,-1-1 0,0 1 0,-3-6 1,-42-62-4669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5.2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16 784,'0'0'13403,"190"-15"-12971,-100 15-248,6 0-40,-3 0-144,14 0-224,-27 3-1768,-18 3-4738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5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11082,'0'0'5723,"0"22"-5703,6 75-23,-6-91 8,0-1-1,1 0 1,0 0-1,0 0 0,0 0 1,1 1-1,0-2 1,0 1-1,0 0 0,1 0 1,-1-1-1,1 1 1,0-1-1,0 0 0,1 0 1,-1 0-1,1 0 1,0 0-1,0-1 1,9 6-1,-5-5-42,1-1 0,0 0 1,0-1-1,0 0 0,0 0 0,0 0 0,0-1 0,0-1 1,12 0-1,-15-1-59,-1 1 0,1-1 1,-1 0-1,1-1 0,-1 1 1,0-1-1,0 0 0,0 0 0,0-1 1,0 1-1,0-1 0,-1 0 1,1-1-1,-1 1 0,0-1 0,0 0 1,0 0-1,0 0 0,-1 0 1,0 0-1,1-1 0,-2 0 0,1 0 1,2-7-1,2-1 73,-2-1-1,0 0 1,-1 0-1,0-1 1,-1 1-1,-1-1 1,0 1-1,-1-17 1,-1 29 215,0 7-158,0 8-31,0 8-1,4 39 0,-2-53-3,-1 0-1,1 0 0,0 0 1,0 0-1,1 0 0,0-1 0,0 1 1,1-1-1,6 10 0,-2-7-56,0 0-1,1-1 1,0 0-1,0-1 1,0 0-1,1 0 1,0-1-1,0 0 1,1-1-1,0 0 1,-1 0-1,2-2 0,-1 1 1,0-1-1,1-1 1,0 0-1,-1 0 1,1-2-1,0 1 1,0-1-1,15-3 1,-24 3 34,0-1 1,0 1 0,1-1-1,-1 0 1,0 0-1,0-1 1,-1 1 0,1 0-1,0-1 1,0 0-1,-1 0 1,1 0 0,-1 0-1,1 0 1,-1 0 0,0-1-1,0 1 1,0-1-1,0 1 1,-1-1 0,1 0-1,0 0 1,-1 1-1,0-1 1,0 0 0,0-1-1,0 1 1,0-6-1,2-9 60,0-1 0,-2 1 0,-1-36 0,-1 29-61,1-94 765,0 120-694,1 0 0,-1 0-1,0 0 1,1 0 0,-1 0 0,1 0 0,-1 0-1,1 0 1,0 0 0,-1 0 0,1 0-1,0-1 1,-1 1 0,1 0 0,0 0-1,0-1 1,0 1 0,0 0 0,1 0 0,22 12 25,-17-10 34,8 4-85,1-1 0,0-1 1,0 0-1,0-1 0,24 3 0,12 2 70,-51-8-37,0-1 1,0 1 0,0-1-1,0 1 1,0 0 0,0 0-1,0-1 1,0 1 0,0 0-1,0 0 1,-1 0 0,1 0-1,0 0 1,-1 0 0,1 0-1,-1 0 1,1 0 0,-1 0-1,0 0 1,1 0 0,-1 1-1,0-1 1,0 0 0,0 0-1,1 0 1,-2 2 0,1 39 1335,-1-26-1224,1 10-61,-1-13-47,1 0 0,0-1-1,1 1 1,4 16 0,-4-25-283,0 0 0,1 0 0,-1 0 0,1 0 0,0 0 0,0 0 0,1-1 0,-1 1 0,1-1 0,0 1 0,0-1 0,0 0 0,0 0 0,0 0 0,1-1 0,6 5 0,17 6-4774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16.2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283 581 9562,'0'0'7646,"-29"-8"-7392,-94-26-102,118 33-145,-1 0 0,1 0-1,0 0 1,0 1 0,0 0-1,-1 0 1,1 0 0,0 0-1,0 1 1,-1 0 0,-6 2-1,9-2 2,0 1-1,0-1 0,0 1 1,0 0-1,0 0 0,1 0 1,-1 0-1,0 0 0,1 0 1,0 1-1,0-1 0,-1 1 1,-1 4-1,0 1 5,1-1-1,0 1 1,0 0-1,0 0 1,1 0-1,1 1 1,0-1-1,0 0 1,0 1-1,1 8 1,0-14-26,0 1 0,1-1 1,-1 1-1,1-1 0,-1 1 1,1-1-1,0 0 0,0 0 1,1 1-1,-1-1 0,1 0 1,-1 0-1,1 0 0,0 0 1,0 0-1,0-1 0,1 1 1,-1-1-1,1 1 0,-1-1 1,1 0-1,0 0 0,0 0 1,0 0-1,0-1 0,0 1 1,0-1-1,6 2 0,2 0-40,1 0 0,-1-1 0,1 0-1,0-1 1,0 0 0,0-1-1,16-2 1,-23 1 38,1-1 1,0 1-1,-1-1 0,1 0 1,-1-1-1,0 1 1,0-1-1,0 0 0,0 0 1,0-1-1,-1 0 0,1 1 1,-1-1-1,0-1 0,6-8 1,-5 8 72,-1-1 0,0 0 0,0 0 0,0 0 0,-1-1 0,0 1 1,-1-1-1,1 0 0,-1 0 0,0 0 0,-1 0 0,1-11 0,10 26 323,-6-1-381,0 1 0,1-1 0,0 0 0,0-1 0,0 0 0,1 0 0,-1 0 0,1-1 1,1 0-1,-1-1 0,1 0 0,0 0 0,0-1 0,0 0 0,0 0 0,1-1 0,11 1 0,-5-1-51,1-2-1,0 0 1,-1-1 0,1 0 0,0-1 0,-1-1-1,0-1 1,0 0 0,0-1 0,0-1-1,0-1 1,21-12 0,-19 8 8,0-1 0,0-1 0,-1-1 0,-1 0 0,0-2 0,-1 1 0,-1-2 0,-1 0 0,0-1 0,-1 0 0,-1-1 0,0 0 0,-2 0 0,0-1 0,-1-1 0,-1 1 0,-1-1 0,-1-1 0,-1 1 0,-1-1 0,1-32 0,-4 52 25,1-17-175,0 0 0,-1 0-1,-1 0 1,-6-31 0,6 45 188,-1 0-1,1 0 1,-1 0 0,0 0-1,-1 0 1,1 0-1,-1 1 1,0-1 0,0 1-1,-1-1 1,1 1-1,-1 1 1,0-1-1,0 0 1,0 1 0,-1 0-1,1 0 1,-1 0-1,1 0 1,-11-3 0,8 3 23,-1 0 0,1 0 0,-1 1 0,0 0 1,0 1-1,0 0 0,0 0 0,0 1 0,0 0 0,0 0 1,0 1-1,0 0 0,0 0 0,-14 4 0,13-1 9,0 0-1,1 0 1,0 1-1,0 0 0,0 0 1,0 1-1,1 0 1,-1 0-1,2 1 0,-1 0 1,-6 9-1,2 0 10,0 1 0,1 1 0,0 0 0,1 0 0,2 1 0,0 0 0,1 0 0,0 0-1,2 1 1,0 0 0,0 22 0,2-19-29,2 1-1,1 0 1,3 23 0,-2-36-5,0 0-1,1 0 1,0-1 0,1 1-1,0-1 1,1 0 0,0 0 0,8 13-1,2-4-73,1-1 0,0 0 0,1-1 0,1-1 0,1-1 0,0-1 0,0 0 0,35 17 0,4-2-1769,116 39 1,-128-52-7117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1.8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1264 3993,'0'0'9597,"7"-6"-9057,29-27-204,46-53 0,-51 43-229,-1-2 1,-2-2-1,-3 0 1,37-92-1,-35 61-67,-4 0-1,21-121 1,-35 136-174,-3-1 0,-3-113 1,-3 168 115,-1 1 0,0-1 0,0 1 0,-1 0 0,0 0 0,0 0 0,-1 0 0,0 0 0,0 0 0,-1 1 0,-6-11 0,7 14 13,-1 0 0,0-1 0,0 2 0,0-1 0,0 0 0,-1 1 0,1 0 0,-1 0 0,0 0 0,0 1 0,0 0 0,0 0 0,0 0 0,-1 0 0,1 1 0,-1 0 0,1 0 0,-6 0 0,4 0-7,0 1 1,1-1 0,-1 1-1,0 1 1,1 0 0,-1 0-1,0 0 1,1 0 0,-1 1-1,1 0 1,0 1-1,0-1 1,0 1 0,-10 6-1,9-3 10,1-1 0,0 1 0,0-1 0,1 2 0,-1-1 0,1 1 0,1 0 0,-1 0 0,1 0 0,-5 12 0,1 4 28,1 1 0,0 0 0,2 1 0,1-1 0,1 1 0,0 49 0,4-44-3,2-1 1,1 0-1,1 0 0,1-1 1,1 0-1,2 0 0,1 0 1,21 42-1,-3-19-14,2-1-1,2-2 1,54 62-1,-62-81-483,2-1 1,1-1-1,2-2 0,0 0 0,41 25 1,-16-17-2567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2.5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50 888,'0'0'14343,"13"0"-14112,40 3-120,-49-1-102,-1-1 1,0 1-1,0 0 1,0-1-1,1 1 1,-2 1-1,1-1 1,0 0 0,0 1-1,-1-1 1,1 1-1,-1 0 1,0 0-1,0 0 1,0 0-1,0 0 1,-1 1-1,1-1 1,-1 0-1,0 1 1,1 3-1,3 5 82,19 63 159,-21-61-232,1 1-1,0-1 0,1 0 1,1 0-1,10 17 0,-16-30-24,0-1 0,0 0 0,1 1-1,-1-1 1,0 0 0,0 1-1,1-1 1,-1 0 0,0 0-1,0 1 1,1-1 0,-1 0 0,0 0-1,1 1 1,-1-1 0,0 0-1,1 0 1,-1 0 0,1 0-1,-1 0 1,0 0 0,1 1-1,-1-1 1,1 0 0,-1 0 0,0 0-1,1 0 1,-1 0 0,1-1-1,-1 1 1,0 0 0,1 0-1,-1 0 1,0 0 0,1 0 0,-1 0-1,1-1 1,-1 1 0,0 0-1,1 0 1,-1-1 0,0 1-1,0 0 1,1 0 0,-1-1-1,0 1 1,0 0 0,1-1 0,-1 1-1,0 0 1,0-1 0,0 1-1,1 0 1,-1-1 0,0 1-1,0-1 1,0 1 0,0 0 0,0-1-1,10-27 35,-9 25-41,6-17 45,0 1 1,2 0-1,0 1 1,1 0-1,1 0 0,0 1 1,2 0-1,0 1 1,0 1-1,2 0 0,0 1 1,24-18-1,-33 28-27,0 0 0,0 1 0,0-1 1,1 2-1,-1-1 0,1 1 0,-1-1 0,1 2 0,0-1 0,0 1 0,0 0 0,0 1 0,11 0 0,-16 0-1,1 1 0,-1-1 0,1 1-1,-1 0 1,0 0 0,1 0-1,-1 0 1,0 0 0,0 0 0,1 1-1,-1-1 1,0 1 0,-1-1-1,1 1 1,0 0 0,0 0 0,-1 0-1,1 0 1,-1 0 0,1 0-1,-1 0 1,0 1 0,0-1 0,1 5-1,5 10 24,-1 1 1,5 26-1,-6-18 0,6 17-357,-3-9 643,22 61 0,-26-87-800,0 1 1,0 0-1,1-1 0,0 0 1,0 0-1,1-1 0,0 1 1,0-1-1,0 0 0,1-1 1,13 10-1,-2-8-4456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4.1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4 5945,'0'0'14485,"-7"-1"-14224,147 1-564,-19-2-2791,-120 2 3113,-1 4 20,30 497 183,-28-479-226,15 91-1494,2-40-3697,-15-59 797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4.4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 9002,'0'0'10338,"58"0"-10090,-13-3-80,7 0-168,3-4-8,24-8-1256,-13 3-1505,-14-1-3304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5.0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159 418 6185,'0'0'11998,"29"-11"-12069,94-36-643,-116 45 617,-1-1 0,0 0 0,-1-1-1,1 1 1,0-1 0,-1 0 0,0 0-1,0-1 1,0 1 0,-1-1 0,1 0-1,-1-1 1,0 1 0,-1-1 0,1 0-1,-1 0 1,0 0 0,-1 0 0,1 0-1,-1 0 1,0-1 0,0-7 0,-1 11 76,2-7-22,-1-1 1,0 1 0,0-1-1,-1 1 1,0-1 0,-1 1-1,-1-1 1,1 0 0,-2 1-1,-2-13 1,2 17 39,0 0 0,0 1 0,0-1 0,-1 1-1,0 0 1,0 0 0,-1 0 0,1 0 0,-1 0 0,0 1 0,0-1-1,-1 1 1,1 0 0,-1 1 0,0-1 0,0 1 0,0 0 0,0 0 0,-7-2-1,4 1-7,0 1-1,0 1 1,0-1-1,0 1 1,0 1-1,-1 0 1,1 0-1,0 0 0,-1 1 1,1 0-1,-1 1 1,1 0-1,0 0 1,-17 5-1,15-2 55,0 0-1,1 1 1,-1 0-1,1 1 1,0 0-1,0 0 1,0 1 0,1 0-1,0 1 1,1-1-1,-9 12 1,6-7 48,2 1 0,0 0 1,0 1-1,1-1 0,0 1 0,2 0 0,-1 1 1,2 0-1,0 0 0,1 0 0,0 0 0,1 0 1,1 0-1,0 20 0,1-32-90,0 0 0,0 0 0,1 0 0,-1 0 0,0 1 0,1-1 0,0 0 0,0 0 0,0 0 0,0 0 0,0 0 0,1 0-1,-1-1 1,1 1 0,0 0 0,0-1 0,0 1 0,0-1 0,0 0 0,1 1 0,-1-1 0,1 0 0,-1-1 0,5 3 0,0 0-135,0-2 1,0 1-1,0-1 1,1 0 0,-1-1-1,1 0 1,-1 0-1,1-1 1,8 0-1,-16 0 146,1 0 0,0-1 0,0 1 0,0-1 0,0 1 0,0-1 0,0 1-1,0-1 1,-1 1 0,1-1 0,0 0 0,0 0 0,-1 1 0,1-1 0,0 0 0,-1 0 0,1 0-1,-1 0 1,1 0 0,-1 1 0,0-1 0,1 0 0,-1 0 0,0 0 0,1-2 0,-1 1 468,0 8-158,0 1-275,0 41 142,-1-19 65,1 0 0,1 0 0,7 36 0,-6-55-207,0-1-1,1 0 1,0 0 0,1 0 0,0 0 0,0 0 0,1-1-1,0 1 1,1-1 0,-1-1 0,2 1 0,-1-1 0,15 13 0,-14-14-97,1 0 0,0-1 0,0 0 0,0 0 0,1 0 0,0-1 0,0-1 0,0 1 0,0-1 0,0-1 0,1 0 0,-1 0 0,1-1 0,-1 0 1,1-1-1,0 0 0,-1 0 0,1-1 0,-1 0 0,1-1 0,-1 0 0,1-1 0,-1 0 0,0 0 0,0-1 0,0 0 0,-1 0 0,0-1 0,1 0 1,-2-1-1,1 0 0,-1 0 0,13-13 0,-9 4-24,0 0 1,-1-1 0,0 0-1,-1-1 1,-1 1-1,-1-2 1,-1 1-1,0-1 1,-1 0 0,-1 0-1,0 0 1,-2-1-1,0 1 1,-1-1-1,-1 0 1,0 1 0,-5-23-1,4 36 109,0 0-1,0 1 1,-1-1-1,1 1 0,-1 0 1,-1 0-1,1-1 1,0 1-1,-1 0 1,0 1-1,0-1 1,0 0-1,0 1 0,-1 0 1,1 0-1,-1 0 1,0 0-1,0 0 1,0 1-1,0 0 1,0 0-1,-1 0 0,1 0 1,-1 1-1,1-1 1,-1 1-1,-6-1 1,1 1 4,0-1 0,-1 2 1,1-1-1,0 1 0,-1 1 1,1 0-1,0 1 0,0-1 1,0 2-1,0 0 0,-18 7 1,15-3-35,0 1 1,0 0-1,1 1 1,0 0-1,1 1 1,0 0 0,0 1-1,1 0 1,0 1-1,1 0 1,-12 21 0,13-17-450,-1 0 1,2 0 0,0 1 0,1 0 0,1 0-1,1 0 1,0 1 0,1-1 0,-1 25 0,4 21-5751,3-14 533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5.4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62 4745,'0'0'18532,"104"0"-18452,-67 0-72,1 0-8,4 0-376,-4 0-512,3 0-1017,-6-9-967,3-10-1769,-14 7-5585,-4-10 8145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8:25.8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2921,'0'0'21348,"93"56"-21220,-27-56-128,37 0-336,-17-16-2088,-10 4-3738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24.6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78 1632,'0'0'9576,"1"-3"-9102,1-2-390,0 1 0,0-1 0,0 1 0,1 0 0,0 0 0,0 0 0,0 0 0,0 1 0,1-1 0,4-3 0,-6 5-45,0 1 1,0 0-1,0-1 0,0 1 0,0 0 0,0 0 0,0 0 1,0 1-1,0-1 0,0 0 0,1 1 0,-1 0 1,0-1-1,0 1 0,1 0 0,-1 0 0,0 0 1,1 1-1,-1-1 0,0 0 0,0 1 0,0-1 0,1 1 1,-1 0-1,0 0 0,3 2 0,5 4 7,0 0-1,0 1 0,-1 1 0,10 9 1,-9-7-41,0-1 1,2 0 0,11 8 0,12-1-36,-28-14 29,0 0 0,0 0 0,0 1 0,0-1 0,-1 2-1,7 4 1,-12-8 0,-1-1-1,0 0 1,1 0-1,-1 0 1,0 0-1,1 0 1,-1 0-1,0 0 0,1 0 1,-1 1-1,1-1 1,-1 0-1,0-1 1,1 1-1,-1 0 1,0 0-1,1 0 1,-1 0-1,1 0 1,-1 0-1,0 0 1,1-1-1,-1 1 1,0 0-1,1 0 0,-1 0 1,0-1-1,0 1 1,1 0-1,-1 0 1,0-1-1,0 1 1,1 0-1,-1-1 1,0 1-1,0 0 1,0-1-1,1 1 1,-1 0-1,0-1 0,8-17-90,-8 18 98,16-49-23,-13 35-106,2 0 0,-1 0-1,2 0 1,9-17-1,-15 31 52,0-1 0,0 1-1,0 0 1,0-1-1,1 1 1,-1-1-1,0 1 1,0 0-1,0-1 1,1 1-1,-1 0 1,0 0 0,0-1-1,1 1 1,-1 0-1,0 0 1,1-1-1,-1 1 1,0 0-1,1 0 1,-1 0-1,0-1 1,1 1 0,-1 0-1,1 0 1,-1 0-1,0 0 1,1 0-1,-1 0 1,1 0-1,-1 0 1,0 0-1,1 0 1,-1 0 0,1 0-1,-1 0 1,0 0-1,1 0 1,-1 0-1,0 1 1,1-1-1,-1 0 1,0 0 0,1 0-1,-1 1 1,0-1-1,1 0 1,-1 0-1,0 1 1,1-1-1,-1 0 1,0 1-1,0-1 1,0 0 0,1 1-1,-1-1 1,0 0-1,0 1 1,0-1-1,0 0 1,1 1-1,-1-1 1,0 1-1,0-1 1,0 0 0,0 1-1,0-1 1,0 1-1,0 0 1,6 18-4549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25.7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177 4 5089,'0'0'6975,"0"-4"-6051,-1 12-813,0-1 0,0 0 0,0 1 0,-1-1 0,0 0 0,0 0-1,-7 13 1,-31 50 65,13-23-91,-35 81 26,56-113-150,1 1-1,0 0 0,1 0 1,1 0-1,1 0 0,-1 25 1,3-40 22,0 0-1,1 0 1,-1 0 0,1-1 0,-1 1 0,0 0 0,1 0 0,-1-1-1,1 1 1,0 0 0,-1-1 0,1 1 0,0 0 0,-1-1 0,1 1-1,0-1 1,0 1 0,-1-1 0,1 1 0,0-1 0,0 0 0,0 1-1,0-1 1,0 0 0,-1 0 0,1 0 0,0 0 0,0 0 0,0 1-1,0-2 1,1 1 0,37 0-198,-29 0 210,1 0-85,0 0 0,0 1 0,0 0 0,0 1 0,0 0 0,18 7-1,-22-6-24,-1 0-1,1 0 1,-1 1 0,0 0-1,0 0 1,0 1-1,0 0 1,-1 0-1,0 0 1,0 1 0,4 6-1,-9-12 120,0 0 0,0 0 0,0 0 0,1 0 0,-1 0 0,0 0 0,0 0 0,0 0 1,0 0-1,0 1 0,0-1 0,0 0 0,0 0 0,0 0 0,0 0 0,0 0 0,0 0 0,0 0 0,1 0 0,-1 0 0,0 0 0,0 0 0,0 0 0,0 0 0,0 0 0,0 0 0,0 0 0,0 0 0,0 0 1,1 0-1,-1 0 0,0 0 0,0 0 0,0 0 0,0 0 0,0 0 0,0 0 0,0 0 0,0 0 0,0 0 0,0 0 0,1 0 0,-1 0 0,0-1 0,0 1 0,0 0 0,0 0 0,0 0 0,0 0 1,0 0-1,0 0 0,0 0 0,0 0 0,0 0 0,0 0 0,0 0 0,0-1 0,0 1 0,0 0 0,0 0 0,0 0 0,0 0 0,0 0 0,0 0 0,0 0 0,2-12 233,-1-11 211,-1 22-436,0-64 1990,0 82-1645,-1 40-437,3-1-1,1 1 0,4-1 0,14 60 0,-2-69-4366,-11-31-1305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26.1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9818,'0'0'5089,"0"174"-4921,0-121-168,0 9-424,0-12-928,0-10-1625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26.6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10042,'0'0'4356,"15"0"-4290,4-1-55,-2 0-19,0 0 0,0 1 1,26 4-1,-41-3-25,0-1 0,0 1 0,0 0 1,0-1-1,-1 1 0,1 0 0,0 0 0,0 1 0,-1-1 0,1 0 0,0 0 0,-1 1 0,1-1 0,-1 1 0,0 0 0,0-1 0,1 1 0,-1 0 0,0-1 0,0 1 0,-1 0 0,1 0 0,0 0 0,-1 0 0,1 0 0,-1 0 0,1 3 0,0 7-73,0 1-1,0-1 1,-2 20-1,0-8 69,1-18 34,0 0-1,0 0 0,-1 0 0,0 0 0,0 0 0,0 0 0,0 0 0,-1 0 0,0 0 1,-1-1-1,1 1 0,-1-1 0,0 1 0,-4 4 0,6-9-226,7-10-342,3 8 581,1-1 0,-1 1 1,0 1-1,1 0 0,-1 0 0,1 1 1,-1 0-1,0 0 0,0 1 0,1 1 0,12 4 1,-16-3-61,-1-1 0,0 1 0,0 0 1,0 1-1,0-1 0,-1 1 0,0 0 1,0 0-1,0 0 0,0 1 1,-1-1-1,0 1 0,0 0 0,-1 0 1,5 12-1,-4-5 128,0 0 0,-1 1 0,0-1 0,-1 1 1,-1 0-1,-2 22 0,1-30 21,0 1 0,-1-1 1,0 0-1,0 0 0,0 0 1,-1 0-1,0 0 0,0-1 1,-1 1-1,0-1 0,0 0 0,0 0 1,0 0-1,-8 6 0,-1 0 98,-1 0 0,-1 0 0,1-2 0,-18 9 0,26-15-116,1 0 0,-1-1 0,0 0 1,1 0-1,-1 0 0,0-1 0,0 0 0,0 0 1,-11-1-1,17 0-100,-1-1 0,0 1 0,0-1 0,1 1 0,-1-1 0,0 0 0,1 1 0,-1-1 0,1 0 0,-1 0 0,1 0 0,-1 1 0,1-1 0,0 0 0,-1 0 0,1 0 0,0 0 0,0 0 0,0 0 0,-1 1 0,1-1 0,0 0 0,0 0 0,0 0 0,1 0 0,-1 0 0,0 0 0,0 0 0,0 0 0,1-1 0,-1-3-236,3-26-2448,8-3-3763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27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218 2 8066,'0'0'2962,"-5"0"-2345,1 0-528,-2-1 47,1 1-1,-1 0 1,1 0-1,-1 1 1,1-1-1,-1 1 1,1 0-1,-1 1 1,1-1-1,0 1 1,0 0-1,0 1 1,0-1-1,-8 6 1,2 2 41,1 1 1,0-1-1,1 2 1,0-1-1,0 1 1,1 1-1,1-1 1,0 1-1,1 0 0,-5 15 1,5-5-64,0-1 1,2 1 0,1 1-1,0-1 1,2 36-1,0-34-106,2 1-1,1-1 1,7 40-1,-6-56-7,-1 0-1,2 0 1,-1 0-1,1 0 1,1-1-1,-1 1 1,2-1-1,-1 0 1,1 0 0,0-1-1,0 0 1,13 11-1,-13-13-5,1 0 0,0-1 0,0 1 0,0-1 0,0-1 0,1 1 1,0-1-1,-1-1 0,16 4 0,-2-3-167,-1 0 1,36-2 0,-49-1 121,-1 0 1,1-1-1,-1 0 0,1 0 1,-1-1-1,1 0 0,-1 0 1,0 0-1,0-1 0,0 0 1,0 0-1,0-1 0,-1 1 1,0-1-1,1-1 0,-1 1 1,-1-1-1,1 1 0,5-8 1,-5 4 36,1 0 1,-1 0 0,-1-1-1,0 1 1,0-1 0,-1 0-1,0 0 1,0 0 0,-1-1-1,0 1 1,0-1-1,-1-17 1,0 21 39,-1 0-1,0 1 1,-1-1 0,1 0-1,-1 0 1,0 1-1,-1-1 1,-3-9 0,3 12 26,0 1 0,0-1 0,0 1 1,0 0-1,0 0 0,0 0 1,-1 0-1,1 0 0,-1 0 1,1 0-1,-1 1 0,0 0 1,0-1-1,0 1 0,1 0 1,-1 0-1,-6 0 0,-2-2 49,-1 1 0,1 0 0,-1 0 0,1 1 0,-1 1-1,1 0 1,-1 1 0,1 0 0,-1 1 0,-19 5 0,26-5-97,0-1 0,0 1 0,0 1 0,0-1 1,0 1-1,1 0 0,-1 0 0,1 1 0,0-1 0,0 1 1,0 0-1,0 0 0,0 0 0,1 0 0,0 1 0,0-1 1,0 1-1,1 0 0,-1 0 0,1 0 0,0 0 0,1 0 1,-1 1-1,0 7 0,0-6-261,1 0 0,0 0 0,1 0 0,-1 0 0,1 1 0,1-1 0,-1 0 0,1 0 0,0 0 0,1 0 0,0 0 0,0-1 0,0 1 0,1 0 0,0-1 0,0 0 0,8 12 0,23 17-7257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40.8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180 0 1032,'0'0'11827,"-17"1"-11422,-54 5-111,68-6-244,-1 1 1,1 1 0,-1-1 0,1 0-1,-1 1 1,1-1 0,0 1 0,0 0-1,0 0 1,0 1 0,0-1 0,1 0-1,-1 1 1,1 0 0,-1 0 0,-1 3-1,-1 1 116,2-1 1,-1 1-1,1 0 0,0 1 0,-2 9 0,-1 7 68,2 0 1,1 0-1,1 1 1,1-1-1,1 0 1,1 1-1,6 29 1,-5-43-235,0 0 1,2 0-1,-1 0 1,1-1-1,1 1 1,0-1-1,0 0 1,1 0-1,0-1 0,1 0 1,0 0-1,0 0 1,1-1-1,0 0 1,1-1-1,16 12 1,-13-12-75,0 0 0,0-1 0,0-1 1,1 0-1,0-1 0,0 0 1,0-1-1,0 0 0,1-1 1,-1 0-1,1-2 0,-1 1 1,23-3-1,-27 1-251,-1-1 0,1 0 0,-1 0 0,1-1 0,-1 1 0,0-2-1,0 1 1,0-1 0,12-8 0,-13 6-798,0 1 0,0-1-1,0-1 1,-1 1 0,7-10 0,8-16-4964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41.3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1 388 520,'0'0'14227,"72"-96"-13859,-48 56 16,0-4-224,4-6 8,-7 4-160,-4 2-8,-7 10-56,-10 13-648,0 8-952,-10 13-1497,-18 6-7049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49.6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266 44 1176,'0'0'13745,"-3"-7"-13035,2 5-645,0 0-1,0 0 0,0 0 0,-1 0 0,1 0 1,-1 0-1,1 0 0,-1 1 0,0-1 0,1 0 1,-1 1-1,0-1 0,0 1 0,0 0 0,-3-1 1,-1 0 137,1 0 0,0 1 0,-1-1 0,0 1 0,1 1 0,-1-1 0,-8 1 0,6 1-146,0-1 0,0 1 0,0 1 0,0-1 0,0 2 1,1-1-1,-1 1 0,1 0 0,-1 0 0,1 1 0,0 0 1,1 0-1,-1 1 0,1 0 0,-1 0 0,1 1 1,1-1-1,-1 1 0,1 0 0,0 1 0,1-1 0,-1 1 1,1 0-1,1 0 0,-1 1 0,1-1 0,0 1 0,1-1 1,0 1-1,0 0 0,1 0 0,-1 13 0,1-10-63,0 0 0,1 0 0,1 0-1,0 0 1,2 10 0,-1-15-12,-1-1 1,1 0 0,0 0-1,1 0 1,-1 0 0,1 0-1,0 0 1,0-1-1,0 1 1,1-1 0,7 7-1,2 1-141,1-1-1,0-1 1,1 0 0,0-1-1,1-1 1,0 0-1,0-1 1,1-1 0,22 6-1,-7-5-767,1-1-1,0-1 0,64 0 1,-40-9-1759,-50 2 1746,1 0 0,-1-1 0,0 0 0,7-5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0.4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0 239 432,'0'0'11643,"73"-136"-11475,-56 108-160,0 0-8,-3 6-40,-3 10-689,-5-1-1439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1.2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156 0 864,'0'0'11648,"0"3"-11449,-2 8-93,-1 1-1,0-1 1,0 0 0,-1 0 0,0-1 0,-1 1 0,-1-1-1,1 0 1,-9 10 0,0 4 25,-2 3 47,-36 69 434,48-86-585,0 0 0,0 1-1,1-1 1,0 1 0,1 0 0,0 0 0,0 16 0,2-25-30,0 1 0,1-1 0,-1 0 0,1 1 0,0-1 0,0 0 0,0 1 0,0-1 0,0 0 0,1 0 0,-1 0 0,1 0 0,-1 0 0,1 0 0,-1-1 0,1 1 0,0 0 0,0-1 1,0 1-1,0-1 0,0 0 0,0 0 0,1 0 0,-1 0 0,0 0 0,1 0 0,-1 0 0,0-1 0,1 1 0,2-1 0,11 3-31,0-1 0,-1 0 0,22-1 0,-35-1 25,22 1-319,-17 0 142,0 0 0,0-1 0,0 0 1,0 0-1,0-1 0,0 0 0,8-1 0,-14 1 187,0 0 0,0 0-1,-1 0 1,1 0 0,0 1-1,-1-1 1,1 0 0,0 0-1,-1 0 1,1 0 0,-1-1-1,0 1 1,1 0 0,-1 0-1,0 0 1,0 0 0,1 0-1,-1 0 1,0-1-1,0 0 1,-1-31 85,0 22 49,1 113 2651,0 36-7759,1-104-1447,5-11 2531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1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0 744,'0'0'12491,"-4"196"-16116,-3-156-5809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1.9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1 864,'0'0'15054,"17"2"-15027,55 12-118,-70-14 46,1 1 0,-1 0 1,1 0-1,-1 0 0,0 0 0,0 0 0,1 0 1,-1 1-1,0-1 0,0 1 0,0-1 0,-1 1 1,1 0-1,0 0 0,-1 0 0,1 0 1,-1 0-1,1 0 0,-1 0 0,0 1 0,0-1 1,1 5-1,0 0-146,-1 0-1,0 0 1,-1 0 0,0 0 0,-1 14 0,0-4 174,1-13 14,0 0 0,0-1 0,-1 1 0,1 0 0,-1-1 0,0 1-1,0 0 1,-1-1 0,1 1 0,-1-1 0,1 1 0,-1-1 0,-3 3 0,-1 2 12,-1-1 0,0 0 1,-12 10-1,1-1 35,17-15 114,25-1-67,-19 0-115,0 1 0,0 1 0,0-1-1,0 1 1,0 0 0,0 0 0,-1 0 0,1 0 0,-1 1-1,1 0 1,-1 0 0,0 0 0,0 0 0,-1 1 0,1 0-1,-1 0 1,1 0 0,-1 0 0,0 0 0,3 8 0,3 2-206,-2 1 1,0-1 0,0 1-1,-2 1 1,6 21 0,-8-23 264,-1-1 1,0 1-1,-1 0 1,0-1-1,-1 1 1,-3 19-1,2-31 61,0 1 0,0-1 0,-1 1 0,1-1 0,-1 0 0,0 0 1,1 0-1,-1 0 0,0 0 0,0 0 0,-1-1 0,1 1 0,0-1 0,0 1 0,-1-1 0,1 0 0,-1 0 0,1 0 1,-1 0-1,0 0 0,1-1 0,-4 1 0,-6 2 20,1 0 1,-1-1-1,-22 0 0,-3-2-2483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2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176 2 1096,'0'0'11277,"-5"0"-10723,1 0-522,0-1 53,0 1 0,1 0 0,-1 0 0,0 0 1,0 0-1,0 1 0,0-1 0,1 1 0,-1 0 0,0 1 1,1-1-1,-1 0 0,0 1 0,1 0 0,0 0 0,-1 0 1,1 0-1,0 1 0,0-1 0,0 1 0,-2 3 1,-6 10 40,0 0 1,1 1 0,1 0 0,1 1 0,1 0 0,0 1 0,1-1 0,1 1-1,1 0 1,0 1 0,2-1 0,0 0 0,1 25 0,1-42-128,0 11-4,0 1 1,1-1-1,0 1 0,1-1 0,5 19 0,-6-28-3,0-1 0,1 1-1,0-1 1,0 0 0,-1 1 0,2-1 0,-1 0 0,0 0 0,1-1 0,-1 1-1,1 0 1,0-1 0,0 0 0,0 1 0,0-1 0,0 0 0,1 0-1,-1-1 1,0 1 0,1-1 0,0 0 0,-1 0 0,1 0 0,4 0 0,-1 1-157,0-1 1,-1 0-1,1-1 1,0 0-1,-1 0 1,1 0-1,0-1 1,-1 0-1,1 0 1,0-1-1,-1 0 1,0 0-1,1 0 1,-1-1 0,0 0-1,8-5 1,-10 4 71,1 1 0,-1-2-1,0 1 1,0 0 0,0-1 0,-1 1 0,0-1 0,1 0 0,-2 0 0,1-1 0,0 1 0,-1 0 0,0-1 0,-1 0 0,1 1 0,-1-1 0,0 0 0,0-11 0,0 12 179,-1 0 1,0 0-1,0 0 1,0 0-1,0 0 1,-1 0-1,-2-8 1,2 11-8,0 0 0,0 1 0,0-1 0,0 1 0,0 0 0,0-1 0,-1 1 0,1 0 0,0 0 0,-1 0 0,1 0 0,-1 0 0,1 0 0,-1 0 0,1 0 0,-1 1 0,0-1 0,1 0 0,-1 1 0,0 0 0,0-1 0,1 1 0,-1 0 0,-3 0 0,5 0-60,-6-1 21,0 0 0,1 0 0,-1 0 0,0 1-1,1 0 1,-1 0 0,0 1 0,1 0 0,-1 0 0,0 0-1,1 1 1,0-1 0,-1 1 0,1 0 0,0 1 0,0 0-1,-7 4 1,1 5-491,0 0-1,1 0 1,1 1-1,-13 22 0,3 6-4127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3.1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8994,'0'0'6409,"100"-9"-6393,-79 15-16,6 0-112,4-3-648,0-3-1224,14 0-2897,-14-3-2177,0-9 6434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3.4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1704,'0'0'14539,"41"0"-14362,-10 0-177,4 0 0,3 0-569,0 0-1703,10-3-4306,-10-6-151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3.8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1 140 1256,'0'0'12123,"5"-9"-12030,19-29-69,-23 36-28,0 1 0,0 0 0,1 0-1,-1-1 1,1 1 0,-1 0 0,1 0-1,0 0 1,-1 1 0,1-1 0,0 0 0,-1 1-1,1-1 1,0 1 0,0-1 0,0 1-1,-1 0 1,1 0 0,0 0 0,0 0 0,0 0-1,0 0 1,-1 0 0,1 0 0,0 1-1,2 0 1,0 0-8,-1 1 0,0-1-1,1 1 1,-1-1 0,0 1-1,0 0 1,0 0 0,0 0-1,0 1 1,3 2 0,-1 1-35,1 0-1,0 0 1,0-1 0,0 1-1,10 4 1,-14-8 55,1 0 0,-1-1 1,1 0-1,0 0 0,-1 0 1,1 0-1,0 0 0,0 0 0,0-1 1,0 1-1,0-1 0,0 0 0,0 0 1,0 0-1,0 0 0,-1 0 1,1-1-1,5-1 0,-7 2 11,0-1 0,0 0 0,-1 1 1,1-1-1,0 0 0,0 0 0,0 0 0,-1 1 0,1-1 0,0 0 0,-1 0 0,1 0 1,-1 0-1,1 0 0,-1 0 0,1-1 0,-1 1 0,0 0 0,1-1 0,3-26 93,-4 21-82,7-72-925,-7 61-1380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4.3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10842,'0'0'7595,"7"-1"-7548,20 1-28,-1 0 1,1 2-1,30 5 0,-12-5-482,-28-3-867,-16 3 1310,0 1 0,0-1 0,0 1 0,-1-1 0,1 1 0,-1-1 1,0 1-1,1-1 0,-1 1 0,0-1 0,-1 1 0,0 3 1,1 0 45,-1 22 366,-11 58 1,6-54-287,-2 41 0,6-23-133,0 2-697,7 101-1,5-122-1723,-1-15-2114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4.7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80,'0'0'18180,"79"0"-18180,-48 0 0,0 0-952,11 0-1665,-8-9-4504,-3-4-449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0:55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42 327 7009,'0'0'9917,"26"-8"-9867,80-25-285,-98 30 74,-1 0 0,0 0 0,0 0 0,-1-1 0,1 0 0,-1-1 0,0 1 0,0-1 0,0 0 0,-1-1 1,0 0-1,0 1 0,0-1 0,-1-1 0,0 1 0,0-1 0,6-13 0,-6 7-22,-1 1 0,0-1-1,0 0 1,-2-1 0,1 1 0,-2 0 0,-1-25 0,1 35 185,-1 1 0,1 0 0,-1-1 0,1 1 0,-1 0 0,0 0 0,0-1 1,0 1-1,0 0 0,0 0 0,-1 0 0,1 0 0,0 0 0,-1 1 0,0-1 1,1 0-1,-1 1 0,0-1 0,0 1 0,0 0 0,0-1 0,0 1 0,0 0 1,0 0-1,0 0 0,-1 1 0,1-1 0,0 0 0,-4 0 0,-7-1 10,0 1 0,0 0-1,1 0 1,-15 2 0,26-1-13,-6 1 6,0 0 0,0 1 0,0 0-1,0 0 1,0 0 0,0 1 0,1 0 0,-1 0 0,1 1-1,0 0 1,0 0 0,0 0 0,1 1 0,0 0 0,-1 0-1,2 0 1,-1 1 0,-4 5 0,3-2-1,0-1 0,1 1 0,0 0 0,0 0-1,1 0 1,0 1 0,1 0 0,0-1 0,1 1 0,-1 0 0,2 1 0,-1 11 0,2-17-154,-1 1 146,1 0-1,1 0 1,-1 0-1,1-1 1,-1 1-1,2 0 1,1 7-1,-2-12-178,0 1-1,-1-1 0,1 0 1,0 0-1,0 1 0,0-1 1,0 0-1,0 0 0,0 0 1,0 0-1,0 0 0,1 0 1,1 0-1,-1 1-579,1-1 0,-1 0-1,1-1 1,0 1 0,-1 0 0,1-1 0,0 0-1,0 0 1,3 0 0,3-1-311,-12 11 2357,-9 54 6106,9-37-6866,2-1 1,0 1-1,2-1 0,4 28 0,-4-48-475,0 0 1,0 0-1,1 0 1,0 0-1,0 0 0,0 0 1,1 0-1,0-1 1,0 1-1,0-1 0,1 0 1,0 0-1,5 5 0,-5-7-35,0 1 0,0-1-1,0 0 1,1-1-1,-1 1 1,1-1 0,0 0-1,0 0 1,0 0-1,0-1 1,0 1 0,0-1-1,0-1 1,1 1-1,9-1 1,-10 0-45,1-1-1,0 0 1,-1-1 0,0 1 0,1-1-1,-1 0 1,0-1 0,0 1 0,0-1-1,0 0 1,-1 0 0,1 0 0,-1-1-1,0 0 1,0 0 0,7-8 0,4-6-741,-1 0 1,20-37-1,-25 39 675,0-1 0,-2-1 1,0 0-1,-1 0 0,-1 0 1,-1-1-1,0 1 0,-1-1 0,-2 0 1,1-20-1,-2 36 166,0 0-1,-1 1 1,1-1-1,0 1 1,-1-1-1,1 1 1,-1 0-1,0-1 1,0 1-1,0-1 1,0 1-1,-1 0 1,1 0-1,0 0 1,-1 0-1,0 0 1,1 0-1,-1 0 1,0 0-1,0 1 1,0-1-1,0 1 1,0-1-1,0 1 1,-1 0-1,1 0 1,0 0-1,-1 0 1,1 0-1,0 1 1,-1-1-1,1 1 1,-1-1-1,-4 1 1,0-1-47,0 1-1,1 0 1,-1 1 0,0-1 0,0 1-1,0 1 1,0-1 0,0 1 0,1 1-1,-1-1 1,1 1 0,-12 6 0,-6 10-1945,1 0 0,-39 42 0,22-14-3615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8.5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83 131 984,'0'0'12307,"0"-19"-11460,0-59-115,0 73-685,-2-18 564,2 23-579,0 0-1,0-1 0,0 1 1,0 0-1,0 0 0,-1-1 1,1 1-1,0 0 0,0 0 1,0-1-1,0 1 0,0 0 1,-1 0-1,1 0 0,0-1 1,0 1-1,0 0 0,-1 0 1,1 0-1,0 0 0,0-1 1,-1 1-1,1 0 0,0 0 1,0 0-1,-1 0 0,1 0 1,0 0-1,-1 0 0,1 0 1,0 0-1,0 0 0,-1 0 1,1 0-1,-1 14-23,1 11 41,-1 32-12,3-1 0,11 65 0,-4-68-88,-1 1-1,-3-1 1,-4 94 0,-1-144 50,0 1 0,-1-1 1,0 0-1,0 1 1,0-1-1,0 0 1,-1 0-1,1 0 1,-1 0-1,0 0 1,0 0-1,0 0 1,0 0-1,0-1 0,0 1 1,-1-1-1,0 0 1,1 0-1,-6 4 1,3-3 16,0-1 1,0 1 0,-1-1-1,1 0 1,-1 0-1,1 0 1,-1-1 0,0 0-1,0 0 1,-10 0 0,16-1-9,19 0-75,89 2-81,-2-1-5312,-63-1-3465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28.9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21 191 1200,'0'0'14281,"7"4"-13744,18 14-93,-1-2-84,31 16 0,-46-27-310,0-1-1,0-1 1,1 1 0,0-2 0,-1 1 0,1-1 0,17 1 0,-17-3 8,2 1 47,-1 0 0,1-1 0,-1-1 0,0 0 0,20-4 1,-28 4-78,0 0 0,0 0 1,0-1-1,0 1 0,-1-1 1,1 1-1,0-1 0,-1 0 1,1 0-1,-1 0 0,0-1 1,0 1-1,0-1 0,0 1 1,0-1-1,0 1 1,-1-1-1,1 0 0,-1 0 1,0 0-1,0 0 0,0 0 1,0 0-1,0 0 0,0-4 1,1-4 69,-1 0 0,0 0 1,0 1-1,-1-1 0,0 0 0,-1 0 1,-1 0-1,0 0 0,-3-10 0,4 16-60,-2-1-1,1 1 1,0 0-1,-1 0 0,0 0 1,0 0-1,0 0 1,-1 1-1,0-1 1,0 1-1,0 0 0,0 0 1,0 1-1,-1-1 1,0 1-1,0 0 1,0 0-1,-8-3 0,0 2-113,1 1-1,-1 0 0,1 1 0,-1 0 1,0 1-1,0 1 0,0 0 0,-22 2 1,30-1-44,0 0 0,0 0 0,0 0 0,0 1 0,1 0 0,-1 0 1,0 0-1,1 0 0,-1 1 0,1-1 0,0 1 0,0 0 1,0 1-1,-4 3 0,-3 5-674,1 1 1,0-1 0,-8 17-1,12-21 142,-22 39-4564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0.7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23 4441,'0'0'12227,"25"-5"-11838,78-13-101,-101 18-258,1 0-1,0 0 1,0 0 0,0 0-1,0 1 1,-1-1 0,1 1-1,0 0 1,0 0 0,-1 0-1,1 0 1,-1 0 0,1 0-1,-1 1 1,1-1 0,-1 1-1,0-1 1,1 1 0,-1 0-1,0 0 1,0 0 0,-1 0-1,1 1 1,0-1 0,-1 0-1,1 1 1,-1-1 0,0 1-1,0 0 1,0-1 0,0 1-1,0 0 1,0 3 0,3 5 95,1 5-96,0 0 0,-1 1 1,0-1-1,-2 1 0,0 0 1,-1 0-1,0 0 0,-2 0 1,-2 18-1,2-31-25,-1 1-1,1-1 1,-1 0-1,0 0 1,0 0 0,0 0-1,-1 0 1,0 0 0,1 0-1,-1-1 1,0 0-1,-1 1 1,1-1 0,-1 0-1,1-1 1,-1 1-1,0-1 1,-5 3 0,-4 2-20,-1 0 0,0-1 0,0 0 0,-18 4 0,14-6-409,-1-1 0,1-1 0,-35 0 0,51-2 398,1 0 1,0 0-1,-1-1 0,1 1 1,0 0-1,-1 0 0,1-1 1,0 1-1,0-1 0,-1 1 1,1-1-1,0 0 0,0 1 1,0-1-1,0 0 0,0 0 1,0 0-1,0 0 0,0 0 1,0 0-1,0 0 1,0 0-1,1 0 0,-1 0 1,0 0-1,1 0 0,-1-1 1,1 1-1,-1 0 0,1 0 1,0-1-1,-1 1 0,1 0 1,0-1-1,0 1 0,0 0 1,0-1-1,0 1 0,0 0 1,1-3-1,-1 0-6,1 1-1,-1 0 1,1-1 0,0 1-1,0 0 1,0 0-1,1-1 1,-1 1 0,1 0-1,0 0 1,-1 1 0,1-1-1,0 0 1,1 1-1,-1-1 1,3-2 0,4 0 11,1-1 0,-1 2 0,1-1 1,0 2-1,1-1 0,-1 1 0,0 1 1,13-2-1,-16 3 41,-1 0 0,1 0 1,-1 1-1,1 0 0,-1 1 0,0-1 0,1 1 1,-1 0-1,0 1 0,1-1 0,-1 1 1,0 1-1,0-1 0,0 1 0,6 4 1,5 7 78,-1 2 0,0 0 1,21 29-1,-20-25-700,0 1 0,24 20 0,-9-15-2288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12963,'0'0'7145,"211"27"-7153,-167-27-592,1 0-824,-3 0-681,-1-3-1079,-13-6-4114,-8 3 1809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35:31.4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9114,'0'0'12395,"107"9"-12395,-65-9-8,-1 0-1305,-3 0-1295,0 0-1985,-14 0-5505,-7 0 8201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13.3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1 944 7458,'0'0'6209,"0"-195"-5665,24 49-544,14-81-584,-4 35-800,-10 8-3177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17.9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214 1 5873,'0'0'11683,"-72"199"-11683,48-147-416,-1-5-216,-9 3-473,3-16-895,3-13-3209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18.6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0 624,'0'0'15235,"3"6"-15195,14 30 23,-3 0-1,-1 2 0,-2-1 1,-1 2-1,-2-1 0,6 70 0,-9-18-54,3 32-4222,-7-114 1566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19.0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70 680,'0'0'11984,"24"-11"-11493,78-34-163,-95 42-307,-1 1 0,1 0 0,0 0 0,0 0 0,0 1 0,0 0 0,0 1 0,0 0 0,9 0 0,-12 1-15,0-1-1,-1 1 1,1 0 0,-1 0 0,1 1-1,-1-1 1,0 1 0,0-1 0,1 1-1,-1 0 1,0 0 0,0 1 0,4 3 0,-3-1-13,0 1 0,-1 0 0,1-1 0,-1 1 0,0 0 0,0 1 0,-1-1 0,0 0 0,0 1 0,-1-1 0,1 1 1,-1 0-1,-1-1 0,1 1 0,-1 7 0,-1-10 9,0 1 0,0-1 0,0 1-1,-1-1 1,1 0 0,-1 1 0,0-1 0,0 0 0,-1 0 0,1 0 0,-1-1-1,0 1 1,0 0 0,0-1 0,0 0 0,-1 0 0,1 0 0,-1 0 0,0 0-1,0-1 1,0 0 0,-6 3 0,-4 2-43,0-1 0,0 0 0,-1-1 0,1-1 0,-28 5 0,-15-7-2280,38-2-4484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19.3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1 113 760,'0'0'12642,"7"26"-12521,25 83-64,-31-105-54,1 0 0,-1-1 0,1 1 1,0-1-1,0 1 0,0-1 0,0 0 0,1 0 0,-1 0 0,1 0 0,0 0 0,0-1 0,0 1 0,0-1 0,0 1 1,0-1-1,1 0 0,6 2 0,-3-2-1,0 0 0,1-1 0,-1 0 0,1 0 0,-1-1 0,14-1 0,-3 0-19,-13 1-14,0 0 0,-1 0 0,1-1 0,-1 0 0,1 0 0,-1 0 0,1-1 0,-1 0 0,0 1-1,0-1 1,0-1 0,0 1 0,0 0 0,0-1 0,-1 0 0,1 0 0,-1 0 0,0-1 0,0 1 0,0-1 0,0 1 0,0-1-1,-1 0 1,0 0 0,4-8 0,-1-1-6,-1 0-1,0 0 1,-1-1-1,0 1 1,-1-1-1,0 0 1,-1-22-1,-1 32 67,0-1 1,-1 1-1,1 0 1,-1-1-1,0 1 0,0 0 1,0 0-1,-1 0 1,1 0-1,-1 0 0,0 0 1,-1 0-1,1 0 0,0 1 1,-1-1-1,0 1 1,-4-5-1,2 4 36,0 1 0,0-1 0,0 1-1,-1 0 1,1 0 0,-1 0 0,0 1 0,0 0-1,0 0 1,0 0 0,-11-1 0,7 2-32,1 0-1,0 0 1,-1 1-1,1 0 1,0 1-1,-1 0 1,1 1 0,0-1-1,0 2 1,-14 4-1,19-4-42,-1-1-1,1 0 0,0 1 1,-1 0-1,2 0 0,-1 0 0,0 0 1,0 1-1,1 0 0,0-1 1,0 1-1,0 1 0,0-1 0,1 0 1,-1 0-1,1 1 0,0 0 0,1-1 1,-1 1-1,1 0 0,-2 9 1,2-3-227,0 1 1,0-1 0,1 1 0,0-1 0,1 0-1,1 1 1,0-1 0,5 18 0,11 1-1363,-6-16 688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19.7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1936,'0'0'13011,"62"192"-12899,-52-148-104,4-4-8,4 0-120,-5-9-1248,1-12-1769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20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204 10 776,'0'0'16302,"-7"-3"-15755,4 1-527,-1 1 1,0 0-1,0 0 0,0 1 1,1-1-1,-1 1 0,0 0 1,0 0-1,0 0 0,0 0 1,0 1-1,0-1 0,0 1 1,1 0-1,-1 0 0,0 1 1,1-1-1,-1 1 0,0 0 1,1-1-1,0 2 0,0-1 1,-1 0-1,-3 4 0,-1 1 94,-1-1 0,1 1 0,1 0 0,-9 10 0,14-14-67,-1 1-1,1-1 1,0 1-1,0 0 1,0-1-1,1 1 1,-1 0-1,1 0 1,0 0 0,0 0-1,0 0 1,0 0-1,1 7 1,0-9-47,0-1-1,1 0 1,-1 0 0,1 0 0,-1 0 0,1 1-1,-1-1 1,1 0 0,0 0 0,-1 0-1,1 0 1,0-1 0,0 1 0,0 0 0,0 0-1,0 0 1,0-1 0,0 1 0,0 0 0,0-1-1,0 1 1,0-1 0,0 1 0,1-1 0,-1 0-1,0 1 1,0-1 0,0 0 0,1 0-1,1 0 1,45 3-354,-41-3 208,22-1-571,40 1-1439,-63 0 1833,0 1 1,0 0 0,0 0-1,0 0 1,0 1 0,-1 0-1,1 0 1,9 5-1,-14-6 285,1-1-1,-1 1 0,0 0 1,1 0-1,-1 0 0,0 1 0,0-1 1,1 0-1,-1 0 0,0 1 1,0-1-1,0 0 0,0 1 1,-1-1-1,1 1 0,0-1 0,-1 1 1,1 0-1,-1-1 0,1 1 1,-1 0-1,0-1 0,0 1 0,0 0 1,1-1-1,-2 1 0,1 0 1,0-1-1,0 1 0,-1 0 0,1-1 1,0 1-1,-1-1 0,0 1 1,1 0-1,-1-1 0,0 1 0,0-1 1,-1 3-1,-3 1 129,1 1 0,-1 0 1,0-1-1,0 0 0,-1 0 0,1-1 0,-11 7 1,0-2-260,0-1 0,-1-1 0,0 0 0,0-1 0,0-1 0,-1-1 0,1-1 0,-23 2 0,-22-2-4356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1:20.4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12947,'0'0'5361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2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7682,'0'0'8049,"114"161"-7841,-73-92-200,-3 12 80,-7 9-40,-6 12-96,-8 4-304,-7-4 272,-3-3-304,7 13-776,-4-25-752,1-22-2529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3.5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82 264,'0'0'16629,"4"2"-16285,9 11-163,0 1 1,-1 1-1,10 17 0,27 32-84,-44-58-94,0-1 0,1 0 0,-1 0 0,1-1 0,0 0 0,0 0 0,0 0 0,11 4 1,-15-7 6,1 0 1,-1 0-1,1-1 1,-1 1-1,0-1 1,1 0-1,-1 0 1,1 1-1,-1-2 1,1 1 0,-1 0-1,1 0 1,-1-1-1,0 1 1,1-1-1,-1 0 1,0 0-1,1 0 1,-1 0 0,0 0-1,3-3 1,3-2 59,-1 0-1,0-1 1,0 0 0,7-10 0,11-11 26,8-1-907,1 2 0,1 1 0,2 2 1,56-29-1,-37 24-3569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5.9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9914,'0'0'4321,"217"0"-4321,-124-3-24,4-3-768,20-6-920,-27-1-2577,-21-2-3129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6.3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190 0 784,'0'0'9372,"-2"17"-9307,1-4-57,-1-3-5,1 0-1,0 0 1,1 0-1,0 0 1,1 0-1,0 0 1,0 0-1,1 0 1,4 11-1,8 27 34,-2 1 1,-2 0-1,-2 0 0,-2 1 0,-1 60 1,-5-101-36,0 17-4,0 0 0,-2 0 0,-6 29 0,7-48 7,-1 0-1,0 0 1,-1 0 0,0 0 0,0 0 0,0 0 0,0-1 0,-1 1-1,-1-1 1,1 0 0,-1 0 0,0-1 0,0 1 0,0-1-1,-11 8 1,13-11-2,1-1 0,0 1 0,-1-1 0,1 0 0,-1 0 0,1 0 0,-1 0 0,0 0 0,1 0 0,-1-1 0,0 1 0,1-1 0,-1 0 0,0 0 0,0 0 0,1 0 0,-1 0 0,0-1 0,0 1 0,1-1 0,-1 0 0,1 0 0,-1 0 0,0 0 0,1 0 0,0 0-1,-5-4 1,-3-2-163,1-2-1,0 1 0,1-1 0,0 0 0,-8-12 0,-9-11-2217,17 23-543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6.7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1 102 640,'0'0'11520,"16"19"-11275,53 59-91,-68-76-149,1 0 1,0 0-1,0 0 1,0 0-1,0 0 1,1 0-1,-1-1 1,0 1 0,1-1-1,-1 0 1,1 1-1,-1-1 1,1 0-1,-1-1 1,1 1-1,0 0 1,0-1-1,-1 1 1,1-1 0,0 0-1,0 0 1,-1 0-1,5-1 1,4 0 49,-2 2-19,0-1 1,0-1 0,1 0-1,-1 0 1,0 0 0,11-4 0,-18 4-27,1-1 0,0 1 1,-1-1-1,0 1 1,1-1-1,-1 0 0,0 1 1,0-1-1,0-1 1,0 1-1,0 0 1,0 0-1,-1-1 0,1 1 1,-1-1-1,1 1 1,-1-1-1,0 1 0,0-1 1,0 0-1,-1 0 1,1 0-1,0-5 0,0 1 16,0 0-1,0-1 1,0 1-1,-1-1 1,-1 1-1,1-1 0,-1 1 1,0 0-1,-1-1 1,-2-8-1,2 12-21,0 0 0,0 1 1,0-1-1,-1 1 0,1-1 0,-1 1 0,0 0 0,0 0 1,0 0-1,0 0 0,0 1 0,-1-1 0,1 1 0,-1 0 0,1 0 1,-1 0-1,0 0 0,0 1 0,-6-2 0,1 0-19,-1 1 1,1 0-1,0 0 0,-1 1 0,0 1 0,1-1 1,-1 1-1,1 1 0,-12 2 0,17-3-42,1 1 0,0 0 0,-1 0 0,1 0 0,0 0 0,0 1 0,0-1 0,0 1 0,0 0 0,0 0 0,0 0-1,1 0 1,-1 1 0,1-1 0,-1 1 0,1-1 0,0 1 0,0 0 0,0 0 0,0 0 0,1 0 0,-1 0 0,1 0 0,0 0 0,0 0 0,0 1 0,0 3 0,-2 30-2583,3-5-3302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7.7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10 624,'0'-9'14289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9.3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1 728,'0'0'7979,"5"6"-7172,1 2-729,-1-1-1,-1 1 1,1 0-1,-1 0 1,-1 0-1,1 1 1,-1-1 0,-1 1-1,0 0 1,0 0-1,0 10 1,8 191 568,-11-153-739,3 0 0,3-1 0,21 108 1,-19-130-4255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29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51 592,'0'0'9325,"1"-6"-8572,0 4-697,-1 0 0,0-1 0,1 1 0,-1 0 0,1 0 0,0 0 0,0 1 0,0-1 0,0 0 0,0 0 0,0 0 0,0 1 0,1-1 0,-1 0 0,1 1 0,-1-1 0,1 1 0,-1 0 0,1-1 0,0 1 0,0 0 0,0 0 0,-1 0 0,1 0 0,0 1 0,0-1 0,0 0 0,0 1 0,1 0 0,-1-1 0,0 1 0,0 0-1,0 0 1,0 0 0,0 0 0,3 1 0,4-1-2,1-1 37,-1 2 1,1-1-1,0 1 0,9 2 0,-15-2-73,0 1 0,0-1 0,-1 1 0,1 0 0,-1 0-1,1 0 1,-1 0 0,0 0 0,0 1 0,0 0 0,0-1 0,0 1 0,2 4 0,3 4-13,-1 0 1,0 1-1,-1 0 1,0 1-1,-1-1 1,-1 1-1,0 0 1,4 20-1,-4-14-7,1-1-1,1 0 1,11 25 0,-14-38-141,-1-1 1,1 1 0,0-1-1,0 0 1,1 0 0,-1-1 0,1 1-1,0 0 1,0-1 0,8 5-1,-6-5-664,0 0 0,0 0 0,0 0 0,11 2-1,7-1-5964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0.3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55 1 968,'0'0'11624,"22"4"-11535,70 16-45,-88-19-36,-1 1-1,1-1 0,-1 1 0,0 0 1,0 0-1,0 0 0,0 1 0,0-1 1,0 1-1,0-1 0,-1 1 0,1 0 1,-1 0-1,0 0 0,0 0 0,0 1 1,0-1-1,-1 0 0,0 1 0,1-1 1,-1 1-1,0 0 0,0-1 0,-1 1 1,1 0-1,-1-1 0,0 8 0,1-2-12,-1-7 15,1-1-1,-1 0 1,0 0 0,0 1 0,0-1-1,0 0 1,0 0 0,0 1 0,0-1-1,0 0 1,0 1 0,0-1 0,-1 0 0,1 0-1,0 1 1,-1-1 0,0 0 0,0 2-1,0-3 6,-1 1 0,1 0 0,-1-1 0,1 0 0,-1 1 0,0-1 0,1 0-1,-1 0 1,1 0 0,-1 0 0,0 0 0,-2 0 0,-6 0-37,-136 0 60,144 0-34,0 0 0,0 1 1,0-1-1,0 1 0,0-1 1,0 1-1,0 0 1,0 0-1,0 0 0,1 0 1,-1 0-1,0 0 1,1 0-1,-1 0 0,1 1 1,-1-1-1,1 1 1,-1-1-1,1 1 0,0 0 1,0-1-1,0 1 1,0 0-1,0 0 0,0 0 1,1 0-1,-1 0 1,1 0-1,-1 0 0,1 0 1,-1 2-1,1-1 4,-1 1-1,1-1 1,0 1 0,0-1-1,0 1 1,0-1 0,0 0-1,1 1 1,0-1-1,0 0 1,0 1 0,0-1-1,0 0 1,0 0-1,1 0 1,-1 0 0,1 0-1,4 5 1,-2-5-7,0 1 0,1-1 0,-1 0-1,1 0 1,0-1 0,0 0 0,0 1 0,0-2 0,0 1 0,0 0 0,0-1 0,6 1-1,9 0-78,39 0-1,-49-2 28,-6 0-132,1 0 0,-1 0 0,0-1 0,1 1 0,-1-1 0,0 0 0,0 0 0,0 0 0,0-1 0,0 0 0,0 1 0,0-1 0,7-5 0,13-12-3996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0.7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1072,'0'0'10554,"13"-4"-10104,43-10-83,-55 14-340,1 0-1,-1 1 1,1-1 0,-1 0 0,1 0 0,-1 1 0,1-1-1,-1 1 1,1-1 0,-1 1 0,0 0 0,1 0 0,-1-1-1,0 1 1,1 0 0,-1 0 0,0 0 0,0 1 0,0-1-1,1 2 1,16 27 168,-14-21-145,12 33 27,-14-36-68,0 1 1,0-1-1,0 0 0,1 0 1,0 0-1,6 10 1,-8-15-6,-1-1 0,1 1 0,-1-1 0,1 1 0,-1-1 1,0 1-1,1-1 0,0 0 0,-1 1 0,1-1 1,-1 0-1,1 0 0,-1 1 0,1-1 0,0 0 0,-1 0 1,1 0-1,-1 0 0,1 1 0,0-1 0,-1 0 1,1 0-1,-1 0 0,1 0 0,0-1 0,-1 1 0,1 0 1,0 0-1,-1 0 0,1 0 0,-1-1 0,1 1 1,-1 0-1,1-1 0,0 1 0,-1 0 0,1-1 1,-1 1-1,1 0 0,-1-1 0,0 1 0,1-1 0,-1 1 1,1-1-1,-1 0 0,16-27 174,-15 27-183,1-5 22,37-69 69,-36 69-73,1 0 0,0 0-1,0 0 1,1 1-1,0-1 1,0 1 0,0 1-1,0-1 1,10-5-1,-13 8-14,-1 1-1,1 1 0,0-1 1,0 0-1,0 0 0,0 1 1,0-1-1,0 1 0,0-1 0,0 1 1,0 0-1,0 0 0,0 0 1,0 0-1,0 0 0,0 0 1,0 1-1,0-1 0,0 1 1,0-1-1,0 1 0,0 0 0,0 0 1,0 0-1,0 0 0,-1 0 1,1 0-1,0 0 0,-1 1 1,1-1-1,-1 1 0,1-1 1,-1 1-1,0-1 0,2 4 0,4 6-10,-1 1 0,0-1 0,-1 1 0,6 22 0,-3-9-3,-2-10-667,0-1-1,1 0 1,1-1 0,16 23 0,-9-19-3142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1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143 1 1176,'0'0'12872,"-14"0"-12741,-44 1 172,55-1-252,1 0 0,-1 0 0,0 0 0,0 0 0,0 0 0,1 1 0,-1-1 0,0 1 0,1 0 0,-1 0 0,0 0 0,1 0 0,-1 1 0,1-1 0,0 1 0,-1-1 0,1 1 0,0 0 0,0 0 0,0 0 0,0 0 0,0 0 0,1 0 0,-1 0 0,1 1 0,-1-1 0,1 1 0,0-1 0,0 1 0,0-1 0,0 1 0,0 0 0,1-1 0,-1 1 0,1 0 0,0 0 0,0 0 0,0-1 0,1 6 0,-1-6-50,0-1-1,1 0 0,-1 1 1,1-1-1,0 0 0,-1 0 1,1 0-1,0 1 0,0-1 1,0 0-1,-1 0 1,1 0-1,0 0 0,1-1 1,-1 1-1,0 0 0,0 0 1,0-1-1,0 1 0,1 0 1,-1-1-1,0 1 1,3 0-1,41 12-41,-28-9-74,-11-2 67,4 1-171,1 1 0,-1-1 0,0 2 0,0-1 0,11 9 0,-19-12 192,0 1 1,0-1-1,0 1 1,0 0-1,0 0 1,-1 0-1,1 0 1,0 0-1,-1 0 0,0 1 1,0-1-1,1 0 1,-1 1-1,0-1 1,-1 1-1,1-1 1,0 1-1,-1-1 1,0 1-1,1 0 0,-1-1 1,0 1-1,0-1 1,-1 1-1,1 0 1,0-1-1,-2 5 1,1-5 33,0 1-1,-1-1 1,1 1 0,-1-1 0,0 1 0,1-1-1,-1 0 1,0 0 0,0 0 0,-1 0 0,1 0 0,0-1-1,-1 1 1,1 0 0,-1-1 0,1 0 0,-5 2-1,-4 2-27,-1-1-1,-22 5 0,-26-4-3025,35-3-2072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2.3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0 572 880,'0'0'14562,"8"-7"-14066,-2 1-427,1 0 1,-1 0-1,-1-1 0,1 1 0,-1-1 0,0 0 1,-1-1-1,0 1 0,0-1 0,5-14 1,-1-17 23,-2 0 0,-2 0 0,0-50 0,-3 42-96,11-70 0,-12 116-10,0 1 0,0-1-1,0 1 1,0 0-1,0-1 1,0 1-1,0-1 1,0 1 0,0-1-1,0 1 1,0-1-1,0 1 1,0-1 0,1 1-1,-1 0 1,0-1-1,0 1 1,1-1 0,-1 1-1,0 0 1,0-1-1,1 1 1,-1 0 0,0-1-1,1 1 1,-1 0-1,0 0 1,1-1-1,-1 1 1,1 0 0,-1 0-1,0 0 1,1-1-1,-1 1 1,1 0 0,-1 0-1,1 0 1,-1 0-1,1 0 1,-1 0 0,0 0-1,1 0 1,0 0-1,0 1-19,1 0 1,-1 0-1,0 0 0,1 0 0,-1 0 0,0 0 0,0 0 0,0 0 0,0 1 0,0-1 0,-1 0 0,1 1 0,1 1 0,16 35-21,72 130-1129,-75-144 790,1-1 0,1-1 1,1 0-1,39 36 1,-30-35 172,1-2-1,36 21 1,-48-33 206,0 0-1,1-1 0,0-1 1,0-1-1,34 9 1,-50-15 101,-1 0 0,1 0 1,0 0-1,0 0 0,0-1 1,-1 1-1,1 0 1,0 0-1,0 0 0,0-1 1,-1 1-1,1 0 1,0-1-1,0 1 0,-1-1 1,1 1-1,0-1 0,-1 1 1,1-1-1,0 1 1,-1-1-1,1 0 0,-1 1 1,1-1-1,-1 0 1,0 1-1,1-1 0,-1 0 1,0 0-1,1 1 0,-1-1 1,0 0-1,0 0 1,1 0-1,-1 1 0,0-1 1,0 0-1,0 0 1,0-1-1,-1-45 544,0 29-328,-3-128 276,2-78-598,3 214-89,0 0 1,1 0-1,0 0 1,0 0 0,1 1-1,6-16 1,-7 20-202,0 1 0,1 0 0,-1 0 1,1 0-1,0 0 0,0 0 0,1 0 1,-1 1-1,1-1 0,-1 1 0,1 0 1,0 0-1,0 1 0,1-1 1,4-2-1,12 0-5126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2.7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0 440,'0'0'12564,"11"15"-12189,34 46-64,-41-54-188,0-1 1,-1 0-1,1 1 1,-1-1-1,-1 1 1,0 0 0,0 0-1,0 0 1,0 0-1,-1 1 1,0 13-1,4 18 276,-8-43-278,1 1-1,-1-1 0,0 1 1,0 0-1,0-1 0,0 1 1,-1 1-1,1-1 0,-1 0 1,1 1-1,-1 0 0,-7-3 1,3 0-138,0 1 0,-1 1 0,1-1 1,-1 1-1,0 1 0,-16-3 0,18 4 12,4 1-15,-1-1 0,1 1 0,0 0 0,0 0 0,0 0 0,-1 1 0,1-1 0,0 1 0,-4 1 0,6-2 8,0 1-1,0 0 1,0 0-1,0 0 1,0 0 0,0 0-1,1 0 1,-1 1 0,0-1-1,0 0 1,1 0-1,-1 0 1,1 1 0,-1-1-1,1 0 1,0 1 0,-1-1-1,1 1 1,0-1-1,0 0 1,0 1 0,0-1-1,0 0 1,1 3 0,-1-2-46,0 0 1,0 0-1,0 0 1,1 1-1,-1-1 1,1 0-1,-1 0 1,1 0-1,0 0 1,0 0-1,0 0 1,0-1-1,0 1 1,0 0-1,0 0 1,1-1-1,-1 1 1,1-1-1,-1 1 1,1-1-1,0 1 1,0-1-1,-1 0 1,1 0-1,0 0 1,0 0-1,0 0 1,0-1-1,0 1 1,3 0-1,7 2-377,-1-2-1,0 1 1,1-1 0,16-2-1,-16 1 0,36 0-2333,-9 0-1857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3.2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46 174 6793,'0'0'5420,"4"28"-5305,15 93-3,-13-90 129,1-1 0,2 1 0,14 32 0,2 7 45,-19-55-6,-5-23 278,-6-27-212,-21-57-163,14 53-141,1-1-1,-6-48 0,9-133 103,8 195-140,0 25-6,1 0 1,-1 0 0,1 1 0,-1-1-1,1 0 1,-1 0 0,1 1 0,0-1-1,-1 0 1,1 1 0,0-1-1,0 1 1,-1-1 0,1 1 0,0-1-1,0 1 1,0-1 0,0 1 0,-1 0-1,1 0 1,0-1 0,0 1 0,0 0-1,0 0 1,0 0 0,0 0 0,0 0-1,0 0 1,0 0 0,0 0 0,0 1-1,37 2-52,-31-2 35,-1 1 0,0 0 0,0 1 0,1-1 0,-2 1 0,1 1 0,0-1 0,-1 1 0,1 0 0,-1 0 0,0 0 0,-1 1 0,1 0 0,-1 0 0,7 9 0,-8-10 5,0 1-1,0-1 1,-1 1-1,1 0 1,-1 0-1,0 0 1,0 0-1,-1 0 1,0 1-1,0-1 1,0 0-1,0 1 1,-1-1-1,0 1 1,0-1-1,0 0 1,-1 1-1,0-1 1,-2 11-1,1-13 16,-1 1-1,1 0 0,0-1 1,-1 1-1,0-1 0,0 0 1,0 1-1,0-2 0,0 1 1,-1 0-1,1-1 0,-1 1 1,0-1-1,-4 2 0,-59 24 6,59-26-6,-3 2-406,-1 0 1,1-1-1,-1 0 0,0-1 1,0 0-1,0-1 0,0-1 0,-13 0 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3.6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1360,'0'0'11523,"24"28"-11043,-14-3 0,1 6-96,2 3-224,1 0 136,0-3-288,0-6 32,0-6-40,13-7-280,-3-2-1648,-3-10-3393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3.9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267 0 232,'0'0'13375,"-4"0"-13200,-136 0 550,135 1-667,0-1-1,0 0 1,1 1-1,-1 0 1,0 0-1,1 0 1,-1 1-1,1 0 1,-1-1-1,1 2 1,0-1-1,0 0 1,0 1-1,0 0 1,0 0-1,1 0 0,-1 0 1,1 1-1,0-1 1,0 1-1,0 0 1,0 0-1,1 0 1,-1 0-1,1 0 1,0 0-1,-2 7 1,0 2 14,1 0 0,0-1 0,0 1 0,2 0 0,-1 0 0,2 1 0,0-1 0,3 25 0,-3-34-72,1 0 0,-1-1 0,1 1 0,0-1 0,1 1 0,-1-1 0,1 1 0,-1-1 0,1 0 0,0 0 0,0 0 0,1 0 0,-1 0 0,0 0 0,6 3 0,-3-2 6,0-1 0,0 1 1,0-2-1,1 1 0,-1-1 1,1 1-1,-1-1 0,12 2 1,6-1-162,0-1 0,0-1 0,45-3 0,-62 2 76,4-1-239,0 0-1,0-1 0,1 0 0,-2-1 0,1 0 0,17-8 0,26-17-3902,-24 12-2824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4.3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0 137 8330,'0'0'9050,"190"-93"-11627,-135 71-255,-13 0-5074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4.6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78 880,'0'0'11685,"16"27"-11433,50 82-177,-43-80-15,-13-25 37,-1 1 1208,-9-30-172,0 19-1011,-9-51 425,7 49-488,0 1 0,1-1-1,0 1 1,0-1 0,0 1 0,1-1-1,0 0 1,1 1 0,-1-1 0,4-11-1,-3 18-59,0-1 1,0 0-1,1 0 0,-1 0 0,1 1 0,-1-1 0,1 1 0,0-1 1,-1 1-1,1 0 0,0-1 0,0 1 0,0 0 0,0 0 0,0 0 1,4 0-1,38-11-65,-39 11 45,105-14-465,-25 4-5595,-59 6-1845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34.9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4049,'0'0'13939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48.5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1032,'6'6'15250,"-5"-5"-15019,0 15-221,0 0 1,2 0-1,0 0 0,0-1 1,2 1-1,0-1 0,1 0 1,0 0-1,1 0 0,13 19 1,0-4-6,1-1 1,1-1 0,43 42 0,-46-52-25,1-1 0,0-1 0,2-1 0,0 0-1,0-2 1,1-1 0,1 0 0,0-2 0,1-1 0,37 9-1,-15-8-360,0-3-1,1-1 1,0-3-1,87-5 0,-97-1-372,-1-2 0,73-18 0,63-35-3233,-169 56 3846,86-32-3818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48.9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22 1736,'0'0'13213,"-3"-4"-12859,3 4-350,-1 0 1,1 0-1,0-1 0,-1 1 0,1 0 0,0-1 1,0 1-1,-1 0 0,1-1 0,0 1 0,0-1 0,-1 1 1,1 0-1,0-1 0,0 1 0,0-1 0,0 1 0,0 0 1,-1-1-1,1 1 0,0-1 0,0 1 0,0-1 0,0 1 1,0-1-1,1 1 0,-1 0 0,0-1 0,0 1 1,0-1-1,0 1 0,0-1 0,1 1 0,-1 0 0,0-1 1,0 1-1,0 0 0,1-1 0,-1 1 0,0 0 0,1-1 1,1 0 12,0 1 0,0 0 0,0 0 0,-1 0 0,1 0 0,0 0 0,0 0 0,0 1 0,0-1 0,3 2 0,7 2 54,-1 0-1,1 1 1,12 7 0,-6-1-33,-1 0 0,0 1 0,29 26 0,-41-32-38,-1-1 1,1 0-1,-1 1 0,0 0 1,0 0-1,0 0 0,-1 0 1,0 1-1,0-1 0,-1 1 1,1 0-1,-2 0 0,1 0 1,1 13-1,-3-15 0,1 1 1,-1-1-1,0 1 0,0-1 1,-1 1-1,0-1 0,0 0 1,0 1-1,0-1 0,-1 0 1,0 1-1,0-1 0,0 0 1,-1-1-1,0 1 0,0 0 1,0-1-1,0 1 0,-1-1 1,0 0-1,0 0 0,0-1 1,-5 5-1,5-5-120,-48 46 111,20-15-4550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49.6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26 671 8954,'0'0'9058,"-1"-12"-8921,-15-225 245,9 1-357,6 235-26,1 1 0,0-1 1,0 1-1,0-1 0,0 0 0,0 1 1,0-1-1,0 1 0,0-1 0,0 0 1,0 1-1,0-1 0,0 1 0,0-1 1,0 0-1,1 1 0,-1-1 0,0 1 1,0-1-1,1 1 0,-1-1 0,0 1 0,1-1 1,-1 1-1,0-1 0,1 1 0,-1-1 1,1 1-1,-1 0 0,1-1 0,-1 1 1,1 0-1,-1-1 0,1 1 0,-1 0 1,1 0-1,-1 0 0,1-1 0,0 1 1,-1 0-1,1 0 0,-1 0 0,1 0 1,-1 0-1,1 0 0,0 0 0,-1 0 1,1 0-1,-1 0 0,1 0 0,0 1 0,-1-1 1,1 0-1,-1 0 0,1 0 0,-1 1 1,2 0-1,2 1-10,-1 0 1,1 1-1,-1-1 1,0 1-1,1 0 1,-1 0-1,5 6 1,27 45-54,41 81 0,1 3-695,-54-102 110,53 61-1,-64-83 462,1-1-1,1 0 1,0-1-1,1 0 1,0-2 0,30 18-1,-39-26 165,0 0-1,0 0 0,0 0 1,0 0-1,0-1 1,10 1-1,-14-2 25,0 0-1,0 0 1,0 0 0,-1 0 0,1 0-1,0 0 1,0 0 0,0-1 0,0 1-1,0-1 1,0 0 0,-1 1 0,1-1-1,0 0 1,0 0 0,-1 0 0,1 0-1,-1 0 1,1-1 0,-1 1 0,1 0-1,-1-1 1,0 1 0,2-4-1,1-3 47,-1 0-1,0-1 0,0 0 1,-1 0-1,0 0 0,-1 0 1,1-11-1,-2-71 771,-1 46-442,-2-139 264,3-137-3767,3 293-771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50.5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229 10 6217,'0'0'7802,"16"28"-7506,52 92-89,-31-56-47,-28-49 43,0 0 0,-1 0 0,6 19 0,-14-34-192,1 3 607,-8-2-27,6-1-577,-135-6 424,-43 0-482,177 6 45,-1 0 0,0 0-1,0 0 1,0 1-1,1-1 1,-1 1 0,0-1-1,1 1 1,-1 0 0,0 0-1,1 0 1,-1 1-1,1-1 1,0 1 0,-1-1-1,1 1 1,0 0-1,0 0 1,0 0 0,-3 3-1,3-1-4,0 0-1,1 0 0,-1 0 1,1 0-1,0 0 0,0 1 0,0-1 1,0 0-1,1 0 0,0 1 1,0-1-1,1 7 0,-1-7-6,1-1 1,0 1-1,0-1 0,1 0 0,-1 1 0,1-1 0,0 0 0,0 0 0,0 0 0,0 0 1,0 0-1,0-1 0,1 1 0,-1-1 0,1 1 0,0-1 0,0 0 0,0 0 0,0 0 1,0-1-1,0 1 0,1-1 0,-1 0 0,6 2 0,6 2-114,0-1-1,1 0 1,0-1 0,22 2-1,-9-3-592,-1-1-1,1-1 0,-1-1 0,52-9 0,-71 8 318,0 0 0,0-1-1,0 0 1,0-1-1,-1 0 1,1 0-1,-1-1 1,0 0 0,0 0-1,-1-1 1,0 0-1,0-1 1,0 1 0,-1-1-1,0 0 1,0-1-1,0 1 1,6-13-1,-8 11 350,-1 0 1,1-1-1,-1 1 0,-1 0 0,2-13 0,1 0 928,-5 21-766,0 0 1,1 0-1,-1 1 1,0-1-1,1 0 1,-1 0-1,1 1 1,-1-1-1,1 1 1,-1-1-1,1 0 1,0 1 0,-1-1-1,1 1 1,-1-1-1,1 1 1,0-1-1,0 1 1,-1 0-1,1-1 1,0 1-1,0 0 1,-1 0-1,1 0 1,0-1 0,0 1-1,0 0 1,-1 0-1,1 0 1,0 0-1,0 0 1,0 0-1,0 1 1,-1-1-1,1 0 1,0 0-1,0 1 1,-1-1 0,1 0-1,1 1 1,1 0 39,-1 0 1,0 0 0,1 0-1,-1 1 1,0-1 0,1 1-1,-1-1 1,0 1 0,0-1-1,0 1 1,-1 0 0,3 2-1,12 31 347,-1 1 1,-2 0-1,-1 0 0,-2 1 0,-2 1 1,7 65-1,-11 44-119,-4-111-261,-8-39 236,2-3-333,1-1 0,-1 0 0,1 0-1,1-1 1,-1 1 0,1-1 0,-3-9 0,-21-64 44,17 37-60,2-1 1,-6-82-1,11-94 12,4 187-16,0 22 3,-1 0-2,1 0 0,1 0 1,0 0-1,0 0 0,6-19 1,-6 29-6,0-1 1,0 0-1,0 1 0,0-1 1,1 1-1,-1 0 1,1-1-1,0 1 0,0 0 1,0 0-1,0 0 1,0 0-1,0 1 0,0-1 1,1 0-1,-1 1 1,0 0-1,1-1 0,-1 1 1,1 0-1,0 0 1,-1 0-1,1 1 0,0-1 1,0 1-1,-1-1 1,1 1-1,0 0 0,3 0 1,2 0-9,-1 0 0,0 1-1,0-1 1,0 2 0,1-1 0,-1 1 0,0-1 0,0 2 0,-1-1-1,1 1 1,0 0 0,-1 1 0,0-1 0,0 1 0,0 1 0,0-1 0,0 1-1,-1 0 1,9 11 0,-7-8-56,0 1 1,0 1-1,-1-1 1,-1 1-1,1 0 0,-2 1 1,1-1-1,-1 1 0,-1 0 1,3 13-1,-5-17 56,0 0 0,0 1 0,0-1 0,-1 0 0,0 1 0,0-1 0,-1 0 1,0 0-1,0 1 0,-1-1 0,0 0 0,0 0 0,-1 0 0,1-1 0,-2 1 0,1-1 0,-5 7 0,-5 1-49,0 0 0,-1-1 0,0-1 0,-1-1-1,0 0 1,-1-1 0,0 0 0,-1-1 0,0-1-1,0-1 1,-1 0 0,0-1 0,0-1 0,-1-1-1,1-1 1,-31 2 0,24-6-2742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50.8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37 536,'0'0'11200,"8"-6"-10616,26-21 117,-34 27-672,0 0-1,0-1 1,1 1-1,-1 0 1,0 0-1,0 0 1,1-1-1,-1 1 1,0 0-1,1 0 1,-1 0-1,0-1 1,1 1-1,-1 0 0,0 0 1,1 0-1,-1 0 1,0 0-1,1 0 1,-1 0-1,1 0 1,-1 0-1,0 0 1,1 0-1,-1 0 1,0 0-1,1 0 0,-1 0 1,0 1-1,1-1 1,-1 0-1,0 0 1,1 0-1,-1 1 1,0-1-1,1 0 1,-1 0-1,0 0 1,0 1-1,1-1 1,-1 0-1,0 1 0,0-1 1,1 0-1,-1 1 1,3 16 392,-3-14-182,12 72 1193,11 55-713,-18-113-756,-1-1 0,2 0 0,0 0 0,1 0 0,13 21 0,-18-34-33,0 0 0,0-1 0,0 1 0,0-1 1,0 0-1,1 0 0,-1 0 0,1 0 0,-1 0 1,1 0-1,0-1 0,-1 1 0,7 1 0,-1-1-495,-1 0 0,1-1 0,0 0-1,11 1 1,12-2-3421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51.2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284 13 1320,'0'0'9590,"11"1"-9439,-10-1-363,33 2 1091,-26-3-1,-25-3-459,0 0-218,-1 1-1,1 1 0,-1 1 0,0 1 0,1 0 0,-1 1 0,-20 4 0,29-3-99,1 1 1,-1-1-1,1 1 1,0 1-1,0-1 0,0 1 1,1 1-1,-1-1 1,1 2-1,0-1 1,0 1-1,1-1 0,0 2 1,0-1-1,0 1 1,-5 8-1,6-8-50,1 0-1,1 1 1,-1-1-1,1 1 0,1-1 1,-1 1-1,1 0 1,1 0-1,-1 0 1,1 0-1,1 0 1,0 10-1,0-13-47,0 1 0,1-1-1,0 0 1,0 0 0,0 1 0,1-1-1,-1 0 1,1 0 0,0 0 0,1 0-1,0-1 1,-1 1 0,1-1 0,1 1-1,-1-1 1,1 0 0,-1 0 0,8 5-1,2-1-81,0 0 0,0-1 0,0-1-1,1 0 1,0-1 0,0 0 0,0-1 0,0-1-1,19 2 1,0-2-925,0-1-1,66-5 0,-34-8-1809,-17-7-1887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51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0 124 4721,'0'0'10258,"238"-90"-11250,-176 72-968,-7 2-2761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51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54 326 928,'0'2'14953,"0"-6"-14382,-2-10-462,0 0 0,0-1 1,-1 1-1,-1 0 1,-8-21-1,6 19-112,0 0-1,2 0 1,0 0-1,-3-26 0,7 30-3,-1 5-3,1 0 0,-1 0 0,2 0 0,-1 0 0,3-13 1,-2 18-31,0 0 0,-1 0 0,1 0 0,0 0 0,0 0 0,1 1 0,-1-1 0,0 0 0,1 1 0,-1-1 0,1 1 0,-1-1 0,1 1 0,-1-1 0,1 1 0,0 0-1,0 0 1,0 0 0,0 0 0,0 0 0,0 1 0,0-1 0,0 1 0,2-1 0,28-4-1446,0 2-1,0 1 0,0 1 1,42 6-1,-40 0-946,-5 1-1732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2:52.3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0 864,'0'0'12771,"62"124"-12059,-52-90-96,1 4-200,-1-4-104,4-3-296,-4-6-32,14-7-96,-7-8-1176,1-7-2977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3:03.2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22 1640,'0'0'14235,"0"-22"-12818,-3 22-161,0 0-1056,-1 0-200,1 0 0,-1 0-256,-3 19-752,4 3-1201,-4-4-2912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3:05.0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63 1 3937,'0'0'10505,"22"5"-10259,73 18-179,-90-22-45,1 1 0,0 0 0,0 0 0,-1 0 0,1 0 0,-1 1 1,0 0-1,1 0 0,-1 0 0,-1 1 0,1 0 0,0 0 0,-1 0 0,0 0 0,0 1 0,0-1 0,-1 1 0,1 0 0,4 11 0,-5-5 75,0 1-1,0 0 0,-2 0 0,1 0 1,-1 0-1,-1 1 0,-2 16 1,2 6-174,-13-36 126,-17-5 11,0 1-1,-1 1 0,1 2 1,-1 1-1,-34 3 0,62-1-39,0-1-1,0 0 0,1 1 0,-1 0 1,0-1-1,1 1 0,-1 0 0,1 1 1,-1-1-1,1 0 0,0 1 0,-1-1 1,1 1-1,0 0 0,0-1 0,0 1 1,0 0-1,-2 3 0,2-1 2,0 0 0,1 0 0,-1-1 0,1 1 0,0 0 0,0 0 0,0 0 0,0 1 0,1-1 0,0 0 0,0 6 0,0-8-25,1 1 0,-1 0 0,1 0 0,0 0 0,0 0 1,0-1-1,1 1 0,-1 0 0,0-1 0,1 1 0,0-1 0,0 0 0,-1 1 0,1-1 1,1 0-1,-1 0 0,0 0 0,0-1 0,1 1 0,-1 0 0,1-1 0,0 1 0,-1-1 0,6 2 1,5 2-70,1-1 1,-1 0 0,1-1-1,16 3 1,4-2-1054,0-2 0,1-1 0,45-5 1,-33-4-2976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3:05.4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4673,'0'0'11317,"14"10"-11258,-10-8-59,8 6-7,0 0-1,-1 1 1,0 0-1,0 1 1,-1 0-1,-1 1 1,1 0 0,13 21-1,-18-22-30,0 0-1,0 0 0,-1 0 1,-1 0-1,0 0 1,0 1-1,-1 0 1,0 0-1,0-1 1,-1 17-1,9-38 310,-3-6-256,0-2 74,2-1 1,0 1-1,19-29 1,-24 42-74,0 1 0,0 0 1,1 0-1,0 0 0,0 0 1,0 1-1,1 0 1,-1 0-1,1 0 0,0 1 1,0 0-1,0 0 0,1 1 1,-1-1-1,13-2 1,-12 4-16,-1-1 0,1 1 0,0 1 0,0-1 1,0 1-1,0 0 0,0 1 0,0-1 1,-1 1-1,1 1 0,9 2 0,-12-2 5,0 0 0,0 1-1,0-1 1,0 1-1,-1 0 1,0 0 0,1 0-1,-1 0 1,0 0-1,0 1 1,-1 0 0,1-1-1,-1 1 1,0 0-1,0 0 1,0 0 0,0 0-1,1 6 1,1 6-4,-1 0 1,0 0-1,-1 0 0,0 17 0,-1-14-508,1 1 0,5 20 0,-6-39 293,-1 1 0,1-1 1,-1 0-1,1 0 0,0 0 0,0 0 0,-1 0 1,1 0-1,0 0 0,0-1 0,0 1 1,0 0-1,0 0 0,0-1 0,0 1 0,0 0 1,0-1-1,0 1 0,1-1 0,-1 0 1,0 1-1,0-1 0,0 0 0,1 0 0,-1 1 1,0-1-1,0 0 0,1 0 0,-1-1 1,0 1-1,0 0 0,0 0 0,1 0 0,-1-1 1,0 1-1,0-1 0,0 1 0,0-1 1,2 0-1,13-12-2841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3:05.8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121 216 5217,'0'0'10261,"25"22"-9728,81 67-119,-103-86-391,1-1 0,-1 1 1,1-1-1,0 0 0,-1 1 0,1-2 1,0 1-1,1 0 0,-1-1 0,0 0 0,0 0 1,1 0-1,-1 0 0,0-1 0,1 0 1,-1 0-1,0 0 0,1 0 0,-1-1 1,0 1-1,1-1 0,6-3 0,-6 3-13,2-1 34,0-1-1,0 0 1,0 0 0,0-1-1,-1 0 1,1 0 0,-1 0 0,0-1-1,0 0 1,-1 0 0,0 0-1,0-1 1,0 0 0,0 0 0,-1 0-1,0 0 1,4-9 0,-3 3 185,1 0 0,-2-1 0,0 0 0,0 0-1,-1 0 1,-1 0 0,0-1 0,0-22 0,-2 30-106,0-1-1,0 1 0,0 0 1,-1-1-1,0 1 0,-1 0 1,-3-11-1,3 15-104,1-1 0,-1 0 0,0 1 0,1-1 0,-1 1 0,-1 0 0,1-1 0,0 1 0,-1 0 0,1 0 0,-1 1 0,1-1 0,-1 0 0,0 1 0,0-1 0,-5-1 0,-7-1-47,0 0 0,-1 1 0,1 1 0,-1 1 0,1 0 1,-1 0-1,1 2 0,-1 0 0,1 1 0,-1 0 1,1 1-1,0 1 0,0 0 0,-24 11 0,26-8-299,1-1-1,0 2 1,0-1 0,1 2-1,0 0 1,0 0-1,1 1 1,0 0-1,0 1 1,2 0-1,-1 0 1,1 1-1,1 0 1,0 0-1,1 1 1,0 0-1,1 0 1,0 0-1,-2 15 1,-3 25-5441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1.9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1328,'0'0'10536,"8"19"-9831,-4-8-570,5 10 170,-1 1 1,-2 0-1,0 0 1,5 39-1,-3 50 860,8 59 100,-12-144-1152,1 1 0,1-1-1,1-1 1,14 31 0,-17-46-114,1 0 0,0 0 0,1-1 0,0 1 0,0-1 0,1-1 1,0 1-1,0-1 0,1 0 0,0-1 0,1 0 0,0 0 0,0-1 0,0 0 0,1 0 0,-1-1 0,2-1 0,-1 0 0,0 0 1,1-1-1,-1 0 0,1-1 0,0 0 0,0 0 0,21-1 0,-20-1 15,2 1-237,0-1 0,0-1 0,1 0 0,-1-1 0,0 0 0,0-1 0,24-9 0,45-23-4008,-54 22-888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2.2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8042,'0'0'8722,"138"-40"-8682,-100 40-40,3 0-721,4 3-967,-10 3-1185,-11 0-4528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2.6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81 8890,'0'0'8354,"187"-71"-8354,-125 61-16,31 10-985,-21 0-991,-6 0-2161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2.9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59 413 10642,'0'0'8218,"56"-108"-8074,-29 64-136,4-6 48,0 4-48,-3 2-8,-4 4-224,-10 9-960,-11 9-673,-3 7-751</inkml:trace>
  <inkml:trace contextRef="#ctx0" brushRef="#br0" timeOffset="1">1 0 10426,'0'0'9722,"65"115"-9578,-20-74-56,3-1-88,4-3-48,0-3-208,0-6-984,3 3-1184,-10-9-1561,-11-3-2113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3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1 3809,'0'0'14158,"-2"4"-13966,-2 5-134,1 1 0,0-1 0,0 1 0,1-1 0,0 1 0,0 16 0,2 69-40,0-48-8,0-41-21,0 0-1,1 0 1,-1 0-1,1-1 1,0 1-1,0 0 1,1 0-1,-1-1 1,1 1-1,1-1 1,-1 0-1,6 9 1,-5-11-33,0 1 1,1-1 0,-1 0 0,1 0-1,-1 0 1,1 0 0,0-1-1,0 0 1,1 1 0,-1-1 0,0-1-1,1 1 1,-1-1 0,1 0-1,-1 0 1,9 1 0,-1 0-398,0 0 0,0-1 1,0 0-1,0-1 0,1-1 0,-1 0 0,0 0 1,0-1-1,0-1 0,0 0 0,-1-1 1,1 0-1,13-7 0,4-5-3358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3.6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 9706,'0'0'8234,"48"-3"-8194,-14 3-40,1 0-8,3-3-336,10-3-1321,-13-4-711,-11 4-1473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4.0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75 11899,'0'0'6489,"148"-74"-7457,-100 74-1433,-6 0-2992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4.3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1 268 12163,'0'0'6544,"0"-6"-6536,-1-11-169,1 1 1,1-1-1,1 0 0,0 1 1,1-1-1,1 1 1,0 0-1,2 0 1,8-19-1,-10 27 93,0 0 0,1 1 1,0 0-1,1 0 0,10-11 0,-15 17 60,0-1 0,0 1-1,0 0 1,1 0 0,-1 0 0,0 0-1,1 1 1,-1-1 0,0 0-1,1 0 1,-1 1 0,1-1 0,-1 1-1,1 0 1,-1-1 0,1 1-1,-1 0 1,1 0 0,-1 0 0,1 0-1,-1 0 1,1 0 0,0 0-1,-1 0 1,1 1 0,-1-1 0,1 1-1,-1-1 1,0 1 0,1-1 0,-1 1-1,1 0 1,-1 0 0,0 0-1,0 0 1,1 0 0,-1 0 0,0 0-1,0 0 1,0 0 0,0 0-1,1 2 1,5 8-13,0 1 0,-1 0 0,0-1 0,5 19 1,-7-18 15,1 0 1,0-1 0,1 1 0,0-1 0,10 13 0,-16-24 1,1 1 1,-1-1-1,0 0 1,1 1-1,-1-1 1,0 0-1,1 1 1,-1-1-1,1 0 1,-1 0-1,0 1 1,1-1-1,-1 0 1,1 0-1,-1 0 1,1 0-1,-1 0 1,1 0-1,-1 1 1,1-1 0,-1 0-1,1 0 1,-1-1-1,0 1 1,1 0-1,-1 0 1,1 0-1,-1 0 1,1 0-1,-1 0 1,1-1-1,-1 1 1,0 0-1,1 0 1,-1-1-1,1 1 1,-1 0-1,0 0 1,1-1-1,-1 1 1,0 0-1,1-1 1,-1 1-1,0-1 1,0 1-1,1 0 1,-1-1-1,0 1 1,0-1-1,0 1 1,0-1-1,1 0 1,10-27 42,-10 24-46,5-12 18,0 0 16,0 0-1,1 0 1,14-24-1,-19 37-26,0 0-1,0 0 0,1 0 1,-1 0-1,1 0 1,0 0-1,-1 1 0,2-1 1,-1 1-1,0 0 1,0 0-1,1 0 0,-1 0 1,1 1-1,-1-1 1,1 1-1,-1 0 1,1 0-1,0 0 0,0 1 1,5-1-1,-4 1-5,-1 1-1,0-1 0,1 1 1,-1 1-1,0-1 0,0 0 1,0 1-1,0 0 0,0 0 1,0 0-1,0 0 0,-1 1 1,1 0-1,-1-1 1,1 1-1,-1 0 0,0 1 1,-1-1-1,1 0 0,0 1 1,-1 0-1,0-1 0,0 1 1,2 6-1,6 12 10,-1 1 0,-2-1 0,7 33 0,-8-29-32,1 7-117,5 21 139,-11-51-52,0 1-1,0-1 1,1 0 0,-1 0 0,1 1 0,0-1-1,-1 0 1,2 0 0,-1-1 0,0 1-1,3 3 1,9 0-1842,0-4-2061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4.7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9738,'0'0'7562,"41"171"-7226,-37-131-328,-1 0 40,-3-2-48,0-7-240,0-6-913,0-10-1063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5.0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0 440,'0'0'14721,"21"5"-14657,67 20-54,-84-24-13,-1 1 0,0-1 0,0 1 0,0-1-1,0 1 1,0 0 0,0 0 0,-1 1 0,1-1 0,-1 0 0,1 1-1,-1 0 1,0-1 0,0 1 0,0 0 0,-1 0 0,1 0-1,2 7 1,-2-3-49,0 0-1,-1 1 1,0-1-1,0 1 1,-1 13-1,0-16-12,0 1 12,1 0 0,-1 1 0,-1-1 0,1 0 0,-1 0 0,0 0 0,-1 0 0,1 0-1,-1 0 1,0 0 0,-1 0 0,1 0 0,-1-1 0,0 1 0,-1-1 0,1 0 0,-1 0 0,0 0 0,-7 5 0,-7 9-1033,-2-1 1,-27 19 0,26-23-2616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5.4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1512,'0'0'14505,"0"19"-14427,0 148 80,-1-118-113,2 53-33,0-100-28,-1 0 0,1 0 0,0-1 0,0 1 0,0 0 0,-1-1 0,2 1 0,-1-1 0,0 1 0,0-1 0,0 0 0,1 1 0,-1-1 0,0 0 1,1 0-1,-1 0 0,1 0 0,0 0 0,-1 0 0,1 0 0,0-1 0,-1 1 0,1 0 0,0-1 0,0 0 0,0 1 0,-1-1 0,1 0 0,0 0 0,3 0 0,3 0-208,0 1 0,1-2 0,-1 1 0,0-1 0,0 0 0,9-3 0,62-32-4202,-46 19 158</inkml:trace>
  <inkml:trace contextRef="#ctx0" brushRef="#br0" timeOffset="1">329 292 928,'0'0'10524,"6"-1"-9532,0 1-719,-1-1 0,1 1 0,0 0 0,0 0 0,0 0 0,-1 1 1,1 0-1,0 0 0,-1 1 0,1 0 0,-1 0 0,8 3 0,-3 1-185,0-1 1,1-1-1,0 0 0,-1 0 0,1-1 0,1 0 1,21 2-1,-8-3 49,0-2 0,40-3-1,-57 2-108,-1 0 0,1 0 0,0-1 0,-1 0 0,1 0 0,-1-1 0,0 0 0,0 0 0,0-1 0,0 0 0,-1 0 0,1-1 0,-1 1 0,0-1 0,-1-1 0,1 1 0,-1-1 0,0 0 0,0 0 0,-1-1 0,0 1 0,0-1 0,0 0 0,-1 0 0,0 0 0,0 0 1,-1-1-1,0 1 0,0-1 0,-1 0 0,1-9 0,-2 10 69,0 1 1,-1-1 0,1 1 0,-1-1-1,0 1 1,-1 0 0,0 0 0,0-1 0,-4-9-1,3 12-69,0 1 0,1-1-1,-1 0 1,0 1 0,-1 0-1,1 0 1,0 0-1,-1 0 1,0 0 0,0 1-1,0-1 1,0 1 0,0 0-1,-6-2 1,3 2-41,0-1-1,0 1 1,0 1 0,0-1 0,0 1 0,-1 1-1,1-1 1,0 1 0,-11 1 0,14 0-58,0 0 1,0-1-1,0 2 0,0-1 1,0 0-1,0 1 1,0 0-1,0 0 0,1 0 1,-1 0-1,1 1 1,-1-1-1,1 1 0,0 0 1,0 0-1,0 0 0,-4 7 1,-3 7-1022,1 1-1,0 0 1,2 0 0,-9 29 0,4 6-5938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6.7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10658,'0'0'6450,"35"3"-6348,111 12-84,-141-14-21,0-1 0,-1 1-1,1 0 1,-1 0 0,0 1 0,1-1 0,-1 1 0,0 0 0,0 0 0,0 0 0,0 1 0,0-1 0,0 1 0,-1 0-1,1 0 1,-1 0 0,0 1 0,0-1 0,0 1 0,-1 0 0,4 6 0,0-1-35,-1 0-74,0 0 0,-1 0-1,0 1 1,-1-1-1,0 1 1,0 0 0,-1 0-1,-1 0 1,1 0 0,-1 0-1,-1 1 1,0-1-1,-1 0 1,-3 20 0,3-28 140,1 0 0,-1 0 0,0 0 0,0 1 0,-1-1 0,1 0 0,0-1 0,-1 1 0,1 0 0,-1 0 0,0 0 0,1-1 0,-1 1 0,0-1 0,0 0 0,0 1 0,0-1 0,0 0 0,0 0 0,-1 0 0,1 0 0,0-1 0,0 1 0,-4 0 0,5-1 461,4-1-523,28-4 12,-11 1 17,0 1 0,1 1-1,31 1 1,-46 1-14,-1 0 0,0 1 0,0 0 0,0 0 0,0 0-1,0 1 1,0-1 0,0 1 0,0 0 0,0 1 0,-1-1 0,1 1 0,-1 0 0,0 0 0,0 1 0,0-1 0,0 1 0,-1 0 0,5 5-1,-3 1-19,0 0-1,0 1 0,-1 0 1,0 0-1,-1 0 0,0 0 0,-1 0 1,0 1-1,-1-1 0,0 0 0,-1 1 1,0-1-1,-4 23 0,3-27 87,-1-1-1,0 0 0,0 0 1,0 0-1,-1 0 1,0 0-1,0-1 0,0 1 1,-1-1-1,0 0 0,0 0 1,0 0-1,0 0 1,-1-1-1,0 0 0,0 0 1,0 0-1,-1 0 1,1-1-1,-1 0 0,1 0 1,-1-1-1,-7 3 0,-5 1-101,-1 0-1,0-1 0,0-1 0,0-1 1,0 0-1,-28-1 0,14-2-2084,5 0-2748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47.7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159 1261 856,'0'0'11461,"-5"-14"-10831,3 9-572,-4-12 168,0-1-1,1 0 0,1 0 1,-3-25-1,-7-102 653,-78-578-198,85 679-702,1 0 0,1-69 1,6 112 21,0-1 1,0 1-1,0-1 1,0 1-1,0-1 1,0 1-1,0-1 1,1 1-1,-1 0 1,0 0-1,1 0 1,-1 0-1,1 0 1,-1 0-1,1 0 1,3-1-1,31-15 10,-34 17-10,15-5 32,0 0 1,0 2-1,1 0 0,-1 1 0,1 1 0,0 0 0,24 4 0,3-2 58,815-1 225,-640 15-825,-181-15 832,-37 0-305,-1 0 0,1 0-1,0-1 1,-1 1 0,1-1 0,0 1 0,-1-1-1,1 0 1,-1 0 0,1 1 0,-1-1 0,0 0-1,1 0 1,-1 0 0,0-1 0,1 1-1,-1 0 1,0 0 0,2-4 1490,-12 290-1199,0-1-267,9 222-126,0-505 89,0 0 1,0 0 0,-1 0 0,1 0 0,0 0 0,-1 0-1,1 0 1,-1 0 0,1-1 0,-1 1 0,0 0 0,1 0-1,-1 0 1,0-1 0,1 1 0,-1 0 0,0 0 0,0-1-1,0 1 1,0-1 0,-1 1 0,-25 12 52,18-10-30,-44 18 104,-1-3 0,-1-3 0,-1-2 0,-113 12 0,-229-12 398,374-13-515,12 1-4,0-1 1,-1-1-1,1 0 0,0-1 1,0 0-1,-23-8 1,31 8-209,0 1 0,1-1 1,-1-1-1,1 1 0,-1 0 1,1-1-1,0 0 1,0 0-1,0 0 0,0 0 1,1 0-1,-1 0 0,1-1 1,0 1-1,0-1 0,0 0 1,0 0-1,1 1 0,-1-1 1,1 0-1,0 0 1,-1-8-1,0-18-6290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6.4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42 198 8618,'0'0'6241,"4"29"-6205,18 96 31,-20-118-62,0 0 1,1 0-1,0 0 0,1 0 1,-1-1-1,1 1 1,0-1-1,1 0 0,-1 0 1,1-1-1,1 1 0,-1-1 1,1 0-1,-1-1 1,1 1-1,1-1 0,-1 0 1,1-1-1,-1 0 1,13 5-1,-13-5 3,5 1 7,0 0-1,1 0 0,-1-1 1,1 0-1,-1-1 0,1-1 1,0 0-1,17 0 1,-26-1-12,0 0 0,0-1 0,0 1 0,0-1 0,0 0 0,0 1 1,0-1-1,0-1 0,0 1 0,0 0 0,-1-1 0,1 1 0,0-1 1,-1 0-1,1 0 0,-1 0 0,0 0 0,0-1 0,0 1 0,0 0 0,0-1 1,0 1-1,0-1 0,-1 0 0,1 0 0,-1 0 0,0 0 0,0 0 1,0 0-1,0-4 0,3-10 18,-1 0 0,-1 0 0,-1 0 0,-1-22 1,0 30-27,0-4 10,0-1-1,0 1 1,-2 0-1,0-1 1,0 1-1,-1 0 1,-1 0-1,0 1 1,-1-1 0,0 1-1,-1 0 1,0 0-1,-1 1 1,0 0-1,-1 0 1,0 0-1,-1 1 1,0 0-1,0 1 1,-1 0-1,0 1 1,-23-15-1,22 17-10,0 1 1,0 0-1,-1 0 0,1 1 0,-1 1 0,0 0 1,0 1-1,-22-2 0,30 3-81,0 1 0,0 0 0,0 0 1,0 0-1,0 0 0,0 1 0,0 0 0,0 0 1,0 0-1,0 0 0,0 0 0,1 1 0,-1 0 1,1 0-1,-1 0 0,1 0 0,0 0 0,-1 1 1,1-1-1,0 1 0,1 0 0,-1 0 0,1 0 1,-1 0-1,1 1 0,0-1 0,0 1 0,0-1 1,0 1-1,-1 5 0,0 5-815,1-1 0,0 0-1,0 15 1,1 39-5748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6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96,'0'0'8376,"7"34"-7025,45 219 142,-22-108-504,20 237 1,-51-370-982,1-9-6,-1 0 0,1-1 0,1 1 0,-1 0 0,0 0 0,1 0 0,-1 0 0,1 0 0,1 3 0,4-29 173,-2-11-135,1 1 0,12-38 1,-14 59-39,1 1 0,0-1 1,1 1-1,0 0 0,1 0 0,1 0 1,-1 1-1,1 0 0,14-14 1,-18 21-6,0 0 1,1 0 0,-1 1-1,1-1 1,-1 1 0,1 0-1,0 1 1,0-1-1,0 0 1,0 1 0,0 0-1,0 0 1,0 0 0,1 1-1,-1-1 1,0 1 0,0 0-1,1 0 1,-1 0 0,0 1-1,0 0 1,0 0 0,0 0-1,1 0 1,-1 0 0,-1 1-1,1 0 1,0 0 0,0 0-1,-1 0 1,1 0 0,-1 1-1,1 0 1,-1-1 0,0 1-1,3 4 1,2 6 9,-1 0 1,-1 0-1,0 0 1,0 1-1,-1 0 1,-1 0-1,-1 0 1,0 0-1,0 1 1,-2-1-1,1 1 1,-2 0-1,0-1 0,-3 19 1,3-29-3,-1 0 0,1 0 0,-1 0 0,0 1 0,-1-1 0,1-1 0,0 1 0,-1 0 0,0 0 0,0 0 0,0-1 0,-1 1 0,1-1 0,-1 0 0,0 0 0,1 0-1,-1 0 1,-1 0 0,1-1 0,-6 5 0,2-4-39,0 1 0,-1-1 0,1-1 0,-1 1 0,1-1 0,-1-1 0,0 1 0,0-1 1,1 0-1,-11-1 0,15 0-128,1-1 0,-1 1 0,0 0 0,0-1 0,1 0 0,-1 0 0,0 1 0,1-2 1,-1 1-1,1 0 0,-1 0 0,1-1 0,0 0 0,0 1 0,-1-1 0,1 0 0,0 0 0,1 0 1,-1 0-1,0 0 0,0-1 0,1 1 0,0 0 0,-1-1 0,1 1 0,0-1 0,-1-3 1,-18-43-7016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7.2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1 600,'0'0'10042,"38"161"-8713,-18-89-153,1 15-280,0 6-416,-1 3-400,-6-3-80,0 10-128,-7-26-1048,-4-21-2033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7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85 9466,'0'0'2881,"203"-47"-2833,-103 32-48,-17 2-1001,-14 4-2007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7.9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62 244 1480,'0'0'9716,"19"-31"-10690,57-98 163,-74 126 774,0-1 0,0 1 0,0-1 0,-1 0 0,0 0 0,1 0 0,-1 0 0,-1 0 0,1 0-1,0-5 1,-1 8 37,0 0-1,-1-1 0,1 1 0,0 0 1,0 0-1,-1 0 0,1 0 0,0 0 0,-1 0 1,1 0-1,-1 0 0,1 0 0,-1 0 1,0 1-1,1-1 0,-1 0 0,0 0 1,0 0-1,0 1 0,0-1 0,1 1 1,-1-1-1,-1 0 0,-3-1 34,1 1 0,-1 0 0,0 0 1,1 1-1,-1-1 0,0 1 0,1 0 0,-1 0 0,-8 2 0,7-1-16,2-1 21,0 1 1,0 0 0,0 0-1,0 0 1,0 0-1,0 1 1,1-1 0,-1 1-1,1 0 1,-1 0-1,1 0 1,0 1 0,-1-1-1,1 1 1,1 0 0,-1 0-1,0 0 1,1 0-1,-1 0 1,1 0 0,0 1-1,0-1 1,0 1-1,-2 5 1,0 3 98,1 0 0,0 0 0,0 1 0,2-1 0,-1 0 0,1 21 0,1-26-115,1 0 1,0 0-1,0-1 0,1 1 1,0-1-1,0 0 1,0 1-1,1-1 0,0 0 1,0 0-1,0 0 0,1-1 1,0 1-1,0-1 0,0 0 1,1 0-1,0 0 0,0-1 1,0 0-1,0 0 1,1 0-1,-1 0 0,1-1 1,10 4-1,-3-1-16,0-1 0,1 0 0,-1-1 1,1-1-1,0 0 0,0 0 0,0-2 0,0 0 1,0 0-1,28-4 0,-35 1-2,0 0 0,0 0 0,0-1 0,-1 0 0,1 0 0,-1 0 0,0-1 0,0 0 0,0 0 0,0-1 0,-1 0 0,0 0 0,0 0 1,0 0-1,-1-1 0,1 0 0,4-9 0,9-15 67,-2-1 1,17-44-1,-20 45 66,-9 20-13,0 0 0,1 1 0,0 0 1,1 0-1,0 0 0,9-10 0,-13 17-94,1-1 0,0 1 0,-1 0 0,1 0 0,0 0 0,0 1 0,0-1 0,0 1 0,0-1 0,1 1 0,-1 0 0,0 0 0,1 1 0,-1-1 0,0 1 0,1-1 0,-1 1 0,1 0 1,-1 0-1,1 1 0,-1-1 0,0 1 0,4 1 0,-4-2-1,0 1 0,0 0 0,-1 1 0,1-1 0,0 0 0,-1 1 0,0 0 0,1-1 0,-1 1 0,0 0 0,0 0 0,0 0 0,0 1 0,0-1 0,1 3 0,21 42 234,-16-31-166,35 91 201,-27-63-1764,37 68 0,-35-81-5325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8.3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165 0 11602,'0'0'5462,"18"18"-5394,59 57-60,-72-69-62,0 0 1,-1 1-1,1-1 1,-1 1 0,0 0-1,-1 0 1,0 1-1,0-1 1,-1 1 0,3 10-1,-3-2-182,0-1-1,-1 1 1,-2 20 0,0-8 44,1-27 180,0 1 1,0-1-1,0 0 0,0 0 0,0 0 0,-1 0 0,1 1 1,0-1-1,-1 0 0,1 0 0,-1 0 0,1 0 0,-1 0 0,0 0 1,1 0-1,-1 0 0,0 0 0,0 0 0,1-1 0,-1 1 1,0 0-1,0 0 0,0-1 0,0 1 0,0-1 0,-2 2 0,-1-1-38,0 0 0,0 0 0,0 0 0,1-1 0,-1 1 0,0-1-1,0 0 1,-6 0 0,-3-2-65,0 0-1,0 0 1,0-1-1,-15-6 1,11 2 386,0 0 0,0 1 0,0 2 0,-1-1 1,1 2-1,-36-3 0,52 7-252,1-1 1,-1 0-1,0 0 1,1 1-1,-1-1 0,1 1 1,-1-1-1,0 0 1,1 1-1,-1-1 1,1 1-1,0-1 0,-1 1 1,1-1-1,-1 1 1,1 0-1,0-1 1,-1 1-1,1-1 1,0 1-1,0 0 0,-1-1 1,1 1-1,0 0 1,0-1-1,0 1 1,0 0-1,0-1 1,0 1-1,0 0 0,0-1 1,0 1-1,0 0 1,1 0-1,3 27 49,-1-24-80,-1 1 0,1 0 1,0-1-1,0 0 0,1 1 0,-1-1 0,1 0 1,0-1-1,0 1 0,1-1 0,-1 0 0,1 0 1,-1 0-1,1 0 0,0-1 0,0 0 0,10 3 1,11 3-690,0-1 0,33 4 1,-49-9 235,50 5-3811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8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252 35 936,'0'0'13387,"-183"-35"-12219,152 51-440,11 24-271,6 19-257,10 13-80,4 11-104,0 11-8,11 5-8,9 3-504,-2 19-697,-4-21-1759,-14-23-5626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9.0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1 271 3809,'0'0'9774,"38"-5"-9537,127-16-185,-113 16-165,-19 2-403,0-1 0,36-10-1,-58 11 327,0-1-1,-1 0 1,0-1-1,0-1 1,0 1-1,-1-1 1,1-1-1,14-14 1,-19 17 73,0-1 1,0 0-1,-1 0 1,0-1-1,0 1 1,0-1 0,0 0-1,-1 0 1,0 0-1,-1-1 1,1 1-1,2-11 1,-3 5 712,0 0 0,-1-1 0,0-16 0,-1 29-531,0 0-1,0 0 1,0-1-1,0 1 1,0 0-1,0-1 0,0 1 1,0 0-1,0-1 1,0 1-1,0 0 1,0 0-1,-1-1 1,1 1-1,0 0 0,0-1 1,0 1-1,0 0 1,-1 0-1,1-1 1,0 1-1,0 0 0,0 0 1,-1 0-1,1-1 1,0 1-1,0 0 1,-1 0-1,1 0 0,0 0 1,0 0-1,-1-1 1,1 1-1,0 0 1,-1 0-1,1 0-32,-1 0 0,1 1 0,-1-1 0,1 0 0,0 0 0,-1 0 0,1 1 0,-1-1 0,1 0 0,0 1-1,-1-1 1,1 0 0,0 0 0,-1 1 0,1-1 0,0 1 0,0-1 0,-1 0 0,1 1 0,0-1 0,0 1 0,0-1 0,-1 1 0,1-1 0,0 0 0,0 1 0,0-1 0,0 1-1,-2 9 17,1 0-1,-1-1 1,2 1-1,-1 0 1,2 0-1,-1 0 0,1-1 1,1 1-1,4 16 1,-4-20-51,0 0 1,1 0 0,0-1-1,0 1 1,0-1 0,1 1-1,-1-1 1,1 0 0,1-1-1,-1 1 1,1-1 0,-1 1-1,1-1 1,1-1 0,-1 1 0,7 3-1,-3-3-107,0 0-1,0-1 0,1 0 0,-1-1 1,1 1-1,0-2 0,-1 0 1,1 0-1,13 0 0,-16-1-6,-1-1 0,0 1 0,0-1 0,0 0-1,1-1 1,-1 1 0,0-1 0,-1 0 0,1-1-1,0 1 1,-1-1 0,1 0 0,-1-1 0,0 1-1,7-7 1,-4 1 55,-1 1-1,-1-1 1,0 0-1,0-1 1,-1 0-1,0 0 1,0 0-1,-1 0 1,3-15-1,-3 11 949,-1 0-1,-1 1 0,0-30 993,-2 44-1227,1 7-591,0-1 0,0 1 0,1-1 0,0 1 0,0-1 0,1 0 0,4 9 0,27 48-89,-24-47-381,1-1 1,1 0 0,0-1 0,1-1-1,0 0 1,28 22 0,-6-12-3120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9.4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0 640,'0'0'14946,"13"32"-14725,37 100-170,-23-46-13,-23-28 50,-4-57-85,10-29 223,-4-1-192,1 0-1,14-36 1,-18 56-33,1 1 1,0-1-1,1 1 0,-1 0 0,2 0 1,-1 1-1,1 0 0,0 0 0,1 0 0,-1 1 1,14-10-1,-18 14-4,1 0-1,-1 0 1,1 1 0,0-1 0,0 1-1,0 0 1,0 0 0,0 0 0,0 0-1,0 1 1,0-1 0,0 1 0,0-1-1,0 1 1,0 0 0,0 1 0,0-1-1,0 0 1,0 1 0,0 0 0,5 1-1,-5 0 4,1 0 0,-1 0-1,0 0 1,0 1 0,1-1 0,-2 1-1,1 0 1,0 0 0,0 0-1,-1 0 1,0 0 0,0 0 0,0 1-1,0-1 1,2 6 0,24 73 6,-24-66-52,0 1 0,2-1 0,0 0 0,0-1 0,2 1 0,0-2 0,1 1 0,11 14 0,-4-16-2339,0-11-3377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4:59.7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317 23 1408,'0'0'12707,"-21"-5"-11876,-8-2-456,-34-3-1,58 9-305,1 1 0,-1 0-1,1 1 1,-1-1-1,1 1 1,0 0-1,-1 0 1,1 0 0,0 0-1,0 1 1,0 0-1,0 0 1,0 0 0,0 0-1,0 1 1,1-1-1,-1 1 1,1 0-1,-1 0 1,-3 6 0,-1-1 149,-3 1-12,2 1-1,0 1 0,0 0 0,1 0 0,0 1 0,1 0 0,0 0 1,1 0-1,-6 17 0,7-12-107,0 1 0,1 0 1,1 1-1,1-1 0,0 1 0,2 26 1,0-39-98,1 0-1,-1 0 1,1 0 0,1 0 0,-1 0 0,1 0 0,0 0 0,0 0 0,0-1 0,1 1 0,0-1-1,0 1 1,1-1 0,-1 0 0,1-1 0,0 1 0,8 6 0,-5-5-110,0-1 0,1 0 1,-1-1-1,1 0 1,0 0-1,0-1 0,1 0 1,-1 0-1,1-1 0,-1 0 1,1 0-1,12 0 0,-8-1-384,-1-1 0,0 0 0,0-1 0,1 0 0,-1-1 0,0 0 0,0-1 0,0-1 0,-1 0 0,1 0 0,11-7 0,41-28-7695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0.1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 0 864,'0'0'13458,"18"27"-12906,8 9-371,77 117 623,-91-131-529,-10-17-207,1 0 0,0 1 0,0-1-1,0-1 1,0 1 0,1 0 0,5 4 0,-9-8 33,-6-18 106,0 10-182,1 0 1,-1 1-1,0 0 1,-1 0-1,1 0 1,-1 1-1,0 0 1,0 1-1,-1-1 1,1 1-1,-1 1 1,0-1-1,0 1 0,-1 1 1,1 0-1,0 0 1,-14-1-1,15 2 23,0 0 0,0 1 0,0 0 0,0 1 0,0-1 0,1 1 0,-1 1 0,0-1 0,0 1 0,1 0 0,-1 1 0,1 0 0,-1 0 0,1 0 0,0 1 0,0-1 0,1 1 0,-1 1 0,1-1 0,0 1 0,0 0 0,-5 7 0,5-4-3,0 1 0,0-1 0,1 1 0,0 0 0,1 1 0,0-1 0,0 0 0,1 1 0,1 0 0,-2 18 0,3-24-88,-1 0 0,1 0 0,0 0 0,1 0 0,-1 0 0,1 0 0,-1 0 0,1 0 0,0 0 0,1 0 0,-1 0 0,1-1 0,0 1 0,0-1 0,0 1 0,0-1 0,0 1 0,1-1 0,0 0 0,-1 0 0,1 0 0,0-1 0,1 1 0,-1-1 0,0 1 0,1-1 0,-1 0-1,8 2 1,9 1-686,-1-2 0,2 0 0,-1-1-1,0-1 1,27-3 0,17-3-3128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0.5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96 824,'0'0'13566,"1"34"-12758,6 108-61,-6-128-601,1-1 1,0 0-1,0 0 1,1 0 0,5 12-1,-5-19-80,0 0 0,0-1-1,0 0 1,1 1 0,-1-1 0,1-1-1,1 1 1,4 4 0,-6-6-80,1 0 1,-1-1 0,1 1 0,0-1-1,0 0 1,0 0 0,0 0-1,0 0 1,0-1 0,1 0-1,-1 1 1,0-2 0,1 1-1,-1 0 1,0-1 0,1 0 0,-1 0-1,1 0 1,-1-1 0,1 0-1,-1 1 1,0-2 0,1 1-1,-1 0 1,0-1 0,0 0 0,0 0-1,0 0 1,0 0 0,0 0-1,-1-1 1,1 0 0,-1 0-1,0 0 1,0 0 0,0 0 0,0-1-1,0 0 1,1-3 0,4-5-58,-1-1 0,-1 0 1,0 0-1,-1 0 0,-1-1 1,0 1-1,4-22 1,-4 0 104,0-64 1,-4 94-26,0 0 0,0 0 1,-1 0-1,0 0 0,0 0 1,0 0-1,0 1 1,-1-1-1,0 0 0,0 1 1,0-1-1,-1 1 1,1 0-1,-1 0 0,0 0 1,0 0-1,-1 1 1,1-1-1,-1 1 0,-4-4 1,1 2-247,0 1 1,0 1 0,0-1-1,0 1 1,0 0 0,-1 1-1,1 0 1,-1 0 0,0 1-1,0-1 1,1 2 0,-12-1-1,-13 1-3606,3-3-5138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0.8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567 131 14075,'0'0'5305,"175"-94"-5305,-137 79-344,-10 2-1616,-11 4-2049</inkml:trace>
  <inkml:trace contextRef="#ctx0" brushRef="#br0" timeOffset="1">159 826 12939,'0'0'5105,"-93"220"-4497,73-154-608,-1 11-144,7-18-2681,4-12-4320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1.2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12643,'0'0'6689,"111"174"-6641,-91-103 128,-6 7-176,-7-4 88,-3-5-88,-4-13-424,0-7-1080,0-18-777,-11-12-2312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1.5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142 0 10178,'0'0'4889,"151"100"-4873,-151-66 288,-27 0-216,-15 3 280,-9-6-8,-1-3 33,4-6-193,10-7-112,13-15-88,15 0-1241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1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1 366 384,'0'0'16120,"0"-9"-15960,0-220 172,0 223-331,0-1 1,1 1 0,-1 0 0,1 0 0,1 0-1,-1 0 1,1 0 0,0 0 0,1 0-1,-1 0 1,7-10 0,-6 13-7,0-1 0,0 1 1,0-1-1,0 1 0,1 0 0,-1 0 0,1 1 0,0-1 1,0 1-1,0 0 0,0 0 0,0 0 0,0 0 1,0 1-1,1-1 0,-1 1 0,7 0 0,7-1-364,0 2-1,-1 0 0,1 2 1,0-1-1,0 2 0,-1 1 1,0 0-1,19 7 0,16 3-2301,-16-6-2092</inkml:trace>
  <inkml:trace contextRef="#ctx0" brushRef="#br0" timeOffset="1">529 84 13083,'0'0'4785,"55"174"-4785,-17-140 0,17-6-1224,0-13-953,-10-5-1912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2.6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3345,'0'0'12838,"17"20"-12496,54 63-214,-67-78-119,1 0 0,-1 1 0,0-1 1,-1 1-1,0 0 0,0 0 0,0 0 0,0 0 0,-1 0 1,0 1-1,0-1 0,-1 1 0,0-1 0,1 12 1,-1-6 60,1 11 450,2-31 170,6-23-597,-1 12-115,0-1 1,2 2-1,0-1 0,22-25 1,-29 38-39,1 0 0,1 1 0,-1-1 1,1 1-1,0 0 0,0 0 0,0 1 1,1 0-1,-1 0 0,1 0 0,0 1 1,0 0-1,1 0 0,-1 1 0,1 0 0,8-1 1,-14 3 39,0 0 1,0 0 0,-1 0 0,1 0 0,0 0 0,0 1-1,0-1 1,0 0 0,0 1 0,-1 0 0,1-1-1,0 1 1,-1 0 0,1 0 0,0 0 0,-1 0-1,1 0 1,-1 1 0,1-1 0,-1 0 0,0 1 0,0-1-1,0 1 1,1-1 0,0 4 0,2 2 4,-1 1 0,0 0 0,-1 0 0,3 14 0,-2-9 9,11 66-8,4 17 504,-18-96-484,0 1 0,0-1 0,0 0 0,0 0 0,0 0 0,0 0 0,0 0 1,0 0-1,0 1 0,0-1 0,0 0 0,0 0 0,0 0 0,0 0 0,0 0 0,0 0 1,0 0-1,0 1 0,0-1 0,0 0 0,0 0 0,1 0 0,-1 0 0,0 0 1,0 0-1,0 0 0,0 0 0,0 0 0,0 0 0,0 0 0,0 1 0,1-1 0,-1 0 1,0 0-1,0 0 0,0 0 0,0 0 0,0 0 0,0 0 0,1 0 0,-1 0 1,0 0-1,0 0 0,0 0 0,0 0 0,0 0 0,0 0 0,0 0 0,1 0 0,-1-1 1,0 1-1,0 0 0,0 0 0,0 0 0,0 0 0,0 0 0,1 0 0,5-10 143,3-11-70,-1-5-294,1 0 0,1 1 0,2 0 0,19-32 0,-27 50 7,1 0 0,1 1 0,-1-1 0,1 1 0,0 0 0,1 1 0,-1 0 0,9-6 0,-10 9 68,0-1 0,-1 1 0,1 0 0,0 1-1,0-1 1,0 1 0,0 0 0,0 0 0,0 0 0,0 1 0,1 0 0,-1 0 0,0 0-1,8 2 1,-9-1 135,-1 0 0,0 1 0,0-1 0,0 1 0,0-1 0,0 1 0,0 0 0,0 0 0,-1 0 0,1 1 0,-1-1 0,1 1 0,-1-1 0,3 6 0,29 48 218,-19-30 53,-9-15-91,2 0-1,-1 0 0,1-1 1,0 0-1,1-1 1,18 16-1,-22-22-160,0 0 0,0 0 0,1 0-1,-1 0 1,1-1 0,0 0 0,0 0 0,0-1 0,0 0 0,0 0-1,0 0 1,0 0 0,0-1 0,0 0 0,0-1 0,8 0 0,-9 0-93,-1 0 1,0-1-1,1 1 1,-1-1-1,0 0 1,0 0 0,0 0-1,0 0 1,0-1-1,-1 0 1,1 0-1,-1 0 1,0 0-1,0 0 1,0 0-1,0-1 1,0 0 0,-1 1-1,1-1 1,-1 0-1,0 0 1,2-7-1,0-1 244,0 0 0,0 0 0,-2-1 0,1 1 0,-2-1 0,1-22 0,-2 32 797,0 17 617,0 5-1516,1 0 0,1 0 1,1-1-1,0 1 0,1-1 1,8 20-1,-8-27-90,1 0 0,0 0 0,0-1 1,2 0-1,-1 0 0,1 0 0,0-1 0,1 0 1,0 0-1,1-1 0,10 9 0,-13-13-72,0-1-1,0 1 1,0-1-1,0-1 1,0 1-1,1-1 1,-1 0-1,1 0 1,-1-1-1,13 2 1,-3-2-648,1-1 0,0-1 0,18-2 0,9-8-3823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2.9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6177,'0'0'9322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3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187 1 9618,'0'0'5489,"-4"164"-5265,18-89-48,3 9-128,0 6-48,-3-4 0,-7-8-520,-7 6-472,0-22-1312,0-19-3010</inkml:trace>
  <inkml:trace contextRef="#ctx0" brushRef="#br0" timeOffset="1">0 438 12899,'0'0'6193,"249"-3"-7865,-187 3-593,-11-9-4248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3.7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3753,'0'0'14827,"0"174"-14459,10-118-152,15-3-216,6-3-552,0-13-784,10-12-1881,-6-13-5545,-1-12 3465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4.0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0 190 11586,'0'0'5284,"21"31"-5201,65 96-35,-48-66 50,-34-54-86,0 0 0,1-1 0,0 1 1,0-1-1,7 7 0,-11-12-12,0 1 1,0-1-1,0 0 1,0 0-1,1 0 1,-1 0-1,0 0 0,0 0 1,1 0-1,-1 0 1,1 0-1,-1-1 1,1 1-1,-1-1 1,1 1-1,-1-1 1,1 1-1,-1-1 1,1 0-1,-1 0 1,1 0-1,0 0 1,-1 0-1,1 0 1,-1 0-1,1 0 1,0-1-1,-1 1 0,1-1 1,-1 1-1,1-1 1,-1 1-1,0-1 1,1 0-1,-1 0 1,1 0-1,-1 0 1,0 0-1,0 0 1,0 0-1,0 0 1,0 0-1,0-1 1,0 1-1,0 0 1,0-1-1,1-2 1,4-7-8,0 0 1,-1-1-1,-1 1 1,6-20-1,-10 31 7,17-64-15,-7 23-7,2 1 0,1 0-1,36-72 1,-46 106-204,1 0 0,-1 1 0,1 0 0,0 0 0,1 0 0,-1 0 0,1 1 0,0 0 0,0 0 0,1 0 0,-1 0 0,1 1 1,0 0-1,-1 0 0,9-2 0,-11 4 1,1 0 0,0 1 1,-1-1-1,1 1 1,0-1-1,0 1 0,0 1 1,-1-1-1,1 0 1,0 1-1,0 0 1,-1 0-1,1 0 0,0 0 1,-1 1-1,1-1 1,-1 1-1,0 0 1,1 0-1,-1 0 0,0 0 1,0 1-1,-1-1 1,1 1-1,0 0 0,2 3 1,77 100-49,28 65 7857,-104-158-5980,-12-18 304,-8-7-1933,6 7 51,1 0 0,-1 1 1,0 0-1,-1 0 0,1 1 0,0 0 0,-1 0 0,0 1 0,0 0 0,0 1 0,0 0 1,0 0-1,0 1 0,0 0 0,0 1 0,0 0 0,0 0 0,-15 5 0,17-4 11,1 1 1,0-1-1,0 1 0,0 0 0,1 0 0,-1 1 0,1 0 0,-1 0 1,1 0-1,1 0 0,-1 1 0,1 0 0,-1 0 0,1 0 0,1 0 1,-1 1-1,1 0 0,0 0 0,0-1 0,0 2 0,1-1 0,0 0 1,1 0-1,-1 1 0,1-1 0,-1 9 0,2-9-21,-1 0 0,1 0 0,0 1 0,1-1 0,-1 0 0,1 0 0,1 0 0,1 8 0,-1-10-15,-1-1 0,1 0 1,0 0-1,0 0 1,0 0-1,0 0 1,1-1-1,-1 1 1,1-1-1,-1 1 1,1-1-1,0 0 1,0 0-1,0 0 0,5 2 1,4 1-66,0 0-1,0-1 1,0 0-1,1-1 1,-1-1 0,1 1-1,22-1 1,-28-1-20,1-1 0,-1-1 0,1 1 0,-1-1 0,0 0 1,1-1-1,-1 0 0,0 0 0,0 0 0,0-1 0,0 0 0,-1-1 0,1 0 0,8-5 0,-6 0-460,0 0 0,-1 0 0,1 0 0,-2-1 0,1-1 0,-2 1 0,1-1 0,5-14 0,0-2-3227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4.7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490 415 1696,'0'0'16109,"-6"-2"-14769,-13-3-1121,1 2-1,-1 0 0,0 1 1,-1 1-1,1 1 0,0 0 0,0 2 1,0 0-1,0 1 0,0 1 0,-26 9 1,28-7-160,1 2 0,-1-1 1,1 2-1,0 0 0,1 1 1,0 0-1,1 2 0,-25 23 1,32-27-40,1 0 0,0 0-1,0 0 1,0 1 0,1 0 0,0 1 0,1-1 0,0 1 0,1-1 0,0 1 0,0 0-1,1 1 1,0-1 0,1 0 0,0 1 0,1 19 0,1-24-30,0 0 1,1-1-1,-1 1 0,1 0 1,0 0-1,1-1 1,-1 0-1,1 1 0,0-1 1,1 0-1,-1 0 1,1-1-1,0 1 1,0-1-1,0 1 0,1-1 1,0-1-1,0 1 1,-1-1-1,2 0 0,-1 0 1,0 0-1,1-1 1,-1 1-1,1-1 0,7 1 1,-5 0-6,1-1 0,0 0 1,-1-1-1,1 0 0,0 0 0,0-1 1,0 0-1,0 0 0,0-1 1,-1 0-1,1-1 0,0 0 0,-1 0 1,1-1-1,-1 0 0,0 0 0,14-8 1,-10 2 17,-1-1 1,-1 0-1,0 0 1,0-1-1,-1 0 1,0 0-1,-1-1 0,-1-1 1,0 1-1,0-1 1,-1 0-1,-1-1 1,0 1-1,5-24 1,-2-5-25,-1 0 1,-2-1 0,-1-71-1,-4 78-92,-9-241-1393,7 239 1513,2 24-277,0 12-240,0 4-366,5 55 263,1-1 1,22 83 0,-17-90 83,1 11-383,3 1 0,3-2 0,49 111 0,-59-156 499,-1 0-1,2-1 1,-1 0-1,21 21 0,-24-29-312,0 0-1,1 0 0,0-1 0,0 1 1,0-1-1,0-1 0,10 5 1,16-2-1001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5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260 1 3273,'0'0'12561,"5"31"-11985,30 151 467,-33-175-835,3 16 206,-7-17-105,-8-10 155,9 3-462,-8-7 4,-1 1 0,-1 0 0,1 0 0,-1 1-1,0 0 1,-1 1 0,1 0 0,-1 1 0,0 0 0,-20-3 0,25 6 31,-1 0 1,0 1 0,1 0-1,-1 0 1,1 1 0,-1 0-1,1 0 1,-1 1 0,1-1 0,0 2-1,-11 3 1,15-3 10,-1-1 0,1 0 0,-1 1 0,1 0 1,0 0-1,0 0 0,0 0 0,0 1 0,0-1 0,1 1 0,-1-1 0,1 1 1,0 0-1,1 0 0,-1 0 0,0 0 0,1 0 0,0 0 0,0 1 0,0-1 1,1 5-1,-2-3-24,2 0 0,-1 1 1,1-1-1,0 1 0,0-1 1,1 0-1,0 1 0,0-1 1,1 0-1,-1 0 0,1 0 0,0 0 1,1 0-1,0 0 0,4 7 1,-3-8-22,1 0 1,-1 0 0,1-1 0,0 1 0,0-1-1,1 0 1,-1 0 0,1-1 0,0 0-1,0 0 1,0 0 0,1-1 0,-1 0-1,10 2 1,-2 0-50,1-2 0,-1 0 0,1-1-1,0 0 1,0-1 0,-1 0 0,1-2-1,0 1 1,-1-2 0,1 0 0,-1-1 0,0 0-1,0-1 1,0-1 0,-1 0 0,18-11 0,15-13-675,6-4-1500,-16 19-3314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6.1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504 38 2401,'0'0'11673,"-29"-7"-11212,-95-20-170,118 26-270,1 0 1,-1 0-1,0 1 1,0 0 0,1 0-1,-1 0 1,0 1-1,0-1 1,1 1-1,-1 1 1,1-1-1,-1 1 1,1 0-1,-1 0 1,1 1-1,0-1 1,0 1 0,0 0-1,1 1 1,-1-1-1,1 1 1,-1 0-1,-6 9 1,3-2 43,0 1 1,1 0 0,0 0-1,1 1 1,0 0-1,1 0 1,-4 17-1,1 9 59,2 0 0,1 0 1,2 0-1,5 76 0,-1-39 6,8 228 74,-5-200-152,-3 140-172,-1-232-4,0 3-19,0 0 0,-4 24 0,4-36 81,-1 0 0,0 0 0,1 0 0,-1 0 0,0 0 0,0 0 0,0-1 0,-1 1 0,1 0 0,-1-1 0,0 1 0,1-1 0,-1 0 0,0 1 0,0-1 0,0 0 0,-1 0 0,1 0 0,-4 2 0,0-3-343,1 1 0,-1-1 1,1 0-1,-1-1 1,1 1-1,-1-1 0,1 0 1,-1-1-1,1 1 1,-1-1-1,1 0 0,-8-3 1,7 2-576,0-2 1,1 1 0,-1 0-1,1-1 1,-6-6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6.6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1 189 2441,'0'0'9747,"34"0"-9014,115 0-431,-106 0-240,-1-1 0,51-9 0,-77 6-189,0 0 1,0 0 0,-1-2-1,0 0 1,1 0-1,27-18 1,-41 23 131,1-1 0,0 1 1,0-1-1,-1 1 0,1-1 0,-1 0 1,1 0-1,-1-1 0,0 1 0,0 0 1,0-1-1,0 1 0,0-1 0,-1 1 1,1-1-1,-1 0 0,0 0 0,0 0 1,0 0-1,0 0 0,0 0 0,0 0 1,-1 0-1,0 0 0,1 0 0,-1 0 0,-1-5 1,1 21 1294,0-8-1266,-1-1 0,1 1 0,1-1 0,-1 1 0,0-1 1,1 1-1,0-1 0,0 0 0,1 1 0,-1-1 0,5 8 0,1 1-18,0-1 0,1 0 1,1-1-1,0 0 0,1 0 0,11 10 0,-15-16-12,0 0 1,1-1-1,-1 1 1,1-1 0,0-1-1,0 1 1,0-1-1,0-1 1,1 1 0,-1-1-1,1 0 1,12 1-1,-13-2-36,1-1-1,0 0 0,-1 0 0,1 0 0,-1-1 0,1 0 0,-1 0 0,1-1 0,-1 0 0,0-1 0,0 1 0,7-5 0,-8 3-32,0 0 1,0-1-1,-1 0 0,1 0 0,-1 0 0,-1-1 0,1 0 1,-1 0-1,0 0 0,0 0 0,0 0 0,3-11 1,-2 5 70,-1-1 1,0 0 0,-1 1 0,0-1 0,-1 0 0,1-23 0,-2-13 3740,0 66-3740,0 0 0,2-1-1,0 0 1,0 1 0,2-1 0,0-1-1,1 1 1,1-1 0,0 0 0,1 0-1,0-1 1,1 0 0,1 0 0,14 15-1,-20-25-197,0 0 0,-1-1-1,1 1 1,0-1 0,1 0-1,-1 0 1,1-1-1,-1 1 1,1-1 0,0 0-1,0 0 1,0-1 0,9 3-1,-5-3-780,0 0 0,0 0 0,0-1-1,10-1 1,-17 0 326,1 1 1,0 0-1,0-1 1,-1 1-1,1-1 1,0 0-1,-1 0 0,1 0 1,-1 0-1,4-2 1,22-27-1004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7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41 936,'0'0'13300,"9"4"-12321,-7-3-941,3 1 27,0 0 0,0 1 0,0 0 0,0 0 0,0 0 0,0 0 0,-1 1 0,0 0 0,0 0 0,0 0 0,0 0 0,5 8 0,9 22 39,-2 1 0,12 39 0,-20-54-90,-8-19-14,0-1 1,0 0 0,0 1 0,0-1 0,0 0-1,0 1 1,0-1 0,0 0 0,1 0 0,-1 1 0,0-1-1,0 0 1,0 1 0,0-1 0,1 0 0,-1 0-1,0 1 1,0-1 0,1 0 0,-1 0 0,0 0-1,0 1 1,1-1 0,-1 0 0,0 0 0,0 0 0,1 0-1,-1 0 1,0 0 0,1 0 0,-1 1 0,0-1-1,1 0 1,-1 0 0,0 0 0,1 0 0,-1 0 0,0 0-1,1 0 1,-1-1 0,1 1 0,11-12 13,4-20-9,-7 6 15,-1 4-10,1 0 0,0 1-1,2 0 1,16-25 0,-23 41-11,0 0 1,0 0 0,0 0 0,1 1 0,0-1 0,0 1 0,0 0 0,0 1 0,0-1 0,1 1 0,0 0 0,-1 1 0,1-1 0,0 1 0,0 0 0,1 1 0,-1-1 0,0 1 0,1 0 0,9 1 0,-12 0-3,-1 0 1,0 1-1,0-1 1,1 1-1,-1 0 1,0 0-1,0 0 1,0 1-1,0-1 1,0 1-1,0 0 1,-1-1-1,1 1 0,0 0 1,-1 1-1,0-1 1,1 0-1,-1 1 1,0-1-1,0 1 1,0 0-1,-1 0 1,4 5-1,2 8-13,-1 0 1,0 0-1,5 24 0,-8-28 15,6 29-168,-5-19-307,1-1-1,13 33 1,-16-50 314,-1 1 0,2-1-1,-1 1 1,1-1 0,-1 0-1,1 0 1,0 0 0,0 0-1,1 0 1,-1-1 0,1 1-1,0-1 1,0 0 0,0 0-1,0-1 1,8 4 0,12-2-5260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7.4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240 4 3289,'0'0'11258,"-11"-1"-10896,-3 1-284,-4-2 290,0 2-1,-18 2 1,30-2-260,1 1 1,-1 0-1,1 0 1,0 0-1,0 1 1,-1 0-1,1 0 0,0 0 1,0 1-1,1-1 1,-1 1-1,-5 4 1,4 0-21,-1-1 0,1 1 0,0 0 0,1 0 0,0 1-1,0-1 1,0 1 0,1 0 0,0 1 0,1-1 0,-1 1 0,2-1 0,-1 1 0,1 0 0,1 0 0,0 0 0,0 0 0,0 0 0,1 0 0,1 1 0,0-1 0,2 10 0,-1-13-84,0 0 1,0 0-1,1 0 1,0 0-1,0-1 1,1 1-1,-1-1 1,1 0-1,0 0 1,1 0-1,-1-1 1,1 0-1,0 1 1,0-2-1,0 1 1,0 0-1,1-1 1,0 0-1,-1-1 0,8 3 1,4 2-230,0-1 1,1-1-1,0-1 0,0 0 0,0-1 1,20 0-1,-25-2-464,0-1 0,1-1 1,-1 0-1,0 0 0,0-1 0,0-1 1,0-1-1,21-7 0,17-19-6131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7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1 184,'0'0'13463,"29"15"-12720,88 50-167,-111-61-481,0 0 1,0 0-1,0 0 0,0 1 1,6 7-1,-11-10-55,0-1-1,0 1 1,0-1-1,0 1 0,0 0 1,0-1-1,-1 1 1,1 0-1,-1 0 1,1 3-1,2 5 130,-3-10-156,1 1 0,-1 0 1,1 0-1,-1-1 1,0 1-1,1 0 0,-1 0 1,0 0-1,0-1 0,1 1 1,-1 0-1,0 0 0,0 0 1,0 0-1,0 0 1,0 0-1,0-1 0,-1 1 1,1 0-1,0 0 0,0 0 1,-1 0-1,1-1 0,0 1 1,-1 0-1,1 0 0,-1-1 1,1 1-1,-1 0 1,1-1-1,-1 1 0,1 0 1,-1-1-1,0 1 0,1-1 1,-1 1-1,0-1 0,1 1 1,-1-1-1,0 1 0,0-1 1,0 0-1,1 1 1,-1-1-1,0 0 0,0 0 1,-1 0-1,-5 1 7,0-2-1,0 1 1,0-1-1,0 0 1,-8-2-1,-3 0 104,6 1 14,1 1 0,0 1 0,-1 0 0,1 0-1,-1 1 1,1 1 0,0 0 0,0 0 0,-16 6-1,21-5-68,1-1-1,-1 1 1,1 0-1,0 1 1,-1-1-1,1 1 1,1 0-1,-1 0 1,1 1-1,0-1 0,0 1 1,0 0-1,0 0 1,1 1-1,0-1 1,0 1-1,0-1 1,-3 12-1,5-14-54,0 1-1,0-1 1,0 1-1,0-1 1,0 1-1,1-1 1,0 1-1,0 0 1,0-1-1,0 1 1,0-1-1,1 1 1,0 0-1,-1-1 1,1 1 0,0-1-1,3 5 1,-2-5-19,0-1 0,0 1 1,0-1-1,1 1 1,-1-1-1,1 0 1,-1 0-1,1 0 1,0-1-1,0 1 1,0-1-1,0 1 1,0-1-1,0 0 1,0 0-1,0 0 0,0-1 1,0 1-1,5-1 1,6 2-338,-1-1 0,1-1 0,0 0 0,-1 0 0,1-2 1,0 0-1,-1 0 0,0-1 0,15-6 0,-15 4-663,-1-1 1,0 0-1,0-1 1,0 0-1,15-12 1,16-19-7664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8.1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42 156 392,'0'0'11017,"10"18"-9810,33 55-359,-39-67-798,1 0 1,0-1-1,0 1 0,0-1 0,1 0 0,-1-1 1,1 1-1,0-1 0,0 0 0,1-1 1,-1 1-1,1-1 0,0-1 0,0 1 0,0-1 1,0 0-1,0-1 0,0 0 0,15 1 0,-10 0-41,-1-1 0,1 0 0,0-1 0,0 0 0,0-1 0,-1 0 0,14-3 0,-20 2-2,-1 1 0,0-1 0,0 0 0,0 0 0,0 0 0,0-1 0,0 0 0,0 1 0,-1-1 0,1-1 0,-1 1 0,0 0 0,0-1 0,0 0 0,-1 1 0,1-1 0,-1 0 0,0 0 0,0-1 0,0 1 0,1-5 0,0 0 96,0 0 0,-1 0 0,0 0 0,0 0 0,-1 0 0,0-1 0,-1 1 0,0 0 0,0-1 0,-1 1 0,0 0 0,-3-10 0,2 13 30,0 0 0,-1 0 1,1 1-1,-1-1 0,0 1 0,0 0 0,-1 0 0,1 0 0,-1 0 0,-1 0 1,1 1-1,0 0 0,-1 0 0,0 0 0,0 0 0,0 1 0,0 0 1,-12-5-1,3 3-60,0 1 0,-1 0 1,1 1-1,-1 0 0,0 2 1,-19-1-1,-88 6-2109,73 3-849,7-3-2604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8.4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480 122 14075,'0'0'4121,"183"-121"-7434</inkml:trace>
  <inkml:trace contextRef="#ctx0" brushRef="#br0" timeOffset="1">69 969 12883,'0'0'4313,"-55"187"-3169,41-110-552,14 4-592,0-25-1400,0-19-3177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8.8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380 30 4097,'0'0'15434,"-32"-5"-14667,-104-16-210,131 20-497,-1 0 0,0 0-1,0 1 1,0 0 0,0 0 0,0 0-1,0 1 1,0 0 0,0 0 0,0 1-1,0 0 1,1 0 0,-1 0 0,1 0-1,-1 1 1,1 0 0,0 0 0,0 0 0,0 1-1,0 0 1,1 0 0,0 0 0,-1 0-1,2 1 1,-1 0 0,0-1 0,-5 12-1,2-1 1,1 1 0,0-1 1,1 1-1,1 1 0,1-1 0,0 1 0,-1 25 0,1 2-63,2 0 0,1 0 0,3-1 0,1 1 0,20 83 1,-22-118-12,47 182-514,-44-165 40,-1 0 0,-2 0-1,0 1 1,-2-1 0,-4 39-1,3-62 338,1-1 0,-1 1 0,0-1-1,0 1 1,0-1 0,0 1 0,0-1 0,-1 0 0,1 1-1,0-1 1,-1 0 0,0 0 0,0 0 0,1 0-1,-1 0 1,0-1 0,-4 4 0,0-2-684,1-1 1,0 1-1,-1-1 1,0 1-1,1-1 1,-12 2-1,-14-2-7129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09.1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 4849,'0'0'15363,"69"-40"-14675,-31 43-223,7 6-201,3-3-120,4-3-136,3-3-8,4 0-256,10-3-1585,-14-12-2416,-13-4-4096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0.3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1 11666,'0'0'7898,"45"180"-7818,-42-124-160,-3-1 72,0-2-912,-20 3-920,-8-9-1313,1-16-8129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0.7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275 1 704,'0'0'18751,"-34"30"-18266,-106 102-95,133-125-322,1-1 1,0 1 0,0 0 0,0 0 0,1 1-1,0 0 1,0 0 0,1 0 0,0 0-1,1 1 1,0-1 0,0 1 0,-2 14-1,-1 3 86,-3 13-70,2 0 0,2 1 1,1 0-1,2 0 0,6 67 0,-4-100-161,1 1-1,0 0 1,1-1 0,-1 1-1,1-1 1,1 0-1,-1 0 1,2 1-1,-1-2 1,0 1 0,1 0-1,1-1 1,-1 1-1,1-1 1,7 7-1,-4-6-430,1 0 0,-1-1 0,1-1 0,0 0 0,0 0 0,1 0 0,-1-1 0,1-1-1,0 1 1,16 2 0,27 0-4989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1.0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1 410 5513,'0'0'13155,"148"-189"-13155,-117 146-8,0-4-608,0-9-1649,-14 13-1527,-6 12-5186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1.4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1776,'0'0'17308,"179"31"-17036,-120-3-136,-4 3-136,-3 10 8,-1-1-8,5 13-800,-12-13-1392,-6-6-2329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1.8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3897,'0'0'14163,"31"24"-13739,98 79-303,-121-97-107,-1 1 0,1 1 0,-2-1 0,1 1 0,8 14-1,-12-16-3,0-1 0,-1 1 0,0 0 0,0 0-1,1 10 1,1-1-1,0 5-10,0 1-1,-1 0 1,-1 0 0,-1 0-1,-3 36 1,1-43-4,-1 1 0,-1-1 1,-1 0-1,0 0 0,0-1 1,-1 1-1,-1-1 0,-15 25 0,-7 3-681,-2-2-1,-2-1 0,-40 38 0,49-55-2140</inkml:trace>
  <inkml:trace contextRef="#ctx0" brushRef="#br0" timeOffset="1">753 581 11779,'0'0'7553,"210"-15"-9985,-165 15 447,-3 0-1103,-8 0-3922,-6 0 2193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2.1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13003,'0'0'9746,"93"-13"-9394,-48 13-296,3 0-56,21 0-536,-10 0-2009,-7 0-4544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4.3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0 593 9314,'0'0'9445,"15"15"-9251,108 115 21,-112-117-257,17 18 99,-27-29-88,1-1 0,-1 1 1,1-1-1,0 0 0,0 0 0,-1 1 1,1-1-1,0 0 0,0-1 0,0 1 0,0 0 1,1 0-1,-1-1 0,2 1 0,-3-1 0,0 0-1,-1 0 0,1-1 0,-1 1 1,1 0-1,-1 0 0,1-1 0,-1 1 1,1 0-1,-1-1 0,1 1 1,-1-1-1,1 1 0,-1 0 0,0-1 1,1 1-1,-1-1 0,0 1 0,1-1 1,-1 1-1,0-1 0,0 0 0,1 1 1,-1-1-1,0 1 0,0-1 1,0 1-1,0-1 0,0 0 0,3-24 29,-3 18-63,7-466-2273,-7 470 2348,-10-223 748,9 223-609,1 3-141,0 0 1,0 0-1,0-1 0,0 1 0,0 0 0,0 0 1,0 0-1,0-1 0,1 1 0,-1 0 0,0 0 1,0-1-1,0 1 0,0 0 0,0 0 0,0 0 0,0 0 1,0-1-1,0 1 0,1 0 0,-1 0 0,0 0 1,0 0-1,0-1 0,0 1 0,1 0 0,-1 0 1,0 0-1,0 0 0,0 0 0,1 0 0,-1 0 1,0-1-1,0 1 0,0 0 0,1 0 0,-1 0 1,0 0-1,0 0 0,0 0 0,1 0 0,-1 0 1,0 0-1,0 0 0,1 0 0,-1 0 0,0 0 1,0 1-1,0-1 0,1 0 0,-1 0 0,0 0 1,0 0-1,0 0 0,1 1 0,50 1 289,66 12 0,44 3-154,-89-16-644,0-3 1,-1-3-1,1-3 1,87-21 0,-25-5-4082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4.9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16 776,'0'0'15900,"0"-16"-13892,0 23-1992,0 14-16,0 4 0,0 9-856,0 16-929,0-10-1023,0-2-3762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5.6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0 355 776,'0'0'10277,"7"-8"-9313,127-142 890,13-13-4587,-133 143 516,-5 7-1479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15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0 800,'0'0'12707,"69"53"-12115,-34-25-192,3 6-320,3-3-64,1 3-16,16 1-272,-13-11-1056,-10-5-3641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28.1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10626,'0'0'0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 3393,'0'0'17131,"-80"-18"-17019,80 49-112,0 12 80,0 19 8,0 10-88,0 8-64,0 1-336,0-6-1088,0 8-792,0-17-1505,11-23-2513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 8674,'0'0'5200,"31"-19"-5011,98-60-102,-125 77-85,0-1 0,0 1 1,0 1-1,0-1 0,0 0 0,1 1 1,-1 0-1,10-1 0,-13 2-2,0 0 0,0 0 0,1 0 0,-1 0 0,0 0 0,0 0 0,0 1 0,1-1 0,-1 1 0,0-1 1,0 1-1,0-1 0,0 1 0,0-1 0,0 1 0,0 0 0,0 0 0,0-1 0,0 1 0,1 2 0,0 0 2,-1 1 0,1 0 1,-1 0-1,0-1 1,0 1-1,0 0 0,0 0 1,-1 0-1,0 0 0,1 0 1,-2 6-1,1-2 23,1 3-4,-1-1-1,0 1 1,-1-1-1,0 1 1,0-1-1,-1 0 1,-1 0-1,0 0 1,0 0-1,-1 0 1,0-1-1,-1 1 1,0-1-1,0 0 0,-1 0 1,-10 11-1,1-1-82,-1 0 0,-1-1 0,-34 28 0,43-37-46,15-3 287,7 4 14,210 225 1096,-177-181-1205,27 40-248,-72-93-49,-1 1 1,1-1 0,0 0-1,0 0 1,0 0 0,0 0-1,0 0 1,0 0 0,0 0-1,0 0 1,0-1 0,1 1-1,-1-1 1,0 0 0,0 0-1,1 0 1,-1 0 0,0 0-1,3 0 1,2 0-1412,7 0-4069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2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8586,'0'0'8187,"4"29"-7951,11 93-19,-14-112-160,0 0-1,1 0 0,0 0 1,0 0-1,1-1 0,1 1 0,-1-1 1,2 1-1,-1-1 0,1-1 1,1 1-1,-1-1 0,9 10 1,-10-14-50,1 0 1,0 0 0,-1 0 0,1-1 0,0 0 0,1 0 0,-1 0 0,1 0 0,-1-1 0,1 0 0,0 0 0,0-1 0,0 1 0,0-1 0,0-1-1,0 1 1,6-1 0,3 0-253,1 0-1,-1-1 0,1-1 1,-1 0-1,25-8 1,-22 3-853,1 0 0,-1-2 0,-1 0 0,18-13 0,-23 14-563,14-6-5768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3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4 215 9938,'0'0'8642,"45"-22"-8642,-11 19-528,8 0-1112,-8 0-713,-6 0-2056</inkml:trace>
  <inkml:trace contextRef="#ctx0" brushRef="#br0" timeOffset="1">4 215 10298,'-4'-186'4617,"4"182"-3465,0 1-735,0 0-145,11-3-192,16 3-80,8 3-104,27-3-977,-10 0-1567,-4 0-3866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3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0 8370,'0'0'9419,"-10"8"-9310,-30 27-39,38-33-68,0 0 1,0 1-1,0-1 0,1 1 1,-1-1-1,1 1 0,0 0 1,0 0-1,0-1 0,0 1 1,0 0-1,1 0 1,-1 0-1,1 0 0,0 0 1,0 0-1,0 0 0,0 0 1,1 6-1,0 5-18,-1-12-8,1 1 0,-1-1 1,1 1-1,0 0 1,-1-1-1,1 0 1,0 1-1,0-1 1,1 1-1,-1-1 1,1 0-1,-1 0 1,1 0-1,-1 0 1,1 0-1,0 0 1,0 0-1,0-1 0,0 1 1,0-1-1,1 1 1,-1-1-1,0 0 1,1 0-1,3 1 1,10 4-255,-1-1 0,1-1 1,18 3-1,-10-3-263,-9 0 258,-2-2-157,0 1 0,0 1-1,0 0 1,18 9 0,-29-12 388,0 0 0,0 0 0,0 0 0,0 1 0,0-1 0,0 0 0,0 1 0,0 0 0,-1-1 0,1 1 0,-1 0 0,1 0 0,-1 0 0,0 0 0,0 0 0,0 0 0,0 0 0,0 0 0,0 0 0,0 0 0,-1 1 0,1-1 0,-1 0 1,1 1-1,-1-1 0,0 0 0,0 1 0,0-1 0,-1 0 0,1 1 0,0-1 0,-2 4 0,1-3 91,-1 0 0,1 0 0,-1 0 1,0 0-1,0 0 0,0 0 0,0-1 0,0 1 0,-1-1 1,1 1-1,-1-1 0,0 0 0,1 0 0,-4 2 1,-47 22 513,40-20-419,-3 2-79,-1-1 1,0 0 0,0-1-1,0-1 1,-1 0 0,0-1-1,-22 1 1,39-5-108,1 0 0,0 0 1,-1 0-1,1-1 0,0 1 0,-1 0 0,1 0 0,0 0 1,-1-1-1,1 1 0,0 0 0,0 0 0,-1-1 0,1 1 1,0 0-1,0-1 0,0 1 0,-1 0 0,1-1 0,0 1 1,0 0-1,0-1 0,0 1 0,0 0 0,0-1 0,0 1 1,0 0-1,0-1 0,0 1 0,0-1 0,0 1 0,0 0 1,0-1-1,0 1 0,0 0 0,0-1 0,0 1 0,0 0 1,0-1-1,1 1 0,-1 0 0,0-1 0,1 1 0,7-18-2376,10 0-1542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3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1 163 6281,'0'0'8669,"33"18"-8434,105 52-86,-132-67-147,0 0 1,0 0-1,0-1 1,1 0-1,-1 0 1,0-1-1,1 1 1,-1-2 0,1 1-1,0 0 1,-1-1-1,9-1 1,6-1 1,-16 3 2,0-2-1,1 1 0,-1-1 0,0 0 0,1 0 1,-1 0-1,0-1 0,0 1 0,0-1 0,0-1 1,0 1-1,-1-1 0,1 0 0,-1 0 1,0 0-1,1 0 0,-2-1 0,7-5 0,-6 3 5,0 0 0,-1 1 0,1-1 0,-1-1-1,0 1 1,0 0 0,-1-1 0,0 1-1,0-1 1,-1 0 0,0 1 0,0-1 0,0-14-1,-2 17 4,1-1 0,-1 1 0,0-1 0,-1 1 0,1 0 0,-1 0 0,0 0 0,0 0-1,0 0 1,0 0 0,-1 0 0,0 1 0,1-1 0,-1 1 0,0 0 0,-1 0 0,1 0 0,-1 0 0,1 0-1,-1 1 1,0 0 0,-7-4 0,-1 0-8,-1 0-1,0 1 1,0 1-1,0 0 0,0 0 1,-20-1-1,18 3-87,0 1-1,1 0 0,-1 1 0,-26 4 0,37-4 24,0 1 0,1 0 0,-1 0 0,0 0 0,1 0 0,-1 0 0,1 1-1,-1 0 1,1 0 0,0 0 0,0 0 0,0 0 0,0 0 0,0 1 0,0 0 0,0-1-1,1 1 1,0 0 0,-1 0 0,1 1 0,0-1 0,1 0 0,-4 7 0,3 3-394,0 0 0,1 0-1,0 0 1,2 22 0,-1-9-1024,0 22-3342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4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9178,'0'0'6032,"0"11"-5679,3 276 596,-3-285-942,0 0 1,0 1 0,0-1 0,0 0-1,0 1 1,1-1 0,-1 1 0,1-1 0,-1 0-1,1 0 1,0 1 0,0-1 0,0 0-1,2 3 1,-2-4-4,1 0 1,0 0-1,0 1 0,0-1 0,0-1 0,0 1 1,0 0-1,0 0 0,0-1 0,0 1 0,0-1 1,0 0-1,0 1 0,0-1 0,1 0 0,3-1 1,43-1-155,70-11 0,-8-6-4769,-94 16 3521,6 0-3052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4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8314,'0'0'6956,"5"12"-6437,2 11-393,1-2 1,1 1 0,15 25-1,-19-40-114,-1 0-1,1 1 0,0-1 1,1-1-1,0 1 1,0-1-1,0 0 0,1-1 1,0 1-1,0-1 1,0 0-1,0-1 0,1 0 1,9 4-1,-10-6-5,0 0-1,0 0 0,0-1 0,0 1 1,0-2-1,1 1 0,-1-1 1,0 0-1,0 0 0,0-1 1,1 0-1,9-3 0,-12 2 5,0 0 0,0 0 0,-1 0-1,1-1 1,-1 0 0,0 1-1,0-2 1,0 1 0,0 0 0,0-1-1,-1 0 1,0 0 0,0 0-1,0 0 1,0 0 0,0-1 0,3-8-1,0-3 105,-1-1 0,0 1-1,-1 0 1,-1-1 0,-1 0 0,1-31-1,-3-16-2426,0 34-392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4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65 4441,'0'0'9917,"0"0"-9889,0 0-1,1-1 1,-1 1 0,0 0 0,0-1-1,0 1 1,0 0 0,0-1 0,0 1 0,0 0-1,0-1 1,0 1 0,0-1 0,0 1-1,0 0 1,-1-1 0,1 1 0,0 0 0,0-1-1,0 1 1,0 0 0,-1-1 0,1 1 0,0 0-1,0-1 1,0 1 0,-1 0 0,1 0-1,-1-1 1,-3 0 58,-1 0-1,0 0 0,0 1 0,0-1 1,0 1-1,0 0 0,1 1 0,-1-1 1,0 1-1,0 0 0,0 0 0,1 0 1,-1 1-1,1 0 0,-7 3 1,5-1-37,1 0 0,1 0 0,-1 1 0,1 0 0,-1-1 0,1 2 0,1-1 1,-1 0-1,1 1 0,0 0 0,0-1 0,0 1 0,1 0 0,-3 12 0,3-8-29,0 0-1,1 0 0,0 1 1,0-1-1,1 0 0,0 1 1,1-1-1,4 17 0,-4-22-33,1 0-1,0 0 0,0 0 0,1-1 0,-1 1 1,1-1-1,0 1 0,0-1 0,1 0 0,-1 0 1,1-1-1,0 1 0,0-1 0,0 1 1,0-1-1,1-1 0,-1 1 0,1-1 0,0 1 1,0-1-1,-1-1 0,1 1 0,9 1 0,6 1-197,-1 0-1,1-2 0,0 0 0,36-2 0,-50-1 179,0 1-1,-1-1 0,1-1 0,-1 1 0,1-1 1,-1 0-1,0 0 0,0-1 0,0 1 0,0-1 1,0 0-1,0-1 0,-1 1 0,0-1 1,1 0-1,-1 0 0,-1 0 0,1 0 0,-1-1 1,1 0-1,3-7 0,6-12 0,-2-1 0,0 0 0,9-36 0,-1 7 66,-16 45-31,1-1 0,0 1 0,1 0 0,0 0 0,11-15 1,-14 21-8,1 0 1,0 1 0,0-1 0,0 1-1,0 0 1,0 0 0,0 0 0,1 0 0,-1 1-1,1-1 1,-1 1 0,1 0 0,-1 0-1,1 0 1,0 0 0,0 1 0,-1-1-1,8 1 1,-8 1-6,0 0 0,0-1 0,0 1 0,-1 0 0,1 1 0,0-1 0,0 0 0,-1 1 0,1-1-1,-1 1 1,1 0 0,-1 0 0,0 0 0,0 0 0,0 1 0,0-1 0,3 5 0,31 51-13,-31-49 19,25 48-21,43 117 1,-71-168-306,9 15 624,-8-19-1609,-2-1 988,0-1 0,-1 1-1,1-1 1,0 0 0,0 1 0,0-1-1,0 0 1,0 0 0,0 0 0,0 1-1,2-1 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5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10474,'0'0'6754,"110"-3"-6626,-65-6-128,-3 0-216,13-1-1705,-10 1-1976,-11 0-4968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5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239 187 10850,'0'0'5571,"11"12"-5267,37 38-45,-41-45-244,0 0 0,0 0 0,1-1 0,-1 0 0,1 0 0,0-1 0,0 0 0,0 0 0,1-1 0,-1 0 0,1-1 0,-1 1 0,1-2 0,-1 1 0,1-1 0,0 0 0,-1-1 0,1 0 0,8-3 0,-12 3-13,1 0 0,-2-1 0,1 0 0,0 0 0,0 0 0,-1 0 0,1-1 0,-1 0 0,1 0 0,-1 0 0,0 0 0,0-1 0,-1 1 0,1-1 0,-1 0 0,0 0 0,0-1 0,0 1 0,0-1 0,2-7 0,0 1 108,-1 0 1,0 0-1,-1-1 0,0 0 1,-1 1-1,0-1 1,-1-22-1,-1 30-41,0 1-1,-1-1 0,0 0 1,0 1-1,0-1 0,0 0 1,0 1-1,-1 0 1,1-1-1,-1 1 0,0 0 1,0 0-1,0 0 0,-1 0 1,1 0-1,-1 0 0,0 1 1,1-1-1,-1 1 1,0 0-1,0 0 0,-1 0 1,1 0-1,0 0 0,-1 1 1,1-1-1,-5 0 1,-8-3 76,0 1 1,0 0-1,0 1 1,-33-1-1,-45 3-1471,-99 12 0,139-7-778,19-1-930,9-3-1801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5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584 125 11442,'0'0'7226,"189"-109"-7226,-165 97 0,-10 9-1360</inkml:trace>
  <inkml:trace contextRef="#ctx0" brushRef="#br0" timeOffset="1">301 591 11122,'0'0'3825,"-93"158"-2641,58-90-375,4-2-529,3-4-280,-16 3-752,9-12-1745,1-19-5777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7.5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419 44 1504,'0'0'15684,"5"-5"-14172,6-11-547,-11 16-935,0 0 0,0-1 0,0 1 0,0-1 0,0 1 0,0 0 0,0-1 0,0 1 0,0 0 0,0-1 0,0 1 0,0-1 0,0 1 0,-1 0 0,1-1 0,0 1 0,0 0 0,0-1 0,-1 1 0,1 0 0,0-1 0,0 1 1,0 0-1,-1 0 0,1-1 0,0 1 0,-1 0 0,1-1 0,-5-1 86,0 1 0,0-1 0,0 1 0,0 0-1,0 0 1,0 1 0,-8-1 0,-15-1-15,0 1 0,0 1 0,0 2 0,1 0 0,-45 11 0,63-11-83,0 1 1,0 0-1,1 0 1,-1 1-1,1 0 1,-1 0 0,1 1-1,1 0 1,-1 1-1,1 0 1,0 0-1,0 1 1,1-1-1,-1 1 1,2 1-1,-1-1 1,1 1 0,0 0-1,0 0 1,-5 15-1,6-9-19,0 0-1,1 1 1,0-1 0,1 1-1,0 19 1,6 76-47,3-59-82,2-1-1,26 81 1,3 18-550,-26-78-507,-4 0-1,-2 114 1,-10-115-256,3-65 1069,0 0 0,0 1 0,-1-1 0,0 0 0,0 0 0,0 0 0,0-1 0,-1 1 0,0 0 0,-5 5 0,-9 5-5429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7.9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 3753,'0'0'14107,"200"-19"-13579,-149 19-312,1 0-168,3 3-48,18 3-320,-15-6-1616,-9 0-2273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8.2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200 0 1200,'0'0'16716,"-179"196"-16292,165-134 48,7 3-272,7 4-16,0-1-176,7-9-8,21-10-224,9-11-1216,29-20-865,-7-11-1544,-4-7-2560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8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1 351 1504,'0'0'14996,"148"-174"-14996,-107 131-40,8-7-825,-18 4-1343,-11 8-2593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8.9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1536,'0'0'15452,"210"72"-15396,-158-44-56,-4 3-320,11 3-889,-11-6-1175,-13-10-2345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9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1616,'0'0'13715,"114"168"-13483,-97-115-80,-3-1-56,-11 4-72,-3 3 144,0 0-168,-7 6 104,-17 1-104,-3-7-200,-4-7-400,6-17-1448</inkml:trace>
  <inkml:trace contextRef="#ctx0" brushRef="#br0" timeOffset="1">774 602 5449,'0'0'14651,"162"0"-14651,-114 0-456,-3 0-1264,0 0-1033,-4 0-1160,-10 0-3632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39.7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81 1744,'0'0'19333,"38"-68"-19149,0 58-104,3 7-72,8 3-8,23 0-1201,-10 13-1903,-10 2-3914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0.1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0 807 7330,'0'0'11923,"20"32"-11839,67 103-166,-77-120-52,0-1 0,1-1 0,0 1 1,1-2-1,21 19 0,-11-13-286,-16-12 232,-5-4 101,1-1 1,-1 1-1,1-1 1,-1 1-1,1-1 1,0 0-1,0 0 1,-1 0-1,1 0 1,0 0-1,0 0 1,0 0-1,0 0 1,3 0-1,-4-11-394,22-617-1475,-15 487 2154,-7 125-151,-1-4 275,2 0 1,6-34-1,-7 50-256,0-1 0,-1 1 1,1-1-1,1 1 0,-1 0 0,0 0 0,1-1 0,0 1 0,-1 0 0,1 0 0,1 0 1,-1 1-1,0-1 0,1 1 0,-1-1 0,1 1 0,0 0 0,-1 0 0,1 0 0,0 0 0,7-3 1,7 2 14,0 0 1,0 1 0,1 1-1,-1 1 1,21 2-1,7-1-56,-3-1-26,526-23-208,-80-56-1889,-331 46-385,-31 6-2246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1.4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1 380 1376,'0'0'15628,"117"-131"-15572,-86 94-8,7-3-48,-4-1 0,4 1 0,-7 6-176,-6 9-553,-8 6-959,-14 7-736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1.8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56,'0'0'15419,"59"87"-15099,-35-63 56,7 1-232,0 3-63,4 0-81,-1 0-17,-3 0-439,4-3-872,-1 0-1144,-3-4-4018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2.3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12 3913,'0'0'11714,"0"-12"-11610,0 28 24,0 15 384,0 9-231,-7 10-265,-3 21-16,0-3-1081,3-15-1807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2.9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14075,'0'0'7906,"3"-3"-7906,18 3-8,10 6-264,7 1-409,3-4-471,21-3-864,-10 0-833,-7 0-1928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3.3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10 8874,'0'0'11138,"-10"-10"-11130,34 10 40,7 0-48,11 10-48,27-1-1376,-11 0-2465,-3-9-4009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4.1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1 851 1424,'0'0'14918,"19"30"-14882,66 97-2,-72-109-25,0 0 0,1-1 1,1-1-1,32 27 1,-23-21-4,-15-14-30,0-1 1,0 0 0,0 0-1,12 5 1,-18-10-15,0-1 0,1 1 0,-1-1 0,0 0 0,1 0 0,0 0-1,-1 0 1,1-1 0,-1 1 0,1-1 0,0 0 0,0 0 0,-1 0 0,1-1 0,-1 1 0,8-3 0,-9 2 24,0 0 0,-1 0 0,1 0 0,0-1 0,-1 1 1,1 0-1,0-1 0,-1 1 0,0-1 0,1 0 0,-1 1 1,0-1-1,0 0 0,0 0 0,0 0 0,0 0 0,0 0 0,-1 0 1,1-2-1,8-43-196,-9 44 195,5-83-2,-5 0 0,-17-151 0,-1-19 199,16 187-158,0 20-15,1 1-1,9-62 0,-6 100-9,0-1-1,0 1 0,1 0 1,0 0-1,7-12 1,-9 19 6,0 1 0,1-1 1,-1 1-1,1-1 0,0 1 1,-1-1-1,1 1 0,0 0 1,1 0-1,-1 0 0,0 0 1,1 0-1,-1 1 0,1-1 1,-1 1-1,1-1 1,0 1-1,0 0 0,-1 0 1,1 0-1,0 0 0,5 0 1,10 1 194,-1 2 1,1-1-1,0 2 1,34 9 0,15 3-85,6-7-274,1-3 0,0-4 0,100-10 1,109-27-2455,-162 19 1647,16-2-1578,-16 3-3421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5.1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61 24 1112,'0'0'12826,"23"-4"-12533,73-13-68,-93 16-204,0 1 0,0-1 0,0 1 0,0-1-1,0 1 1,0 0 0,0 0 0,0 1 0,1-1-1,-1 0 1,0 1 0,0 0 0,0 0 0,0 0-1,-1 0 1,1 0 0,0 1 0,0-1 0,-1 1 0,1 0-1,-1 0 1,1 0 0,-1 0 0,0 0 0,0 0-1,0 1 1,0-1 0,0 1 0,0-1 0,-1 1-1,1 0 1,1 5 0,0 3 55,0 0 0,-1 0 0,0 0 0,-1 0 0,0 1 0,-2 16 0,1-17-52,0-3 4,1 4-7,-1 0 0,0 0 1,-1 0-1,0 0 0,-1 0 0,0 0 0,-1 0 0,0-1 0,-1 1 0,-6 13 0,-3-3-47,0-1-1,-31 38 1,36-49-46,-1-1 0,-1 1 0,0-1 0,0-1 0,0 0 0,-1 0 0,-15 7 1,23-14-33,-1 1 0,1-1 1,-1 1-1,1-1 0,-1 0 1,0 0-1,1-1 0,-1 1 0,0-1 1,0 0-1,1 0 0,-1 0 1,-4-1-1,7 1 61,-1-1 0,0 0 0,0 1 0,1-1 0,-1 0 0,1 0 0,-1 0 1,1 0-1,-1 0 0,1 0 0,0-1 0,-1 1 0,1 0 0,0-1 0,0 1 0,0 0 0,0-1 0,0 0 0,0 1 0,1-1 0,-1 0 0,0 1 0,1-1 0,-1 0 1,1 0-1,0 1 0,-1-4 0,0-2 20,0-1 0,1 1 1,-1 0-1,1-1 0,1 1 0,-1 0 1,4-12-1,-3 17 42,-1-1 1,1 1-1,1 0 1,-1-1-1,0 1 1,1 0-1,-1 0 1,1 0-1,0 0 1,-1 0-1,1 0 1,0 1-1,0-1 1,0 0-1,0 1 1,1 0-1,-1-1 1,0 1-1,1 0 1,-1 0-1,0 0 1,1 1-1,0-1 1,2 0-1,2-1 73,-1 1 0,1 0 0,-1 0 0,0 1-1,1 0 1,-1 0 0,1 0 0,-1 1 0,1 0 0,-1 0 0,1 1 0,-1 0-1,0 0 1,0 0 0,0 1 0,0-1 0,10 8 0,90 64-914,-29-33-6793,-39-25 1530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5.7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1 445 1328,'0'0'11267,"182"-174"-11267,-140 130-8,-4-2-280,0 2-128,-4 1-345,-3 6-695,-10 5-616,-4 8-609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6.1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1256,'0'0'15172,"31"37"-14948,0-15 48,0 3-72,4 3-24,3 0-104,-1 3-8,1 3-64,0 0-112,7 3-640,-7-9-1217,-10-12-2192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46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 53 1272,'0'0'11217,"3"-9"-11386,8-26 150,-8 26 242,-5 23 114,1-1 1,1 1-1,0 0 0,2 19 0,0-16-273,11 69-222,-8-64-130,-1 1 1,1 35-1,-5-57 155,-116-1 4059,115 0-3909,1 0-1,0 0 0,0 0 0,0 0 1,0 1-1,0-1 0,0 0 0,0 0 0,0 0 1,0 0-1,-1 0 0,1 0 0,0 1 1,0-1-1,0 0 0,0 0 0,0 0 1,0 0-1,0 0 0,0 1 0,0-1 1,0 0-1,0 0 0,0 0 0,0 0 1,0 0-1,0 1 0,0-1 0,0 0 1,0 0-1,0 0 0,0 0 0,0 0 1,1 1-1,-1-1 0,0 0 0,0 0 0,0 0 1,0 0-1,0 0 0,0 0 0,0 0 1,0 1-1,1-1 0,-1 0 0,0 0 1,0 0-1,0 0 0,0 0 0,0 0 1,1 0-1,-1 0 0,0 0 0,0 0 1,0 0-1,171 0-2270,-118 0-537,-14 0-1230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1.4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0 416,'0'0'15703,"-10"0"-11529,13 0-3585,305 0-8646,-254 0 1641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1.9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9522,'0'0'6986,"62"-6"-6906,-24 6-24,3 0-56,7 0-385,14 0-1127,-13 0-760,-8 0-3218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3.1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8 393 1464,'0'0'11938,"-8"8"-10762,22-15-942,-1-1 0,0-1 0,-1 0 1,1 0-1,19-22 0,-28 27-195,281-270-1345,-267 258 485,16-18-3927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3.4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1064,'0'0'14601,"12"13"-14203,-1-1-316,4 5 15,0-2 1,1 0-1,27 19 0,279 176 14,-314-205-242,1-1 1,0 0-1,0 0 1,0-1-1,1 0 0,-1-1 1,1 0-1,10 1 1,45-1-3750,-32-2-2621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4.4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109 20 184,'0'0'10792,"0"-4"-10322,0-8-268,0 8 46,0 8 613,0-4-856,-1 43 221,2 0 0,2 0 0,15 76 0,-12-75-442,-24-44 74,-90 0 158,107 0-13,1 0 0,0 0 0,-1 0 0,1 0 0,0 0-1,-1 0 1,1 0 0,-1 0 0,1 1 0,0-1 0,-1 0 0,1 0 0,0 0 0,0 0-1,-1 1 1,1-1 0,0 0 0,-1 0 0,1 1 0,0-1 0,0 0 0,-1 0 0,1 1-1,0-1 1,0 0 0,0 1 0,0-1 0,-1 0 0,1 1 0,0-1 0,0 0 0,0 1-1,0-1 1,0 0 0,0 1 0,0-1 0,0 0 0,0 1 0,0-1 0,0 1-1,0-1 1,0 0 0,0 1 0,0-1 0,0 0 0,0 1 0,1-1 0,-1 0 0,0 1-1,0-1 1,0 0 0,1 0 0,-1 1 0,0-1 0,0 0 0,1 1 0,-1-1 0,0 0-1,0 0 1,1 1 0,27 4 83,1 0 0,-1-2 1,44 0-1,-31-1-213,25-2-2657,-44 0-1477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4.9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0 744,'0'0'14483,"6"6"-13632,8-1-549,1-1 1,0-1-1,0-1 0,1 0 0,20 0 1,-15-1-266,168 5-965,-62-7-2485,-1-1-3718,-96 2 3315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5.7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6 728,'0'0'12333,"13"-1"-11791,118-4-103,-128 5-437,0 1 1,0-1-1,0 1 1,0 0-1,0-1 0,-1 1 1,1 0-1,0 1 1,-1-1-1,1 0 1,-1 1-1,1 0 1,-1-1-1,0 1 1,1 0-1,-1 0 1,0 0-1,0 1 1,0-1-1,-1 0 0,1 1 1,-1-1-1,1 1 1,-1-1-1,1 4 1,2 2-21,-1 1 0,-1-1 0,0 0 0,0 1 1,0-1-1,-1 1 0,0 11 0,-1-12 16,0 0 1,0 0-1,-1-1 1,0 1-1,-1-1 0,1 1 1,-1-1-1,-1 1 1,1-1-1,-1 0 0,-1 0 1,1 0-1,-1 0 1,0-1-1,-1 1 0,0-1 1,0 0-1,0-1 1,-7 7-1,4-4-21,0-1-1,0 0 1,-1 0-1,0 0 1,0-1 0,-1-1-1,1 1 1,-1-1-1,0-1 1,-1 0-1,1-1 1,-1 0 0,1 0-1,-1-1 1,0 0-1,0-1 1,-17-1 0,27 0 0,-1 0 1,1 0-1,-1-1 1,1 1 0,-1-1-1,1 1 1,-1-1-1,1 1 1,0-1 0,-1 0-1,1 0 1,0 0-1,0 0 1,0 0 0,0 0-1,0 0 1,0 0-1,0 0 1,0 0 0,0-1-1,0 1 1,0 0-1,1-1 1,-1 1 0,1-1-1,-1 1 1,1 0-1,-1-3 1,-1-5-41,1 1-1,0-1 1,1 1-1,0-9 1,0 8 39,0 8 18,1 0 1,-1-1-1,0 1 1,1 0 0,-1 0-1,1 0 1,0 0-1,-1 0 1,1 0-1,0 0 1,-1 0-1,1 0 1,0 0 0,0 0-1,0 1 1,0-1-1,0 0 1,0 0-1,0 1 1,0-1 0,0 1-1,0-1 1,0 1-1,0-1 1,1 1-1,-1 0 1,0 0-1,0-1 1,0 1 0,3 0-1,45-2 28,-41 2-27,-7 0 6,21 0 139,39 4-1,-53-2-124,0 0 0,-1 0 0,1 0 1,0 1-1,-1 0 0,0 1 1,1 0-1,6 5 0,174 132-1719,-159-121-1694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5:59.7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1 760 10626,'0'0'3862,"23"35"-3344,79 113-170,6-7-78,-78-105-164,33 53-1,-63-89-70,0 0-1,0 0 1,0 1-1,0-1 0,0 0 1,0 0-1,0 0 1,0 1-1,0-1 0,0 0 1,0 0-1,0 0 0,0 1 1,0-1-1,0 0 1,0 0-1,1 0 0,-1 0 1,0 1-1,0-1 1,0 0-1,0 0 0,0 0 1,1 0-1,-1 0 1,0 0-1,0 1 0,0-1 1,0 0-1,1 0 1,-1 0-1,0 0 0,0 0 1,0 0-1,1 0 1,-1 0-1,0 0 0,0 0 1,0 0-1,1 0 1,-1 0-1,0 0 0,0 0 1,0 0-1,0 0 0,1 0 1,-1 0-1,0 0 1,0 0-1,0 0 0,1 0 1,-1-1-1,0 1 1,0 0-1,0 0 0,0 0 1,1 0-1,1-18 524,-5-35-600,3 50 103,-22-169-370,-2-27-617,17-266 255,7 441 670,2-1 0,0 1 0,2 1 0,12-44 0,-14 59 8,1 1-1,-1 0 0,1 0 1,1 0-1,-1 0 1,1 0-1,0 1 0,1 0 1,0 0-1,0 0 0,0 0 1,0 1-1,1 0 0,0 0 1,0 0-1,0 1 0,1 0 1,0 0-1,9-4 1,10 2 12,1 1 1,-1 1-1,1 2 1,0 0 0,0 2-1,32 3 1,-1-1-11,212 15 30,20-1-1165,-268-15 904,194-3-3647,-126-5-962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0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 1088,'0'0'12178,"9"0"-12104,-4 1-53,-3-2-10,0 1 1,0 0 0,0 0-1,0 0 1,0 0-1,0 0 1,0 0 0,0 1-1,0-1 1,0 1-1,0 0 1,0-1-1,-1 1 1,1 0 0,0 0-1,0 0 1,-1 0-1,1 0 1,-1 0-1,1 1 1,-1-1 0,1 0-1,-1 1 1,0 0-1,0-1 1,0 1 0,0-1-1,0 1 1,2 3-1,4 25 469,0 1 0,2 36 0,5 30-313,-15-109-161,0 1-1,0-1 1,1 0 0,0 0-1,1 1 1,1-1-1,0 0 1,0 1-1,1-1 1,0 1 0,1 0-1,1 0 1,0 0-1,0 1 1,1 0-1,8-12 1,-9 15-2,0-1 0,1 1 0,0 0 0,0 1 1,1-1-1,-1 1 0,1 1 0,1-1 0,-1 1 0,1 0 0,0 1 0,0 0 0,0 0 1,1 1-1,-1 0 0,1 0 0,0 1 0,0 0 0,0 1 0,0 0 0,0 0 1,15 1-1,-20 1-6,0 1 1,1-1 0,-1 1 0,0-1 0,0 1 0,0 0-1,0 1 1,0-1 0,0 1 0,-1 0 0,1 0 0,-1 0-1,0 0 1,0 0 0,0 1 0,0-1 0,0 1-1,-1 0 1,3 6 0,6 11-12,0 1 0,10 32 0,-16-40 8,4 9-288,1 0 1,18 29 0,14 7-4278,-21-36-3116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1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312 48 1168,'0'0'8505,"-1"-6"-7992,1 4-468,-1 0 0,1 0 0,0 0 0,-1 1 0,0-1 1,1 0-1,-1 1 0,0-1 0,0 0 0,0 1 0,0-1 0,0 1 0,0-1 0,0 1 0,0 0 0,-1-1 0,1 1 0,0 0 0,-3-1 0,0 0 137,-1 0 0,1 1-1,0 0 1,-1 0 0,1 0-1,0 1 1,-1-1 0,1 1-1,-6 0 1,-7 0 246,0 0-1,0 1 1,1 1 0,-1 1-1,0 0 1,-20 7-1,30-7-326,1-1 1,0 1-1,1 1 0,-1-1 0,0 1 0,1 0 0,0 0 0,0 0 0,0 1 1,0 0-1,1 0 0,0 0 0,0 1 0,0-1 0,1 1 0,0 0 0,0 0 1,0 0-1,-2 8 0,2-2-71,1 0-1,0 0 1,1 0 0,0 0 0,1 23 0,1-13-24,-1-17-6,0 1 1,1 0-1,0-1 0,0 1 0,1-1 0,0 1 0,0-1 1,0 0-1,0 1 0,1-1 0,0 0 0,0-1 0,0 1 1,1-1-1,-1 1 0,1-1 0,0 0 0,1 0 0,-1-1 1,0 1-1,1-1 0,0 0 0,6 3 0,-2-1-9,0-1-1,-1-1 1,2 1-1,-1-2 1,0 1 0,1-1-1,-1 0 1,1-1-1,-1 0 1,1-1-1,0 0 1,-1-1 0,12-1-1,-15 0-118,0 0-1,-1 0 1,0-1-1,1 1 1,-1-1-1,0-1 1,0 1-1,0-1 1,-1 1-1,1-2 1,-1 1-1,0 0 1,0-1-1,-1 1 1,5-8-1,2-4-406,0-1 0,-1 0 0,10-28 1,-13 29 676,-1-1 1,-1 0 0,-1 0-1,0 0 1,1-28 0,-4 66-91,2-1 0,0 1 0,1 0 1,1-1-1,2 1 0,-1-1 0,2-1 0,1 1 0,0-1 1,2 0-1,0-1 0,1 0 0,1-1 0,17 21 1,-27-35-148,1-1 1,0 1 0,0 0 0,0-1-1,0 1 1,0-1 0,0 0 0,1 0-1,-1-1 1,0 1 0,1 0 0,0-1-1,-1 0 1,1 0 0,0 0 0,0-1 0,0 1-1,-1-1 1,1 0 0,8 0 0,9 0-2522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2.9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31 496,'0'0'10237,"25"-3"-9593,-23 4-564,1 0 0,-1 0 0,0 0 0,0 0 0,0 0-1,0 1 1,0-1 0,0 1 0,0-1 0,0 1 0,0 0 0,-1-1 0,1 1 0,-1 0 0,3 4-1,21 38 588,-21-35-567,9 16 2,26 55 297,-39-80-394,0 0 0,0 0 0,0 0-1,0 0 1,0-1 0,0 1 0,0 0 0,0 0 0,1 0 0,-1 0-1,0 0 1,0 0 0,0 0 0,0-1 0,0 1 0,0 0 0,1 0-1,-1 0 1,0 0 0,0 0 0,0 0 0,0 0 0,0 0-1,1 0 1,-1 0 0,0 0 0,0 0 0,0 0 0,0 0 0,1 0-1,-1 0 1,0 0 0,0 0 0,0 0 0,0 0 0,0 0 0,1 0-1,-1 0 1,0 0 0,0 0 0,0 0 0,0 0 0,0 1 0,1-1-1,-1 0 1,0 0 0,0 0 0,0 0 0,0 0 0,0 0 0,0 0-1,0 1 1,0-1 0,1 0 0,-1 0 0,0 0 0,0 0 0,0 0-1,0 1 1,0-1 0,3-13 71,-1-5-62,1-1-1,1 1 1,1 1-1,7-20 1,-10 31-5,0-1 1,1 1-1,0 0 0,0 0 1,1 1-1,0-1 0,0 1 1,0-1-1,0 1 0,1 1 1,0-1-1,0 1 0,0-1 1,8-4-1,-11 8-8,0 0 0,0 0-1,1 1 1,-1-1 0,0 0 0,0 1 0,1-1-1,-1 1 1,0 0 0,1 0 0,-1-1 0,0 2-1,0-1 1,1 0 0,-1 0 0,0 1 0,1-1-1,-1 1 1,0 0 0,0 0 0,0 0 0,0 0-1,0 0 1,0 0 0,0 0 0,0 1 0,0-1-1,0 1 1,-1-1 0,1 1 0,2 3-1,3 5 7,0 1 0,0-1-1,-1 2 1,8 19-1,-4-8 35,-4-10-161,4 3 586,-10-16-450,1 0-1,0-1 1,0 1-1,0 0 1,-1 0-1,1 0 1,0-1-1,0 1 1,-1-1-1,1 1 1,0 0-1,-1-1 1,1 1-1,0-1 1,-1 1-1,1-1 1,-1 0-1,1 1 1,-1-1-1,1 0 1,-1 1-1,1-1 1,-1 0-1,0 0 1,1 0-1,3-5-12,0 1 1,0-1-1,1 1 0,0 0 0,0 1 0,0-1 1,0 1-1,1 0 0,0 0 0,12-5 0,-15 8-6,0 0 0,0 0 0,0 0 1,0 0-1,0 1 0,1 0 0,-1-1 0,0 1 0,0 1 0,1-1 0,-1 0 0,0 1 0,0-1 0,0 1 0,1 0 0,-1 0 0,0 0 0,0 1 0,0-1 1,-1 1-1,1-1 0,0 1 0,-1 0 0,1 0 0,2 3 0,5 3-41,-1 0-1,0 1 1,0 0 0,-1 0 0,0 1-1,-1 1 1,0-1 0,-1 1 0,0 0-1,0 0 1,-1 1 0,-1-1 0,0 1 0,0 0-1,-1 1 1,2 18 0,3 49-2706,-2-48-144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3.5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3169,'0'0'12746,"152"24"-12746,-118-21 0,1-3-264,-1 0-304,11 0-816,-14 0-737,-3-3-3280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3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3385,'0'0'14403,"66"3"-14395,-25 3-8,0 1 0,4-4-376,10 3-1089,-13-6-2383,-8 0-5955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4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456 64 800,'0'0'11835,"-21"-10"-11423,-71-31 336,84 38-647,1 1-1,-1-1 1,0 2 0,1-1 0,-1 1-1,0 1 1,0-1 0,0 1 0,0 1-1,0-1 1,0 1 0,0 1 0,1-1-1,-1 1 1,-13 6 0,4 0 198,1 1 1,1 0-1,0 1 0,-26 23 1,32-26-194,1 1 0,-1 0 1,2 1-1,-1 0 1,1 0-1,0 1 1,1-1-1,0 2 0,0-1 1,1 1-1,1-1 1,0 1-1,0 0 1,1 1-1,1-1 0,0 1 1,0-1-1,1 1 1,1 19-1,0-27-105,0 0 1,0 0-1,1 0 1,-1 0-1,1 0 0,0 0 1,0 0-1,0 0 1,1 0-1,0 0 0,0 0 1,0-1-1,0 1 1,0-1-1,0 1 0,1-1 1,0 0-1,0 0 1,0 0-1,0 0 0,0-1 1,0 1-1,1-1 1,-1 0-1,1 0 0,0 0 1,6 2-1,2 0-99,0-1 0,0 0 0,0-1 0,1 0 0,0-1 0,-1 0 0,26-3 0,-29 0-3,0 0 0,0 0 0,0-1 1,-1 0-1,1-1 0,-1 0 0,0 0 1,0-1-1,0 0 0,-1 0 1,1-1-1,-1 0 0,-1 0 0,10-11 1,4-6-295,-1-1 0,-1 0 0,16-28 1,-27 39 338,0 0 1,0 0-1,-1-1 1,-1 0 0,0 0-1,-1 0 1,0 0-1,-1-1 1,-1 1 0,1-18-1,-3 31 350,0 7-8,1 2-274,0 0 0,0-1-1,1 1 1,0 0 0,0-1-1,1 0 1,0 1 0,0-1-1,1 0 1,0-1 0,0 1 0,1 0-1,-1-1 1,1 0 0,1 0-1,-1-1 1,1 0 0,7 6-1,-1-2-104,1 0-1,-1 0 1,2-2 0,-1 1-1,1-2 1,0 0-1,0-1 1,22 6-1,15-2-2163,-7-8-3073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5.9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1 936,'0'0'11332,"19"4"-11240,60 14-60,-76-17-27,-1 0-1,1 1 1,0-1 0,-1 1-1,1 0 1,-1-1-1,1 1 1,-1 0 0,0 1-1,0-1 1,0 0 0,0 1-1,0-1 1,0 1-1,-1 0 1,1-1 0,-1 1-1,0 0 1,1 0 0,-1 0-1,-1 0 1,1 0 0,0 0-1,-1 0 1,0 0-1,0 6 1,2 1-6,1 17 61,-1 0 1,-2 39-1,-1-21-74,11-54-90,-3-7 62,-1-1 0,6-21 0,-8 20-31,2 0-1,11-24 1,-12 31 53,0 1 1,1 0-1,0 1 0,1 0 0,12-14 0,-16 20 18,1 0 0,-1 0-1,1 1 1,0-1 0,0 1-1,0-1 1,0 1 0,0 0-1,0 1 1,1-1 0,-1 1-1,1 0 1,-1 0 0,1 0-1,-1 1 1,8-1 0,-10 2 2,0-1 0,0 1 1,0-1-1,0 1 1,1 0-1,-1 0 1,0 0-1,0 0 0,-1 0 1,1 0-1,0 0 1,0 1-1,0-1 1,-1 1-1,1 0 0,-1-1 1,1 1-1,-1 0 1,2 3-1,24 47 13,-17-32-10,-5-11-10,-1 1 1,0-1 0,-1 1 0,0 0-1,0 0 1,-1 0 0,-1 1-1,1-1 1,-1 13 237,3-42-135,0 9-82,-1 1-1,2 0 1,-1 0-1,1 0 1,1 1-1,-1 0 0,1 0 1,1 0-1,11-11 1,-13 15-14,1-1 1,-1 1-1,1 0 0,0 0 1,-1 0-1,2 1 0,-1 0 1,0 0-1,1 1 1,-1 0-1,1 0 0,0 0 1,0 1-1,12-1 0,-17 2-3,0 0 0,-1 1 0,1-1 0,0 1-1,-1-1 1,1 1 0,-1 0 0,1 0 0,-1-1 0,1 1-1,-1 0 1,1 0 0,-1 0 0,0 1 0,1-1 0,-1 0-1,0 0 1,0 1 0,0-1 0,0 1 0,0-1 0,0 1-1,-1-1 1,1 1 0,0 2 0,15 51-105,-11-33 40,25 124-2844,-29-145 2826,3 28-2590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6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19 576,'0'0'14787,"20"1"-14679,138 4-24,119-20-1759,-210 9-715,121 3-1,-186 3 2192,0 0-1,1 0 0,-1 1 0,1-1 1,-1 0-1,0 1 0,1 0 1,-1 0-1,0 0 0,0 0 0,1 0 1,-1 0-1,0 0 0,0 1 1,2 1-1,7 7-3400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07.6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0 864,'0'0'12980,"4"4"-12852,10 6-62,4 4-54,-1 0 0,26 28-1,-38-37-38,-1 1-1,0-1 0,0 0 0,-1 1 0,1 0 0,-1 0 0,-1 0 0,1 0 0,-1 0 0,0 0 1,0 1-1,-1-1 0,0 1 0,1 9 0,-2-21 25,1 0 1,0-1-1,0 1 1,1 0-1,0 0 1,0 0-1,0 0 0,0 0 1,1 1-1,0-1 1,0 1-1,0-1 1,0 1-1,5-4 1,-3 3-6,0 0 1,0 0 0,1 0 0,-1 1-1,1 0 1,0 0 0,0 0 0,1 1-1,12-5 1,-14 6 18,-1 1-1,0 0 0,0 0 1,0 0-1,1 1 0,-1-1 1,0 1-1,1 0 1,-1 0-1,0 1 0,1 0 1,-1-1-1,0 1 0,0 0 1,0 1-1,0-1 0,0 1 1,0 0-1,0 0 1,0 0-1,-1 1 0,1-1 1,-1 1-1,1 0 0,-1-1 1,0 2-1,0-1 1,0 0-1,-1 1 0,3 3 1,8 10-64,-1 1 0,17 34 0,-25-44-737,-1 0 1,0 1-1,-1-1 0,0 1 0,2 14 1,-3-7-4403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11.4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2977 3369,'0'0'10995,"-5"-25"-10744,0 4-171,-7-30 235,-5-64 0,8 49 391,-4 0 1,-26-84-1,-56-120 537,-21-72-372,105 299-786,3 0 1,1 0 0,-1-45 0,7 64-81,2 0 0,0 0 0,1 0 0,1 0 0,2 0 0,14-45 0,18-25-43,-17 47-1,-1 0 0,-3-1 0,-2 0 0,11-71 0,-21 77 70,-1-68 1,-4 94-23,0 0 1,-1 0 0,-1 0 0,0 0 0,-1 1 0,-1-1-1,-9-18 1,-7-8 32,13 30-43,0-2 0,2 1 0,0-1 0,0 0 0,1 0-1,1 0 1,0-1 0,1 0 0,-2-28 0,5-313-1423,0 354 1424,-4-57 45,4 56-43,-1 0 1,1 0-1,-1 0 1,0 1-1,0-1 1,0 0-1,0 0 1,0 1-1,-1-1 0,1 1 1,-1-1-1,0 1 1,1 0-1,-1-1 1,0 1-1,-1 0 1,-1-2-1,1 4-70,1-1 1,-1 0-1,0 1 1,1 0-1,-1-1 1,0 1 0,1 0-1,-1 0 1,1 1-1,-4 0 1,-4-1-91,10 2 151,0-1 1,-1 0-1,1 1 1,0-1-1,0 1 1,0-1-1,0 0 1,0 1-1,1-1 1,-1 1-1,0-1 1,1 0-1,-1 1 1,1-1-1,-1 0 1,2 3-1,6-1 5,1 1 0,-1-1 0,1-1 0,-1 1 0,1-1 0,14 1 0,64 2 4,-49-3-9,73 3 24,491 49-1599,-74 57 1462,-351-70 122,-81-21-5,1-4-1,180 7 1,-273-23 3,206-2 5,-158-1-6,-1-3 0,56-13 0,417-147-644,-435 134 589,-72 26 53,0 0 1,1 1-1,0 1 1,0 1 0,0 0-1,33 0 1,-44 4 41,-1 0 1,1 0 0,0 1-1,-1 0 1,1 0 0,-1 0 0,1 1-1,-1 0 1,9 6 0,23 9 157,5-2-126,1-2-1,1-2 1,0-2-1,84 7 1,188-8-64,-261-9-1,8-1-6,0-2 0,0-4 0,-1-2 0,0-2 0,100-33 0,-21-9 26,62-19 9,-172 63-40,1 1 0,-1 2 1,1 1-1,48 0 0,-73 5 3,0 0-1,1 0 0,-1 1 1,0 0-1,0 1 1,0 0-1,0 0 0,0 1 1,0 0-1,-1 0 1,1 1-1,-1 0 1,0 0-1,13 11 0,1-1 1,0-1 0,2 0-1,-1-2 1,1 0-1,1-2 1,0 0-1,0-2 1,1-1-1,0 0 1,30 1-1,24-1-57,154-9-1,-158-5-152,0-3 0,116-33-1,5-2 78,-158 42 125,0 1 0,1 1 0,-1 3 0,54 7 0,32 0 0,-27-5-662,1-5 1,-1-4-1,153-28 1,-225 28 599,7-2 136,2 1 0,66-4 4811,-117 21-4752,12-6-120,0 1 1,0 0-1,0 0 1,1 0-1,0 0 1,0 1-1,0 0 1,1 0-1,0 0 1,0 0-1,0 0 1,1 1-1,0-1 1,0 1-1,-1 12 0,0 8-20,1 0 0,4 47 0,-1-24 14,4 48-155,30 172 0,-27-222 170,17 116-11,23 128-58,76 527-1652,-119-762 1308,28 479 148,-33-524 408,-1-8-119,1-1 0,0 0 0,0 0 0,0 1 0,0-1 0,1 0 0,-1 0 0,1 1 0,0-1 0,0 0 0,0 0 0,0 0 0,1 0 0,1 4 0,-1-5-3,-1 1 0,-1-1 0,1 1 0,0 0 0,0 0 0,-1-1 0,0 1 0,1 0 0,-1 0 0,0 0 0,-1 4 0,1-5-20,0 0 0,0 0 0,0 0 0,-1 0 0,1 0 0,-1 0 0,1 0 0,-1-1 1,1 1-1,-1 0 0,0 0 0,0-1 0,0 1 0,0 0 0,0-1 0,0 1 0,-2 0 0,-5 1 12,0-1 0,0 0 0,0-1 0,0 0 0,0 0-1,0-1 1,0 0 0,-1 0 0,-8-2 0,-14 1 40,14-1-38,-1 0 0,1 0 0,-1-2 0,-21-7 0,-40-8 71,-30 8-42,-194 7 0,164 6-17,18-1-61,-1 6 1,1 4-1,1 6 1,-177 49 0,288-63-59,0 0 0,1 0 1,-1 1-1,-15 10 1,14-8-470,8-5 501,0 0-1,0-1 1,0 1 0,-1-1-1,1 0 1,0 0-1,0 0 1,0 0-1,0 0 1,-4-1-1,-3 0 18,-17 0 38,1-1 0,-27-7-1,-32-3 228,9 8-90,-1 3 1,1 3-1,-1 4 1,-140 29-1,-119 66 1191,311-95-1343,0-1 0,0-2 1,-1 0-1,1-1 0,-1-2 0,-32-2 1,16 0 19,-216-26 35,40 2-42,-186 23 0,336 9-10,0 3 1,-106 28-1,104-20 1,1-3 0,-89 6 0,122-17-4,1-2 1,-1-2-1,1 0 1,0-3-1,-1-1 1,2-1-1,-52-17 1,-118-46-168,166 58 138,-1 3 1,0 1 0,-61-2-1,42 7 21,0 2 0,0 4 1,0 1-1,0 3 0,-67 19 0,-66 34 102,-88 22 145,264-79-218,1-2 0,-1 0 0,0 0 1,0-1-1,0-1 0,0-1 1,0 0-1,0 0 0,0-1 0,0-1 1,1-1-1,-1 0 0,1 0 0,-13-7 1,-137-72 270,141 74-216,0 1-1,0 1 1,-1 1-1,1 1 1,-45-3-1,57 7-38,-101 0 292,97 2-300,1 0 1,-1 1-1,1 1 1,-1 0-1,1 1 1,-13 5-1,-103 54 92,74-35-96,-98 37 0,147-63-26,0 0 0,0 0 0,0-1 0,0 1 0,0-2 0,0 1 0,-1 0 0,1-1 0,-9-1 0,15 1-20,-1 0 0,1-1 0,-1 1 0,1 0 0,-1 0 0,1-1 0,-1 1 0,1 0 0,0 0 0,-1-1 0,1 1 0,-1 0 0,1-1 0,0 1 0,-1-1-1,1 1 1,0 0 0,0-1 0,-1 1 0,1-1 0,0 1 0,0-1 0,0 1 0,-1-1 0,1 1 0,0-1 0,0 1 0,0-1 0,0 0 0,-1-30-3430,1-8-4283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20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 1 1256,'0'0'15593,"13"4"-13423,-11-1-2105,-1-1 0,1 1 1,-1 0-1,0 0 1,0 0-1,0-1 0,0 1 1,0 0-1,-1 1 0,1-1 1,-1 4-1,0 41 57,-1-27-55,0-12-86,-1 0 0,0 0 0,-1 0-1,0 0 1,0 0 0,0-1 0,-2 1 0,1-1-1,-1 0 1,0 0 0,0-1 0,-9 9-1,-15 27-1191,-24 46-4333,31-57 55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22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0 536,'0'0'8895,"37"1"-2695,-35 1-6104,0-1 0,1 0 0,-1 1 0,0 0 0,0 0 0,-1 0-1,1-1 1,0 2 0,-1-1 0,1 0 0,-1 0 0,1 0 0,-1 1 0,0-1 0,0 1-1,0-1 1,0 4 0,2 1 135,-1 0 0,-1 0-1,0 0 1,1 14 0,-1-1-181,-1-2 41,0 0-1,-5 25 1,4-37-77,0 0 0,-1 0 0,0 0 0,0 0 1,0 0-1,-1-1 0,0 1 0,0-1 0,-1 0 0,-7 9 0,-40 30 737,51-43-686,0 1-39,0-1-13,1-6-34,0 1 47,0-1 1,1 1 0,0 0-1,0 0 1,0-1 0,0 2 0,1-1-1,5-7 1,5-9 45,-1-7 71,-1 0 0,-1 0 0,-1-1-1,7-42 1,-15 10 1343,-1 60-1349,-1 0-136,0 0 0,0 1 0,0-1 0,1 0 0,-1 1 0,0-1 0,0 0-1,0 1 1,1-1 0,-1 1 0,0-1 0,1 1 0,-1-1 0,0 1 0,1 0-1,-1-1 1,1 1 0,-1 0 0,1-1 0,-1 1 0,1 0 0,0 0-1,-1-1 1,1 1 0,0 0 0,-1 0 0,1 0 0,0-1 0,0 1 0,0 0-1,0 0 1,0 1 0,0 35 9,0-26-1,0 246-38,0-255 33,-1 1-1,1 0 0,-1 0 1,1-1-1,-1 1 1,0-1-1,0 1 0,0-1 1,-1 1-1,1-1 1,-1 1-1,1-1 0,-1 0 1,0 0-1,0 0 1,1 0-1,-2 0 0,1 0 1,0 0-1,0-1 1,0 1-1,-1-1 0,1 0 1,-4 2-1,-18 13 19,24-15 2,-1-1-60,-1 0 25,1 0 16,1 2 22,0-1 61,4-5-1213,33-36-5178,-16 18-1545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28.2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391 1 3897,'0'0'12985,"-28"2"-12285,-89 13 11,112-14-643,-1 0 1,0 0-1,1 0 0,-1 1 0,1 0 0,0 1 1,-1-1-1,1 1 0,0 0 0,0 0 0,1 0 1,-1 1-1,1 0 0,0 0 0,-6 6 0,-1 1 90,-3 4-71,1 1 0,0 0 0,1 1 0,1 0 0,0 1 0,1 0 0,1 1 0,1 0 0,1 0 0,1 0 0,-8 40 0,4 4 14,4 0 0,2 98 1,5-122-97,3 0 0,0 0 1,3-1-1,1 0 1,20 55-1,86 180-3,-29-77-134,-60-131-95,-3 0 0,-3 1 0,-3 1-1,-3 1 1,-2 0 0,0 76-1,-10-136 227,-3 125-313,0-113 98,0 0-1,-2 0 0,0 0 0,-10 28 0,4-21-362,-2-1 0,-1 0-1,0 0 1,-22 29-1,22-39-588,0 0 0,0-1 0,-29 24 0,3-11-5192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1.8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1 680 1528,'0'0'15606,"1"9"-15570,2 10-34,2-1 0,0 0 0,1 0 0,15 30 0,12 22 47,-19-37-37,28 45 0,-41-76-20,0-1 0,0 1-1,0-1 1,0 1 0,1-1 0,-1 0-1,0 1 1,1-1 0,-1 0 0,1 0-1,-1 0 1,1 0 0,-1-1 0,1 1 0,0 0-1,-1-1 1,1 1 0,0-1 0,3 1-1,-4-1 8,0 0 0,1 0-1,-1 0 1,0-1 0,0 1-1,1 0 1,-1-1 0,0 1 0,0-1-1,0 1 1,0-1 0,0 0-1,0 1 1,0-1 0,0 0-1,0 0 1,0 0 0,0 0-1,0 1 1,0-1 0,-1-1-1,1 1 1,0 0 0,-1 0 0,1 0-1,-1 0 1,1-3 0,6-17 14,-1 0 1,-1-1 0,-1 0 0,2-35-1,-5-95-288,-2 80 6,-2-484-56,3 554 326,0 0-1,0 1 0,0-1 0,1 0 1,-1 1-1,1-1 0,-1 1 0,1-1 1,-1 0-1,1 1 0,0-1 0,0 1 0,0 0 1,0-1-1,0 1 0,0 0 0,0 0 1,1-1-1,-1 1 0,0 0 0,1 0 1,-1 0-1,0 1 0,1-1 0,0 0 1,-1 0-1,1 1 0,-1-1 0,1 1 0,0-1 1,1 1-1,8-2 5,0 1 0,1 0 0,19 1 0,-17 0 2,715-19-1116,-596 14-1549,-46 4-1931,-49 1-1373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2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1 398 432,'0'0'12311,"7"-26"-12178,25-83-41,-30 102-88,0 1-1,1 0 0,0 0 1,0 0-1,0 0 1,1 1-1,-1-1 0,2 1 1,-1 0-1,0 0 1,9-7-1,2-2 12,104-121-202,-118 133 135,1 0-111,0 0-1,0 0 0,0-1 0,-1 1 0,1-1 0,-1 1 0,0-1 0,0 1 0,0-1 0,0 0 0,0 0 0,0-3 0,-21 5-6265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2.7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1168,'0'0'14035,"87"28"-13755,-50-7-64,1 7-216,4 3 0,3 4 0,0-1-128,-4-3-400,11 0-1472,-14-6-1017,-7-7-6265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3.6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92 832,'0'0'11041,"6"-2"-10914,30-11-7,-35 12 76,-1 1 0,1-1 0,0 0-1,0 0 1,-1 1 0,1-1 0,0 0 0,-1 0 0,1 0 0,-1 0 0,1 0 0,-1 0-1,1 0 1,-1 0 0,0 0 0,1 0 0,-1 0 0,0 0 0,0 0 0,0 0-1,0 0 1,0 0 0,0-1 0,0 0 0,0 1-108,1-36 393,5 23-502,-4 15 394,-3 23 541,0-4-1063,1-10 154,-1 12-119,2-1 0,6 44-1,-6-64-124,-1 0 0,0 0 0,1-1-1,-1 1 1,1 0 0,-1 0 0,1 0-1,0 0 1,-1-1 0,1 1 0,0 0-1,-1-1 1,1 1 0,0 0 0,0-1-1,-1 1 1,1-1 0,0 1 0,0-1-1,0 0 1,0 1 0,1-1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4.5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262 464 1216,'0'0'7986,"12"0"-5590,-34 0-2031,0 0 0,0 1 0,0 2 0,-34 7 0,49-8-322,1 0 0,-1 1 0,0 0 0,1 0 0,-1 1 0,1-1 0,0 1 0,1 1 0,-1-1 0,1 1 0,-1 0-1,1 0 1,1 1 0,-1-1 0,1 1 0,0 0 0,0 0 0,-5 12 0,4-2 0,1 0 0,0 0 1,1 0-1,1 0 0,1 1 0,0-1 0,1 1 1,2 20-1,-1-35-45,-1 3 5,0 0 1,1 0 0,0 0-1,0 0 1,0 0-1,1-1 1,-1 1-1,1 0 1,0-1 0,1 0-1,-1 1 1,1-1-1,0 0 1,0 0-1,0-1 1,0 1 0,1 0-1,5 3 1,-6-5 18,0 0 0,0 0 0,1 0 1,-1-1-1,0 0 0,1 0 0,-1 0 1,1 0-1,-1 0 0,1 0 0,0-1 1,-1 0-1,1 0 0,-1 0 0,1 0 0,0 0 1,-1-1-1,1 0 0,-1 0 0,1 0 1,-1 0-1,1 0 0,-1 0 0,0-1 0,0 0 1,6-3-1,2-4 15,1 0 1,-1-1-1,-1 0 0,0-1 1,0 0-1,-1 0 0,15-26 1,-7 8 11,-1-1-1,16-46 1,-22 46-45,-1-1 0,-2 0 0,-1 0 0,3-36 0,-6 6 6,-5-72 0,0 108 16,-1 0-1,-1 0 0,-1 1 1,-1 0-1,-17-41 0,14 52-22,5 22-58,3 27-38,1-32 104,1 19-31,0 1 0,2-1 1,1 0-1,8 26 0,35 90-304,-15-52-211,53 128-4575,-60-166 390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4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0 354 1072,'0'0'14067,"142"-140"-13971,-108 103-88,1 3-8,-4-3 0,-4 6-400,-6 3-216,-7 9-800,-14 1 47,0 8-1111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5.2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0 408,'0'0'16332,"100"93"-15452,-65-62-344,-1 4-112,4-1-296,4 0-120,-4-6-8,0-3-48,0-4-544,3-5-1633,-7-7-1703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5.5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14635,'0'0'3433,"201"-6"-4081,-160 6-360,-3 0-689,7 0 33,-14 0-561,-7 0-2144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5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1792,'0'0'16036,"114"3"-15996,-73 0 168,4-3-416,24 0-352,-10 0-1257,-7-10-3008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6.5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468 24 2505,'0'0'8511,"-29"-5"-7308,-97-12-509,118 16-626,1 1-1,-1 0 0,0 0 0,1 0 1,-1 1-1,1 0 0,-1 1 0,1 0 1,0 0-1,0 0 0,0 1 0,-7 4 1,4-1 10,0 1 0,1 0 1,1 1-1,-1 0 1,-9 11-1,13-14-33,-10 13 95,1 1 1,1 0-1,0 1 0,2 0 1,0 1-1,1 0 0,1 1 1,1 0-1,2 0 0,0 1 1,-6 45-1,4 14-22,4 0 0,6 84 0,-2-143-112,4 31-5,1 0 0,4 0 0,1-1 0,26 78 0,94 200-18,-27-76-113,-80-189-25,27 130-1,-43-159-16,-2 1-1,-1 0 1,-3 1-1,0-1 1,-8 51-1,5-77 127,-1 0-1,0-1 0,-1 1 1,0-1-1,-1 1 1,-1-1-1,0-1 1,0 1-1,-9 11 0,-3 0-1104,0-2 0,-40 36 0,-7-7-6660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8.2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1 522 1344,'0'0'7088,"22"-20"-6833,4-3-184,122-114 1196,-109 98-554,53-72 0,-76 88-1747,20-39 0,-28 46-808,-1 0 1,0 0-1,5-25 0,-8 23-174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38.6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2745,'0'0'12015,"17"2"-11496,-1-1-448,-6-1-16,0 1 0,0 1-1,-1-1 1,1 2-1,0-1 1,-1 1 0,0 1-1,0 0 1,15 8 0,132 99 554,-112-76-409,2-1-1,61 32 1,-100-63-605,0 1 1,-1-2-1,1 1 0,0-1 0,0 0 1,1 0-1,-1-1 0,0 0 1,1 0-1,-1-1 0,0 0 0,1 0 1,-1-1-1,9-1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46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62 134 720,'0'0'3618,"1"-19"-1979,1-7-1078,2-62 4430,-4 96-4715,0-3-261,-1 40 4,2 0 0,2 0 0,15 73 0,-10-91 27,-5-19-67,-1 0 0,0 0 0,0 0 0,1 17 0,-27-24-231,-24 4-51,46-5 298,0 1-1,0-1 1,0 1 0,0-1 0,0 1-1,0 0 1,0 0 0,0 0 0,0 0-1,0 0 1,0 0 0,0 1 0,1-1-1,-1 1 1,1-1 0,-1 1 0,1 0 0,0-1-1,-2 4 1,4-4 8,0-1 1,1 1-1,-1 0 0,1-1 0,-1 0 0,1 1 1,-1-1-1,1 0 0,-1 1 0,1-1 1,-1 0-1,1 0 0,-1-1 0,1 1 1,1 0-1,0 0 9,82-8 75,-20 1-1586,-40 6-1176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46.8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14 440,'0'0'11599,"28"-2"-10763,92-6-275,114 5-247,-140 4-845,29 0-1397,-4 1-3723,-89-2 395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47.6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101 29 784,'0'0'9498,"1"-5"-8707,0 4-749,-1 0-1,0 0 1,1-1 0,0 1-1,-1 0 1,1 0 0,0 0-1,-1 0 1,1 0 0,0 0-1,0 0 1,0 0 0,0 0-1,0 0 1,0 1 0,0-1-1,0 0 1,0 1 0,0-1-1,2 0 1,33-2 683,-33 3-714,2 0 29,0 0 0,1 0 0,-1 1 0,0-1 0,0 1 0,0 0 0,0 1 0,0-1 0,0 1 0,0 0 0,0 0 0,5 4 0,-7-3-37,0-1 1,0 1-1,-1 0 0,1 0 1,-1 0-1,1 0 1,-1 0-1,0 1 1,0-1-1,-1 1 0,1-1 1,-1 1-1,0-1 1,0 1-1,0 0 1,0 0-1,0 6 0,0 1 8,0-1 0,-1 1 0,0 0-1,0 0 1,-1 0 0,-1 0-1,0-1 1,-1 1 0,1-1-1,-9 20 1,3-17 1,1 1 1,-1-1-1,-1 0 1,-1-1-1,0 0 0,-22 21 1,17-18-15,-2 2 65,-29 21 0,42-35-77,-1 0-1,1 0 1,-1 0-1,0 0 1,0-1-1,0 0 1,-1 0-1,1 0 1,0-1-1,-1 0 1,-10 1-1,15-2 0,0 0 0,1-1 0,-1 1 0,1-1 0,-1 1-1,0-1 1,1 1 0,-1-1 0,1 0 0,0 1 0,-1-1 0,1 0-1,0 1 1,-1-1 0,1 0 0,0 1 0,-1-1 0,1 0 0,0 0-1,0 1 1,0-1 0,0 0 0,0 0 0,0 1 0,0-1 0,0-1 0,0-25-23,0 23 25,-1-21-26,0 19 33,0 0-1,1 0 1,0 0 0,0-1-1,0 1 1,1 0-1,-1 0 1,2 0 0,-1 0-1,1 0 1,2-7-1,-3 12 3,0 0 1,0-1-1,0 1 0,0 0 0,0 0 0,1 0 0,-1 0 0,0 0 0,0 0 0,1 0 0,-1 0 0,1 1 0,-1-1 0,1 1 1,-1-1-1,1 1 0,-1-1 0,1 1 0,-1 0 0,1-1 0,-1 1 0,1 0 0,0 0 0,-1 0 0,1 1 0,-1-1 0,1 0 1,-1 0-1,1 1 0,-1-1 0,1 1 0,-1 0 0,1-1 0,-1 1 0,2 1 0,5 3 1,-1-1 1,-1 1-1,1 1 0,11 11 1,-10-8-50,1-1 1,1 0-1,-1-1 1,1 0-1,1-1 1,-1 0 0,1 0-1,16 5 1,-13-6-1069,0-1 1,1 0-1,25 2 1,-12-3-5447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48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384 430 72,'0'0'12188,"-21"-1"-11688,-71-6-47,80 7-268,1 0-1,-1 1 0,1 0 0,-1 1 0,1 0 0,0 1 0,0 0 0,0 1 0,0 0 0,0 1 0,1 0 0,0 0 0,0 1 0,0 1 0,-15 13 0,18-15-33,1 0-1,0 0 1,0 1 0,0 0 0,1 0-1,0 0 1,0 1 0,0-1-1,1 1 1,-6 13 0,6-10-73,1 1 0,0 0 1,1 0-1,0 0 1,1 0-1,0 0 0,1 12 1,0-19-79,0 0 0,0 0 0,1-1 1,0 1-1,-1 0 0,1-1 0,1 1 1,-1-1-1,0 1 0,1-1 0,0 1 0,0-1 1,0 0-1,0 0 0,0 0 0,0 0 1,1 0-1,0 0 0,-1-1 0,1 1 1,0-1-1,0 0 0,1 0 0,-1 0 1,0 0-1,7 2 0,0-1-23,-1 0 1,1-1-1,-1 0 0,1 0 1,0-1-1,0 0 0,0-1 1,0 0-1,13-2 1,-18 1 22,1-1 0,-1 1 1,0-1-1,1-1 1,-1 1-1,0-1 1,0 1-1,-1-2 0,1 1 1,-1 0-1,1-1 1,-1 0-1,0 0 0,-1 0 1,1 0-1,-1-1 1,1 1-1,4-11 1,3-5 9,-2 0 0,0-1 0,9-31 0,-2-15-18,-2-1 0,7-112 1,-10 64-21,-7 86-11,-2 10-209,1-1-1,0 1 1,13-39 0,-17 62 205,1-1 0,-1 0 1,1 1-1,0-1 0,0 1 1,0-1-1,0 1 0,0-1 1,1 4-1,1 10 30,-1 39-178,2 0 0,3 0 0,23 97 0,-18-112-1613,3 1 0,35 76 0,-28-81-3295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48.9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0 351 1488,'0'0'13763,"138"-96"-13475,-107 65-112,4 0-48,-1-3-128,-3-1 0,0 1-416,4-3-888,-11 6-720,-10 9-2897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49.3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1 992,'0'0'12435,"103"124"-12379,-58-93 104,4 0-312,-5 0 152,-6 6-312,4 16-592,-15 0-1089,-6-10-3176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51.2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13475,'0'0'3681,"186"18"-4033,-141-18-657,-1 0-7,-2 0-344,6 0-200,-10 0-561,-10 0-2200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6:51.7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1584,'0'0'14956,"56"-3"-14972,-29 3-32,4 0 0,4 0-153,13 0-719,-7 0-1080,-6 0-1857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1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323 50 9234,'0'0'6063,"-17"-8"-5617,-56-23 77,67 29-419,1 0-1,-1 0 1,0 1 0,0 0-1,0 0 1,0 0-1,0 0 1,0 1-1,0 0 1,0 0 0,0 1-1,0 0 1,0 0-1,0 0 1,0 1 0,0 0-1,1 0 1,-1 0-1,1 1 1,-1 0 0,1 0-1,0 0 1,0 1-1,0-1 1,1 1 0,-1 0-1,1 1 1,0-1-1,0 1 1,0 0 0,1 0-1,-5 8 1,0 4-29,0 0 0,1 0 0,1 1 1,0-1-1,1 2 0,1-1 0,1 0 0,-1 34 1,2-19-72,1 1 0,2-1 1,2 1-1,1-1 1,1 0-1,16 54 0,38 73-57,22 68-108,-67-180-173,-3 0 0,11 96 0,-17-77-189,-3 0 0,-3-1-1,-9 69 1,7-111 298,-1 1-1,-2-1 1,0 0-1,-2-1 1,0 0 0,-1 0-1,-2 0 1,0-1-1,-2-1 1,0 0-1,-23 27 1,-2-11-1410,3-15-1250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3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1 525 304,'0'0'10798,"19"-24"-10442,64-77 39,-11 14 327,81-110-594,-138 167-1005,-13 22-808,1-1 0,-2 0 0,1 0 0,-1 0 0,-1 0 0,0-11 0,0 7 1654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3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1 592,'0'0'11500,"5"8"-10955,6 13-219,1 0 0,2-1-1,0-1 1,1 0 0,29 28-1,104 83 263,-124-112-821,0-1 0,2-1-1,29 13 1,-34-19-2218,0-2 0,31 9-1,-41-14-2200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4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84 96,'0'0'13414,"6"-3"-13169,-4 2-232,0 0 1,0 0 0,0 0-1,0 0 1,1 0-1,-1 1 1,0-1-1,0 1 1,1-1-1,-1 1 1,0 0-1,1 0 1,-1 0-1,0 0 1,1 1-1,-1-1 1,0 1 0,0-1-1,1 1 1,-1 0-1,0-1 1,0 1-1,0 1 1,0-1-1,0 0 1,0 0-1,0 1 1,0-1-1,-1 1 1,1-1-1,0 1 1,-1 0 0,3 3-1,2 3 19,0 0-1,0 1 0,-1-1 1,0 1-1,0 0 1,-1 0-1,0 1 1,3 11-1,0 11 118,5 39 0,-7-41-126,-2-23-28,0-10-7,2-14 0,-1-2 25,2-11 4,0 0-1,2 0 0,1 1 0,22-47 0,-28 70-18,1 0 0,-1 0-1,1 0 1,0 0 0,1 0-1,0 1 1,-1 0-1,1 0 1,1 0 0,-1 1-1,1-1 1,0 1 0,0 1-1,0-1 1,0 1 0,1 0-1,0 0 1,-1 1-1,1 0 1,0 0 0,0 1-1,0 0 1,0 0 0,0 0-1,0 1 1,9 1 0,-14-1-2,1 1 0,-1 0 0,1 0 1,-1 0-1,1 1 0,-1-1 1,0 0-1,0 1 0,1 0 0,-1-1 1,0 1-1,-1 0 0,1 0 1,0 0-1,0 0 0,-1 0 0,1 1 1,-1-1-1,0 0 0,2 6 1,22 59-11,-21-53 16,35 121-889,-5-18-3890,-23-81-249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5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173 497 1072,'0'0'8361,"20"-5"-7835,59-13-23,-50 13 3326,-39 5-2803,-6 3-994,1 0 1,-1 0-1,1 1 1,0 1-1,0 1 1,0 0-1,1 1 1,0 0-1,0 1 1,1 1-1,-21 17 1,25-19-26,1 0-1,1 1 1,-1 0 0,1 1 0,0-1 0,1 1-1,0 1 1,1-1 0,0 1 0,0 0-1,1 0 1,0 0 0,1 1 0,0 0-1,1-1 1,0 1 0,-1 20 0,3-27-9,0 1 0,0-1 0,1 0 1,0 1-1,0-1 0,0 0 0,0 1 1,1-1-1,-1 0 0,1 0 1,0 0-1,1 0 0,-1-1 0,1 1 1,-1 0-1,1-1 0,0 0 0,0 0 1,1 0-1,-1 0 0,0 0 0,1-1 1,5 4-1,-1-2 7,0-1 1,0 1-1,1-2 1,-1 1-1,1-1 1,0 0-1,-1-1 1,1 0-1,0 0 1,17-1-1,-22-1 3,0-1-1,1 1 0,-1-1 0,0 1 1,0-1-1,0 0 0,-1-1 0,1 1 1,0-1-1,-1 0 0,0 0 0,1 0 1,-1 0-1,0 0 0,-1-1 0,1 1 0,-1-1 1,1 0-1,-1 1 0,3-8 0,4-8 26,0-2-1,10-35 1,-10 20-21,-1-1 0,-2 1-1,2-62 1,-12-113-2,1 159-24,-2 0 1,-2 0-1,-21-74 0,25 207-939,7-32 756,3 0 1,17 65 0,-1-5-509,31 135-3500,-43-205 1287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5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0 373 256,'0'0'14849,"18"-17"-14591,-3 3-200,30-28 147,40-49-1,-70 72-544,3-3 591,23-36 0,-20 14-2278,-19 38 1015,0 0 0,-1 0 0,0 0-1,0-1 1,0-8 0,-1 15 1012,-24-19-7804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6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1 760,'0'0'17332,"83"80"-16868,-52-55-320,0 3-40,0 3-104,0 3 0,0 0-760,-3 1-760,3 17-473,-7-5-2184,-3-10-3216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6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5873,'0'0'18364,"138"0"-18268,-107 0-96,0 0-8,-4 0-88,1 0-312,-4 0-256,0 0-552,0 0-321,1-3-1239,-5 0-345,-6 0-1440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6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12803,'0'0'9474,"58"0"-9210,-23 0-256,-1 0-8,1 0-528,-1 0-721,8 0-999,-11 0-1801,-7 0-1048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7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0 500 12419,'0'0'4621,"19"-26"-4545,64-89-38,12 3-64,-79 95-265,0 0 1,-1-1-1,0-1 0,-2 0 1,0-1-1,-1-1 1,11-28-1,-16 26-404,-7 22 315,0-1 1,0 1 0,0-1-1,0 0 1,0 1 0,0-1-1,0 1 1,0-1-1,-1 1 1,1-1 0,0 0-1,-1 1 1,-1-3 0,1 2-22,-1 1 1,1-1 0,-1 1-1,0-1 1,1 1 0,-1 0-1,0 0 1,0 0-1,0 0 1,0 0 0,0 0-1,0 0 1,0 0 0,0 1-1,0-1 1,-1 1 0,1 0-1,0 0 1,-2 0 0,-27-1-390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7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8954,'0'0'8554,"197"134"-8410,-145-94-32,-4 7-104,0 2 8,0 1-8,-6-3-16,-4-7-48,-4-9-536,4-19-617,-3-5-1039,-15-7-1745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8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10866,'0'0'4780,"22"12"-4720,68 42-15,-86-51-21,0-1 0,-1 1 0,1-1 0,-1 1 0,0 0 0,1 0 0,-2 1 0,1-1 0,0 1 0,-1-1 0,1 1 0,-1 0 0,0 0 0,0 0 0,-1 0-1,1 0 1,-1 0 0,0 0 0,0 1 0,0-1 0,-1 6 0,2 4 152,1 3 8,-2 1 1,0 30-1,-2-17-263,1-30-265,8-25 33,-6 17 305,10-32 8,25-54 0,-33 82 9,2 1-1,-1 0 1,1 0 0,1 1-1,0 0 1,0 0-1,1 0 1,0 1-1,1 0 1,11-8 0,-17 14-15,0 0 1,0 0 0,1 0 0,-1 1 0,0-1-1,1 1 1,0 0 0,-1 0 0,1 0 0,0 0-1,-1 1 1,1-1 0,0 1 0,0 0 0,-1 0-1,1 1 1,0-1 0,0 1 0,-1-1 0,1 1-1,5 3 1,-3-2 1,-1 1 0,1 1 0,-1-1 0,0 1 0,0 0 0,-1 0 0,1 1 0,-1-1-1,0 1 1,0 0 0,0 0 0,3 6 0,35 64 112,18 27-3942,-52-90-310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8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0 440,'0'0'14123,"7"162"-14107,0-116 40,0-2-32,0 2-32,0 1 8,-4 0-304,1-10-1104,-4-6-1321,0-9-5889,0-13 7322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8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 9066,'0'0'8258,"127"0"-8258,-92 0 0,3 0-280,17 0-857,-7-12-1127,-6-1-1977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09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49 109 568,'0'0'8847,"0"-22"-7988,0-40-682,0 37 2460,0 35 212,0 39-2813,2-1 0,17 96 0,-16-123-123,-1 0 0,-1 37 0,-1-50-44,-31-8-565,14-11 727,16 10 75,-1-1 0,0 1 0,0 0 1,0 0-1,0 0 0,0-1 1,-1 2-1,1-1 0,0 0 0,-5-1 1224,9 7-1240,0-4-102,1 1 0,-1-1 0,1 1 0,0-1 0,0 0-1,-1 0 1,1 0 0,0 0 0,0-1 0,0 1 0,0-1-1,4 0 1,46 0-506,-24-1 18,-15 1 115,9 0-1432,46-5 0,-27-6-2392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0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72,'0'0'16610,"33"5"-15418,230 30-329,338 1-578,7-35-2010,-261-22 311,-120-15-4651,-178 25 936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0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9994,'0'0'6740,"19"17"-6600,59 57-88,-74-70-49,-1 1 1,1-1-1,-1 1 0,0 0 0,0-1 0,-1 1 0,1 1 0,-1-1 1,0 0-1,0 0 0,-1 1 0,0-1 0,0 1 0,0 0 0,0-1 1,-1 1-1,0 0 0,-1 9 0,0 4 32,1 100-306,0-124 220,0-19-152,5-46 1,-3 61 201,0 0 0,0 0 0,1 1 0,0-1 0,1 1 0,0-1 0,0 1 0,9-12 0,-8 13 9,0-1 1,1 1 0,0 0-1,0 1 1,1-1-1,0 1 1,0 0 0,0 1-1,1 0 1,0 0 0,0 1-1,0 0 1,1 0-1,-1 1 1,1 0 0,0 0-1,0 1 1,0 0-1,0 1 1,0 0 0,0 0-1,0 1 1,10 1 0,-15 0 0,1 0 0,0 0 0,0 0 0,-1 0 0,1 1 0,0 0 0,-1 0 0,0 0 0,0 1 0,1 0 0,-1-1 0,-1 1 0,1 0 0,0 1 0,3 4 0,8 8-32,-1 2 0,12 20 0,-8-13-104,6 9-2052,41 71 1,-54-79-1423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1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0 784,'0'0'14099,"3"158"-14051,8-117-48,-4-1 0,0-3-56,-4 4-112,0-7-768,-3 0-328,0-9-577,0-7-3576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1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8658,'0'0'6553,"162"-9"-6545,-124 9-8,0-3-112,-3 3-872,9-6-1545,-9 3-5760,-7-1 5752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2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13 624,'0'0'12891,"0"-12"-12158,5 106-539,31 159-1,-34-242-289,0 0-1,-1 1 1,-1-1-1,0 0 1,-2 20-1,2-30 78,-1 0 0,0 0 0,1 0-1,-1 0 1,0 0 0,0 0 0,1 0-1,-1-1 1,0 1 0,0 0 0,0-1 0,0 1-1,0 0 1,0-1 0,0 1 0,-1-1-1,1 0 1,0 1 0,0-1 0,0 0-1,0 1 1,-1-1 0,1 0 0,-2 0 0,-37 1-552,32-1 450,-28 0 1436,36-1-1292,0 1-1,0-1 1,1 1 0,-1 0-1,0-1 1,0 1-1,0-1 1,0 1 0,0 0-1,0-1 1,0 1 0,1 0-1,-1-1 1,0 1-1,0-1 1,0 1 0,1 0-1,-1 0 1,0-1-1,1 1 1,-1 0 0,0-1-1,1 1 1,-1 0 0,0 0-1,1-1 1,10-3 32,1 0-1,-1 0 1,0 1 0,1 1 0,0 0 0,0 0-1,0 1 1,21 1 0,26-3-73,-48 1-368,0 0 0,1-1 0,-1-1 0,-1 1 0,1-2 0,19-10 0,27-21-7701,-28 13 3591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2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53 200,'0'0'12259,"3"-9"-10323,11-26-525,-11 26-295,3 272 660,-3-135-3417,-1-3-3464,-2-85 275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3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8186,'0'0'8714,"100"0"-8442,-52 0-200,0 0-72,11 0-16,27-3-560,-13-3-1649,-11-1-2776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 0 1632,'0'0'14249,"-31"10"-13933,-100 35 243,126-44-490,1 0 1,-1 1-1,1 0 1,0 0-1,-1 1 1,1-1 0,0 1-1,0 0 1,1 0-1,-1 0 1,1 0-1,-1 0 1,1 1 0,0 0-1,0 0 1,1 0-1,-1 0 1,-1 4 0,-3 6 243,0-4-128,1 1 1,0 0-1,1 1 1,0-1 0,1 1-1,0 0 1,1 0 0,1 1-1,0-1 1,0 0-1,1 1 1,1-1 0,0 1-1,1-1 1,3 20 0,-3-28-171,1 1 1,1 0-1,-1-1 1,1 1-1,-1-1 1,1 0 0,1 0-1,-1 0 1,0-1-1,1 1 1,0-1-1,0 1 1,0-1 0,0 0-1,0-1 1,1 1-1,-1-1 1,1 0-1,0 0 1,6 2 0,6 1 18,0 0 1,1-1-1,-1-1 1,27 1 0,-8-1-330,1-1-1,-1-2 1,1-2 0,-1-1 0,0-2 0,59-15 0,-27 0-4089,-49 14-129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19.7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1 516 128,'2'0'18568,"0"0"-18550,-1-1 0,1 1 0,-1 0 1,0 0-1,1-1 0,-1 1 0,0-1 0,1 0 0,-1 1 1,0-1-1,0 0 0,3-1 0,42-40-186,78-93 0,-123 133 141,12-12-254,89-111-2195,-86 102 1583,0 0 1,-2-1-1,19-40 0,-22 30-1371,-9 12-1608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0.0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1 184,'0'0'17026,"10"5"-16582,238 155 529,-57-31-2582,-173-118-21,0-1-1,23 8 1,-15-10-3984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1.1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69 1360,'0'0'8446,"4"-12"-7134,12-33-191,-12 33 947,12 82-1396,13 112 0,-19-16-3160,-38-165 2004,-5-13 368,30 10 185,-1 0-1,1 1 1,-1-1-1,1 1 1,-1 0-1,0 0 1,0 0 0,-5 0-1,8 1 90,23 0 114,137-5 162,-55-3-3405,-75 5-1333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1.6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 1296,'0'0'14931,"204"0"-14827,-146 0 17,8 0-113,-1 0-16,1 0-729,-4 0-463,-7-6-504,4-6-561,-18 2-1832,-10 1 145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2.2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64 21 360,'0'0'13248,"18"-4"-12894,-3 1-281,0-1-18,1 0 0,-1 2 1,1 0-1,-1 0 1,33 2-1,-45 1-51,0 0 1,0-1-1,0 1 0,0 0 1,0 1-1,0-1 0,0 1 0,0-1 1,-1 1-1,1 0 0,0 0 1,-1 0-1,0 0 0,1 0 1,-1 1-1,0-1 0,0 1 0,0-1 1,0 1-1,-1 0 0,1 0 1,-1 0-1,0 0 0,0 0 1,0 0-1,0 0 0,0 0 0,0 4 1,1 10 9,0 0 1,-1 0 0,0 0-1,-3 17 1,2-23-10,-1-2-2,-1 0 1,1 0-1,-2-1 0,1 1 1,-1-1-1,0 0 1,-1 0-1,0 0 0,0 0 1,-1 0-1,0-1 1,0 0-1,-1 0 1,0 0-1,0-1 0,0 0 1,-8 6-1,7-6-128,-1-1 0,1 1-1,-1-2 1,0 1 0,-1-1-1,1 0 1,-1 0 0,1-1 0,-1-1-1,0 1 1,0-1 0,-1-1-1,1 0 1,0 0 0,0 0 0,-12-2-1,19 0 97,-1 0-1,1 0 0,0 0 0,-1 0 0,1 0 0,0 0 1,-1-1-1,1 1 0,0-1 0,0 1 0,0-1 0,0 0 1,1 0-1,-1 0 0,0 0 0,1 0 0,-1 0 1,1-1-1,0 1 0,0 0 0,0-1 0,0 1 0,0-1 1,0-3-1,-1 0-11,0 0 0,1-1 0,0 1-1,1 0 1,-1-1 0,1 1 0,0 0 0,1-1 0,1-8 0,-1 14 39,-1-1 0,1 1 1,0 0-1,0-1 0,0 1 0,0 0 0,0 0 0,0 0 1,0-1-1,0 1 0,0 0 0,0 0 0,1 1 0,-1-1 1,0 0-1,1 0 0,-1 1 0,1-1 0,-1 0 0,1 1 1,-1 0-1,1-1 0,-1 1 0,3 0 0,43-3 131,-40 3-63,8-1 30,0 1 0,1 1 1,-1 1-1,-1 0 0,1 0 0,0 2 0,25 8 0,-3 5-167,-25-10-113,1-1 1,0 0-1,1-1 0,-1-1 0,1 0 1,0-1-1,0 0 0,19 1 0,-8-4-4301,-4 0-1488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3.0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1016,'0'0'10979,"3"2"-10721,0 1-190,0 1 0,-1-1 0,1 1 0,-1-1 0,0 1 0,0 0 1,-1-1-1,1 1 0,-1 0 0,1 0 0,-1 0 0,-1 1 0,1-1 0,0 6 0,-1 70 426,-1-45-430,1 117-237,0-90-3441,0-43-2046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3.3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47 824,'0'0'14291,"69"0"-14059,-41 0-160,3 0 16,4 0-88,16-12-584,-9-4-1904,-4-2-7779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4.0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 60 1120,'0'0'10262,"1"-11"-10107,2-38 2360,15 167-3079,5 190-1,-58-308 835,26 0-101,-25 0 849,34 0-1005,-1 0 0,1 1 1,-1-1-1,1 0 1,-1 0-1,1 0 0,-1 0 1,1 1-1,-1-1 1,1 0-1,0 0 0,-1 1 1,1-1-1,-1 0 1,1 1-1,0-1 0,-1 0 1,1 1-1,0-1 1,-1 1-1,1-1 0,0 0 1,-1 1-1,1-1 1,0 1-1,0-1 0,0 1 1,0-1-1,-1 1 1,1-1-1,0 1 1,0-1-1,0 1 0,0-1 1,0 1-1,0-1 1,0 1-1,0-1 0,1 1 1,-1-1-1,0 1 1,0-1-1,0 1 0,0-1 1,1 1-1,-1-1 1,0 1-1,1-1 0,-1 1 1,1 0-1,0 0-12,0-1-1,1 1 1,-1 0-1,0 0 0,1-1 1,-1 1-1,1-1 1,-1 1-1,1-1 1,-1 1-1,1-1 1,-1 0-1,1 0 1,-1 0-1,1 0 1,-1 0-1,3-1 0,2 1-12,117 0-2846,-85-2-37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4.9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0 143 13035,'0'0'3934,"30"0"-3238,330 0-52,152-4-654,-10-26-125,48-35-1194,-341 38-1018,-117 17 164,-11 3-1592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5.9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125 133 440,'0'0'11659,"5"-19"-10869,13-61-280,-13 46 2792,-5 38-3225,-1 64 11,0-8-436,2 0 0,13 92 0,24 9-1639,-37-157 1810,-22-4-206,-17-1 185,-34 0 60,65 2 268,1-1 1,0 1-1,-1 0 0,1 1 0,0 0 0,0 0 1,0 0-1,-9 5 0,6 2 615,14-4-392,17-1-216,38-4-24,184-2-3719,-208 1-301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6.3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38 568,'0'0'16772,"176"-10"-16316,-107 10-392,7 0 56,3 0-120,8 0-48,-1 0-784,21-9-777,-21 0-1135,-20-1-3042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6.8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 85 1376,'0'0'13922,"14"-12"-13218,43-35-232,-52 44-411,1 0-1,-1 0 1,1 0-1,0 0 0,0 1 1,0 0-1,0 0 1,0 1-1,0 0 1,0 0-1,0 0 0,1 1 1,-1 0-1,0 0 1,12 2-1,8-1 12,-21-1-74,0 1 1,0 0-1,0 0 0,0 0 1,0 0-1,0 1 0,0 0 1,-1 0-1,1 0 0,-1 1 1,1-1-1,-1 1 0,0 0 1,0 1-1,0-1 0,-1 1 1,1-1-1,-1 1 0,1 0 1,-1 0-1,-1 0 0,1 1 1,3 6-1,0 2-103,-1 0 1,0 0-1,0 0 0,-1 1 1,-1-1-1,0 1 0,1 23 1,-3-22-35,0 1 1,0 0 0,-2-1-1,0 1 1,0 0 0,-2-1-1,0 1 1,-1-1 0,0 0-1,-11 24 1,4-18 93,-1 0 0,-1-1 0,-1-1 0,0 0 0,-2-1 0,0 0 0,-1-1 0,-1-1 0,0-1 0,-1 0 0,-1-2-1,-27 15 1,39-24-6,0-1-1,0 0 0,0-1 0,0 0 0,-1 0 0,1-1 0,-1 0 1,-14 0-1,20-1 38,0 0 1,0 0 0,0 0-1,1-1 1,-1 1-1,0-1 1,0 0 0,1 0-1,-1 0 1,1 0-1,-1 0 1,1-1 0,-1 1-1,1-1 1,0 1 0,0-1-1,-1 0 1,1 0-1,0 0 1,1 0 0,-1 0-1,0-1 1,1 1 0,-1 0-1,1-1 1,0 1-1,0-1 1,0 0 0,-1-3-1,0-1 10,0 0 0,1 0 0,0 0 0,0 0 0,1 0-1,0 0 1,0 0 0,0 0 0,1-1 0,0 1 0,3-8 0,-2 10 26,0 1 1,0-1 0,0 1-1,1 0 1,0 0 0,0 0 0,0 0-1,0 0 1,1 0 0,-1 1-1,1 0 1,0 0 0,0 0-1,0 0 1,0 0 0,8-2-1,3-1 87,0 1 0,0 1 0,0 1 0,1 0 0,-1 1 1,1 1-1,0 0 0,24 2 0,-17-1-32,-4 2-61,-1 0 0,1 2-1,-1 0 1,0 1 0,34 14-1,16 4-444,-53-19 179,8 2-2800,43 8 0,-24-13-5296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7.4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1 784,'0'0'13547,"0"2"-13479,14 112 562,-4-4-540,-1-6-1594,-4-36-2505,-5-38-852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7.8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1040,'0'0'14667,"48"6"-14315,-13-3-304,3-3-48,3 0-360,21 0-904,-13 0-1440,-11-3-4770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8.3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11 744,'0'0'10658,"1"-4"-9999,-1 4-648,0 0-1,0 0 1,0-1-1,0 1 0,0 0 1,0 0-1,0 0 1,0-1-1,0 1 1,0 0-1,0 0 1,0-1-1,0 1 0,0 0 1,0 0-1,0 0 1,0-1-1,1 1 1,-1 0-1,0 0 0,0 0 1,0-1-1,0 1 1,0 0-1,1 0 1,-1 0-1,0 0 1,0 0-1,0-1 0,1 1 1,-1 0-1,0 0 1,0 0-1,0 0 1,1 0-1,-1 0 1,0 0-1,0 0 0,1 0 1,-1 0-1,0 0 1,0 0-1,1 0 1,-1 0-1,0 0 0,1 0 1,4 14 187,3 36-157,-6-36 16,14 82 39,-3-21-189,7 141-1,-20-215-72,-49-4-364,2 0 4034,46 3-3290,17 5-199,8-3-123,0-1-1,34-2 1,-9 0-749,18-4-1591,-23-5-3312,-18 3-644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9.1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9 432,'0'0'12476,"3"-9"-10515,-1 13-1879,-1-1 0,1 1 0,-1 0 0,0-1 1,0 1-1,0 0 0,-1 0 0,1 0 0,-1 0 0,0-1 1,0 7-1,0-2 1,8 246 40,-2-60-5558,-6-152 442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29.5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56 968,'0'0'16412,"121"-28"-15716,-83 25-536,7 0-40,3-3-120,1 3-328,13 0-1240,-11-3-1321,-13 3-4633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30.3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294 0 1088,'0'0'11120,"-17"2"-10615,2-1-343,8-1-76,-1 0-1,1 0 1,0 1 0,0 0 0,0 1 0,-1 0 0,1 0-1,1 0 1,-1 1 0,0 0 0,1 0 0,-1 0 0,-8 8-1,2-1 230,1 1-1,0 0 0,1 1 1,0 0-1,0 0 0,2 2 1,0-1-1,0 1 0,1 0 1,-7 20-1,7-13-153,1 0 0,2 1 1,0-1-1,1 1 0,1 1 0,0 41 1,3-57-155,0-1 1,0 0-1,0 1 1,1-1-1,0 0 1,0 0-1,0 0 1,1 1-1,0-2 1,0 1-1,1 0 1,0 0-1,0-1 1,0 1-1,0-1 1,1 0 0,0 0-1,0 0 1,1-1-1,-1 1 1,1-1-1,0 0 1,0 0-1,8 4 1,1-1-1,1 0 0,1 0 1,-1-1-1,1-1 1,0-1-1,0 0 1,1-2-1,-1 1 0,27-1 1,-11-2-127,-1 0 0,1-3 0,61-12 0,-72 9-815,40-16 0,4-9-2604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35.7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1216,'0'0'18476,"11"0"-18284,2 0-80,5 0 16,6 0-120,10 0 32,1 0-40,10 0-88,0 0-1192,17 0-1281,-14 0-1655,-14 0-6139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36.3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2457,'0'0'16763,"24"-19"-16715,11 19 48,3 0-160,0 0 64,3 3-520,11-3-1464,-14 0-1145,-11 0-3456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37.9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3873,'0'0'10866,"169"-15"-10890,-121 15 24,0 0 0,1 0-280,6 0-856,-7 0-112,-13 0-2609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38.3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1280,'0'0'16788,"152"-34"-16668,-90 34-112,7 0-8,0 0-392,17 0-1697,-20-3-2000,-18 0-6665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57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201 14 1296,'0'0'15250,"18"-2"-15055,8-2-174,-9 1-14,-1 1 0,1 1 0,-1 0 0,18 2 0,-30-1-5,0 0 1,1 1-1,-1 0 0,0 0 0,0 0 1,0 0-1,0 0 0,0 1 1,0 0-1,0-1 0,0 2 1,-1-1-1,1 0 0,-1 1 1,0-1-1,0 1 0,1 0 0,-2 0 1,1 1-1,0-1 0,-1 0 1,1 1-1,-1 0 0,0-1 1,0 1-1,-1 0 0,1 0 0,-1 0 1,2 7-1,1 9 25,-2 0 1,1 0-1,-2 0 1,-3 37-1,2-57-26,-1 13-4,-1-1 1,-1 0 0,0 0 0,0 0 0,-1 0 0,-1 0 0,0-1 0,-1 1-1,0-2 1,0 1 0,-1-1 0,-14 17 0,0-4 7,0-1 1,-1-1 0,-1-1-1,-27 18 1,22-19 9,-43 23 1,61-37-19,0 0-1,0-1 1,-1 0 0,1-1-1,-1 0 1,0-1 0,0 0-1,-16 1 1,26-3-21,0 0 0,0-1 0,0 1 0,-1 0 0,1 0 0,0-1 0,0 1 0,0 0 0,0-1 0,0 1 0,0-1 0,0 1 0,0-1 0,0 0 0,0 0 0,0 1 0,0-1 0,0 0 0,1 0 0,-1 0 0,0 0 0,1 0 0,-1 0 0,0 0 0,1 0 0,-1 0 0,1 0 0,0 0 0,-1 0 0,1 0 0,-1-3 0,-1-42-917,3 32 742,-1 6 135,0 1 0,1-1 1,0 1-1,0 0 0,1-1 1,0 1-1,0 0 0,1 0 1,0 0-1,0 0 0,1 1 1,-1-1-1,9-9 0,-8 12 83,-1 0 0,2 0 0,-1 0-1,0 0 1,1 1 0,0-1 0,-1 1-1,1 0 1,0 1 0,1-1 0,-1 1-1,0 0 1,1 1 0,-1-1 0,1 1-1,0 0 1,-1 0 0,11 0 0,-12 2 36,0-1 1,0 1-1,0-1 0,-1 1 1,1 0-1,0 0 1,0 1-1,-1-1 0,1 1 1,-1 0-1,1 0 1,-1 0-1,4 4 0,38 39 365,-13-13-355,-17-19-171,1 0 1,1-1-1,0-1 0,0-1 1,1 0-1,1-2 0,-1 0 1,1-1-1,1 0 0,-1-2 0,35 5 1,7-2-2262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51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0 100 512,'0'0'13924,"30"0"-12994,0 0-770,292-4 872,504-53-641,-498 29-303,66 18-1706,-341 10 601,31 0-2463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47.4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84 218 384,'0'0'12041,"-2"-19"-7580,-13-14-3447,9 22-972,0 0 0,1-1 0,1 1 1,0-1-1,0-1 0,1 1 0,0 0 1,-1-24-1,4 1-54,0 77 10,-1 12 1,3 0 1,11 79-1,4-64-134,45 121-1,-62-190 134,0 0-1,0 1 1,0-1 0,1 0-1,-1 1 1,0-1-1,0 0 1,0 1 0,0-1-1,0 0 1,0 1-1,0-1 1,0 0 0,0 1-1,0-1 1,-1 0-1,1 1 1,0-1 0,0 0-1,0 1 1,0-1-1,0 0 1,-1 1 0,1-1-1,0 0 1,0 0-1,-1 1 1,1-1 0,0 0-1,0 0 1,-1 1-1,1-1 1,-1 0-1,-15 5-83,-24-7-30,35 2 112,-50-3-76,55 3-31,19 0-122,102-3-918,-1 0-6138,-90 3-1016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47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1632,'0'0'14683,"187"21"-14530,-118-14-258,7 2 105,-4 0-216,-3 4-840,-7-4-680,-7 3-753,-17-5-1824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48.2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175 1 1168,'0'0'12587,"21"0"-12332,12-1-196,74 2 115,-104 0-170,1-1 0,-1 1 0,1-1 0,-1 1 0,1 0 0,-1 0 0,0 1 0,1-1 0,-1 1 0,0 0 0,0-1 0,0 1 0,0 1 0,-1-1 0,1 0 0,0 1 0,-1-1 0,0 1 0,0 0 0,1 0 0,-2 0 0,1 0 0,0 0 0,-1 0 0,1 0 0,-1 1 0,0-1 0,0 0 0,0 1 0,0-1 0,-1 5 0,2 1 5,-2-1-1,1 0 0,-1 0 1,0 0-1,-1 0 0,0 0 1,0 0-1,-1 0 1,0 0-1,-1 0 0,1 0 1,-1-1-1,-5 8 0,-2 0-9,0-1 0,-2 0-1,1-1 1,-2 0 0,0-1-1,0 0 1,-18 11-1,-12 6-5,-54 27-1,88-51-48,1 0-1,-1-1 1,0 0 0,0 0 0,-1-1 0,1 0 0,-1-1 0,1 0-1,-16 1 1,24-3 10,-1 0-1,1 0 1,0 0-1,0 0 1,-1 0-1,1-1 1,0 1-1,0 0 1,0-1-1,0 1 1,0-1-1,-1 1 1,1-1-1,0 0 1,0 1-1,0-1 0,1 0 1,-1 0-1,0 0 1,0 0-1,0 0 1,0 0-1,1 0 1,-1 0-1,1 0 1,-1 0-1,1 0 1,-1 0-1,1 0 1,-1-1-1,1 1 1,-1-2-1,1-5-143,-1 1 0,1 0 0,0-1 0,1-10 0,0 5-16,-1 10 185,0-1-1,1 1 1,-1 0-1,1-1 1,0 1-1,0 0 1,0 0-1,0 0 1,1 0-1,-1 0 1,1 0-1,0 0 1,0 0-1,0 1 1,0-1-1,0 1 1,1-1-1,2-2 1,0 2 31,0 0 0,0 0 1,0 1-1,0-1 0,0 1 1,0 0-1,0 1 0,1-1 0,-1 1 1,9-1-1,-5 1 62,0 1 0,0-1 0,0 2 1,0-1-1,0 1 0,0 1 0,0 0 0,-1 0 0,1 0 0,0 1 0,-1 1 1,0-1-1,15 10 0,29 31 191,-41-33-258,0-1 0,1 0 0,0 0 1,1-1-1,0-1 0,1 0 0,-1-1 0,22 8 0,-12-10-774,0-2-1,-1 0 1,46-1-1,-14-2-7385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48.8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2320,'0'0'11296,"4"8"-11204,2 8-75,0 1-1,-1 0 1,0 1 0,-1-1-1,-2 1 1,2 20-1,-1 120-453,-4-103-467,2-48-1930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49.1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1096,'0'0'14403,"72"-3"-14291,-30 3-104,3 0-16,6 0-568,18 0-1056,-10 0-1521,-11 0-6737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49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 48 416,'0'0'11125,"1"-9"-10505,4-26 54,-5 35-650,0 0 0,0 0 1,1 0-1,-1 0 0,0 0 1,0 0-1,0 0 0,0 0 1,0 0-1,0 1 0,1-1 1,-1 0-1,0 0 0,0 0 1,0 0-1,0 0 0,0 0 1,1 0-1,-1 0 0,0 0 1,0 0-1,0 0 0,0 0 1,1 0-1,-1 0 0,0 0 1,0 0-1,0 0 0,0 0 1,0-1-1,1 1 1,-1 0-1,0 0 0,0 0 1,0 0-1,0 0 0,0 0 1,0 0-1,1 0 0,-1-1 1,0 1-1,0 0 0,0 0 1,0 0-1,0 0 0,0 0 1,0 0-1,0-1 0,0 1 1,0 0-1,0 0 0,0 0 1,0 0-1,0-1 0,0 1 1,0 0-1,6 11 284,2 26-97,-1 1 0,-1-1 1,-3 1-1,0 0 1,-6 59-1,2-48-400,1-1 0,12 83 0,-16-131 155,0 1 1,1-1-1,-1 0 0,1 0 0,-1 0 0,0 0 0,1-1 0,-1 0 1,1 1-1,-6-3 0,-15-1 85,3 3-1,14 1-14,13 0-37,38 1-108,69-2-113,-40-5-3390,-40 0-2759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50.0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2617,'0'0'13586,"73"15"-13570,-46-12-32,1 0-40,0-3-392,-1 0-536,11 0-768,-10 0-601,-4 0-2824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50.3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1272,'0'0'15932,"31"-3"-15932,7 3 16,0 0 88,3 3-208,-3 3-392,10 6-913,-10-2-1223,-7-4-2233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52.4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26 512,'0'0'15555,"100"0"-15403,-52 6-232,14-6 80,7 0-8,7 0-872,31 0-504,-21-16-1177,-17 1-3000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7:53.0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101 38 1072,'0'0'14601,"0"-8"-13904,-2-19-433,2 25-173,1 7-10,1 13-15,14 64-38,-9-55-83,-2 0-1,-1 1 0,1 30 0,-4-12-350,0-26 18,0 0-1,-1 0 1,-2 0 0,-3 23 0,4-41 347,1 0 1,-1-1 0,0 1 0,1 0-1,-1-1 1,0 1 0,0-1 0,0 1-1,0-1 1,0 1 0,0-1 0,-1 0-1,1 1 1,0-1 0,-1 0-1,1 0 1,-1 0 0,1 0 0,-1 0-1,1-1 1,-1 1 0,0 0 0,0-1-1,1 1 1,-1-1 0,0 1 0,-3-1-1,-5 1 126,1-1 0,-1-1-1,1 0 1,-13-2 0,-13-2 1556,48 9-1331,12 0-243,1 0 1,0-2 0,37-2 0,-30 0-2738,52 6 1,-60-1-4399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09.9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 0 1528,'0'0'3178,"0"30"-2056,0 96-177,0 255 6009,-28-381-6051,16 1-723,-23 0 169,34-1-343,-1 0 0,1 0-1,0 0 1,-1 0 0,1 0 0,0 0 0,-1-1-1,1 1 1,0 0 0,-1-1 0,1 1 0,0-1-1,0 0 1,0 1 0,-1-1 0,1 0-1,-1-1 1,2 1 6,0 1 0,0-1-1,0 1 1,0-1 0,0 1 0,0-1-1,1 0 1,-1 1 0,0-1 0,0 1-1,1-1 1,-1 1 0,0-1 0,1 1-1,-1-1 1,0 1 0,1 0 0,-1-1-1,1 1 1,-1 0 0,1-1 0,-1 1-1,1 0 1,-1-1 0,1 1 0,-1 0-1,1 0 1,-1 0 0,1-1-1,0 1 1,-1 0 0,2 0 0,22-6 663,-50 3-517,150 0 190,-48 1-1484,-27 1-2477,-34 1-2157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10.4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1 10202,'0'0'5408,"-1"6"-5357,-2 23-17,1 0 0,2 0 0,3 31 1,0 20 9,-3 71-159,0-85-4602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10.7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10 1120,'0'0'16932,"-3"-9"-16020,24 9-656,6 0 128,4 3-384,7 3 0,4-6-16,-1 0-488,21 0-1544,-14 0-1049,-6 0-3784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18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199 7 1240,'0'0'13883,"19"-1"-13804,61-3 124,-77 3-177,1 1 0,-1 0 1,0 0-1,0 0 0,1 0 1,-1 0-1,0 1 1,0-1-1,0 1 0,1 0 1,-1 0-1,0 0 0,0 1 1,-1-1-1,1 1 1,0 0-1,0-1 0,-1 1 1,1 0-1,-1 0 0,1 1 1,-1-1-1,0 1 1,0-1-1,0 1 0,0-1 1,-1 1-1,2 3 0,1 4 103,-2-1 0,1 1-1,-1 0 1,-1 0-1,0 0 1,-1 19-1,1-14-72,-2 233 103,0-239-176,-1 1 1,0-1 0,-1 0 0,0 1-1,0-1 1,-1-1 0,0 1-1,0-1 1,-1 1 0,0-1 0,-1 0-1,0-1 1,0 0 0,-1 0 0,0 0-1,0 0 1,-12 7 0,8-6-5,0 0 1,-1-1-1,-1 0 1,1-1-1,-1-1 1,0 0-1,0 0 1,-1-1-1,1-1 1,-1 0-1,-20 1 1,29-4 27,-4 1-164,-1-1 1,1 0-1,0-1 0,-15-2 1,21 2 112,0 0 0,1 0 0,-1 0 0,1 0 0,-1 0 1,1-1-1,0 1 0,-1-1 0,1 1 0,0-1 0,0 0 0,0 0 0,0 0 1,0 0-1,1 0 0,-1 0 0,1-1 0,-1 1 0,-1-5 0,1 2-39,0-1-1,0 1 1,0-1-1,0 1 1,1-1-1,0 0 1,0 1-1,1-1 1,0 0-1,0 0 1,0 1-1,1-1 1,-1 0-1,4-10 1,-3 13 51,0 0 1,1 0 0,0 0 0,-1 0 0,1 0-1,0 0 1,0 0 0,1 1 0,-1-1 0,0 1-1,1 0 1,0 0 0,-1 0 0,1 0 0,0 0-1,0 0 1,0 1 0,0-1 0,0 1 0,1 0-1,-1 0 1,0 0 0,0 0 0,1 1 0,-1-1-1,4 1 1,3-1 24,0 1-1,1 0 1,-1 0 0,0 1 0,0 0-1,0 1 1,0 0 0,16 7-1,-12-3 15,-1 0-1,0 1 0,-1 1 0,1 0 1,14 14-1,-4-2-350,2-1 0,0-2 1,1 0-1,48 23 0,-36-26-2447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19.0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11274,'0'0'4153,"138"0"-4865,-107 0-328,3 0-648,-3 0-1073,-10 0-4545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19.3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1384,'0'0'16780,"66"3"-16788,-21-3-912,24 0-465,-10 0-679,-8 0-1889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19.9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89 0 10234,'0'0'6646,"15"3"-6596,-9-1-27,7 0-23,0 1 1,0 0-1,0 1 0,-1 1 0,1 0 1,-1 0-1,-1 2 0,13 7 1,-22-12-13,1 0 1,-1 0-1,0 0 1,0 0 0,1 0-1,-2 1 1,1-1 0,0 1-1,0-1 1,-1 1-1,1 0 1,-1-1 0,0 1-1,0 0 1,0 0 0,0 0-1,-1 0 1,1 0-1,-1 0 1,0 0 0,1 1-1,-1-1 1,-1 0-1,1 0 1,0 0 0,-1 0-1,-1 6 1,-1-4 17,1 1 0,-1-1 1,0 1-1,0-1 0,-1 0 0,1 0 0,-1-1 0,0 1 1,-1-1-1,1 0 0,-1 0 0,0 0 0,-5 3 1,-12 4 34,17-9-18,0 1 1,0-1-1,0 1 1,0 0-1,1 0 1,-9 7-1,12-9-72,12-1-7,0 1 20,-1-1 0,1 2 0,0 0 0,0 0 0,-1 1 0,1 0 0,-1 1 0,0 0 0,18 10 0,-23-11-2,0 0-1,-1 1 1,1 0-1,-1 0 1,0 0-1,0 0 0,-1 1 1,1-1-1,-1 1 1,0 0-1,0 0 1,-1 0-1,1 0 1,-1 1-1,0-1 1,0 1-1,-1-1 1,0 1-1,0 0 1,0-1-1,-1 1 1,0 6-1,1-6 45,-1 0 1,-1 0-1,1 0 1,-1 0-1,0 0 1,-3 11-1,2-14 2,0 0 0,1 0 0,-1 0 0,0-1-1,0 1 1,-1 0 0,1-1 0,0 1 0,-1-1-1,0 0 1,1 0 0,-1 0 0,-4 2 0,-17 10 100,-1 0 1,-1-2-1,-1-1 1,1-1-1,-1-1 1,-1-1-1,-56 7 1,60-14-2152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0.3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1432,'0'0'16572,"179"-3"-16452,-124 0-112,4 3 168,6 0-32,1-4-200,3 1 104,-4 0-96,-2-3-544,-5 0-472,8 3-705,-14 0-1191,-15 3-2554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0.8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254 0 1168,'0'0'14918,"28"2"-14851,85 10-2,-110-12-64,0 1 0,-1-1 0,1 1 0,0 0 0,-1-1-1,1 1 1,-1 0 0,1 0 0,-1 1 0,1-1 0,-1 1 0,0-1 0,1 1 0,-1-1 0,0 1-1,0 0 1,0 0 0,-1 0 0,1 1 0,0-1 0,-1 0 0,0 0 0,1 1 0,-1-1-1,0 1 1,0-1 0,0 1 0,-1 0 0,1-1 0,0 1 0,-1 0 0,0 0 0,0-1 0,0 1-1,0 0 1,0 2 0,0 3 1,1 4 2,0-1 0,-1 1 0,0 0 0,-1 0 0,0 0 0,-1-1 0,0 1 0,-1 0 0,0-1 0,-1 0 0,0 0 0,-6 11 0,-8 5-24,0-1 1,-1 0-1,-2-1 1,-1-2-1,0 0 1,-2-1-1,-1-1 1,0-2-1,-2 0 1,0-2-1,-1-1 0,0-1 1,-31 11-1,54-24-98,0-1-1,0 1 1,-1-1-1,1 0 1,0-1-1,-1 1 1,-8-1-1,13-1 48,0 1 0,0-1 0,0 0 0,1 1 0,-1-1 0,0 0 0,1 0 0,-1 1 0,0-1-1,1 0 1,-1 0 0,1 0 0,-1 0 0,1 0 0,0 0 0,-1 0 0,1 0 0,0 0 0,0 0 0,0 0 0,-1 0-1,1 0 1,0 0 0,0 0 0,1 0 0,-1 0 0,0 0 0,0 0 0,0 0 0,1-1 0,0-4-313,-1-2 80,1 0 0,0 0 0,1 0 0,0 1 0,0-1 0,0 1 0,1-1 0,0 1-1,1 0 1,0 0 0,0 0 0,0 1 0,1-1 0,0 1 0,0 0 0,0 1 0,1-1 0,8-6 0,-5 5 215,1 1 0,-1 0-1,1 0 1,0 1 0,15-6 0,-16 7 765,0 2 0,1-1 0,0 1 0,-1 0 0,1 1 0,12 0 0,-17 2-479,0 0 0,0 0 0,-1 0-1,1 1 1,0 0 0,-1 0 0,1 1 0,-1-1 0,0 1 0,1 0 0,-1 0 0,-1 0 0,1 1 0,0-1 0,4 7 0,30 22 272,-27-26-450,0 0 0,0-1 0,1 0-1,0-1 1,0 0 0,0-1 0,0 0-1,19 1 1,8-2-981,53-3-1,-82 1 636,58-6-3820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3.2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2042 267 1280,'0'0'12658,"7"-29"-11622,18-89-124,-23 111-728,-1-1-1,0 1 1,-1 0 0,0-1-1,0 1 1,-2-15-1,2 20-113,-1-1-1,1 1 0,-1 0 0,0-1 0,0 1 0,0 0 1,0 0-1,-1-1 0,1 1 0,0 0 0,-1 1 0,1-1 0,-1 0 1,-3-3-1,-1 2 26,0 0-1,0 1 1,-1 0 0,1 0 0,0 0 0,-1 1 0,1-1 0,-1 2-1,0-1 1,-12 1 0,16 0-90,-56-1 83,-1 3 0,1 2 0,0 3 0,-75 19 0,-227 82-106,354-106 20,-324 124 55,295-109-60,1 1-1,1 1 0,1 2 1,1 1-1,1 2 1,1 1-1,-27 29 1,47-41-2,-1 1 0,1 0 1,1 1-1,1 0 0,0 0 1,1 1-1,1 0 1,0 0-1,1 0 0,1 1 1,0 0-1,-2 27 0,4-3-82,1 1 0,2-1 0,13 83 0,-13-119 82,1 4-8,-1 0 0,0 0 0,0 0 1,-2 14-1,1-21 12,-1 0-1,1 1 1,-1-1 0,1 0-1,-1 1 1,0-1 0,0 0 0,0 0-1,0 0 1,0 0 0,-1 0 0,1 0-1,-1 0 1,1 0 0,-1-1 0,0 1-1,1-1 1,-1 1 0,0-1 0,0 1-1,-4 1 1,-76 35 14,54-27-2,1 2 0,0 0-1,1 2 1,1 1 0,-33 27-1,37-22-11,1 1 0,0 0-1,2 2 1,1 1 0,0 0 0,2 1-1,1 0 1,2 1 0,0 1-1,2 0 1,-13 55 0,12-29-6,2 1 1,3 0 0,2 1 0,3-1-1,8 85 1,-3-110-31,1 0 0,1 0 0,2 0 0,1-1 1,1 0-1,1-1 0,2 0 0,1-1 0,1 0 0,1-2 0,25 32 0,-17-29-107,1-1 0,1-1-1,2-1 1,0-2 0,1 0-1,2-2 1,0-1 0,67 30-1,68 8-1159,-113-42 798,84 37 0,-127-47 559,0-1 0,0 2-1,-1 0 1,0 0 0,0 0 0,0 1 0,10 13 0,2 6 594,20 35-1,15 17 154,-36-55-750,2-2-1,0 0 1,2-2-1,0 0 1,2-2-1,0-1 1,0-1-1,2-1 1,0-1-1,57 19 1,-12-12-495,1-2 1,1-4-1,87 6 1,55-4-2207,-28-15-1445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4.1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79 250 1240,'0'0'15062,"29"3"-14400,95 11-134,-118-13-495,1 0 0,0-1 0,0 0 0,0 0 0,-1-1 0,1 0 0,0 0 0,-1 0 0,1-1 0,-1 0 0,1 0 0,7-5 0,-9 4-26,0-1-1,0 0 1,0 0-1,-1 0 1,1-1-1,-1 0 1,0 0-1,-1 0 1,5-8 0,-4 7-8,-1 0 1,-1 0 0,1 0 0,-1 0 0,0 0 0,0 0-1,-1-1 1,0 1 0,0-1 0,-1 1 0,1-1 0,-1 1-1,-2-10 1,2 12-25,-1-1 0,0 1 0,0 0 0,0-1 0,0 1 0,-1 0 0,0 0 0,0 0 0,0 0 0,0 1 0,-1-1 0,1 1 0,-1-1 0,0 1 0,0 0 0,0 0 0,-1 0 0,1 0-1,-1 1 1,-4-4 0,-3 1-69,0 1 0,-1 1 0,1-1-1,-1 2 1,0-1 0,0 2 0,1 0-1,-1 0 1,-24 2 0,22 0-88,0 1 1,0 0 0,0 1-1,0 1 1,0 0-1,0 1 1,-24 12 0,-2 9-583,38-24 285,-1 0-1,1 0 1,-1 0 0,1 0 0,0 1-1,0-1 1,0 1 0,0 0 0,0-1-1,1 1 1,-3 6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4.4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 1488,'0'0'12387,"18"4"-12835,-11-17-856,-4 1-817,-3-4-3184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4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107 93 1016,'-107'-34'8482,"114"34"-7706,18-6-296,-1-19-480,-7-3-1720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7.7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1 471 1280,'0'0'10410,"15"-1"-7368,-9-2-2940,0-1 0,1 0 0,-2 0 0,1 0 0,0 0 0,-1-1 0,0 0-1,0 0 1,6-9 0,10-9 1,54-57-1377,116-163 1,-188 240 1051,21-36-1205,-18 10-3240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8.0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1616,'0'0'12560,"21"10"-11553,134 64-116,-31-3-1420,129 98 1,-181-119-1641,-33-25-202,-6-8-1681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8.9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1400,'0'0'12171,"34"-4"-12091,105-10-121,-107 11 5,20 0-200,-50 3 196,0 0 0,0 0 0,0 1 0,0-1 0,0 1 0,0-1 0,0 1 0,0 0 0,0 0 0,0 0 0,0 0 0,-1 0 1,1 0-1,2 2 0,-2 0 19,-1-1 0,1 1 0,-1-1 0,1 1 0,-1 0 1,0-1-1,0 1 0,0 0 0,0 0 0,-1 0 0,1 0 0,-1 0 0,1-1 1,-1 1-1,0 0 0,-1 5 0,1-3 34,0-1 0,-1 1-1,0 0 1,0-1 0,0 1 0,0-1 0,-1 1-1,1-1 1,-5 7 0,0-4-5,0 0 0,0-1 0,-1 1 0,0-2 1,-1 1-1,1-1 0,-13 7 0,-28 21 87,79-30 45,-19-3-194,0 0 1,0 1-1,0 1 0,0 0 1,-1 0-1,1 1 0,19 8 1,-27-10-18,-1 1 0,1 0 0,-1 0 0,1 1 0,-1-1 1,0 1-1,1-1 0,-1 1 0,-1 0 0,1 0 0,0 0 1,-1 1-1,0-1 0,1 1 0,-1-1 0,-1 1 0,1 0 1,0 0-1,-1 0 0,0-1 0,0 1 0,0 1 0,-1-1 1,1 0-1,-1 7 0,0-8 108,-1 1 1,1-1-1,-1 0 1,0 0-1,0 0 1,0 0-1,0 0 1,0 0-1,-1 0 1,0-1-1,1 1 0,-1 0 1,0-1-1,0 1 1,0-1-1,-1 0 1,1 0-1,-1 0 1,1 0-1,-1 0 1,-3 2-1,-8 4 389,-1 0 0,-30 10 0,31-12-192,-34 8 317,27-12-3245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29.3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19 888,'0'0'13683,"179"-3"-13531,-120 3-40,0 0-104,-1 0-8,1 0-128,0 0-1080,16 0-200,-9-7-865,-14-2-3368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0.0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25 912,'0'0'12079,"12"-4"-11949,1-1-112,0 1 0,1 1 0,-1 0 0,1 1-1,26-1 1,-36 3-12,0 0 0,-1 0 0,1 0 1,0 1-1,0-1 0,-1 1 0,1 0 0,-1 0 0,1 1 0,-1-1 0,1 1 0,-1-1 0,0 1 0,1 0 0,-1 0 1,0 1-1,-1-1 0,1 1 0,0-1 0,-1 1 0,1 0 0,-1 0 0,0 0 0,0 0 0,0 0 0,0 1 0,0-1 1,-1 0-1,0 1 0,0 0 0,2 6 0,-1-2 30,0 0 0,-1 0 1,0 0-1,0 0 0,-1 0 0,0 1 0,0-1 1,-1 0-1,0 0 0,0 1 0,-1-1 1,0 0-1,-1 0 0,0-1 0,0 1 0,0-1 1,-1 1-1,0-1 0,-1 0 0,0 0 1,0-1-1,0 1 0,-1-1 0,-10 9 0,7-7-61,0-1-1,0-1 0,0 0 0,-1 0 0,0-1 0,0 0 0,0 0 0,-1-1 1,1-1-1,-1 0 0,0 0 0,0-1 0,0 0 0,-23 0 0,33-3-3,-1 1 0,0-1 1,0 1-1,1-1 0,-1 0 0,0 1 0,1-1 0,-1 0 0,1 0 0,-1 0 0,1 0 0,0-1 0,-1 1 0,1 0 0,0-1 0,0 1 0,0 0 0,0-1 1,0 1-1,0-1 0,0 0 0,0 1 0,1-1 0,-1 0 0,1 1 0,-1-1 0,1 0 0,0 0 0,-1 1 0,1-1 0,0 0 0,0-3 0,0 2-19,0-1 0,0 1 0,0-1-1,0 0 1,0 1 0,1-1 0,-1 1-1,1-1 1,0 1 0,0-1 0,1 1-1,-1 0 1,1 0 0,-1-1 0,1 1 0,4-5-1,1 3 44,0 0 0,0 0 0,1 1 0,0-1 0,0 2 0,0-1 0,0 1-1,1 0 1,-1 1 0,1 0 0,16-1 0,5 0 30,1 2 0,31 3 0,-57-2-44,1 1 0,-1 0 0,0 0 0,0 1 0,0-1 0,0 1 0,0 0 0,0 1 0,0-1 0,0 1 0,-1 0 0,7 5 0,2 3-816,-1 1-1,17 20 1,-22-24 16,3 5-3171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1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17 856,'0'0'16618,"9"-2"-16330,58-7 115,0 3 1,133 6-1,-87 2-379,239 2-727,-177 0-2654,-2-3-4728,-125-1 1490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1.8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24,'0'0'14318,"36"-3"-14173,113-9-160,-143 11-8,0 1-1,0 1 1,1-1-1,-1 1 0,0 0 1,0 0-1,0 1 1,0 0-1,11 5 0,-14-5-44,0 0 0,1 0 0,-1 0-1,0 1 1,0-1 0,-1 1 0,1 0-1,0 0 1,-1 0 0,0 0 0,0 0-1,2 4 1,0 2-87,-1 0 0,0 0-1,-1 0 1,0 1 0,-1-1 0,0 1-1,0-1 1,-1 16 0,0-21 160,-1 0-1,1 1 1,-1-1 0,0 0 0,0 0-1,0 0 1,0 0 0,-1 0 0,0 0-1,0 0 1,0 0 0,0 0-1,0-1 1,-1 1 0,0-1 0,0 0-1,0 0 1,0 0 0,0 0 0,0 0-1,-1-1 1,1 0 0,-1 1 0,0-1-1,0 0 1,0-1 0,0 1 0,0-1-1,0 0 1,0 0 0,0 0 0,0 0-1,-1-1 1,1 0 0,0 1-1,-1-2 1,-4 1 0,8-1 36,0 1 0,1-1 0,-1 1 1,0-1-1,0 1 0,1-1 0,-1 0 0,0 1 0,1-1 1,-1 0-1,1 1 0,-1-1 0,1 0 0,-1 0 1,1 0-1,-1 1 0,1-1 0,0 0 0,-1 0 0,1 0 1,0 0-1,0 0 0,0 0 0,0 0 0,0-1 0,-1 0-19,1 1 0,0-1-1,0 1 1,0 0-1,0-1 1,0 1-1,0-1 1,0 1-1,1-1 1,-1 1-1,1-1 1,-1 1-1,1 0 1,0-3 0,2 3-19,-1 0 0,1 0 0,-1 0 1,1 1-1,0-1 0,-1 1 1,1-1-1,0 1 0,-1 0 1,1 0-1,0 0 0,2 1 0,6-1 0,3 0-57,1 1 1,-1 0 0,0 0-1,1 2 1,-1 0-1,26 8 1,-33-7 9,0-1 0,1 1 0,-1 0 0,0 1 0,-1 0 1,1 0-1,-1 0 0,0 1 0,-1 0 0,1 0 0,-1 0 0,0 1 0,-1 0 1,5 7-1,-5-7-50,-1 1 0,1 0 0,-1 0 0,-1 0 0,0 0 0,0 0 1,0 0-1,-1 1 0,-1-1 0,1 1 0,-2 13 0,1-16 118,-1-1 0,0 0 0,0 1-1,-1-1 1,1 0 0,-1 0 0,0 0-1,-1 0 1,1 0 0,-1 0 0,0-1-1,0 1 1,0-1 0,-1 0 0,0 0 0,1 0-1,-1 0 1,-8 5 0,-6 1 110,0 0-1,0-1 1,-1-1 0,0-1 0,0-1 0,-1-1 0,0 0-1,0-1 1,0-1 0,0-1 0,-40-2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2.1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4281,'0'0'12018,"217"-22"-11233,-151 22-665,6 0 168,1 0-224,-1 0-128,1 3-32,-8 7-448,-3-1-809,7-3-191,-14-6-1049,-13 0-4904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2.7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69 1304,'0'0'12676,"30"-12"-12194,93-36-216,-117 46-252,-1 0 0,1 1-1,-1 0 1,1 0-1,-1 0 1,1 1 0,-1-1-1,1 1 1,0 1-1,-1-1 1,1 1 0,7 2-1,-9-2-6,0 1 0,0-1 0,0 1 1,0 0-1,-1 1 0,1-1 0,0 1 0,-1-1 0,0 1 0,0 0 0,0 0 0,4 6 0,-1 1 2,0-1 0,-1 1 0,-1 0 0,0 1 0,0-1 0,-1 1 0,0 0 0,-1-1 0,2 14 0,-1 2-12,-1 1-1,-1 0 0,-5 53 1,2-65 0,-1-1 0,0 1 1,-1-1-1,0 0 0,-2 0 1,1 0-1,-2 0 0,-13 20 1,3-8-25,-2-1 1,-1-1 0,-30 29 0,42-45 10,-1-1-1,1 0 0,-1 0 0,-1 0 0,1-2 0,-1 1 1,0-1-1,0 0 0,-1-1 0,0-1 0,1 1 1,-19 2-1,27-6 5,-1 0 1,1 0 0,-1 0-1,1 0 1,-1 0-1,1 0 1,-1-1 0,1 1-1,0-1 1,-1 0-1,1 0 1,0 1 0,-1-2-1,1 1 1,0 0 0,0 0-1,0-1 1,0 1-1,0-1 1,0 0 0,0 1-1,1-1 1,-1 0-1,1 0 1,-1 0 0,1 0-1,0 0 1,-1-1-1,1 1 1,0 0 0,1-1-1,-2-3 1,-1-7-112,0 0 1,2 0 0,-1 0-1,2-24 1,0 31 46,0 2 54,-1-6-47,2 1 1,-1-1-1,1 1 1,3-12-1,-3 18 61,-1 0-1,2 0 0,-1 1 1,0-1-1,1 0 0,-1 1 1,1-1-1,0 1 0,-1 0 1,1-1-1,0 1 0,1 0 1,-1 0-1,0 0 0,1 1 1,-1-1-1,3-1 0,7-3 45,-1 1 0,1 0 0,0 1-1,0 0 1,1 1 0,-1 1-1,1 0 1,0 0 0,-1 1 0,1 1-1,24 2 1,6 4 178,1 2 1,48 15-1,-8-1-111,137 16-1998,-119-30-3092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5.3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1 171 184,'0'0'9157,"9"-20"-7681,28-61-108,-36 77-1150,1 1-1,-1-1 1,0 0-1,0 0 0,0 0 1,-1 0-1,1 0 1,-1 0-1,0 0 0,-1-7 1,1 10-134,0 0 0,0 0 0,-1 0 0,1 1 0,0-1 0,0 0-1,0 0 1,0 0 0,0 1 0,1-1 0,-1 0 0,0 0 0,0 0 0,0 1 0,1-1 0,-1 0 0,0 0 0,1 1 0,-1-1 0,3-3 1514,15 268-1584,-5-119-2483,-3-12-3275,-9-104 1802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5.7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19 824,'0'0'14827,"32"-18"-14347,2 18-191,7 0 7,8 0-280,-1 0-16,4 12-184,6-9-1505,-9 3-2296,-11-6-6329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8:36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384 1 496,'0'0'12611,"-30"8"-12148,-100 31 103,119-36-384,0 1 0,0 1-1,0 0 1,0 1 0,1 0-1,0 0 1,1 1 0,-1 0-1,1 1 1,1 0 0,-1 0-1,1 1 1,1 0 0,-9 14-1,10-16-53,-3 7-16,1 0-1,0 0 1,1 1 0,0 0 0,2 0-1,-1 1 1,2-1 0,0 1-1,1 0 1,0 1 0,2-1-1,0 0 1,0 1 0,2-1 0,0 0-1,6 29 1,-6-38-106,1 0-1,1 0 1,-1-1-1,1 1 1,0-1-1,0 1 1,1-1-1,0 0 1,0 0-1,1-1 1,-1 1-1,1-1 1,0 0 0,1 0-1,-1-1 1,1 1-1,0-1 1,0-1-1,0 1 1,1-1-1,-1 0 1,9 2-1,6 2-14,0-2 0,0 0-1,0-2 1,1 0-1,-1-1 1,24-2-1,-12-1-556,-1-1-1,0-2 1,1-1-1,-2-2 0,1-1 1,-1-2-1,48-20 0,0-5-4791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1.3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11763,'0'0'4777,"104"-15"-4777,-66 15 0,7 0 0,-1 0-48,5 0 32,-1 0-1129,4 0-471,-14 9-1001,-14-3-4528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1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1408,'0'0'16052,"28"0"-15972,10 0 272,7 0-344,10 0 40,7-6-48,28-10-256,-18 1-1865,-10-1-2760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4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1 811 160,'0'0'14678,"5"7"-14493,13 22 57,-1 2 0,-1 0-1,-2 1 1,12 41 0,8 15 44,-22-59-286,-7-16-2,0 0 0,0 0 0,2 0 0,-1-1 1,2 0-1,-1 0 0,2-1 0,9 12 0,-17-22 0,0 0 0,0 0 0,0 0 0,0 0 0,0 0 0,0 0 0,0 0 0,1-1 0,-1 1 0,0 0 1,0 0-1,1-1 0,-1 1 0,0-1 0,1 0 0,-1 1 0,0-1 0,1 0 0,-1 0 0,1 1 0,-1-1 0,0 0 0,1-1 0,-1 1 0,1 0 0,-1 0 0,0-1 1,1 1-1,-1 0 0,0-1 0,1 0 0,-1 1 0,0-1 0,0 0 0,1 1 0,-1-1 0,0 0 0,0 0 0,0 0 0,0 0 0,0 0 0,0 0 0,1-2 0,3-6 12,-1 1-1,1-1 0,-1 0 0,-1 0 0,3-11 0,-3 11-3,11-40-61,-2-1 0,10-98 0,-10-108-347,-6 111 271,-4 67 74,8-83-20,-7 134 77,1 0 0,1 0-1,15-43 1,-17 63-1,0 0 0,0 0 0,0 1 0,1-1 0,-1 1 0,2 0 0,-1 0-1,1 0 1,0 0 0,0 1 0,0 0 0,11-7 0,-9 7 0,1 1 0,0 0 0,0 1 0,0 0 0,1 0 0,-1 1 0,1 0 0,0 0 0,-1 1 0,13-1 0,272 0 0,-143 3-381,-102-1-36,211-5-4412,-128-11-2564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6.3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20 5961,'0'0'8493,"23"-4"-8489,71-10-3,-92 14 0,0-1-1,0 1 1,0 0-1,-1-1 1,1 1-1,0 0 1,0 0-1,0 0 1,0 1 0,0-1-1,-1 0 1,1 1-1,0-1 1,0 1-1,-1 0 1,1-1-1,0 1 1,-1 0 0,1 0-1,-1 0 1,1 0-1,-1 0 1,3 3-1,-3-2 9,0 0-1,0 0 0,-1 0 1,1 0-1,0 1 0,-1-1 1,1 0-1,-1 1 1,0-1-1,1 0 0,-1 4 1,0 2 48,2 6-6,-1 1 1,-1-1 0,0 0-1,-1 0 1,0 0-1,-1 1 1,0-1 0,-2-1-1,1 1 1,-2 0-1,0-1 1,-7 13 0,-11 15-12,-35 46 1,45-70-81,-1 0 1,-1-1-1,-1 0 0,-32 25 0,43-38-150,1 0 0,-1 0 0,0-1 0,0 0-1,0 0 1,-11 3 0,15-4 103,0-1 0,0 0 0,-1 1 1,1-1-1,0 0 0,0 0 0,-1 0 0,1 0 0,0 0 0,-1 0 0,1-1 1,0 1-1,0 0 0,-1 0 0,1-1 0,0 1 0,0-1 0,0 0 1,-1 1-1,1-1 0,0 0 0,0 1 0,0-1 0,0 0 0,0 0 0,0 0 1,1 0-1,-1 0 0,0 0 0,0 0 0,1 0 0,-1 0 0,0 0 1,0-3-1,-3-8-204,1-1 1,1 0-1,0 0 1,0 0 0,1-24-1,1 30 323,0 1 0,1-1 0,-1 1-1,1 0 1,1-1 0,-1 1 0,1 0 0,0 0-1,1 0 1,-1 0 0,1 0 0,0 1-1,1-1 1,3-5 0,-2 6 101,0 1 1,0 0-1,0 0 0,0 0 0,1 0 1,-1 1-1,1 0 0,0 0 0,0 1 1,0-1-1,8-1 0,-11 4-92,0-1 0,1 1 0,-1-1 1,1 1-1,-1 0 0,1 0 0,-1 0 0,0 1 0,1-1 0,-1 1 0,1 0 0,-1 0 1,0 0-1,0 0 0,0 1 0,1-1 0,-1 1 0,0 0 0,-1 0 0,1 0 0,0 0 0,4 4 1,9 14 123,-1-1 0,17 31-1,-16-25-133,23 29 0,-33-47-114,0 0 0,0-1 0,1 0 0,0 0 1,1 0-1,-1-1 0,1 0 0,11 5 0,22 6-2877,-5-9-4541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7.3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0 475 864,'0'0'12277,"4"-7"-12174,22-33 327,41-49 0,-11 16-171,-23 28-277,117-167-1763,-144 203-1774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7.6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1824,'0'0'12547,"128"124"-12467,-97-96-80,0 3 0,0-3 0,0-3 8,0 3-16,0-9-40,-3-1-792,-1 1-504,-6-7-1321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08.6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 2120,'0'0'12082,"11"-3"-11928,-6 1-140,7-2 3,1 0 0,0 1 0,18-2 0,-28 4-16,1 1 1,0 0-1,0-1 0,0 2 0,0-1 1,-1 0-1,1 1 0,0 0 0,0 0 1,0 0-1,-1 0 0,1 0 0,-1 1 1,1 0-1,-1 0 0,0 0 0,1 0 1,4 4-1,-6-4-43,0 1 1,0-1-1,0 1 0,0-1 1,0 1-1,0-1 1,-1 1-1,1 0 0,-1 0 1,0 0-1,1 0 1,-2 0-1,1 0 0,0 0 1,0 4-1,-1-5 3,0 0 1,-1 0-1,1 1 0,-1-1 1,1 0-1,-1 0 0,0 0 1,0 0-1,0 0 0,0-1 1,0 1-1,0 0 0,0 0 1,-1-1-1,1 1 0,0 0 1,-1-1-1,0 0 0,1 1 1,-1-1-1,0 0 0,-3 2 1,-23 10-28,22-11 58,-1 0 0,1 1 0,0 0 0,0 1-1,0-1 1,-7 7 0,12-9-183,22-1-18,15-2 203,-24 1 7,1 1-1,-1 0 0,1 0 1,18 4-1,-29-3-1,0 0 1,0 0-1,-1-1 0,1 1 1,0 1-1,0-1 0,-1 0 1,1 0-1,-1 1 0,1-1 1,-1 1-1,1-1 0,-1 1 1,0-1-1,0 1 0,0 0 1,0 0-1,0 0 0,0 0 1,0 0-1,-1 0 0,1-1 1,0 2-1,-1-1 0,0 2 1,2 8 0,-1 0 1,0 0 0,-2 14 0,1-10 16,0-9 42,-1 0 0,0 0 1,0 0-1,-1 1 0,0-2 1,0 1-1,-1 0 0,1 0 1,-1-1-1,-1 1 0,1-1 1,-1 0-1,-1 0 0,1 0 1,-1-1-1,1 1 0,-2-1 1,1 0-1,-1-1 0,1 1 1,-1-1-1,0 0 0,-1-1 1,1 0-1,-1 0 0,1 0 0,-1 0 1,0-1-1,0 0 0,0-1 1,0 0-1,0 0 0,-1 0 1,-9-1-1,-27 1-2065,33 1-1589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17.7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2498 0 720,'0'0'8425,"-24"4"-1169,-18 67-7233,30-50-12,-24 36 0,-7 2-20,19-25 2,-1-2 1,-31 32-1,51-60 7,-18 20-2,0-1 0,-2-2 0,0 0 0,-2-2 0,-31 18 0,-8-5-1,-1-2 1,-2-4-1,-78 20 0,4-5-21,54-14-87,-134 23-1,-160-5 242,291-37 714,-103-5 0,120-4-124,56 0-642,0-1-1,-1 0 1,1-2-1,-21-7 0,-74-28 135,36 1-35,53 25-138,-34-13 0,47 21-343,-1 1 0,-1 0 1,1 1-1,0 1 0,-1 0 1,-15 0-1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18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18 367 1112,'0'0'9114,"0"-15"-7756,-14-172 2455,10 35-923,25 152-2756,42 1-47,-6 0-55,0-2-1,76-12 1,-84 12-1570,-30 2-755,-4-1-2269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19.8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1 718 864,'0'0'14897,"0"-6"-14254,-1-7-447,1 1 1,1-1-1,0 0 1,1 1-1,1 0 1,-1-1-1,7-16 1,12-11-175,2 1 0,1 0 0,2 2 0,2 1 0,1 1 0,1 1 0,2 2 0,2 1 0,0 2 0,2 1 0,62-36 0,-53 41-35,1 2 0,1 2 0,0 2 1,2 2-1,0 2 0,0 2 0,57-4 0,358-2-21,-371 17 18,-47 1-133,-1 1 0,1 2 0,-1 2 0,0 2 0,68 22 0,-89-22 11,0 2 1,-1 0-1,0 1 1,-1 2-1,-1 0 1,0 1 0,-1 1-1,0 1 1,-1 1-1,-1 1 1,25 31-1,-38-43 52,24 33-175,49 49 0,-64-75-447,0-1 1,22 14-1,-24-18-780,1-1 0,0-1 0,24 10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20.7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10 118 832,'0'0'15245,"-10"4"-13710,21 4-1511,0-1 0,1 0-1,-1-1 1,21 9 0,17 9 11,-24-9-33,35 15-1,-50-26 203,-1-1 0,1 0 0,0 0 0,1 0-1,-1-2 1,0 1 0,11-1 0,-20-3-119,1 0 0,-1 0 0,-1-1 0,1 1 0,0 0 1,0-1-1,-1 1 0,0-1 0,1 1 0,-1-1 0,0-2 0,0 2 30,4-22-238,1 0-1,2 1 0,0 0 1,1 0-1,2 1 0,0 0 1,17-28-1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27.4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7 384,'0'0'22573,"-21"-7"-24734,31 7-479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32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61 544,'0'0'14935,"29"-10"-14268,95-29-269,-116 36-362,0 1 1,0 0 0,0 0 0,1 1 0,-1 0 0,1 1 0,13 0 0,-5 1 86,-12-1-75,0 0 0,0 1 0,-1 0 0,1-1 0,-1 2 0,1-1 0,-1 0 0,1 1 0,-1 0 0,0 0 0,0 0 0,1 1 0,-2-1 0,5 4 1,-2-1-1,0 1 0,0 0 0,-1 0 1,0 1-1,0-1 0,-1 1 1,6 11-1,1 9 13,0 0 0,-2 0 0,9 44 0,-17-66-57,5 29-1,-1 0 0,-1-1-1,-2 1 1,-3 50 0,0-74-16,-1 0 1,0 0-1,-1 0 1,0 0-1,0 0 1,-1-1-1,-1 1 1,0-1-1,0 0 1,0 0-1,-1-1 0,-1 0 1,1 0-1,-1 0 1,-1-1-1,-7 7 1,6-6-184,-1-1-1,1 0 1,-1-1-1,0 0 1,-1 0 0,1-1-1,-1-1 1,0 0 0,0 0-1,-1-1 1,1 0-1,-1-1 1,-21 1 0,32-3 159,-1 0 1,0 0-1,1 0 1,-1-1-1,0 1 1,1 0-1,-1-1 1,0 0-1,1 1 1,-1-1-1,1 0 0,-1 0 1,1 0-1,0 0 1,-1 0-1,1 0 1,0 0-1,0 0 1,0-1-1,0 1 1,-2-2-1,1-1-23,0 0 0,0 0-1,0 0 1,1 0-1,-1-1 1,1 1 0,0 0-1,0-7 1,0 4 18,0 0 0,1 1 1,0-1-1,0 0 0,1 0 0,0 1 0,0-1 1,1 1-1,-1-1 0,1 1 0,1-1 1,3-5-1,-3 7 69,1 1-1,0 0 1,0 0 0,0 0 0,0 0 0,1 1-1,-1 0 1,1 0 0,0 0 0,0 0 0,0 1-1,1 0 1,-1 0 0,0 0 0,1 1 0,-1 0-1,1 0 1,0 0 0,-1 1 0,1-1 0,7 2-1,0-1 55,0 1-1,-1 1 1,0 0-1,1 1 1,-1 0-1,0 1 1,0 0-1,19 11 0,2 3-302,-7-3 130,50 21 0,-65-32-1094,0-1 0,1 0 0,-1-1 0,18 2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32.9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 1512,'0'0'18146,"26"0"-17882,-4 0-229,141-6 95,126-4-227,-96 14-7054,-161-1 2106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33.5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121 61 1560,'0'0'16655,"29"-11"-16515,88-30-134,-112 39-38,0 1 1,0-1-1,1 1 0,-1 0 0,0 1 0,0-1 0,0 1 0,1 0 0,-1 0 0,10 2 1,-13-1 2,0 0 0,0-1 0,0 1 0,0 0 0,-1 0 0,1 0 0,0 0 0,0 1 0,0-1 0,-1 0 0,1 1 0,-1-1 0,1 1 0,-1 0 0,0-1 0,0 1 0,0 0 0,2 2 0,-1 5-46,0-1 1,0 0-1,0 1 0,-1-1 0,0 1 0,-1 0 0,0-1 0,-2 17 0,1-6 169,-1-8-96,1 0 0,-1 0 0,-1 0 0,0 0 0,-1 0 0,0-1 0,0 0 0,-1 0 0,-10 15 0,-1 0 2,-2 0 0,-28 29 0,42-50 10,3-2-2,-1 0 0,0 0 0,0 1 0,1-1 0,-1-1 0,-1 1 0,1 0 0,0 0 0,0-1 0,-1 0 0,1 1 0,-1-1 0,1 0 0,-1 0 0,1 0 0,-1 0 0,-5 0 0,8-23 99,0 19-98,-1 0 1,2-1-1,-1 1 1,0-1-1,1 1 1,-1 0-1,1-1 1,0 1-1,0 0 1,0-1-1,1 1 1,-1 0-1,3-3 1,-2 4-1,0 0 1,0 0-1,0 0 1,1 1 0,-1-1-1,0 1 1,1-1-1,0 1 1,-1 0 0,1 0-1,0 0 1,-1 0 0,1 0-1,0 1 1,0 0-1,4-1 1,0 0-6,-1 0 0,1 0 0,0 1 0,0 0 0,0 0 1,0 1-1,-1-1 0,1 1 0,0 1 0,0 0 0,-1 0 0,1 0 0,-1 1 0,0-1 0,0 1 0,0 1 0,0-1 0,0 1 1,-1 0-1,0 1 0,1-1 0,-2 1 0,1 0 0,0 0 0,-1 1 0,0-1 0,-1 1 0,1 0 0,-1 0 0,0 0 1,0 1-1,-1-1 0,3 9 0,-2-5 48,0 1 1,-1-1-1,0 1 0,0-1 1,-1 1-1,-1 0 1,0 0-1,-1 11 1,0-15 0,0 0 0,0 0 0,-1-1 1,0 1-1,0-1 0,-1 1 0,1-1 1,-1 0-1,-1 0 0,1 0 1,-1-1-1,0 1 0,-8 7 0,-3 2 155,-1-2 0,-1 0-1,0-1 1,-1-1 0,0 0-1,0-1 1,-25 9 0,3-5-244,0-2 0,-68 11 0,104-22-383,0 0 0,0 1 0,-1-1-1,1 1 1,0 0 0,0 0 0,1 0 0,-1 0 0,-5 5-1,-8 10-4857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39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2433,'0'0'12158,"0"5"-12031,0 468-575,1-450-2220,2-9-2565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40.2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25 744,'0'0'13771,"45"-25"-13587,-21 25 216,7 0-152,0 0-96,3 3-32,4 10-112,0-1-8,-3 1-32,17-13-560,-8 0-1392,-9 0-2721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40.8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262 50 968,'0'0'9222,"7"-6"-8714,21-17 222,-28 22-571,1 1 1,0 0-1,-1-1 1,1 0-1,-1 1 1,1-1-1,-1 1 1,1-1-1,-1 0 1,1 1-1,-1-1 1,1 0-1,-1 1 0,0-1 1,1 0-1,-1 0 1,0 1-1,0-1 1,0-1-1,-8-4 1253,-21 5-748,27 1-459,-9 0-99,0 0-1,0 1 1,1 0-1,-1 1 0,1 0 1,-1 1-1,1 0 1,0 0-1,0 1 1,0 0-1,0 1 0,1 0 1,0 1-1,0 0 1,0 0-1,1 1 0,0 0 1,0 1-1,-6 8 1,7-8-42,0 0-1,1 1 1,0 0 0,0 1 0,1-1-1,1 1 1,0 0 0,0 0 0,-4 17-1,4-4-13,1 1 0,1 0-1,1 30 1,1-46-49,1 1 1,0-1 0,0 1-1,1-1 1,0 1-1,1-1 1,-1 0-1,2 0 1,-1 0-1,1 0 1,0-1-1,1 1 1,0-1-1,0 0 1,0-1 0,1 1-1,0-1 1,0 0-1,1 0 1,0-1-1,14 9 1,-5-5-12,1 0 1,0-1 0,1-1-1,-1-1 1,1 0-1,1-1 1,-1-1 0,1-1-1,23 1 1,-19-3-416,0-1-1,0 0 1,41-8-1,-45 4-1006,-1-1 0,31-12-1,-3-2-3797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41.4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5193,'0'0'13675,"52"0"-13667,-28 0-8,4 0-16,-4 0-384,3 0-592,-6 0-121,10 0-247,-7 0-984,-6-6-2897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41.7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1320,'0'0'19757,"3"-19"-19325,28 13-48,7 3-136,4-7-144,-4 7-120,0 0 16,0 3-288,13 0-1161,-9 0-1343,-11 0-2249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3.9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1 758 6729,'0'0'4840,"17"25"-4625,56 83 102,-46-66 146,-3 1 0,23 53 0,-9-14-23,-37-80-435,-1-1-1,1 0 1,0 1 0,-1-1 0,1 0 0,0 1 0,0-1-1,0 0 1,0 0 0,0 0 0,0 0 0,1 0 0,-1 0 0,0 0-1,0 0 1,3 1 0,-3-2-3,0 0 1,-1 0-1,1 0 0,0 0 0,-1 0 1,1 0-1,0-1 0,0 1 1,-1 0-1,1 0 0,0 0 0,-1-1 1,1 1-1,0 0 0,-1-1 0,1 1 1,0-1-1,-1 1 0,1 0 0,-1-1 1,1 1-1,-1-1 0,2-1 0,1-2 3,-1 0-1,1-1 1,-1 1-1,0-1 1,0 0-1,0 0 1,-1 1-1,2-7 1,4-41-172,-2 0-1,-2-1 1,-6-59-1,2 21-65,1-312-460,1 378 672,0-1 1,2 1 0,0 0 0,13-43-1,-14 61 38,0 0-1,0 1 1,1-1-1,0 1 1,0 0-1,1 0 0,0 0 1,0 0-1,0 1 1,1-1-1,-1 1 0,1 0 1,0 0-1,1 1 1,-1 0-1,1 0 1,0 0-1,0 0 0,0 1 1,1 0-1,12-4 1,12 2 252,-1 1 0,1 2 0,0 1 0,31 3-1,-1-1-145,162-2-310,227-29 0,-239 8-3405,-138 13-1055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5.0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79 27 472,'0'0'10553,"26"-5"-10308,81-13 55,-99 16-215,0 1-1,0 1 1,0-1-1,0 1 0,-1 1 1,15 1-1,-20-1-31,1 0-1,-1-1 1,0 1 0,1 0-1,-1 0 1,0 0-1,0 0 1,0 1-1,0-1 1,0 1-1,0-1 1,0 1 0,0 0-1,0 0 1,1 2-1,0 2 56,0 0 1,-1 1-1,0 0 0,0-1 1,-1 1-1,0 0 0,0 0 0,0 0 1,-1 0-1,0 0 0,-1 7 1,1-14-105,0 6 15,1 1-7,-1 1-1,0 0 1,0-1-1,-1 1 0,0-1 1,0 1-1,0-1 1,-1 1-1,0-1 0,-1 0 1,0 0-1,0 0 1,0 0-1,-6 8 0,-3 1 12,-1 0 0,-1-1 0,0-1 0,-1 0-1,0-1 1,-22 14 0,27-21-184,-1 1 0,0-1 0,0-1 0,-1 0 0,1-1 0,-1 0 0,0 0 0,0-1 0,-1-1 0,1 0 0,-14 0 0,24-2 47,1 0 1,0 0-1,0 0 1,0 0-1,0-1 1,0 1-1,0 0 0,0 0 1,0-1-1,0 1 1,0-1-1,0 1 1,0-1-1,0 1 0,0-1 1,0 1-1,0-1 1,0 0-1,0 0 1,1 1-1,-1-1 0,0 0 1,1 0-1,-1 0 1,0-1-1,0 0-48,0-1 0,0 1 0,1-1 0,-1 1 0,1-1 0,0 1 0,0-1 0,-1 1 0,2-1 0,-1 1 0,0-3 0,1-1 21,0 1 1,1-1 0,-1 1 0,1-1-1,0 1 1,0 0 0,1 0 0,-1 0-1,7-8 1,-2 6 316,0 0 0,1 1 0,0-1 0,1 2-1,-1-1 1,1 1 0,0 1 0,1-1 0,-1 1 0,1 1 0,12-3 0,-15 4-16,0 1 1,0 0 0,0 0 0,0 0 0,0 1-1,0 0 1,1 0 0,-1 1 0,0 0-1,0 1 1,0-1 0,-1 1 0,1 0-1,0 1 1,-1 0 0,13 7 0,58 51 385,-52-40-624,43 29 0,-21-24-1434,-5-6-2857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5.7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0 435 880,'0'0'11221,"5"-10"-10961,6-9-149,0 1 0,0 1 0,28-32 0,147-162-58,-115 115-3557,-61 81 78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6.1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1296,'0'0'11265,"12"4"-10745,0-1-398,-5-1-50,1 0 0,-1 0 0,-1 1 0,1 0 0,0 0 0,-1 1 0,1 0 0,-1 0 0,0 0 0,7 7 0,66 67 535,110 96-771,-185-171-20,0 0 0,0 0-1,0 0 1,1-1 0,-1 0 0,1 0 0,0 0 0,8 3 0,24-2-4254,-18-3-3577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6.6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13 984,'0'0'10186,"30"-2"-10147,92-8-30,-83 11-54,-39-1 42,1 0 0,-1 0 0,0 1 1,1-1-1,-1 0 0,0 0 0,0 0 0,1 1 1,-1-1-1,0 0 0,0 0 0,1 0 0,-1 1 1,0-1-1,0 0 0,0 1 0,1-1 0,-1 0 1,0 0-1,0 1 0,0-1 0,0 0 0,0 1 1,0-1-1,0 0 0,0 1 0,0-1 0,0 0 1,0 1-1,0-1 0,0 0 0,0 1 0,0-1 1,0 1-1,0 5-36,1-2 61,0 1 0,0-1 1,-1 1-1,0 0 1,0 0-1,0-1 0,0 1 1,-1 0-1,0 0 0,0-1 1,0 1-1,0-1 0,-1 1 1,0-1-1,0 0 1,0 1-1,0-1 0,-1 0 1,1 0-1,-1 0 0,0-1 1,0 1-1,-1-1 0,1 0 1,-8 6 602,11-9-621,0-1 0,0 0 0,1 1 0,-1-1 0,1 0 0,-1 1 0,1-1 1,-1 0-1,1 1 0,-1-1 0,1 1 0,-1-1 0,1 1 0,-1-1 0,1 1 0,0-1 0,-1 1 0,3-1 0,0 0-3,0 0-1,1 0 0,-1 0 0,0 1 1,1 0-1,-1-1 0,1 1 1,-1 0-1,1 1 0,-1-1 0,0 0 1,1 1-1,-1 0 0,1 0 1,-1 0-1,0 0 0,0 1 0,0-1 1,0 1-1,0 0 0,0-1 1,0 1-1,0 1 0,-1-1 0,1 0 1,-1 1-1,0-1 0,1 1 1,2 4-1,-2 0 6,1 1-1,-1-1 1,-1 1 0,1-1-1,-1 1 1,0 0 0,-1 0-1,0 0 1,0 0 0,-1 0 0,0 0-1,-1 8 1,0-13 27,0 0-1,0 0 1,0 0-1,0 0 1,0 0 0,-1-1-1,1 1 1,-1 0 0,0-1-1,0 1 1,0-1-1,0 0 1,0 1 0,0-1-1,-1 0 1,1 0 0,-1-1-1,1 1 1,-1 0-1,0-1 1,-3 2 0,0 0-125,-1 0 0,0-1 0,0 1-1,0-1 1,-1 0 0,1-1 0,0 0 0,-8 0 0,1-3-3015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7.4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25 256,'0'0'10276,"0"-3"-9005,0-15 1328,0 17-2543,0 1-28,0-2 22,0 1 150,0 10 654,2 81 453,0 3-6121,-2-68-1652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8.1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0 304,'0'0'17725,"3"0"-17707,247 6-5550,-214-6 923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8.5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2361,'0'0'13634,"24"0"-13562,11 0-64,10 0-16,24 6-544,-11 1-1648,-6-1-5378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49:59.1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1 779 464,'0'0'12822,"10"7"-12308,20 16-191,-2 2-1,32 34 0,-31-26-251,4 6-43,2-2 0,39 33 0,-72-69-54,-1 0 1,0 0-1,1 0 1,-1 0-1,0 0 0,1-1 1,-1 1-1,1 0 1,-1-1-1,1 1 0,0-1 1,-1 1-1,1-1 1,1 0-1,-2 0 7,-1 0 0,1 0 1,0 0-1,-1 0 0,1-1 0,0 1 0,-1 0 0,1 0 1,0-1-1,-1 1 0,1 0 0,-1-1 0,1 1 0,-1-1 1,1 1-1,-1-1 0,1 1 0,-1-1 0,0 1 0,1-1 1,-1 1-1,1-1 0,-1-1 0,2-3-36,0-1-1,-1 0 1,0 0-1,0 0 1,0 0 0,-1-7-1,1 4 161,7-235-35,6-77-57,-9 278 20,2 0 0,1 0 0,3 1 0,1 0 0,23-50 0,-30 80-10,1 0 0,1 1 0,0-1 0,0 1 0,1 1 0,0 0 0,11-10 0,-14 15-22,1 0 0,0 1 0,0-1 0,0 1 0,1 1 0,-1-1 0,1 1 1,0 0-1,0 1 0,0 0 0,0 0 0,1 0 0,14-1 0,369 4-180,-270 3-394,19-3-1344,-14-1-1959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0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78 1 1280,'0'0'12519,"26"0"-12338,82 0-105,-105 0-74,0 0-1,0 0 0,1 1 0,-1-1 1,0 1-1,0 0 0,0-1 0,1 1 1,-1 1-1,0-1 0,0 0 0,0 1 1,-1-1-1,1 1 0,0 0 0,-1 0 1,1 0-1,-1 1 0,1-1 0,-1 0 0,0 1 1,0-1-1,0 1 0,-1 0 0,1 0 1,0 0-1,-1 0 0,0 0 0,0 0 1,1 4-1,0-2 3,1 2 25,-1 1 0,0 0 0,-1-1-1,1 1 1,-1 0 0,-1 0 0,0 0 0,0 0-1,0 0 1,-1 0 0,0 0 0,-1 0 0,1 0 0,-2 0-1,1-1 1,-1 1 0,0-1 0,-1 0 0,1 0 0,-9 11-1,-1-4 10,0-2 1,-1 1-1,0-2 0,0 0 0,-24 13 0,27-18-138,1-1 1,-1 0 0,0-1 0,0 0-1,-1-1 1,1 0 0,-1-1 0,0 0 0,-17 0-1,28-2 52,0 0 0,0 0-1,0 0 1,0 0 0,0-1-1,0 1 1,0 0 0,0-1-1,0 1 1,0-1 0,0 1-1,0-1 1,0 0 0,0 1-1,1-1 1,-1 0 0,0 1-1,0-1 1,1 0 0,-1 0-1,1 0 1,-1 0 0,1 0-1,-2-1 1,1-2-41,-1 0 0,1 0 1,0 0-1,0 1 0,0-1 0,1-1 1,-1-3-1,1 3 45,0 0 1,0 0-1,0 0 0,0 0 1,1 0-1,0 0 1,0 0-1,0 0 0,1 0 1,0 0-1,4-8 0,-3 10 47,0 0 0,1 0-1,-1 0 1,1 1-1,-1-1 1,1 1-1,0 0 1,0 0 0,0 0-1,0 1 1,0-1-1,1 1 1,6-1-1,5-1 213,0 2 0,21 0-1,-34 1-175,0 0 2,0 1-1,0-1 1,0 1-1,0 0 0,0 0 1,0 0-1,0 0 1,-1 0-1,1 0 1,0 1-1,0-1 1,-1 1-1,4 3 0,32 33 227,-8-7-152,-17-21-192,0-1-1,0 0 1,1-1-1,0 0 1,1-1-1,0-1 1,24 7-1,4-2-1761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1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2 469 832,'0'0'8242,"0"0"-8217,0 1 1,-1-1-1,1 0 0,0 0 1,0 0-1,0 0 0,0 0 0,0 0 1,0 0-1,0 0 0,0 1 1,0-1-1,0 0 0,0 0 1,0 0-1,0 0 0,0 0 1,0 0-1,0 0 0,0 1 1,0-1-1,0 0 0,0 0 0,0 0 1,0 0-1,0 0 0,0 0 1,0 0-1,0 1 0,0-1 1,0 0-1,0 0 0,0 0 1,0 0-1,0 0 0,1 0 1,-1 0-1,0 0 0,0 0 0,0 1 1,0-1-1,0 0 0,0 0 1,0 0-1,0 0 0,1 0 1,-1 0-1,0 0 0,0 0 1,0 0-1,0 0 0,0 0 1,33-34 576,-1-2 1,-2-1-1,29-48 1,-31 44-694,31-41-1019,32-47-6121,-72 100 3165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1.9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1064,'0'0'11819,"121"125"-11739,-90-98-72,3 14-16,-6-7 16,-1 3-8,1 4 0,-1-7 24,-2-6-72,6-10-416,-11-2-849,-2-10-3328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2.7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 1072,'0'0'9842,"20"-5"-9387,65-15-36,-79 18-327,1 0 0,0 1 0,0-1 1,0 2-1,0-1 0,0 1 0,0 0 0,0 1 0,-1-1 1,1 2-1,0-1 0,0 1 0,0 0 0,-1 0 0,1 0 1,-1 1-1,11 6 0,-3-2-79,-11-5-8,0 0-1,0-1 0,-1 1 1,1 0-1,-1 0 1,1 1-1,-1-1 1,0 0-1,0 1 0,0-1 1,0 1-1,-1 0 1,1 0-1,-1 0 0,1-1 1,-1 1-1,0 1 1,0-1-1,0 0 0,0 3 1,1 7 30,-1 0 1,-1-1 0,-1 23-1,1-31-22,-2 3-5,1-1 0,-1 0-1,0 0 1,0 1 0,-1-1-1,0-1 1,0 1-1,0 0 1,0-1 0,-1 0-1,0 1 1,-1-1 0,1-1-1,-7 7 1,-12 9-134,-40 28 0,57-44 70,3-2-165,-1 1 1,1-1 0,-1 0-1,0 0 1,0 0-1,0-1 1,0 0-1,0 1 1,0-1 0,0 0-1,0-1 1,-1 1-1,-6-1 1,11 0 101,-1-1 0,1 1 0,-1-1 0,0 1 0,1-1 0,-1 1 0,1-1 0,0 1 0,-1-1 1,1 0-1,-1 1 0,1-1 0,0 0 0,-1 1 0,1-1 0,0 0 0,0 1 0,0-1 0,-1 0 0,1 0 0,0 1 0,0-1 0,0 0 0,0 1 0,1-2 1,-2-24-1020,1 23 820,0-12-152,0 9 363,0 0-1,0 0 1,0 0-1,1 0 1,1-6-1,-1 9 165,0 1-1,0-1 1,0 1 0,1 0-1,-1 0 1,1-1-1,-1 1 1,1 0 0,0 0-1,-1 0 1,1 1-1,0-1 1,0 0 0,0 1-1,3-2 1,0 0 263,1 0 0,-1 0-1,0 1 1,1 0 0,-1 0 0,1 0 0,0 1 0,-1 0 0,1 0 0,0 0-1,0 1 1,7 0 0,-11 0-288,-1 1 0,1-1-1,0 1 1,0-1 0,0 1-1,0 0 1,-1 0 0,1 0 0,0 0-1,-1 0 1,1 1 0,-1-1-1,0 0 1,3 4 0,23 28 91,-16-18-94,54 65-1113,-47-58-1513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3.1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1408,'0'0'12347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3.6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1 326 568,'0'0'14083,"38"-31"-13675,-14 9 72,3 1-304,1-7-8,3 0-160,0 0-8,4-6-64,-4 6-520,7-16-704,-7 10-728,-11 6-2865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4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1008,'0'0'13355,"110"115"-13347,-79-93 64,4-4-64,-4 4-8,0-7 0,0-2-128,0 9-1040,-7-10-1241,-7 0-4504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4.6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 1 1008,'0'0'12209,"0"5"-12191,8 51 45,-5-39-39,0 1 1,0 19-1,-2 0-56,-2 44-123,1-80 130,-1 0 1,1 0-1,0 0 0,0 1 1,-1-1-1,1 0 0,-1 0 1,1 0-1,-1 0 1,1 0-1,-1 0 0,0 0 1,0 0-1,1 0 0,-1 0 1,0 0-1,0 0 0,0-1 1,0 1-1,0 0 0,0-1 1,0 1-1,0-1 0,0 1 1,0-1-1,-1 1 0,1-1 1,-2 1-1,-38 0-263,24-2 1287,17 1-883,0 1-110,0-1-1,1 1 0,-1 0 1,0-1-1,1 1 1,-1-1-1,1 1 1,-1-1-1,1 1 0,-1-1 1,1 1-1,0-1 1,-1 1-1,1-1 0,-1 0 1,1 1-1,0-1 1,-1 0-1,1 1 1,0-1-1,0 0 0,-1 0 1,1 0-1,0 0 1,-1 0-1,1 0 0,0 0 1,0 0-1,1 0 1,33 0-117,-23-1-30,48 1-2788,-38 0-1652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5.6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1 184,'0'0'3209,"0"3"-2401,0 3-528,0-3-880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06.3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2585,'7'13'7062,"-6"-12"-6741,20 5 2515,33-7-3190,-33 0 927,589 1-1495,-588-1 861,0-1 0,36-9 0,-36 7 135,0 0-1,39-2 1,253 6 167,-220 10 364,-15-10-715,-79 10 762,4 9-467,0-1 0,13 31 0,-10-30-547,8 35 0,-11-16-1715,0-6-2931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17.9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4 856,'0'0'14637,"18"-4"-14123,150 4-785,-59 0-4869,-80 0 721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18.4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13 184,'0'0'18260,"-10"-12"-18236,13 12 64,21 0-104,7 6 72,7 0-56,7-3 0,0-3-160,17 0-1728,-10 0-2121,-14-9-6185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6.4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1004 0 672,'0'0'6780,"-1"14"-5778,-9 41-238,9-52-700,0 0 0,0 0 0,0 0 0,-1 0-1,1-1 1,-1 1 0,0 0 0,0-1 0,0 0 0,0 1 0,0-1 0,-1 0-1,1 0 1,-1 0 0,1 0 0,-5 1 0,-1 3 161,-18 10 314,-1-2-1,0 0 1,0-2 0,-2-1 0,-36 10-1,-14 6 397,36-13-659,0-1-1,-1-2 0,0-3 0,-1-1 0,1-2 0,-58-1 0,91-4-251,0-1 0,0 0 0,0-1 0,0 0 0,1-1 0,-1 0 0,1 0 0,0-1-1,0-1 1,0 0 0,-11-7 0,-6-7-6,1-1 0,-32-33 0,24 22-252,25 28-3659,9 3 3754,-1 0 0,1 0 0,-1 0 0,1 0 0,0 0 0,-1 1 0,-8 16-7235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7.3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10 968,'0'0'10248,"8"-9"-6466,-18 8-3717,0 1 0,-1 1 1,1 0-1,0 0 0,-1 1 0,1 1 0,0-1 1,1 2-1,-1-1 0,-14 9 0,7-4 76,9-4-8,0 0 1,1 0-1,-1 1 1,-6 6 0,11-10 170,2-1-224,1 4-77,0 0 1,1 0 0,-1 1-1,1-1 1,0 0 0,0 0-1,0 0 1,1 0 0,-1 0-1,1 0 1,0 0 0,0-1-1,0 1 1,1-1 0,3 5-1,4 6 3,3 7 9,18 42-1,-23-45-9,0 0-1,2-1 0,0 0 0,14 18 0,-20-33-50,1 0 0,-1 0-1,1-1 1,0 1 0,0-1-1,-1 0 1,1 0 0,0-1-1,0 1 1,8-2 0,2 1-3784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1.1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0 232,'0'0'352,"183"112"-352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3.8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1120,'0'0'10751,"12"0"-10265,1 1-404,6-1 105,0 1 1,0 1 0,1 0-1,-1 2 1,18 5-1,-18-2-216,0-2 0,1 0 0,-1-2-1,1 0 1,36 1 0,11-4-5110,-50 0 2689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4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1744,'0'0'13067,"13"0"-12835,8 0 160,3 0-152,4 0-104,6 0-80,8 0-56,3 0 0,3 0-24,24 0-456,-13 0-1280,-7 0-2425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4.8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0 431 1008,'0'0'10161,"11"-5"-9609,1-1-390,0-1 0,0 0-1,-1 0 1,0-1 0,0-1-1,-1 1 1,11-14 0,9-13 147,11-13-371,-1-2 1,-2-1 0,36-68 0,-65 89-1234,-11 11-2793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5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1040,'0'0'12139,"26"19"-11439,82 63-123,9 2 276,-6-2-67,-95-68-801,1-1-1,1-1 0,1 0 0,0-1 1,0-1-1,23 8 0,-29-13-980,2-1 0,-1-1-1,18 2 1,-7-4-4259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9.1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1464,'0'0'17348,"3"0"-18676,7 0-353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29.9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1 584 1360,'0'0'12240,"14"32"-12190,47 102-48,-55-119 0,2 0-1,0-1 0,0 1 1,18 21-1,-10-16 0,-16-20 14,0 0 0,0 0 0,0-1 0,0 1 1,0 0-1,0 0 0,0 0 0,0-1 0,0 1 0,0 0 0,0 0 0,0-1 0,0 1 0,0 0 0,0 0 0,0 0 0,0 0 0,0-1 0,0 1 0,0 0 0,1 0 0,-1 0 0,0 0 0,0-1 1,0 1-1,0 0 0,0 0 0,1 0 0,-1 0 0,0 0 0,0 0 0,0-1 0,1 1 0,-1 0 0,0 0 0,0 0 0,0 0 0,1 0 0,-1 0 0,0 0 0,0 0 0,0 0 0,1 0 1,-1 0-1,0 0 0,0 0 0,0 0 0,1 0 0,-1 0 0,0 0 0,0 0 0,0 1 0,1-1 0,-1 0 0,0 0 0,0 0 0,0 0 0,0 0 0,1 0 0,-1 1 0,0-1 0,0-26 138,0 19-103,-9-220-138,1-40-34,9 252 123,0 1 1,1-1 0,1 1-1,0 0 1,1 0-1,1 0 1,0 0-1,0 1 1,2 0 0,-1 0-1,15-20 1,-15 25 6,0 0 0,1 1 0,-1 0 0,1 0 0,1 0 0,-1 1 0,1 0 0,0 0 0,1 1 0,-1 0 0,1 1 0,0 0 1,0 0-1,1 1 0,-1 0 0,1 1 0,19-3 0,14 4 104,0 2 1,77 11 0,-66-5-100,55 1 1,-51-8-14,22 1-330,0-3 0,93-15-1,129-36-6758,-261 46 4047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2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115 11 232,'0'0'14042,"7"-2"-13968,-3 1-72,1-1 29,-1 1 0,1-1 0,0 1 1,0 1-1,0-1 0,8 0 0,-11 2-3,0-1 1,1 1-1,-1-1 0,0 1 1,0 0-1,0-1 0,0 1 1,0 0-1,0 1 0,0-1 1,0 0-1,0 0 0,0 1 1,0-1-1,-1 1 0,1 0 1,-1-1-1,1 1 1,-1 0-1,2 2 0,0 3 56,1 0-1,-1 0 1,0-1-1,0 2 1,-1-1-1,0 0 1,0 0-1,0 11 1,1 62 200,-3-56-230,-1-17-44,0-1 1,-1 0 0,1 1-1,-1-1 1,0 0-1,-1 0 1,1 0 0,-1-1-1,-1 1 1,1-1-1,-1 1 1,0-1 0,0 0-1,0 0 1,-1-1-1,1 0 1,-1 1-1,0-1 1,-10 5 0,6-3-51,-1 0 1,1 0-1,-1-1 1,0-1-1,0 0 1,-1 0-1,1-1 1,-1 0-1,0-1 1,-20 2-1,30-4-5,-1-1 0,1 1 0,0 0 0,-1-1 0,1 1 0,0-1 0,0 1-1,0-1 1,0 1 0,-1-1 0,1 0 0,0 0 0,0 0 0,0 1 0,0-1 0,1 0 0,-1 0 0,0 0 0,0 0-1,0-1 1,1 1 0,-1 0 0,1 0 0,-1 0 0,1 0 0,-1-1 0,1 1 0,0 0 0,-1-1 0,1 1 0,0-2 0,-2-51-1443,2 42 933,0 11 517,0-1 0,0 1 0,0-1 0,1 1 0,-1-1 0,0 1 0,1 0 0,-1-1 0,1 1 0,-1 0 0,1-1 0,0 1 0,-1 0 0,1 0 0,0-1 0,0 1 0,0 0 0,0 0 0,0 0 0,0 0 0,0 0 0,2-1 0,0 1 10,0-1-1,0 1 1,0 0 0,0 0 0,0 0 0,0 1-1,0-1 1,0 0 0,0 1 0,4 0 0,-1 0 45,0 0 0,1 1 0,-1-1 0,0 1 0,0 1 0,0-1 0,0 1 0,0 0 0,0 0 0,9 6 0,20 20 224,-24-18-210,1-1 1,0 0-1,0-1 1,16 8 0,-5-7-377,1 0 0,38 7 0,-13-8-3069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3.2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0 277 1120,'0'0'10619,"90"-109"-10619,-59 87-193,3-6-399,-3 1-472,4-8-776,-8 7-185,-9 0-2904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3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1304,'0'0'11595,"197"118"-11267,-156-102-328,1 9 104,-1-10-104,0 4 40,-6 2-40,-4 1-128,0-3-664,-10 3-905,-11-7-2192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4.3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2 888,'0'-2'9987,"0"4"-9544,1 20-220,2 1 0,0-1-1,7 27 1,-3-15-205,-5-28-19,0 26 0,-2-24 4,-38-6 181,81 0 1749,-31-2-2382,0-1-1,0 0 1,-1 0 0,15-4 0,-11-1-2112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5.1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0 776,'0'0'16937,"8"0"-16282,147 0-134,-99 0-3558,-2 0-4196,-40 0 1535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5.5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1328,'0'0'17844,"44"-16"-17284,-23 16-312,7 0-56,-4 0-144,7 0-8,0 0-40,10 4-1240,-3 2-1673,-7 0-5136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6.2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1 438 680,'0'0'12932,"7"-11"-12404,65-84 98,141-147-1,-204 233-1565,-1 0 0,0-1 0,0-1-1,-1 1 1,7-15 0,-8 9-3897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6.6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1032,'0'0'14422,"13"10"-13927,88 66-58,-65-46-399,0 2 0,-3 2 0,35 44 0,7 6-231,-70-78 8,1 0 0,0-1 0,1 1 0,-1-1 0,1 0 0,0-1 0,0 0 1,1 0-1,11 5 0,-11-7-514,0 0 1,0 0 0,1-1 0,-1 0-1,14 0 1,10-1-6127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7.4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1360,'0'0'12843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8.0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1 497 1480,'0'0'12734,"8"15"-12685,47 78-33,-46-80-16,1 0 0,0-1 1,1 0-1,0-1 0,1 0 0,13 10 0,-15-14 0,-5-3-2,0-1 0,0 1 0,0-1 0,1 0 0,-1 0 0,1 0 0,0-1 0,0 0 0,0 0 0,0 0 0,0-1 0,0 0 0,11 1 0,-17-3 6,1 0 0,0 0 0,-1 0 0,1 0-1,-1 0 1,0 0 0,1 0 0,-1 0 0,0 0-1,1 0 1,-1 0 0,0-1 0,0 1 0,0 0 0,0 0-1,0 0 1,0 0 0,-1 0 0,1-1 0,0-1 7,0-17 21,0-4 4,0 0 0,-2 0-1,-4-24 1,-6-28-101,3 0 0,3-145 1,6 213 43,0-9-7,1 0 0,0 0 0,1 1 0,9-32 0,-11 45 34,1-1 0,0 1-1,0-1 1,1 1 0,-1-1-1,1 1 1,0 0 0,0 0-1,0 0 1,0 0 0,0 0-1,1 0 1,-1 0 0,1 1-1,0-1 1,0 1 0,0 0-1,0 0 1,0 0-1,0 0 1,1 1 0,-1-1-1,0 1 1,1 0 0,0 0-1,-1 0 1,1 0 0,7 0-1,266 4 1007,224-4-1978,-429-4-1073,-20-1-2154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8.5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0 305 1032,'0'0'12516,"7"-6"-11916,14-13-685,106-100 1104,-107 97-2377,0-1 0,-1-1 0,29-46 0,-37 49-3835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38.8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1464,'0'0'17076,"138"140"-16940,-93-112-128,3 3 40,1-3-48,-5 0-640,8 0-1377,-10-7-1079,-11-8-4818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52.6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23 72,'0'0'13776,"10"-1"-13150,62-7-23,56-5-203,-107 13-292,-10-1-210,0 1-1,0 0 1,0 1-1,0 0 1,0 1-1,15 4 1,-23-4 28,0-1 0,1 1 0,-1 0 1,0 0-1,0 0 0,-1 0 0,1 0 0,0 1 0,-1-1 0,1 1 0,-1 0 1,0 0-1,0 0 0,0 0 0,0 0 0,-1 0 0,1 1 0,-1-1 1,0 0-1,0 1 0,0-1 0,0 1 0,0-1 0,-1 5 0,2 1 38,0 1-1,-1-1 1,-1 1-1,0 0 1,0-1-1,-1 1 1,0-1-1,0 1 1,-1-1-1,-1 1 0,1-1 1,-2 0-1,1 0 1,-8 13-1,-1-5 250,0 0 0,-1-1 0,-1-1-1,-1 0 1,0-1 0,0-1 0,-2 0 0,1-1-1,-2-1 1,-19 10 0,36-20 224,13-2-465,1 0 48,6-1-7,1 1 1,36 2-1,-49 0-15,-1 0-1,0 0 1,0 0 0,0 1-1,0 0 1,0 1-1,0-1 1,-1 1 0,1 0-1,-1 1 1,1-1 0,-1 1-1,5 4 1,-1 1 9,-1 0 0,1 1 0,-1 0 1,-1 0-1,0 1 0,0 0 0,-1 0 0,-1 0 0,6 15 1,-6-9-4,0 1 1,-2 0 0,0 0-1,-1 0 1,0 33 0,-2-46 17,0 1 1,-1 0-1,0-1 1,0 1-1,-1 0 1,0-1-1,1 1 0,-2-1 1,1 0-1,-1 0 1,0 0-1,-3 5 1,-1-1 85,0-1 0,0 0 0,-1 0 0,0 0-1,0-1 1,-11 6 0,4-3 17,0-1 0,0-1 0,-1-1 0,0 0 0,0-1 0,-1-1 0,0 0 0,-18 2 0,18-4-172,-1-1-1,1-2 0,-29-1 0,40 1-170,1-1 0,0 0 1,-1 0-1,1-1 0,0 1 0,0-1 1,-1 0-1,2-1 0,-1 1 0,0-1 1,0 0-1,1 0 0,0 0 0,-1-1 1,-4-5-1,-6-13-3451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51.5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74 50 1672,'0'0'16509,"0"-5"-15571,0-19-534,0 23-398,0 0 1,1 0 0,-1 0-1,0 0 1,1 1 0,-1-1-1,0 0 1,1 0-1,-1 1 1,1-1 0,-1 0-1,1 0 1,-1 1 0,1-1-1,0 0 1,-1 1-1,1-1 1,0 1 0,-1-1-1,1 1 1,0-1 0,0 1-1,-1 0 1,1-1-1,0 1 1,0 0 0,0 0-1,0-1 1,0 1 0,0 0-1,28-2 37,-28 2-34,10 0-5,8-1-3,0 2 1,0 0-1,21 4 1,-33-3-3,0 0 0,-1 0 0,1 1 1,0 0-1,-1 0 0,1 1 0,-1-1 0,0 1 1,0 1-1,0-1 0,6 8 0,-4-4 0,-1 1-1,0-1 0,-1 1 1,0 0-1,0 1 0,-1 0 1,0 0-1,-1 0 0,0 0 1,-1 0-1,0 1 0,2 11 1,-1 12-26,0 1 0,-3 50 0,-1-55 3,-1-13-32,-1 0 0,-1 0 1,0 0-1,-1-1 0,0 1 1,-2-1-1,0 0 1,-1 0-1,0-1 0,-1 0 1,-13 18-1,7-12-7,-2-2 0,0 1 0,0-2 0,-2 0 0,0-2 1,-1 0-1,-26 17 0,38-29-158,0 0-1,1 0 1,-1-1 0,-1 0 0,1-1 0,0 0 0,0 0 0,-10 1 0,15-2 107,-1-1 1,1 0-1,0 0 1,-1 0-1,1 0 1,-1 0-1,1 0 1,-1-1-1,1 1 1,0-1-1,-1 0 1,1 1-1,0-1 1,-1 0-1,1 0 1,0-1-1,0 1 1,0 0-1,0-1 1,0 1-1,0-1 1,1 0-1,-1 0 1,0 1-1,1-1 1,-1 0-1,1 0 1,-2-4-1,-2-11-165,0 1-1,1-1 0,1 0 0,0 0 0,2 0 0,0 0 0,2-26 0,-1 28 290,0 11-6,0 1 1,1-1-1,-1 0 1,1 1-1,0-1 0,0 1 1,0-1-1,1 1 1,-1-1-1,1 1 1,0 0-1,0 0 1,0 0-1,0 0 1,1 0-1,-1 0 1,1 0-1,-1 1 0,1 0 1,0-1-1,0 1 1,0 0-1,1 0 1,-1 1-1,0-1 1,1 0-1,-1 1 1,1 0-1,-1 0 1,6-1-1,-1 1 57,0-1 0,0 1 0,0 1 0,1-1 0,-1 1 1,0 1-1,0-1 0,0 1 0,1 1 0,-1 0 0,0 0 0,-1 0 0,12 6 0,6 7 38,0 1-1,23 19 1,29 19-59,-54-40-81,1-1-1,0-1 1,29 9 0,-38-16-893,1-1-1,0 0 1,25 2 0,-25-6-3512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52.0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3505,'0'0'14987,"169"-10"-14763,-113 10-160,2 0-40,8 13 48,3 2-120,3-6 48,-3 1-336,-3-1-1072,10 0-617,-21-2-1031,-14 2-3762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0:53.4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12819,'0'0'7985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3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50 528 336,'-7'-20'10610,"-4"21"-10904,1 0-249,10-1 671,-1 0-1,1 1 1,-1-1-1,0 0 1,1 0 0,-1 0-1,0 0 1,1 0-1,-1 0 1,0 0-1,1 0 1,-1 0-1,0 0 1,1 0 0,-1 0-1,0 0 1,1-1-1,-1 1 1,1 0-1,-1 0 1,0-1 0,1 1-1,-1 0 1,1-1-1,-1 1 1,1-1-1,-1 1 1,1 0-1,-1-1 1,1 1 0,0-1-1,-1 0 1,1 1-1,0-1 1,-1 1-1,1-1 1,0 0-1,-1 1 1,1-1 0,0 1-1,0-1 1,0 0-1,0 1 1,0-1-1,0 0 1,0 1-1,0-1 1,0 0 0,0 1-1,0-1 1,0 0-1,1-9-107,0 1-1,0 0 0,1-1 1,0 1-1,1 0 1,0 0-1,0 0 0,1 1 1,6-11-1,9-13-36,23-30-1,-12 20 94,-20 27-219,70-103 338,-22 44-2854,-27 38-8518,-24 24 8552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4.2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1 720,'0'0'12008,"6"0"-10666,1 0-1093,-1-1-59,0 1-1,0 0 1,0 0 0,0 1-1,0 0 1,0 0 0,-1 0 0,1 1-1,0 0 1,-1 0 0,11 6 0,6 10 35,-1 1 0,-1 0 0,-1 2 0,31 43 1,-13-17-176,-4-5-62,-19-22-299,2 0-1,0-1 1,1-1-1,0-1 1,2 0-1,0-1 1,22 13 0,55 19-5561,-57-34-2557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4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1 702 232,'0'0'13287,"20"22"-13142,64 73 55,-71-79-52,0 1-1,16 29 1,-2-5 323,-27-40-442,0-1 0,0 1 0,0-1 0,1 0 0,-1 1 0,0-1 0,1 1 0,-1-1 0,0 0 0,1 1 0,-1-1 0,0 0 0,1 1 0,-1-1 0,1 0 0,-1 0 0,1 1 1,-1-1-1,0 0 0,1 0 0,-1 0 0,1 0 0,-1 0 0,1 0 0,-1 1 0,1-1 0,-1 0 0,1 0 0,0-1 0,5-13 434,-6-35-189,-1 37-212,-12-239 99,3 146-163,4-1-1,9-105 1,-2 199 5,0 0 0,0 0 0,1 0 0,1 0-1,0 0 1,1 1 0,0 0 0,7-13 0,-9 19-1,1 0 1,0 0-1,1 0 0,-1 1 1,1-1-1,0 1 1,0 0-1,0 1 0,1-1 1,0 1-1,-1-1 0,1 1 1,0 1-1,0-1 1,0 1-1,1 0 0,-1 0 1,1 0-1,6-1 1,40-3 319,0 2 1,90 5 0,-47 1-287,225-2-75,-183 0-6590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5.3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0 344 1040,'0'0'12619,"9"-8"-10551,235-299-2534,-242 305 199,-1 1 1,0-1-1,1 0 1,-1 0 0,0 0-1,0 0 1,0 0-1,-1 0 1,1 0-1,0 0 1,-1 0 0,1-3-1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5.7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2224,'0'0'12084,"16"12"-11530,40 31-191,144 122 980,-192-157-1432,48 43 174,-51-47-430,1 0-1,-1-1 0,1 1 1,-1-1-1,1-1 1,0 1-1,0-1 0,1 0 1,8 1-1,3-2-3928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6.3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1 360,'0'0'14362,"20"0"-13091,-19 2-1257,0 1 0,-1-1 0,1 1 0,0-1 0,-1 1 0,0-1 0,1 1 0,-1 0-1,-1 2 1,2-1 27,5 146-2238,-6-112-1657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7.1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1296,'0'0'14554,"0"2"-14315,-1 89 86,2 86 138,1-142-839,1-1-1,2 0 1,10 36-1,1-24-4165,-12-32-646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07.5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1088,'0'0'15484,"121"-27"-14908,-86 27-328,3 0 48,3 0-232,0 0-96,1 9 32,-1 0-72,21-6-1481,-10-3-1135,-7 0-4050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5T01:51:14.9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438 38 1096,'0'0'16730,"2"-5"-16329,7-17 31,-9 22-419,0-1 0,0 1 0,0 0 0,0-1 0,0 1 1,0 0-1,0-1 0,0 1 0,0 0 0,0-1 0,0 1 0,0 0 1,0-1-1,0 1 0,0 0 0,0-1 0,-1 1 0,1 0 1,0 0-1,0-1 0,0 1 0,0 0 0,0-1 0,-1 1 0,1 0 1,0 0-1,0 0 0,-1-1 0,1 1 0,0 0 0,0 0 1,-1 0-1,1-1 0,0 1 0,-1 0 0,1 0 0,0 0 0,-1 0 1,1 0-1,0 0 0,-1 0 0,-15-1 232,12 2-117,-11-2 20,0 2 0,0 0 0,0 1 0,0 0 0,0 2 0,1-1 0,-1 2 0,1 0 0,0 0 1,0 2-1,1 0 0,-15 9 0,8-3-22,1 1 0,1 0 0,0 2 0,1 0 0,0 1 0,2 0 1,0 1-1,1 1 0,-13 22 0,22-31-108,-1 0-1,1 1 1,0 0-1,1 0 1,0 0-1,1 0 1,1 1-1,0 0 1,0-1-1,1 1 1,0 0-1,1 0 1,0-1 0,1 1-1,1 0 1,0-1-1,0 1 1,1-1-1,1 1 1,5 11-1,-3-10-40,1-1-1,0 0 1,1-1 0,0 0-1,1 0 1,1-1-1,-1 0 1,1 0 0,1-1-1,0-1 1,0 1-1,1-2 1,0 0 0,0 0-1,21 7 1,-8-5-237,1-1 0,-1-1 0,2-1 0,-1-1 0,1-2 0,-1-1 0,34-1 0,-49-1 83,0-1-1,1 0 0,-1-1 0,0-1 0,-1 1 0,1-2 0,0 1 0,-1-2 0,16-7 0,0-5-842,-1-1 0,27-23-1,-43 34 631,48-44-3782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C218B-8558-41E1-B10D-F5E30D023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692EC-1419-42A2-A687-5BAAB279A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29AD0-7EDE-48E6-AEEF-CA7051E9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C8131-AFB9-4A9E-9EE4-7CD32044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C07FC2-72C0-48C7-AAD5-A1058E79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01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4B81C-A2F8-45D8-BDD6-8B11FAE6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1DC5E5-BA11-48F8-95A4-8A60D45C7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076C3-9815-43E4-9806-4AAB721B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00C57F-48EA-4316-BD68-71D803BD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F909E5-CA58-4998-A7DB-48E51645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19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80636-02DF-405C-AAE2-053963FC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5C745-3DF5-4443-AD1E-3AAB4FB0C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6F3D0C-CE72-426C-879D-D8AACB5B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C76B28-92A8-4667-9F76-7EC8089C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15D48-F46D-431E-BD95-7249B1D3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78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C8CC-D962-4001-B315-41715BB9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8803F-4E9C-4415-A43C-09BE235E8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3B365-8E72-4D98-B882-C6DEED9AC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54FB30-E283-462E-A741-E93C6119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F8AA90-490B-4728-B336-2646A599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E1FBF9-9C1A-487C-BA77-164B09A2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1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F2479-2A70-48BA-9C43-1F05FF76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D9C5F1-30E7-44A9-9D3C-20F58F32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1CEB00-2A63-48AE-81E8-D54FF5A87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822F77-B5BF-4B07-B3FC-CBE8033B8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DB1D5C-EF86-4E78-B828-D29FAC0F3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5F4749-14AA-4FC7-8513-B070D4E2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E0386D-3C8E-41B3-B5C9-F058EC85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0937F81-BF92-40A7-8607-DB762399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42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8C17F-3CAC-4C5D-8472-37B329E4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81F2EC-AAA6-433B-A0B7-6ABE77A4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520C52-88E5-43D1-8205-08D6AB82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6A77A3-DE09-49B1-9BC5-3E78CAD6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0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D5D4A8-2384-4FA4-82AC-753A6BD6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FA9616-184C-42CC-9D70-2575D348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2D33C9-6D63-4CF9-888E-50BACC4C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39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5DA06-0BF0-4CC8-A983-22CBFED5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70DB9-3C5F-4C88-AF3F-D5B23EE8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585A40-5F90-42AA-96BC-1D4591AC1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D2A87D-4E0A-46ED-9535-66DE4FC6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261413-70ED-4D21-B0BA-056E5975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EE1F7-9A11-4FF6-B87B-CA76CAA7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209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E9BBB-DE7C-4137-A6E3-A7B506F1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D5E66B-B1F1-48A6-B966-8D4B998EE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2E7BE0-B436-4F18-B0D9-DE7DB804B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D77D85-D118-4868-A477-F18D44EC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BD7741-2B6F-4C43-BD70-F624DB98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6DD1E9-520E-4500-AB83-05409099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59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E1D86-A9EF-4FAD-BBA2-76653E00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C919EA-0165-4CA5-8E89-E91D0E77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A42256-2F71-4A6D-9859-29AAC351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84F2B-5673-4F98-8DF0-18FFE108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E36EA-8E20-4B2D-B85D-15D4A668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13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44762D-A371-4B7A-A18E-3E3E4BD23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BE83AA-07B4-474D-8E65-A5B23929A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A223A2-F217-45B8-B7B4-2AB426A5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528335-E7DF-4B0E-8C70-A3730310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27AC99-E7D4-4582-BF0D-1048EF01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8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1F261E-2ABF-4106-BE8F-6911BF1F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282369-0368-42E6-BC4A-F4F19E41E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56B0D0-1ED7-4A44-9BB8-1D6F71C22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02E32-B7AC-45DE-BED7-80EC3C73ADD1}" type="datetimeFigureOut">
              <a:rPr lang="pt-BR" smtClean="0"/>
              <a:t>14/02/2023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C3CFB2-DBA7-4CB9-87B1-483DAA6E1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901235-E4B7-497E-BB16-1D0240EAF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0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image" Target="../media/image146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8.png"/><Relationship Id="rId324" Type="http://schemas.openxmlformats.org/officeDocument/2006/relationships/image" Target="../media/image158.png"/><Relationship Id="rId366" Type="http://schemas.openxmlformats.org/officeDocument/2006/relationships/image" Target="../media/image179.png"/><Relationship Id="rId170" Type="http://schemas.openxmlformats.org/officeDocument/2006/relationships/customXml" Target="../ink/ink86.xml"/><Relationship Id="rId226" Type="http://schemas.openxmlformats.org/officeDocument/2006/relationships/customXml" Target="../ink/ink114.xml"/><Relationship Id="rId268" Type="http://schemas.openxmlformats.org/officeDocument/2006/relationships/image" Target="../media/image132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5.xml"/><Relationship Id="rId335" Type="http://schemas.openxmlformats.org/officeDocument/2006/relationships/customXml" Target="../ink/ink171.xml"/><Relationship Id="rId377" Type="http://schemas.openxmlformats.org/officeDocument/2006/relationships/customXml" Target="../ink/ink192.xml"/><Relationship Id="rId5" Type="http://schemas.openxmlformats.org/officeDocument/2006/relationships/image" Target="../media/image2.png"/><Relationship Id="rId181" Type="http://schemas.openxmlformats.org/officeDocument/2006/relationships/image" Target="../media/image89.png"/><Relationship Id="rId237" Type="http://schemas.openxmlformats.org/officeDocument/2006/relationships/image" Target="../media/image117.png"/><Relationship Id="rId402" Type="http://schemas.openxmlformats.org/officeDocument/2006/relationships/image" Target="../media/image197.png"/><Relationship Id="rId279" Type="http://schemas.openxmlformats.org/officeDocument/2006/relationships/image" Target="../media/image137.png"/><Relationship Id="rId43" Type="http://schemas.openxmlformats.org/officeDocument/2006/relationships/image" Target="../media/image21.png"/><Relationship Id="rId139" Type="http://schemas.openxmlformats.org/officeDocument/2006/relationships/image" Target="../media/image68.png"/><Relationship Id="rId290" Type="http://schemas.openxmlformats.org/officeDocument/2006/relationships/customXml" Target="../ink/ink148.xml"/><Relationship Id="rId304" Type="http://schemas.openxmlformats.org/officeDocument/2006/relationships/customXml" Target="../ink/ink155.xml"/><Relationship Id="rId346" Type="http://schemas.openxmlformats.org/officeDocument/2006/relationships/image" Target="../media/image169.png"/><Relationship Id="rId388" Type="http://schemas.openxmlformats.org/officeDocument/2006/relationships/image" Target="../media/image190.png"/><Relationship Id="rId85" Type="http://schemas.openxmlformats.org/officeDocument/2006/relationships/image" Target="../media/image42.png"/><Relationship Id="rId150" Type="http://schemas.openxmlformats.org/officeDocument/2006/relationships/customXml" Target="../ink/ink76.xml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413" Type="http://schemas.openxmlformats.org/officeDocument/2006/relationships/customXml" Target="../ink/ink210.xml"/><Relationship Id="rId248" Type="http://schemas.openxmlformats.org/officeDocument/2006/relationships/customXml" Target="../ink/ink125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61.xml"/><Relationship Id="rId357" Type="http://schemas.openxmlformats.org/officeDocument/2006/relationships/customXml" Target="../ink/ink182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79.png"/><Relationship Id="rId217" Type="http://schemas.openxmlformats.org/officeDocument/2006/relationships/image" Target="../media/image107.png"/><Relationship Id="rId399" Type="http://schemas.openxmlformats.org/officeDocument/2006/relationships/customXml" Target="../ink/ink203.xml"/><Relationship Id="rId259" Type="http://schemas.openxmlformats.org/officeDocument/2006/relationships/image" Target="../media/image128.png"/><Relationship Id="rId424" Type="http://schemas.openxmlformats.org/officeDocument/2006/relationships/customXml" Target="../ink/ink216.xml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270" Type="http://schemas.openxmlformats.org/officeDocument/2006/relationships/image" Target="../media/image133.png"/><Relationship Id="rId326" Type="http://schemas.openxmlformats.org/officeDocument/2006/relationships/image" Target="../media/image159.png"/><Relationship Id="rId65" Type="http://schemas.openxmlformats.org/officeDocument/2006/relationships/image" Target="../media/image32.png"/><Relationship Id="rId130" Type="http://schemas.openxmlformats.org/officeDocument/2006/relationships/customXml" Target="../ink/ink66.xml"/><Relationship Id="rId368" Type="http://schemas.openxmlformats.org/officeDocument/2006/relationships/image" Target="../media/image180.png"/><Relationship Id="rId172" Type="http://schemas.openxmlformats.org/officeDocument/2006/relationships/customXml" Target="../ink/ink87.xml"/><Relationship Id="rId228" Type="http://schemas.openxmlformats.org/officeDocument/2006/relationships/customXml" Target="../ink/ink115.xml"/><Relationship Id="rId281" Type="http://schemas.openxmlformats.org/officeDocument/2006/relationships/image" Target="../media/image138.png"/><Relationship Id="rId337" Type="http://schemas.openxmlformats.org/officeDocument/2006/relationships/customXml" Target="../ink/ink172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69.png"/><Relationship Id="rId379" Type="http://schemas.openxmlformats.org/officeDocument/2006/relationships/customXml" Target="../ink/ink193.xml"/><Relationship Id="rId7" Type="http://schemas.openxmlformats.org/officeDocument/2006/relationships/image" Target="../media/image3.png"/><Relationship Id="rId183" Type="http://schemas.openxmlformats.org/officeDocument/2006/relationships/image" Target="../media/image90.png"/><Relationship Id="rId239" Type="http://schemas.openxmlformats.org/officeDocument/2006/relationships/image" Target="../media/image118.png"/><Relationship Id="rId390" Type="http://schemas.openxmlformats.org/officeDocument/2006/relationships/image" Target="../media/image191.png"/><Relationship Id="rId404" Type="http://schemas.openxmlformats.org/officeDocument/2006/relationships/image" Target="../media/image198.png"/><Relationship Id="rId250" Type="http://schemas.openxmlformats.org/officeDocument/2006/relationships/customXml" Target="../ink/ink126.xml"/><Relationship Id="rId292" Type="http://schemas.openxmlformats.org/officeDocument/2006/relationships/customXml" Target="../ink/ink149.xml"/><Relationship Id="rId306" Type="http://schemas.openxmlformats.org/officeDocument/2006/relationships/customXml" Target="../ink/ink156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70.png"/><Relationship Id="rId152" Type="http://schemas.openxmlformats.org/officeDocument/2006/relationships/customXml" Target="../ink/ink77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415" Type="http://schemas.openxmlformats.org/officeDocument/2006/relationships/customXml" Target="../ink/ink211.xml"/><Relationship Id="rId261" Type="http://schemas.openxmlformats.org/officeDocument/2006/relationships/image" Target="../media/image129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2.xml"/><Relationship Id="rId359" Type="http://schemas.openxmlformats.org/officeDocument/2006/relationships/customXml" Target="../ink/ink183.xml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63" Type="http://schemas.openxmlformats.org/officeDocument/2006/relationships/image" Target="../media/image80.png"/><Relationship Id="rId219" Type="http://schemas.openxmlformats.org/officeDocument/2006/relationships/image" Target="../media/image108.png"/><Relationship Id="rId370" Type="http://schemas.openxmlformats.org/officeDocument/2006/relationships/image" Target="../media/image181.png"/><Relationship Id="rId426" Type="http://schemas.openxmlformats.org/officeDocument/2006/relationships/customXml" Target="../ink/ink217.xml"/><Relationship Id="rId230" Type="http://schemas.openxmlformats.org/officeDocument/2006/relationships/customXml" Target="../ink/ink116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4.png"/><Relationship Id="rId328" Type="http://schemas.openxmlformats.org/officeDocument/2006/relationships/image" Target="../media/image160.png"/><Relationship Id="rId132" Type="http://schemas.openxmlformats.org/officeDocument/2006/relationships/customXml" Target="../ink/ink67.xml"/><Relationship Id="rId174" Type="http://schemas.openxmlformats.org/officeDocument/2006/relationships/customXml" Target="../ink/ink88.xml"/><Relationship Id="rId381" Type="http://schemas.openxmlformats.org/officeDocument/2006/relationships/customXml" Target="../ink/ink194.xml"/><Relationship Id="rId241" Type="http://schemas.openxmlformats.org/officeDocument/2006/relationships/image" Target="../media/image119.png"/><Relationship Id="rId36" Type="http://schemas.openxmlformats.org/officeDocument/2006/relationships/customXml" Target="../ink/ink18.xml"/><Relationship Id="rId283" Type="http://schemas.openxmlformats.org/officeDocument/2006/relationships/image" Target="../media/image139.png"/><Relationship Id="rId339" Type="http://schemas.openxmlformats.org/officeDocument/2006/relationships/customXml" Target="../ink/ink173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0.png"/><Relationship Id="rId185" Type="http://schemas.openxmlformats.org/officeDocument/2006/relationships/image" Target="../media/image91.png"/><Relationship Id="rId350" Type="http://schemas.openxmlformats.org/officeDocument/2006/relationships/image" Target="../media/image171.png"/><Relationship Id="rId406" Type="http://schemas.openxmlformats.org/officeDocument/2006/relationships/image" Target="../media/image199.png"/><Relationship Id="rId9" Type="http://schemas.openxmlformats.org/officeDocument/2006/relationships/image" Target="../media/image4.png"/><Relationship Id="rId210" Type="http://schemas.openxmlformats.org/officeDocument/2006/relationships/customXml" Target="../ink/ink106.xml"/><Relationship Id="rId392" Type="http://schemas.openxmlformats.org/officeDocument/2006/relationships/image" Target="../media/image192.png"/><Relationship Id="rId252" Type="http://schemas.openxmlformats.org/officeDocument/2006/relationships/customXml" Target="../ink/ink127.xml"/><Relationship Id="rId294" Type="http://schemas.openxmlformats.org/officeDocument/2006/relationships/customXml" Target="../ink/ink150.xml"/><Relationship Id="rId308" Type="http://schemas.openxmlformats.org/officeDocument/2006/relationships/image" Target="../media/image150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8.xml"/><Relationship Id="rId361" Type="http://schemas.openxmlformats.org/officeDocument/2006/relationships/customXml" Target="../ink/ink184.xml"/><Relationship Id="rId196" Type="http://schemas.openxmlformats.org/officeDocument/2006/relationships/customXml" Target="../ink/ink99.xml"/><Relationship Id="rId417" Type="http://schemas.openxmlformats.org/officeDocument/2006/relationships/customXml" Target="../ink/ink212.xml"/><Relationship Id="rId16" Type="http://schemas.openxmlformats.org/officeDocument/2006/relationships/customXml" Target="../ink/ink8.xml"/><Relationship Id="rId221" Type="http://schemas.openxmlformats.org/officeDocument/2006/relationships/image" Target="../media/image109.png"/><Relationship Id="rId263" Type="http://schemas.openxmlformats.org/officeDocument/2006/relationships/customXml" Target="../ink/ink133.xml"/><Relationship Id="rId319" Type="http://schemas.openxmlformats.org/officeDocument/2006/relationships/customXml" Target="../ink/ink163.xml"/><Relationship Id="rId58" Type="http://schemas.openxmlformats.org/officeDocument/2006/relationships/customXml" Target="../ink/ink29.xml"/><Relationship Id="rId123" Type="http://schemas.openxmlformats.org/officeDocument/2006/relationships/customXml" Target="../ink/ink62.xml"/><Relationship Id="rId330" Type="http://schemas.openxmlformats.org/officeDocument/2006/relationships/image" Target="../media/image161.png"/><Relationship Id="rId165" Type="http://schemas.openxmlformats.org/officeDocument/2006/relationships/image" Target="../media/image81.png"/><Relationship Id="rId372" Type="http://schemas.openxmlformats.org/officeDocument/2006/relationships/image" Target="../media/image182.png"/><Relationship Id="rId428" Type="http://schemas.openxmlformats.org/officeDocument/2006/relationships/customXml" Target="../ink/ink218.xml"/><Relationship Id="rId232" Type="http://schemas.openxmlformats.org/officeDocument/2006/relationships/customXml" Target="../ink/ink117.xml"/><Relationship Id="rId274" Type="http://schemas.openxmlformats.org/officeDocument/2006/relationships/customXml" Target="../ink/ink139.xml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8.xml"/><Relationship Id="rId80" Type="http://schemas.openxmlformats.org/officeDocument/2006/relationships/customXml" Target="../ink/ink40.xml"/><Relationship Id="rId176" Type="http://schemas.openxmlformats.org/officeDocument/2006/relationships/customXml" Target="../ink/ink89.xml"/><Relationship Id="rId341" Type="http://schemas.openxmlformats.org/officeDocument/2006/relationships/customXml" Target="../ink/ink174.xml"/><Relationship Id="rId383" Type="http://schemas.openxmlformats.org/officeDocument/2006/relationships/customXml" Target="../ink/ink195.xml"/><Relationship Id="rId201" Type="http://schemas.openxmlformats.org/officeDocument/2006/relationships/image" Target="../media/image99.png"/><Relationship Id="rId243" Type="http://schemas.openxmlformats.org/officeDocument/2006/relationships/image" Target="../media/image120.png"/><Relationship Id="rId285" Type="http://schemas.openxmlformats.org/officeDocument/2006/relationships/customXml" Target="../ink/ink145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1.png"/><Relationship Id="rId91" Type="http://schemas.openxmlformats.org/officeDocument/2006/relationships/image" Target="../media/image45.png"/><Relationship Id="rId145" Type="http://schemas.openxmlformats.org/officeDocument/2006/relationships/image" Target="../media/image71.png"/><Relationship Id="rId187" Type="http://schemas.openxmlformats.org/officeDocument/2006/relationships/image" Target="../media/image92.png"/><Relationship Id="rId352" Type="http://schemas.openxmlformats.org/officeDocument/2006/relationships/image" Target="../media/image172.png"/><Relationship Id="rId394" Type="http://schemas.openxmlformats.org/officeDocument/2006/relationships/image" Target="../media/image193.png"/><Relationship Id="rId408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7.xml"/><Relationship Id="rId233" Type="http://schemas.openxmlformats.org/officeDocument/2006/relationships/image" Target="../media/image115.png"/><Relationship Id="rId254" Type="http://schemas.openxmlformats.org/officeDocument/2006/relationships/customXml" Target="../ink/ink128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275" Type="http://schemas.openxmlformats.org/officeDocument/2006/relationships/image" Target="../media/image135.png"/><Relationship Id="rId296" Type="http://schemas.openxmlformats.org/officeDocument/2006/relationships/customXml" Target="../ink/ink151.xml"/><Relationship Id="rId300" Type="http://schemas.openxmlformats.org/officeDocument/2006/relationships/customXml" Target="../ink/ink153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6.png"/><Relationship Id="rId156" Type="http://schemas.openxmlformats.org/officeDocument/2006/relationships/customXml" Target="../ink/ink79.xml"/><Relationship Id="rId177" Type="http://schemas.openxmlformats.org/officeDocument/2006/relationships/image" Target="../media/image87.png"/><Relationship Id="rId198" Type="http://schemas.openxmlformats.org/officeDocument/2006/relationships/customXml" Target="../ink/ink100.xml"/><Relationship Id="rId321" Type="http://schemas.openxmlformats.org/officeDocument/2006/relationships/customXml" Target="../ink/ink164.xml"/><Relationship Id="rId342" Type="http://schemas.openxmlformats.org/officeDocument/2006/relationships/image" Target="../media/image167.png"/><Relationship Id="rId363" Type="http://schemas.openxmlformats.org/officeDocument/2006/relationships/customXml" Target="../ink/ink185.xml"/><Relationship Id="rId384" Type="http://schemas.openxmlformats.org/officeDocument/2006/relationships/image" Target="../media/image188.png"/><Relationship Id="rId419" Type="http://schemas.openxmlformats.org/officeDocument/2006/relationships/image" Target="../media/image205.png"/><Relationship Id="rId202" Type="http://schemas.openxmlformats.org/officeDocument/2006/relationships/customXml" Target="../ink/ink102.xml"/><Relationship Id="rId223" Type="http://schemas.openxmlformats.org/officeDocument/2006/relationships/image" Target="../media/image110.png"/><Relationship Id="rId244" Type="http://schemas.openxmlformats.org/officeDocument/2006/relationships/customXml" Target="../ink/ink123.xml"/><Relationship Id="rId430" Type="http://schemas.openxmlformats.org/officeDocument/2006/relationships/customXml" Target="../ink/ink219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4.xml"/><Relationship Id="rId286" Type="http://schemas.openxmlformats.org/officeDocument/2006/relationships/customXml" Target="../ink/ink146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1.png"/><Relationship Id="rId146" Type="http://schemas.openxmlformats.org/officeDocument/2006/relationships/customXml" Target="../ink/ink74.xml"/><Relationship Id="rId167" Type="http://schemas.openxmlformats.org/officeDocument/2006/relationships/image" Target="../media/image82.png"/><Relationship Id="rId188" Type="http://schemas.openxmlformats.org/officeDocument/2006/relationships/customXml" Target="../ink/ink95.xml"/><Relationship Id="rId311" Type="http://schemas.openxmlformats.org/officeDocument/2006/relationships/customXml" Target="../ink/ink159.xml"/><Relationship Id="rId332" Type="http://schemas.openxmlformats.org/officeDocument/2006/relationships/image" Target="../media/image162.png"/><Relationship Id="rId353" Type="http://schemas.openxmlformats.org/officeDocument/2006/relationships/customXml" Target="../ink/ink180.xml"/><Relationship Id="rId374" Type="http://schemas.openxmlformats.org/officeDocument/2006/relationships/image" Target="../media/image183.png"/><Relationship Id="rId395" Type="http://schemas.openxmlformats.org/officeDocument/2006/relationships/customXml" Target="../ink/ink201.xml"/><Relationship Id="rId409" Type="http://schemas.openxmlformats.org/officeDocument/2006/relationships/customXml" Target="../ink/ink208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5.png"/><Relationship Id="rId234" Type="http://schemas.openxmlformats.org/officeDocument/2006/relationships/customXml" Target="../ink/ink118.xml"/><Relationship Id="rId420" Type="http://schemas.openxmlformats.org/officeDocument/2006/relationships/customXml" Target="../ink/ink214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6.png"/><Relationship Id="rId276" Type="http://schemas.openxmlformats.org/officeDocument/2006/relationships/customXml" Target="../ink/ink140.xml"/><Relationship Id="rId297" Type="http://schemas.openxmlformats.org/officeDocument/2006/relationships/image" Target="../media/image145.png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customXml" Target="../ink/ink69.xml"/><Relationship Id="rId157" Type="http://schemas.openxmlformats.org/officeDocument/2006/relationships/image" Target="../media/image77.png"/><Relationship Id="rId178" Type="http://schemas.openxmlformats.org/officeDocument/2006/relationships/customXml" Target="../ink/ink90.xml"/><Relationship Id="rId301" Type="http://schemas.openxmlformats.org/officeDocument/2006/relationships/image" Target="../media/image147.png"/><Relationship Id="rId322" Type="http://schemas.openxmlformats.org/officeDocument/2006/relationships/image" Target="../media/image157.png"/><Relationship Id="rId343" Type="http://schemas.openxmlformats.org/officeDocument/2006/relationships/customXml" Target="../ink/ink175.xml"/><Relationship Id="rId364" Type="http://schemas.openxmlformats.org/officeDocument/2006/relationships/image" Target="../media/image1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8.png"/><Relationship Id="rId203" Type="http://schemas.openxmlformats.org/officeDocument/2006/relationships/image" Target="../media/image100.png"/><Relationship Id="rId385" Type="http://schemas.openxmlformats.org/officeDocument/2006/relationships/customXml" Target="../ink/ink196.xml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45" Type="http://schemas.openxmlformats.org/officeDocument/2006/relationships/image" Target="../media/image121.png"/><Relationship Id="rId266" Type="http://schemas.openxmlformats.org/officeDocument/2006/relationships/image" Target="../media/image131.png"/><Relationship Id="rId287" Type="http://schemas.openxmlformats.org/officeDocument/2006/relationships/image" Target="../media/image140.png"/><Relationship Id="rId410" Type="http://schemas.openxmlformats.org/officeDocument/2006/relationships/image" Target="../media/image201.png"/><Relationship Id="rId431" Type="http://schemas.openxmlformats.org/officeDocument/2006/relationships/image" Target="../media/image211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4.xml"/><Relationship Id="rId147" Type="http://schemas.openxmlformats.org/officeDocument/2006/relationships/image" Target="../media/image72.png"/><Relationship Id="rId168" Type="http://schemas.openxmlformats.org/officeDocument/2006/relationships/customXml" Target="../ink/ink85.xml"/><Relationship Id="rId312" Type="http://schemas.openxmlformats.org/officeDocument/2006/relationships/image" Target="../media/image152.png"/><Relationship Id="rId333" Type="http://schemas.openxmlformats.org/officeDocument/2006/relationships/customXml" Target="../ink/ink170.xml"/><Relationship Id="rId354" Type="http://schemas.openxmlformats.org/officeDocument/2006/relationships/image" Target="../media/image173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3.png"/><Relationship Id="rId375" Type="http://schemas.openxmlformats.org/officeDocument/2006/relationships/customXml" Target="../ink/ink191.xml"/><Relationship Id="rId396" Type="http://schemas.openxmlformats.org/officeDocument/2006/relationships/image" Target="../media/image194.png"/><Relationship Id="rId3" Type="http://schemas.openxmlformats.org/officeDocument/2006/relationships/image" Target="../media/image1.png"/><Relationship Id="rId214" Type="http://schemas.openxmlformats.org/officeDocument/2006/relationships/customXml" Target="../ink/ink108.xml"/><Relationship Id="rId235" Type="http://schemas.openxmlformats.org/officeDocument/2006/relationships/image" Target="../media/image116.png"/><Relationship Id="rId256" Type="http://schemas.openxmlformats.org/officeDocument/2006/relationships/customXml" Target="../ink/ink129.xml"/><Relationship Id="rId277" Type="http://schemas.openxmlformats.org/officeDocument/2006/relationships/image" Target="../media/image136.png"/><Relationship Id="rId298" Type="http://schemas.openxmlformats.org/officeDocument/2006/relationships/customXml" Target="../ink/ink152.xml"/><Relationship Id="rId400" Type="http://schemas.openxmlformats.org/officeDocument/2006/relationships/image" Target="../media/image196.png"/><Relationship Id="rId421" Type="http://schemas.openxmlformats.org/officeDocument/2006/relationships/image" Target="../media/image206.png"/><Relationship Id="rId116" Type="http://schemas.openxmlformats.org/officeDocument/2006/relationships/image" Target="../media/image57.png"/><Relationship Id="rId137" Type="http://schemas.openxmlformats.org/officeDocument/2006/relationships/image" Target="../media/image67.png"/><Relationship Id="rId158" Type="http://schemas.openxmlformats.org/officeDocument/2006/relationships/customXml" Target="../ink/ink80.xml"/><Relationship Id="rId302" Type="http://schemas.openxmlformats.org/officeDocument/2006/relationships/customXml" Target="../ink/ink154.xml"/><Relationship Id="rId323" Type="http://schemas.openxmlformats.org/officeDocument/2006/relationships/customXml" Target="../ink/ink165.xml"/><Relationship Id="rId344" Type="http://schemas.openxmlformats.org/officeDocument/2006/relationships/image" Target="../media/image1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8.png"/><Relationship Id="rId365" Type="http://schemas.openxmlformats.org/officeDocument/2006/relationships/customXml" Target="../ink/ink186.xml"/><Relationship Id="rId386" Type="http://schemas.openxmlformats.org/officeDocument/2006/relationships/image" Target="../media/image189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5" Type="http://schemas.openxmlformats.org/officeDocument/2006/relationships/image" Target="../media/image111.png"/><Relationship Id="rId246" Type="http://schemas.openxmlformats.org/officeDocument/2006/relationships/customXml" Target="../ink/ink124.xml"/><Relationship Id="rId267" Type="http://schemas.openxmlformats.org/officeDocument/2006/relationships/customXml" Target="../ink/ink135.xml"/><Relationship Id="rId288" Type="http://schemas.openxmlformats.org/officeDocument/2006/relationships/customXml" Target="../ink/ink147.xml"/><Relationship Id="rId411" Type="http://schemas.openxmlformats.org/officeDocument/2006/relationships/customXml" Target="../ink/ink209.xml"/><Relationship Id="rId106" Type="http://schemas.openxmlformats.org/officeDocument/2006/relationships/customXml" Target="../ink/ink53.xml"/><Relationship Id="rId127" Type="http://schemas.openxmlformats.org/officeDocument/2006/relationships/image" Target="../media/image62.png"/><Relationship Id="rId313" Type="http://schemas.openxmlformats.org/officeDocument/2006/relationships/customXml" Target="../ink/ink160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5.xml"/><Relationship Id="rId169" Type="http://schemas.openxmlformats.org/officeDocument/2006/relationships/image" Target="../media/image83.png"/><Relationship Id="rId334" Type="http://schemas.openxmlformats.org/officeDocument/2006/relationships/image" Target="../media/image163.png"/><Relationship Id="rId355" Type="http://schemas.openxmlformats.org/officeDocument/2006/relationships/customXml" Target="../ink/ink181.xml"/><Relationship Id="rId376" Type="http://schemas.openxmlformats.org/officeDocument/2006/relationships/image" Target="../media/image184.png"/><Relationship Id="rId397" Type="http://schemas.openxmlformats.org/officeDocument/2006/relationships/customXml" Target="../ink/ink202.xml"/><Relationship Id="rId4" Type="http://schemas.openxmlformats.org/officeDocument/2006/relationships/customXml" Target="../ink/ink2.xml"/><Relationship Id="rId180" Type="http://schemas.openxmlformats.org/officeDocument/2006/relationships/customXml" Target="../ink/ink91.xml"/><Relationship Id="rId215" Type="http://schemas.openxmlformats.org/officeDocument/2006/relationships/image" Target="../media/image106.png"/><Relationship Id="rId236" Type="http://schemas.openxmlformats.org/officeDocument/2006/relationships/customXml" Target="../ink/ink119.xml"/><Relationship Id="rId257" Type="http://schemas.openxmlformats.org/officeDocument/2006/relationships/image" Target="../media/image127.png"/><Relationship Id="rId278" Type="http://schemas.openxmlformats.org/officeDocument/2006/relationships/customXml" Target="../ink/ink141.xml"/><Relationship Id="rId401" Type="http://schemas.openxmlformats.org/officeDocument/2006/relationships/customXml" Target="../ink/ink204.xml"/><Relationship Id="rId422" Type="http://schemas.openxmlformats.org/officeDocument/2006/relationships/customXml" Target="../ink/ink215.xml"/><Relationship Id="rId303" Type="http://schemas.openxmlformats.org/officeDocument/2006/relationships/image" Target="../media/image14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70.xml"/><Relationship Id="rId345" Type="http://schemas.openxmlformats.org/officeDocument/2006/relationships/customXml" Target="../ink/ink176.xml"/><Relationship Id="rId387" Type="http://schemas.openxmlformats.org/officeDocument/2006/relationships/customXml" Target="../ink/ink197.xml"/><Relationship Id="rId191" Type="http://schemas.openxmlformats.org/officeDocument/2006/relationships/image" Target="../media/image94.png"/><Relationship Id="rId205" Type="http://schemas.openxmlformats.org/officeDocument/2006/relationships/image" Target="../media/image101.png"/><Relationship Id="rId247" Type="http://schemas.openxmlformats.org/officeDocument/2006/relationships/image" Target="../media/image122.png"/><Relationship Id="rId412" Type="http://schemas.openxmlformats.org/officeDocument/2006/relationships/image" Target="../media/image202.png"/><Relationship Id="rId107" Type="http://schemas.openxmlformats.org/officeDocument/2006/relationships/image" Target="../media/image53.png"/><Relationship Id="rId289" Type="http://schemas.openxmlformats.org/officeDocument/2006/relationships/image" Target="../media/image141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3.png"/><Relationship Id="rId314" Type="http://schemas.openxmlformats.org/officeDocument/2006/relationships/image" Target="../media/image153.png"/><Relationship Id="rId356" Type="http://schemas.openxmlformats.org/officeDocument/2006/relationships/image" Target="../media/image174.png"/><Relationship Id="rId398" Type="http://schemas.openxmlformats.org/officeDocument/2006/relationships/image" Target="../media/image195.png"/><Relationship Id="rId95" Type="http://schemas.openxmlformats.org/officeDocument/2006/relationships/image" Target="../media/image47.png"/><Relationship Id="rId160" Type="http://schemas.openxmlformats.org/officeDocument/2006/relationships/customXml" Target="../ink/ink81.xml"/><Relationship Id="rId216" Type="http://schemas.openxmlformats.org/officeDocument/2006/relationships/customXml" Target="../ink/ink109.xml"/><Relationship Id="rId423" Type="http://schemas.openxmlformats.org/officeDocument/2006/relationships/image" Target="../media/image207.png"/><Relationship Id="rId258" Type="http://schemas.openxmlformats.org/officeDocument/2006/relationships/customXml" Target="../ink/ink130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8.png"/><Relationship Id="rId325" Type="http://schemas.openxmlformats.org/officeDocument/2006/relationships/customXml" Target="../ink/ink166.xml"/><Relationship Id="rId367" Type="http://schemas.openxmlformats.org/officeDocument/2006/relationships/customXml" Target="../ink/ink187.xml"/><Relationship Id="rId171" Type="http://schemas.openxmlformats.org/officeDocument/2006/relationships/image" Target="../media/image84.png"/><Relationship Id="rId227" Type="http://schemas.openxmlformats.org/officeDocument/2006/relationships/image" Target="../media/image112.png"/><Relationship Id="rId269" Type="http://schemas.openxmlformats.org/officeDocument/2006/relationships/customXml" Target="../ink/ink136.xml"/><Relationship Id="rId33" Type="http://schemas.openxmlformats.org/officeDocument/2006/relationships/image" Target="../media/image16.png"/><Relationship Id="rId129" Type="http://schemas.openxmlformats.org/officeDocument/2006/relationships/image" Target="../media/image63.png"/><Relationship Id="rId280" Type="http://schemas.openxmlformats.org/officeDocument/2006/relationships/customXml" Target="../ink/ink142.xml"/><Relationship Id="rId336" Type="http://schemas.openxmlformats.org/officeDocument/2006/relationships/image" Target="../media/image164.png"/><Relationship Id="rId75" Type="http://schemas.openxmlformats.org/officeDocument/2006/relationships/image" Target="../media/image37.png"/><Relationship Id="rId140" Type="http://schemas.openxmlformats.org/officeDocument/2006/relationships/customXml" Target="../ink/ink71.xml"/><Relationship Id="rId182" Type="http://schemas.openxmlformats.org/officeDocument/2006/relationships/customXml" Target="../ink/ink92.xml"/><Relationship Id="rId378" Type="http://schemas.openxmlformats.org/officeDocument/2006/relationships/image" Target="../media/image185.png"/><Relationship Id="rId403" Type="http://schemas.openxmlformats.org/officeDocument/2006/relationships/customXml" Target="../ink/ink205.xml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291" Type="http://schemas.openxmlformats.org/officeDocument/2006/relationships/image" Target="../media/image142.png"/><Relationship Id="rId305" Type="http://schemas.openxmlformats.org/officeDocument/2006/relationships/image" Target="../media/image149.png"/><Relationship Id="rId347" Type="http://schemas.openxmlformats.org/officeDocument/2006/relationships/customXml" Target="../ink/ink177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4.png"/><Relationship Id="rId389" Type="http://schemas.openxmlformats.org/officeDocument/2006/relationships/customXml" Target="../ink/ink198.xml"/><Relationship Id="rId193" Type="http://schemas.openxmlformats.org/officeDocument/2006/relationships/image" Target="../media/image95.png"/><Relationship Id="rId207" Type="http://schemas.openxmlformats.org/officeDocument/2006/relationships/image" Target="../media/image102.png"/><Relationship Id="rId249" Type="http://schemas.openxmlformats.org/officeDocument/2006/relationships/image" Target="../media/image123.png"/><Relationship Id="rId414" Type="http://schemas.openxmlformats.org/officeDocument/2006/relationships/image" Target="../media/image2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1.xml"/><Relationship Id="rId316" Type="http://schemas.openxmlformats.org/officeDocument/2006/relationships/image" Target="../media/image154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image" Target="../media/image59.png"/><Relationship Id="rId358" Type="http://schemas.openxmlformats.org/officeDocument/2006/relationships/image" Target="../media/image175.png"/><Relationship Id="rId162" Type="http://schemas.openxmlformats.org/officeDocument/2006/relationships/customXml" Target="../ink/ink82.xml"/><Relationship Id="rId218" Type="http://schemas.openxmlformats.org/officeDocument/2006/relationships/customXml" Target="../ink/ink110.xml"/><Relationship Id="rId425" Type="http://schemas.openxmlformats.org/officeDocument/2006/relationships/image" Target="../media/image208.png"/><Relationship Id="rId271" Type="http://schemas.openxmlformats.org/officeDocument/2006/relationships/customXml" Target="../ink/ink137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4.png"/><Relationship Id="rId327" Type="http://schemas.openxmlformats.org/officeDocument/2006/relationships/customXml" Target="../ink/ink167.xml"/><Relationship Id="rId369" Type="http://schemas.openxmlformats.org/officeDocument/2006/relationships/customXml" Target="../ink/ink188.xml"/><Relationship Id="rId173" Type="http://schemas.openxmlformats.org/officeDocument/2006/relationships/image" Target="../media/image85.png"/><Relationship Id="rId229" Type="http://schemas.openxmlformats.org/officeDocument/2006/relationships/image" Target="../media/image113.png"/><Relationship Id="rId380" Type="http://schemas.openxmlformats.org/officeDocument/2006/relationships/image" Target="../media/image186.png"/><Relationship Id="rId240" Type="http://schemas.openxmlformats.org/officeDocument/2006/relationships/customXml" Target="../ink/ink121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3.xml"/><Relationship Id="rId338" Type="http://schemas.openxmlformats.org/officeDocument/2006/relationships/image" Target="../media/image165.png"/><Relationship Id="rId8" Type="http://schemas.openxmlformats.org/officeDocument/2006/relationships/customXml" Target="../ink/ink4.xml"/><Relationship Id="rId142" Type="http://schemas.openxmlformats.org/officeDocument/2006/relationships/customXml" Target="../ink/ink72.xml"/><Relationship Id="rId184" Type="http://schemas.openxmlformats.org/officeDocument/2006/relationships/customXml" Target="../ink/ink93.xml"/><Relationship Id="rId391" Type="http://schemas.openxmlformats.org/officeDocument/2006/relationships/customXml" Target="../ink/ink199.xml"/><Relationship Id="rId405" Type="http://schemas.openxmlformats.org/officeDocument/2006/relationships/customXml" Target="../ink/ink206.xml"/><Relationship Id="rId251" Type="http://schemas.openxmlformats.org/officeDocument/2006/relationships/image" Target="../media/image124.png"/><Relationship Id="rId46" Type="http://schemas.openxmlformats.org/officeDocument/2006/relationships/customXml" Target="../ink/ink23.xml"/><Relationship Id="rId293" Type="http://schemas.openxmlformats.org/officeDocument/2006/relationships/image" Target="../media/image143.png"/><Relationship Id="rId307" Type="http://schemas.openxmlformats.org/officeDocument/2006/relationships/customXml" Target="../ink/ink157.xml"/><Relationship Id="rId349" Type="http://schemas.openxmlformats.org/officeDocument/2006/relationships/customXml" Target="../ink/ink178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5.png"/><Relationship Id="rId195" Type="http://schemas.openxmlformats.org/officeDocument/2006/relationships/image" Target="../media/image96.png"/><Relationship Id="rId209" Type="http://schemas.openxmlformats.org/officeDocument/2006/relationships/image" Target="../media/image103.png"/><Relationship Id="rId360" Type="http://schemas.openxmlformats.org/officeDocument/2006/relationships/image" Target="../media/image176.png"/><Relationship Id="rId416" Type="http://schemas.openxmlformats.org/officeDocument/2006/relationships/image" Target="../media/image204.png"/><Relationship Id="rId220" Type="http://schemas.openxmlformats.org/officeDocument/2006/relationships/customXml" Target="../ink/ink111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2.xml"/><Relationship Id="rId318" Type="http://schemas.openxmlformats.org/officeDocument/2006/relationships/image" Target="../media/image155.png"/><Relationship Id="rId99" Type="http://schemas.openxmlformats.org/officeDocument/2006/relationships/image" Target="../media/image49.png"/><Relationship Id="rId122" Type="http://schemas.openxmlformats.org/officeDocument/2006/relationships/image" Target="../media/image60.png"/><Relationship Id="rId164" Type="http://schemas.openxmlformats.org/officeDocument/2006/relationships/customXml" Target="../ink/ink83.xml"/><Relationship Id="rId371" Type="http://schemas.openxmlformats.org/officeDocument/2006/relationships/customXml" Target="../ink/ink189.xml"/><Relationship Id="rId427" Type="http://schemas.openxmlformats.org/officeDocument/2006/relationships/image" Target="../media/image209.png"/><Relationship Id="rId26" Type="http://schemas.openxmlformats.org/officeDocument/2006/relationships/customXml" Target="../ink/ink13.xml"/><Relationship Id="rId231" Type="http://schemas.openxmlformats.org/officeDocument/2006/relationships/image" Target="../media/image114.png"/><Relationship Id="rId273" Type="http://schemas.openxmlformats.org/officeDocument/2006/relationships/customXml" Target="../ink/ink138.xml"/><Relationship Id="rId329" Type="http://schemas.openxmlformats.org/officeDocument/2006/relationships/customXml" Target="../ink/ink168.xml"/><Relationship Id="rId68" Type="http://schemas.openxmlformats.org/officeDocument/2006/relationships/customXml" Target="../ink/ink34.xml"/><Relationship Id="rId133" Type="http://schemas.openxmlformats.org/officeDocument/2006/relationships/image" Target="../media/image65.png"/><Relationship Id="rId175" Type="http://schemas.openxmlformats.org/officeDocument/2006/relationships/image" Target="../media/image86.png"/><Relationship Id="rId340" Type="http://schemas.openxmlformats.org/officeDocument/2006/relationships/image" Target="../media/image166.png"/><Relationship Id="rId200" Type="http://schemas.openxmlformats.org/officeDocument/2006/relationships/customXml" Target="../ink/ink101.xml"/><Relationship Id="rId382" Type="http://schemas.openxmlformats.org/officeDocument/2006/relationships/image" Target="../media/image187.png"/><Relationship Id="rId242" Type="http://schemas.openxmlformats.org/officeDocument/2006/relationships/customXml" Target="../ink/ink122.xml"/><Relationship Id="rId284" Type="http://schemas.openxmlformats.org/officeDocument/2006/relationships/customXml" Target="../ink/ink144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3.xml"/><Relationship Id="rId90" Type="http://schemas.openxmlformats.org/officeDocument/2006/relationships/customXml" Target="../ink/ink45.xml"/><Relationship Id="rId186" Type="http://schemas.openxmlformats.org/officeDocument/2006/relationships/customXml" Target="../ink/ink94.xml"/><Relationship Id="rId351" Type="http://schemas.openxmlformats.org/officeDocument/2006/relationships/customXml" Target="../ink/ink179.xml"/><Relationship Id="rId393" Type="http://schemas.openxmlformats.org/officeDocument/2006/relationships/customXml" Target="../ink/ink200.xml"/><Relationship Id="rId407" Type="http://schemas.openxmlformats.org/officeDocument/2006/relationships/customXml" Target="../ink/ink207.xml"/><Relationship Id="rId211" Type="http://schemas.openxmlformats.org/officeDocument/2006/relationships/image" Target="../media/image104.png"/><Relationship Id="rId253" Type="http://schemas.openxmlformats.org/officeDocument/2006/relationships/image" Target="../media/image125.png"/><Relationship Id="rId295" Type="http://schemas.openxmlformats.org/officeDocument/2006/relationships/image" Target="../media/image144.png"/><Relationship Id="rId309" Type="http://schemas.openxmlformats.org/officeDocument/2006/relationships/customXml" Target="../ink/ink158.xml"/><Relationship Id="rId48" Type="http://schemas.openxmlformats.org/officeDocument/2006/relationships/customXml" Target="../ink/ink24.xml"/><Relationship Id="rId113" Type="http://schemas.openxmlformats.org/officeDocument/2006/relationships/customXml" Target="../ink/ink57.xml"/><Relationship Id="rId320" Type="http://schemas.openxmlformats.org/officeDocument/2006/relationships/image" Target="../media/image156.png"/><Relationship Id="rId155" Type="http://schemas.openxmlformats.org/officeDocument/2006/relationships/image" Target="../media/image76.png"/><Relationship Id="rId197" Type="http://schemas.openxmlformats.org/officeDocument/2006/relationships/image" Target="../media/image97.png"/><Relationship Id="rId362" Type="http://schemas.openxmlformats.org/officeDocument/2006/relationships/image" Target="../media/image177.png"/><Relationship Id="rId418" Type="http://schemas.openxmlformats.org/officeDocument/2006/relationships/customXml" Target="../ink/ink213.xml"/><Relationship Id="rId222" Type="http://schemas.openxmlformats.org/officeDocument/2006/relationships/customXml" Target="../ink/ink112.xml"/><Relationship Id="rId264" Type="http://schemas.openxmlformats.org/officeDocument/2006/relationships/image" Target="../media/image130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3.xml"/><Relationship Id="rId70" Type="http://schemas.openxmlformats.org/officeDocument/2006/relationships/customXml" Target="../ink/ink35.xml"/><Relationship Id="rId166" Type="http://schemas.openxmlformats.org/officeDocument/2006/relationships/customXml" Target="../ink/ink84.xml"/><Relationship Id="rId331" Type="http://schemas.openxmlformats.org/officeDocument/2006/relationships/customXml" Target="../ink/ink169.xml"/><Relationship Id="rId373" Type="http://schemas.openxmlformats.org/officeDocument/2006/relationships/customXml" Target="../ink/ink190.xml"/><Relationship Id="rId429" Type="http://schemas.openxmlformats.org/officeDocument/2006/relationships/image" Target="../media/image210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9.png"/><Relationship Id="rId671" Type="http://schemas.openxmlformats.org/officeDocument/2006/relationships/image" Target="../media/image539.png"/><Relationship Id="rId769" Type="http://schemas.openxmlformats.org/officeDocument/2006/relationships/image" Target="../media/image587.png"/><Relationship Id="rId21" Type="http://schemas.openxmlformats.org/officeDocument/2006/relationships/image" Target="../media/image221.png"/><Relationship Id="rId324" Type="http://schemas.openxmlformats.org/officeDocument/2006/relationships/customXml" Target="../ink/ink381.xml"/><Relationship Id="rId531" Type="http://schemas.openxmlformats.org/officeDocument/2006/relationships/customXml" Target="../ink/ink487.xml"/><Relationship Id="rId629" Type="http://schemas.openxmlformats.org/officeDocument/2006/relationships/image" Target="../media/image518.png"/><Relationship Id="rId170" Type="http://schemas.openxmlformats.org/officeDocument/2006/relationships/customXml" Target="../ink/ink304.xml"/><Relationship Id="rId836" Type="http://schemas.openxmlformats.org/officeDocument/2006/relationships/customXml" Target="../ink/ink642.xml"/><Relationship Id="rId268" Type="http://schemas.openxmlformats.org/officeDocument/2006/relationships/customXml" Target="../ink/ink353.xml"/><Relationship Id="rId475" Type="http://schemas.openxmlformats.org/officeDocument/2006/relationships/image" Target="../media/image444.png"/><Relationship Id="rId682" Type="http://schemas.openxmlformats.org/officeDocument/2006/relationships/customXml" Target="../ink/ink565.xml"/><Relationship Id="rId903" Type="http://schemas.openxmlformats.org/officeDocument/2006/relationships/customXml" Target="../ink/ink677.xml"/><Relationship Id="rId32" Type="http://schemas.openxmlformats.org/officeDocument/2006/relationships/customXml" Target="../ink/ink235.xml"/><Relationship Id="rId128" Type="http://schemas.openxmlformats.org/officeDocument/2006/relationships/customXml" Target="../ink/ink283.xml"/><Relationship Id="rId335" Type="http://schemas.openxmlformats.org/officeDocument/2006/relationships/image" Target="../media/image376.png"/><Relationship Id="rId542" Type="http://schemas.openxmlformats.org/officeDocument/2006/relationships/image" Target="../media/image477.png"/><Relationship Id="rId181" Type="http://schemas.openxmlformats.org/officeDocument/2006/relationships/image" Target="../media/image301.png"/><Relationship Id="rId402" Type="http://schemas.openxmlformats.org/officeDocument/2006/relationships/customXml" Target="../ink/ink421.xml"/><Relationship Id="rId847" Type="http://schemas.openxmlformats.org/officeDocument/2006/relationships/customXml" Target="../ink/ink648.xml"/><Relationship Id="rId279" Type="http://schemas.openxmlformats.org/officeDocument/2006/relationships/image" Target="../media/image349.png"/><Relationship Id="rId486" Type="http://schemas.openxmlformats.org/officeDocument/2006/relationships/image" Target="../media/image449.png"/><Relationship Id="rId693" Type="http://schemas.openxmlformats.org/officeDocument/2006/relationships/image" Target="../media/image550.png"/><Relationship Id="rId707" Type="http://schemas.openxmlformats.org/officeDocument/2006/relationships/image" Target="../media/image556.png"/><Relationship Id="rId914" Type="http://schemas.openxmlformats.org/officeDocument/2006/relationships/image" Target="../media/image657.png"/><Relationship Id="rId43" Type="http://schemas.openxmlformats.org/officeDocument/2006/relationships/image" Target="../media/image232.png"/><Relationship Id="rId139" Type="http://schemas.openxmlformats.org/officeDocument/2006/relationships/image" Target="../media/image280.png"/><Relationship Id="rId346" Type="http://schemas.openxmlformats.org/officeDocument/2006/relationships/customXml" Target="../ink/ink392.xml"/><Relationship Id="rId553" Type="http://schemas.openxmlformats.org/officeDocument/2006/relationships/image" Target="../media/image482.png"/><Relationship Id="rId760" Type="http://schemas.openxmlformats.org/officeDocument/2006/relationships/customXml" Target="../ink/ink604.xml"/><Relationship Id="rId192" Type="http://schemas.openxmlformats.org/officeDocument/2006/relationships/customXml" Target="../ink/ink315.xml"/><Relationship Id="rId206" Type="http://schemas.openxmlformats.org/officeDocument/2006/relationships/customXml" Target="../ink/ink322.xml"/><Relationship Id="rId413" Type="http://schemas.openxmlformats.org/officeDocument/2006/relationships/image" Target="../media/image414.png"/><Relationship Id="rId858" Type="http://schemas.openxmlformats.org/officeDocument/2006/relationships/customXml" Target="../ink/ink654.xml"/><Relationship Id="rId497" Type="http://schemas.openxmlformats.org/officeDocument/2006/relationships/customXml" Target="../ink/ink470.xml"/><Relationship Id="rId620" Type="http://schemas.openxmlformats.org/officeDocument/2006/relationships/image" Target="../media/image514.png"/><Relationship Id="rId718" Type="http://schemas.openxmlformats.org/officeDocument/2006/relationships/customXml" Target="../ink/ink583.xml"/><Relationship Id="rId357" Type="http://schemas.openxmlformats.org/officeDocument/2006/relationships/customXml" Target="../ink/ink398.xml"/><Relationship Id="rId54" Type="http://schemas.openxmlformats.org/officeDocument/2006/relationships/customXml" Target="../ink/ink246.xml"/><Relationship Id="rId217" Type="http://schemas.openxmlformats.org/officeDocument/2006/relationships/image" Target="../media/image319.png"/><Relationship Id="rId564" Type="http://schemas.openxmlformats.org/officeDocument/2006/relationships/customXml" Target="../ink/ink504.xml"/><Relationship Id="rId771" Type="http://schemas.openxmlformats.org/officeDocument/2006/relationships/image" Target="../media/image588.png"/><Relationship Id="rId869" Type="http://schemas.openxmlformats.org/officeDocument/2006/relationships/image" Target="../media/image636.png"/><Relationship Id="rId424" Type="http://schemas.openxmlformats.org/officeDocument/2006/relationships/image" Target="../media/image419.png"/><Relationship Id="rId631" Type="http://schemas.openxmlformats.org/officeDocument/2006/relationships/image" Target="../media/image519.png"/><Relationship Id="rId729" Type="http://schemas.openxmlformats.org/officeDocument/2006/relationships/image" Target="../media/image567.png"/><Relationship Id="rId270" Type="http://schemas.openxmlformats.org/officeDocument/2006/relationships/customXml" Target="../ink/ink354.xml"/><Relationship Id="rId65" Type="http://schemas.openxmlformats.org/officeDocument/2006/relationships/image" Target="../media/image243.png"/><Relationship Id="rId130" Type="http://schemas.openxmlformats.org/officeDocument/2006/relationships/customXml" Target="../ink/ink284.xml"/><Relationship Id="rId368" Type="http://schemas.openxmlformats.org/officeDocument/2006/relationships/image" Target="../media/image392.png"/><Relationship Id="rId575" Type="http://schemas.openxmlformats.org/officeDocument/2006/relationships/customXml" Target="../ink/ink510.xml"/><Relationship Id="rId782" Type="http://schemas.openxmlformats.org/officeDocument/2006/relationships/customXml" Target="../ink/ink615.xml"/><Relationship Id="rId228" Type="http://schemas.openxmlformats.org/officeDocument/2006/relationships/customXml" Target="../ink/ink333.xml"/><Relationship Id="rId435" Type="http://schemas.openxmlformats.org/officeDocument/2006/relationships/customXml" Target="../ink/ink438.xml"/><Relationship Id="rId642" Type="http://schemas.openxmlformats.org/officeDocument/2006/relationships/customXml" Target="../ink/ink545.xml"/><Relationship Id="rId281" Type="http://schemas.openxmlformats.org/officeDocument/2006/relationships/image" Target="../media/image350.png"/><Relationship Id="rId502" Type="http://schemas.openxmlformats.org/officeDocument/2006/relationships/image" Target="../media/image457.png"/><Relationship Id="rId76" Type="http://schemas.openxmlformats.org/officeDocument/2006/relationships/customXml" Target="../ink/ink257.xml"/><Relationship Id="rId141" Type="http://schemas.openxmlformats.org/officeDocument/2006/relationships/image" Target="../media/image281.png"/><Relationship Id="rId379" Type="http://schemas.openxmlformats.org/officeDocument/2006/relationships/customXml" Target="../ink/ink409.xml"/><Relationship Id="rId586" Type="http://schemas.openxmlformats.org/officeDocument/2006/relationships/image" Target="../media/image498.png"/><Relationship Id="rId793" Type="http://schemas.openxmlformats.org/officeDocument/2006/relationships/image" Target="../media/image599.png"/><Relationship Id="rId807" Type="http://schemas.openxmlformats.org/officeDocument/2006/relationships/image" Target="../media/image606.png"/><Relationship Id="rId7" Type="http://schemas.openxmlformats.org/officeDocument/2006/relationships/image" Target="../media/image214.png"/><Relationship Id="rId239" Type="http://schemas.openxmlformats.org/officeDocument/2006/relationships/image" Target="../media/image13.png"/><Relationship Id="rId446" Type="http://schemas.openxmlformats.org/officeDocument/2006/relationships/image" Target="../media/image430.png"/><Relationship Id="rId653" Type="http://schemas.openxmlformats.org/officeDocument/2006/relationships/image" Target="../media/image530.png"/><Relationship Id="rId292" Type="http://schemas.openxmlformats.org/officeDocument/2006/relationships/customXml" Target="../ink/ink365.xml"/><Relationship Id="rId306" Type="http://schemas.openxmlformats.org/officeDocument/2006/relationships/customXml" Target="../ink/ink372.xml"/><Relationship Id="rId860" Type="http://schemas.openxmlformats.org/officeDocument/2006/relationships/customXml" Target="../ink/ink655.xml"/><Relationship Id="rId87" Type="http://schemas.openxmlformats.org/officeDocument/2006/relationships/image" Target="../media/image254.png"/><Relationship Id="rId513" Type="http://schemas.openxmlformats.org/officeDocument/2006/relationships/customXml" Target="../ink/ink478.xml"/><Relationship Id="rId597" Type="http://schemas.openxmlformats.org/officeDocument/2006/relationships/image" Target="../media/image503.png"/><Relationship Id="rId720" Type="http://schemas.openxmlformats.org/officeDocument/2006/relationships/customXml" Target="../ink/ink584.xml"/><Relationship Id="rId818" Type="http://schemas.openxmlformats.org/officeDocument/2006/relationships/customXml" Target="../ink/ink633.xml"/><Relationship Id="rId152" Type="http://schemas.openxmlformats.org/officeDocument/2006/relationships/customXml" Target="../ink/ink295.xml"/><Relationship Id="rId457" Type="http://schemas.openxmlformats.org/officeDocument/2006/relationships/image" Target="../media/image435.png"/><Relationship Id="rId664" Type="http://schemas.openxmlformats.org/officeDocument/2006/relationships/customXml" Target="../ink/ink556.xml"/><Relationship Id="rId871" Type="http://schemas.openxmlformats.org/officeDocument/2006/relationships/image" Target="../media/image110.png"/><Relationship Id="rId14" Type="http://schemas.openxmlformats.org/officeDocument/2006/relationships/customXml" Target="../ink/ink226.xml"/><Relationship Id="rId317" Type="http://schemas.openxmlformats.org/officeDocument/2006/relationships/image" Target="../media/image368.png"/><Relationship Id="rId524" Type="http://schemas.openxmlformats.org/officeDocument/2006/relationships/image" Target="../media/image468.png"/><Relationship Id="rId731" Type="http://schemas.openxmlformats.org/officeDocument/2006/relationships/image" Target="../media/image568.png"/><Relationship Id="rId98" Type="http://schemas.openxmlformats.org/officeDocument/2006/relationships/customXml" Target="../ink/ink268.xml"/><Relationship Id="rId163" Type="http://schemas.openxmlformats.org/officeDocument/2006/relationships/image" Target="../media/image292.png"/><Relationship Id="rId370" Type="http://schemas.openxmlformats.org/officeDocument/2006/relationships/image" Target="../media/image393.png"/><Relationship Id="rId829" Type="http://schemas.openxmlformats.org/officeDocument/2006/relationships/image" Target="../media/image617.png"/><Relationship Id="rId230" Type="http://schemas.openxmlformats.org/officeDocument/2006/relationships/customXml" Target="../ink/ink334.xml"/><Relationship Id="rId468" Type="http://schemas.openxmlformats.org/officeDocument/2006/relationships/customXml" Target="../ink/ink455.xml"/><Relationship Id="rId675" Type="http://schemas.openxmlformats.org/officeDocument/2006/relationships/image" Target="../media/image541.png"/><Relationship Id="rId882" Type="http://schemas.openxmlformats.org/officeDocument/2006/relationships/customXml" Target="../ink/ink666.xml"/><Relationship Id="rId25" Type="http://schemas.openxmlformats.org/officeDocument/2006/relationships/image" Target="../media/image223.png"/><Relationship Id="rId328" Type="http://schemas.openxmlformats.org/officeDocument/2006/relationships/customXml" Target="../ink/ink383.xml"/><Relationship Id="rId535" Type="http://schemas.openxmlformats.org/officeDocument/2006/relationships/customXml" Target="../ink/ink489.xml"/><Relationship Id="rId742" Type="http://schemas.openxmlformats.org/officeDocument/2006/relationships/customXml" Target="../ink/ink595.xml"/><Relationship Id="rId174" Type="http://schemas.openxmlformats.org/officeDocument/2006/relationships/customXml" Target="../ink/ink306.xml"/><Relationship Id="rId381" Type="http://schemas.openxmlformats.org/officeDocument/2006/relationships/customXml" Target="../ink/ink410.xml"/><Relationship Id="rId602" Type="http://schemas.openxmlformats.org/officeDocument/2006/relationships/customXml" Target="../ink/ink524.xml"/><Relationship Id="rId241" Type="http://schemas.openxmlformats.org/officeDocument/2006/relationships/image" Target="../media/image330.png"/><Relationship Id="rId479" Type="http://schemas.openxmlformats.org/officeDocument/2006/relationships/image" Target="../media/image446.png"/><Relationship Id="rId686" Type="http://schemas.openxmlformats.org/officeDocument/2006/relationships/customXml" Target="../ink/ink567.xml"/><Relationship Id="rId893" Type="http://schemas.openxmlformats.org/officeDocument/2006/relationships/customXml" Target="../ink/ink672.xml"/><Relationship Id="rId907" Type="http://schemas.openxmlformats.org/officeDocument/2006/relationships/customXml" Target="../ink/ink679.xml"/><Relationship Id="rId36" Type="http://schemas.openxmlformats.org/officeDocument/2006/relationships/customXml" Target="../ink/ink237.xml"/><Relationship Id="rId339" Type="http://schemas.openxmlformats.org/officeDocument/2006/relationships/image" Target="../media/image378.png"/><Relationship Id="rId546" Type="http://schemas.openxmlformats.org/officeDocument/2006/relationships/customXml" Target="../ink/ink495.xml"/><Relationship Id="rId753" Type="http://schemas.openxmlformats.org/officeDocument/2006/relationships/image" Target="../media/image579.png"/><Relationship Id="rId101" Type="http://schemas.openxmlformats.org/officeDocument/2006/relationships/image" Target="../media/image261.png"/><Relationship Id="rId185" Type="http://schemas.openxmlformats.org/officeDocument/2006/relationships/image" Target="../media/image303.png"/><Relationship Id="rId406" Type="http://schemas.openxmlformats.org/officeDocument/2006/relationships/customXml" Target="../ink/ink423.xml"/><Relationship Id="rId392" Type="http://schemas.openxmlformats.org/officeDocument/2006/relationships/customXml" Target="../ink/ink416.xml"/><Relationship Id="rId613" Type="http://schemas.openxmlformats.org/officeDocument/2006/relationships/customXml" Target="../ink/ink530.xml"/><Relationship Id="rId697" Type="http://schemas.openxmlformats.org/officeDocument/2006/relationships/image" Target="../media/image198.png"/><Relationship Id="rId820" Type="http://schemas.openxmlformats.org/officeDocument/2006/relationships/customXml" Target="../ink/ink634.xml"/><Relationship Id="rId252" Type="http://schemas.openxmlformats.org/officeDocument/2006/relationships/customXml" Target="../ink/ink345.xml"/><Relationship Id="rId47" Type="http://schemas.openxmlformats.org/officeDocument/2006/relationships/image" Target="../media/image234.png"/><Relationship Id="rId112" Type="http://schemas.openxmlformats.org/officeDocument/2006/relationships/customXml" Target="../ink/ink275.xml"/><Relationship Id="rId557" Type="http://schemas.openxmlformats.org/officeDocument/2006/relationships/image" Target="../media/image484.png"/><Relationship Id="rId764" Type="http://schemas.openxmlformats.org/officeDocument/2006/relationships/customXml" Target="../ink/ink606.xml"/><Relationship Id="rId196" Type="http://schemas.openxmlformats.org/officeDocument/2006/relationships/customXml" Target="../ink/ink317.xml"/><Relationship Id="rId417" Type="http://schemas.openxmlformats.org/officeDocument/2006/relationships/image" Target="../media/image416.png"/><Relationship Id="rId624" Type="http://schemas.openxmlformats.org/officeDocument/2006/relationships/image" Target="../media/image516.png"/><Relationship Id="rId831" Type="http://schemas.openxmlformats.org/officeDocument/2006/relationships/image" Target="../media/image618.png"/><Relationship Id="rId263" Type="http://schemas.openxmlformats.org/officeDocument/2006/relationships/image" Target="../media/image341.png"/><Relationship Id="rId470" Type="http://schemas.openxmlformats.org/officeDocument/2006/relationships/customXml" Target="../ink/ink456.xml"/><Relationship Id="rId58" Type="http://schemas.openxmlformats.org/officeDocument/2006/relationships/customXml" Target="../ink/ink248.xml"/><Relationship Id="rId123" Type="http://schemas.openxmlformats.org/officeDocument/2006/relationships/image" Target="../media/image272.png"/><Relationship Id="rId330" Type="http://schemas.openxmlformats.org/officeDocument/2006/relationships/customXml" Target="../ink/ink384.xml"/><Relationship Id="rId568" Type="http://schemas.openxmlformats.org/officeDocument/2006/relationships/image" Target="../media/image489.png"/><Relationship Id="rId775" Type="http://schemas.openxmlformats.org/officeDocument/2006/relationships/image" Target="../media/image590.png"/><Relationship Id="rId428" Type="http://schemas.openxmlformats.org/officeDocument/2006/relationships/image" Target="../media/image421.png"/><Relationship Id="rId635" Type="http://schemas.openxmlformats.org/officeDocument/2006/relationships/image" Target="../media/image521.png"/><Relationship Id="rId842" Type="http://schemas.openxmlformats.org/officeDocument/2006/relationships/customXml" Target="../ink/ink645.xml"/><Relationship Id="rId274" Type="http://schemas.openxmlformats.org/officeDocument/2006/relationships/customXml" Target="../ink/ink356.xml"/><Relationship Id="rId481" Type="http://schemas.openxmlformats.org/officeDocument/2006/relationships/customXml" Target="../ink/ink462.xml"/><Relationship Id="rId702" Type="http://schemas.openxmlformats.org/officeDocument/2006/relationships/customXml" Target="../ink/ink575.xml"/><Relationship Id="rId69" Type="http://schemas.openxmlformats.org/officeDocument/2006/relationships/image" Target="../media/image245.png"/><Relationship Id="rId134" Type="http://schemas.openxmlformats.org/officeDocument/2006/relationships/customXml" Target="../ink/ink286.xml"/><Relationship Id="rId579" Type="http://schemas.openxmlformats.org/officeDocument/2006/relationships/customXml" Target="../ink/ink512.xml"/><Relationship Id="rId786" Type="http://schemas.openxmlformats.org/officeDocument/2006/relationships/customXml" Target="../ink/ink617.xml"/><Relationship Id="rId341" Type="http://schemas.openxmlformats.org/officeDocument/2006/relationships/image" Target="../media/image379.png"/><Relationship Id="rId439" Type="http://schemas.openxmlformats.org/officeDocument/2006/relationships/customXml" Target="../ink/ink440.xml"/><Relationship Id="rId646" Type="http://schemas.openxmlformats.org/officeDocument/2006/relationships/customXml" Target="../ink/ink547.xml"/><Relationship Id="rId201" Type="http://schemas.openxmlformats.org/officeDocument/2006/relationships/image" Target="../media/image311.png"/><Relationship Id="rId285" Type="http://schemas.openxmlformats.org/officeDocument/2006/relationships/image" Target="../media/image352.png"/><Relationship Id="rId506" Type="http://schemas.openxmlformats.org/officeDocument/2006/relationships/image" Target="../media/image459.png"/><Relationship Id="rId853" Type="http://schemas.openxmlformats.org/officeDocument/2006/relationships/image" Target="../media/image628.png"/><Relationship Id="rId492" Type="http://schemas.openxmlformats.org/officeDocument/2006/relationships/image" Target="../media/image452.png"/><Relationship Id="rId713" Type="http://schemas.openxmlformats.org/officeDocument/2006/relationships/image" Target="../media/image559.png"/><Relationship Id="rId797" Type="http://schemas.openxmlformats.org/officeDocument/2006/relationships/image" Target="../media/image601.png"/><Relationship Id="rId145" Type="http://schemas.openxmlformats.org/officeDocument/2006/relationships/image" Target="../media/image283.png"/><Relationship Id="rId352" Type="http://schemas.openxmlformats.org/officeDocument/2006/relationships/customXml" Target="../ink/ink395.xml"/><Relationship Id="rId212" Type="http://schemas.openxmlformats.org/officeDocument/2006/relationships/customXml" Target="../ink/ink325.xml"/><Relationship Id="rId657" Type="http://schemas.openxmlformats.org/officeDocument/2006/relationships/image" Target="../media/image532.png"/><Relationship Id="rId864" Type="http://schemas.openxmlformats.org/officeDocument/2006/relationships/customXml" Target="../ink/ink657.xml"/><Relationship Id="rId296" Type="http://schemas.openxmlformats.org/officeDocument/2006/relationships/customXml" Target="../ink/ink367.xml"/><Relationship Id="rId517" Type="http://schemas.openxmlformats.org/officeDocument/2006/relationships/customXml" Target="../ink/ink480.xml"/><Relationship Id="rId724" Type="http://schemas.openxmlformats.org/officeDocument/2006/relationships/customXml" Target="../ink/ink586.xml"/><Relationship Id="rId60" Type="http://schemas.openxmlformats.org/officeDocument/2006/relationships/customXml" Target="../ink/ink249.xml"/><Relationship Id="rId156" Type="http://schemas.openxmlformats.org/officeDocument/2006/relationships/customXml" Target="../ink/ink297.xml"/><Relationship Id="rId363" Type="http://schemas.openxmlformats.org/officeDocument/2006/relationships/customXml" Target="../ink/ink401.xml"/><Relationship Id="rId570" Type="http://schemas.openxmlformats.org/officeDocument/2006/relationships/image" Target="../media/image490.png"/><Relationship Id="rId223" Type="http://schemas.openxmlformats.org/officeDocument/2006/relationships/image" Target="../media/image322.png"/><Relationship Id="rId430" Type="http://schemas.openxmlformats.org/officeDocument/2006/relationships/image" Target="../media/image422.png"/><Relationship Id="rId668" Type="http://schemas.openxmlformats.org/officeDocument/2006/relationships/customXml" Target="../ink/ink558.xml"/><Relationship Id="rId875" Type="http://schemas.openxmlformats.org/officeDocument/2006/relationships/image" Target="../media/image638.png"/><Relationship Id="rId18" Type="http://schemas.openxmlformats.org/officeDocument/2006/relationships/customXml" Target="../ink/ink228.xml"/><Relationship Id="rId528" Type="http://schemas.openxmlformats.org/officeDocument/2006/relationships/image" Target="../media/image470.png"/><Relationship Id="rId735" Type="http://schemas.openxmlformats.org/officeDocument/2006/relationships/image" Target="../media/image570.png"/><Relationship Id="rId167" Type="http://schemas.openxmlformats.org/officeDocument/2006/relationships/image" Target="../media/image294.png"/><Relationship Id="rId374" Type="http://schemas.openxmlformats.org/officeDocument/2006/relationships/image" Target="../media/image395.png"/><Relationship Id="rId581" Type="http://schemas.openxmlformats.org/officeDocument/2006/relationships/customXml" Target="../ink/ink513.xml"/><Relationship Id="rId71" Type="http://schemas.openxmlformats.org/officeDocument/2006/relationships/image" Target="../media/image246.png"/><Relationship Id="rId234" Type="http://schemas.openxmlformats.org/officeDocument/2006/relationships/customXml" Target="../ink/ink336.xml"/><Relationship Id="rId679" Type="http://schemas.openxmlformats.org/officeDocument/2006/relationships/image" Target="../media/image543.png"/><Relationship Id="rId802" Type="http://schemas.openxmlformats.org/officeDocument/2006/relationships/customXml" Target="../ink/ink625.xml"/><Relationship Id="rId886" Type="http://schemas.openxmlformats.org/officeDocument/2006/relationships/customXml" Target="../ink/ink668.xml"/><Relationship Id="rId2" Type="http://schemas.openxmlformats.org/officeDocument/2006/relationships/customXml" Target="../ink/ink220.xml"/><Relationship Id="rId29" Type="http://schemas.openxmlformats.org/officeDocument/2006/relationships/image" Target="../media/image225.png"/><Relationship Id="rId441" Type="http://schemas.openxmlformats.org/officeDocument/2006/relationships/customXml" Target="../ink/ink441.xml"/><Relationship Id="rId539" Type="http://schemas.openxmlformats.org/officeDocument/2006/relationships/customXml" Target="../ink/ink491.xml"/><Relationship Id="rId746" Type="http://schemas.openxmlformats.org/officeDocument/2006/relationships/customXml" Target="../ink/ink597.xml"/><Relationship Id="rId178" Type="http://schemas.openxmlformats.org/officeDocument/2006/relationships/customXml" Target="../ink/ink308.xml"/><Relationship Id="rId301" Type="http://schemas.openxmlformats.org/officeDocument/2006/relationships/image" Target="../media/image360.png"/><Relationship Id="rId82" Type="http://schemas.openxmlformats.org/officeDocument/2006/relationships/customXml" Target="../ink/ink260.xml"/><Relationship Id="rId385" Type="http://schemas.openxmlformats.org/officeDocument/2006/relationships/customXml" Target="../ink/ink412.xml"/><Relationship Id="rId592" Type="http://schemas.openxmlformats.org/officeDocument/2006/relationships/customXml" Target="../ink/ink519.xml"/><Relationship Id="rId606" Type="http://schemas.openxmlformats.org/officeDocument/2006/relationships/customXml" Target="../ink/ink526.xml"/><Relationship Id="rId813" Type="http://schemas.openxmlformats.org/officeDocument/2006/relationships/image" Target="../media/image609.png"/><Relationship Id="rId245" Type="http://schemas.openxmlformats.org/officeDocument/2006/relationships/image" Target="../media/image332.png"/><Relationship Id="rId452" Type="http://schemas.openxmlformats.org/officeDocument/2006/relationships/customXml" Target="../ink/ink447.xml"/><Relationship Id="rId897" Type="http://schemas.openxmlformats.org/officeDocument/2006/relationships/customXml" Target="../ink/ink674.xml"/><Relationship Id="rId105" Type="http://schemas.openxmlformats.org/officeDocument/2006/relationships/image" Target="../media/image263.png"/><Relationship Id="rId312" Type="http://schemas.openxmlformats.org/officeDocument/2006/relationships/customXml" Target="../ink/ink375.xml"/><Relationship Id="rId757" Type="http://schemas.openxmlformats.org/officeDocument/2006/relationships/image" Target="../media/image581.png"/><Relationship Id="rId93" Type="http://schemas.openxmlformats.org/officeDocument/2006/relationships/image" Target="../media/image257.png"/><Relationship Id="rId189" Type="http://schemas.openxmlformats.org/officeDocument/2006/relationships/image" Target="../media/image305.png"/><Relationship Id="rId396" Type="http://schemas.openxmlformats.org/officeDocument/2006/relationships/customXml" Target="../ink/ink418.xml"/><Relationship Id="rId617" Type="http://schemas.openxmlformats.org/officeDocument/2006/relationships/customXml" Target="../ink/ink532.xml"/><Relationship Id="rId824" Type="http://schemas.openxmlformats.org/officeDocument/2006/relationships/customXml" Target="../ink/ink636.xml"/><Relationship Id="rId256" Type="http://schemas.openxmlformats.org/officeDocument/2006/relationships/customXml" Target="../ink/ink347.xml"/><Relationship Id="rId463" Type="http://schemas.openxmlformats.org/officeDocument/2006/relationships/image" Target="../media/image438.png"/><Relationship Id="rId670" Type="http://schemas.openxmlformats.org/officeDocument/2006/relationships/customXml" Target="../ink/ink559.xml"/><Relationship Id="rId116" Type="http://schemas.openxmlformats.org/officeDocument/2006/relationships/customXml" Target="../ink/ink277.xml"/><Relationship Id="rId323" Type="http://schemas.openxmlformats.org/officeDocument/2006/relationships/image" Target="../media/image370.png"/><Relationship Id="rId530" Type="http://schemas.openxmlformats.org/officeDocument/2006/relationships/image" Target="../media/image471.png"/><Relationship Id="rId768" Type="http://schemas.openxmlformats.org/officeDocument/2006/relationships/customXml" Target="../ink/ink608.xml"/><Relationship Id="rId20" Type="http://schemas.openxmlformats.org/officeDocument/2006/relationships/customXml" Target="../ink/ink229.xml"/><Relationship Id="rId628" Type="http://schemas.openxmlformats.org/officeDocument/2006/relationships/customXml" Target="../ink/ink538.xml"/><Relationship Id="rId835" Type="http://schemas.openxmlformats.org/officeDocument/2006/relationships/image" Target="../media/image620.png"/><Relationship Id="rId267" Type="http://schemas.openxmlformats.org/officeDocument/2006/relationships/image" Target="../media/image343.png"/><Relationship Id="rId474" Type="http://schemas.openxmlformats.org/officeDocument/2006/relationships/customXml" Target="../ink/ink458.xml"/><Relationship Id="rId127" Type="http://schemas.openxmlformats.org/officeDocument/2006/relationships/image" Target="../media/image274.png"/><Relationship Id="rId681" Type="http://schemas.openxmlformats.org/officeDocument/2006/relationships/image" Target="../media/image544.png"/><Relationship Id="rId779" Type="http://schemas.openxmlformats.org/officeDocument/2006/relationships/image" Target="../media/image592.png"/><Relationship Id="rId902" Type="http://schemas.openxmlformats.org/officeDocument/2006/relationships/image" Target="../media/image651.png"/><Relationship Id="rId31" Type="http://schemas.openxmlformats.org/officeDocument/2006/relationships/image" Target="../media/image226.png"/><Relationship Id="rId334" Type="http://schemas.openxmlformats.org/officeDocument/2006/relationships/customXml" Target="../ink/ink386.xml"/><Relationship Id="rId541" Type="http://schemas.openxmlformats.org/officeDocument/2006/relationships/customXml" Target="../ink/ink492.xml"/><Relationship Id="rId639" Type="http://schemas.openxmlformats.org/officeDocument/2006/relationships/image" Target="../media/image523.png"/><Relationship Id="rId180" Type="http://schemas.openxmlformats.org/officeDocument/2006/relationships/customXml" Target="../ink/ink309.xml"/><Relationship Id="rId278" Type="http://schemas.openxmlformats.org/officeDocument/2006/relationships/customXml" Target="../ink/ink358.xml"/><Relationship Id="rId401" Type="http://schemas.openxmlformats.org/officeDocument/2006/relationships/image" Target="../media/image408.png"/><Relationship Id="rId846" Type="http://schemas.openxmlformats.org/officeDocument/2006/relationships/image" Target="../media/image625.png"/><Relationship Id="rId485" Type="http://schemas.openxmlformats.org/officeDocument/2006/relationships/customXml" Target="../ink/ink464.xml"/><Relationship Id="rId692" Type="http://schemas.openxmlformats.org/officeDocument/2006/relationships/customXml" Target="../ink/ink570.xml"/><Relationship Id="rId706" Type="http://schemas.openxmlformats.org/officeDocument/2006/relationships/customXml" Target="../ink/ink577.xml"/><Relationship Id="rId913" Type="http://schemas.openxmlformats.org/officeDocument/2006/relationships/customXml" Target="../ink/ink682.xml"/><Relationship Id="rId42" Type="http://schemas.openxmlformats.org/officeDocument/2006/relationships/customXml" Target="../ink/ink240.xml"/><Relationship Id="rId138" Type="http://schemas.openxmlformats.org/officeDocument/2006/relationships/customXml" Target="../ink/ink288.xml"/><Relationship Id="rId345" Type="http://schemas.openxmlformats.org/officeDocument/2006/relationships/image" Target="../media/image381.png"/><Relationship Id="rId552" Type="http://schemas.openxmlformats.org/officeDocument/2006/relationships/customXml" Target="../ink/ink498.xml"/><Relationship Id="rId191" Type="http://schemas.openxmlformats.org/officeDocument/2006/relationships/image" Target="../media/image306.png"/><Relationship Id="rId205" Type="http://schemas.openxmlformats.org/officeDocument/2006/relationships/image" Target="../media/image313.png"/><Relationship Id="rId412" Type="http://schemas.openxmlformats.org/officeDocument/2006/relationships/customXml" Target="../ink/ink426.xml"/><Relationship Id="rId857" Type="http://schemas.openxmlformats.org/officeDocument/2006/relationships/image" Target="../media/image630.png"/><Relationship Id="rId289" Type="http://schemas.openxmlformats.org/officeDocument/2006/relationships/image" Target="../media/image354.png"/><Relationship Id="rId496" Type="http://schemas.openxmlformats.org/officeDocument/2006/relationships/image" Target="../media/image454.png"/><Relationship Id="rId717" Type="http://schemas.openxmlformats.org/officeDocument/2006/relationships/image" Target="../media/image561.png"/><Relationship Id="rId53" Type="http://schemas.openxmlformats.org/officeDocument/2006/relationships/image" Target="../media/image237.png"/><Relationship Id="rId149" Type="http://schemas.openxmlformats.org/officeDocument/2006/relationships/image" Target="../media/image285.png"/><Relationship Id="rId356" Type="http://schemas.openxmlformats.org/officeDocument/2006/relationships/customXml" Target="../ink/ink397.xml"/><Relationship Id="rId563" Type="http://schemas.openxmlformats.org/officeDocument/2006/relationships/image" Target="../media/image487.png"/><Relationship Id="rId770" Type="http://schemas.openxmlformats.org/officeDocument/2006/relationships/customXml" Target="../ink/ink609.xml"/><Relationship Id="rId216" Type="http://schemas.openxmlformats.org/officeDocument/2006/relationships/customXml" Target="../ink/ink327.xml"/><Relationship Id="rId423" Type="http://schemas.openxmlformats.org/officeDocument/2006/relationships/customXml" Target="../ink/ink432.xml"/><Relationship Id="rId868" Type="http://schemas.openxmlformats.org/officeDocument/2006/relationships/customXml" Target="../ink/ink659.xml"/><Relationship Id="rId630" Type="http://schemas.openxmlformats.org/officeDocument/2006/relationships/customXml" Target="../ink/ink539.xml"/><Relationship Id="rId728" Type="http://schemas.openxmlformats.org/officeDocument/2006/relationships/customXml" Target="../ink/ink588.xml"/><Relationship Id="rId64" Type="http://schemas.openxmlformats.org/officeDocument/2006/relationships/customXml" Target="../ink/ink251.xml"/><Relationship Id="rId367" Type="http://schemas.openxmlformats.org/officeDocument/2006/relationships/customXml" Target="../ink/ink403.xml"/><Relationship Id="rId574" Type="http://schemas.openxmlformats.org/officeDocument/2006/relationships/image" Target="../media/image492.png"/><Relationship Id="rId227" Type="http://schemas.openxmlformats.org/officeDocument/2006/relationships/image" Target="../media/image324.png"/><Relationship Id="rId781" Type="http://schemas.openxmlformats.org/officeDocument/2006/relationships/image" Target="../media/image593.png"/><Relationship Id="rId879" Type="http://schemas.openxmlformats.org/officeDocument/2006/relationships/image" Target="../media/image640.png"/><Relationship Id="rId434" Type="http://schemas.openxmlformats.org/officeDocument/2006/relationships/image" Target="../media/image424.png"/><Relationship Id="rId641" Type="http://schemas.openxmlformats.org/officeDocument/2006/relationships/image" Target="../media/image524.png"/><Relationship Id="rId739" Type="http://schemas.openxmlformats.org/officeDocument/2006/relationships/image" Target="../media/image572.png"/><Relationship Id="rId280" Type="http://schemas.openxmlformats.org/officeDocument/2006/relationships/customXml" Target="../ink/ink359.xml"/><Relationship Id="rId501" Type="http://schemas.openxmlformats.org/officeDocument/2006/relationships/customXml" Target="../ink/ink472.xml"/><Relationship Id="rId75" Type="http://schemas.openxmlformats.org/officeDocument/2006/relationships/image" Target="../media/image248.png"/><Relationship Id="rId140" Type="http://schemas.openxmlformats.org/officeDocument/2006/relationships/customXml" Target="../ink/ink289.xml"/><Relationship Id="rId378" Type="http://schemas.openxmlformats.org/officeDocument/2006/relationships/image" Target="../media/image397.png"/><Relationship Id="rId585" Type="http://schemas.openxmlformats.org/officeDocument/2006/relationships/customXml" Target="../ink/ink515.xml"/><Relationship Id="rId792" Type="http://schemas.openxmlformats.org/officeDocument/2006/relationships/customXml" Target="../ink/ink620.xml"/><Relationship Id="rId806" Type="http://schemas.openxmlformats.org/officeDocument/2006/relationships/customXml" Target="../ink/ink627.xml"/><Relationship Id="rId6" Type="http://schemas.openxmlformats.org/officeDocument/2006/relationships/customXml" Target="../ink/ink222.xml"/><Relationship Id="rId238" Type="http://schemas.openxmlformats.org/officeDocument/2006/relationships/customXml" Target="../ink/ink338.xml"/><Relationship Id="rId445" Type="http://schemas.openxmlformats.org/officeDocument/2006/relationships/customXml" Target="../ink/ink443.xml"/><Relationship Id="rId652" Type="http://schemas.openxmlformats.org/officeDocument/2006/relationships/customXml" Target="../ink/ink550.xml"/><Relationship Id="rId291" Type="http://schemas.openxmlformats.org/officeDocument/2006/relationships/image" Target="../media/image355.png"/><Relationship Id="rId305" Type="http://schemas.openxmlformats.org/officeDocument/2006/relationships/image" Target="../media/image362.png"/><Relationship Id="rId512" Type="http://schemas.openxmlformats.org/officeDocument/2006/relationships/image" Target="../media/image462.png"/><Relationship Id="rId86" Type="http://schemas.openxmlformats.org/officeDocument/2006/relationships/customXml" Target="../ink/ink262.xml"/><Relationship Id="rId151" Type="http://schemas.openxmlformats.org/officeDocument/2006/relationships/image" Target="../media/image286.png"/><Relationship Id="rId389" Type="http://schemas.openxmlformats.org/officeDocument/2006/relationships/image" Target="../media/image402.png"/><Relationship Id="rId596" Type="http://schemas.openxmlformats.org/officeDocument/2006/relationships/customXml" Target="../ink/ink521.xml"/><Relationship Id="rId817" Type="http://schemas.openxmlformats.org/officeDocument/2006/relationships/image" Target="../media/image611.png"/><Relationship Id="rId249" Type="http://schemas.openxmlformats.org/officeDocument/2006/relationships/image" Target="../media/image334.png"/><Relationship Id="rId456" Type="http://schemas.openxmlformats.org/officeDocument/2006/relationships/customXml" Target="../ink/ink449.xml"/><Relationship Id="rId663" Type="http://schemas.openxmlformats.org/officeDocument/2006/relationships/image" Target="../media/image535.png"/><Relationship Id="rId870" Type="http://schemas.openxmlformats.org/officeDocument/2006/relationships/customXml" Target="../ink/ink660.xml"/><Relationship Id="rId13" Type="http://schemas.openxmlformats.org/officeDocument/2006/relationships/image" Target="../media/image217.png"/><Relationship Id="rId109" Type="http://schemas.openxmlformats.org/officeDocument/2006/relationships/image" Target="../media/image265.png"/><Relationship Id="rId316" Type="http://schemas.openxmlformats.org/officeDocument/2006/relationships/customXml" Target="../ink/ink377.xml"/><Relationship Id="rId523" Type="http://schemas.openxmlformats.org/officeDocument/2006/relationships/customXml" Target="../ink/ink483.xml"/><Relationship Id="rId97" Type="http://schemas.openxmlformats.org/officeDocument/2006/relationships/image" Target="../media/image259.png"/><Relationship Id="rId730" Type="http://schemas.openxmlformats.org/officeDocument/2006/relationships/customXml" Target="../ink/ink589.xml"/><Relationship Id="rId828" Type="http://schemas.openxmlformats.org/officeDocument/2006/relationships/customXml" Target="../ink/ink638.xml"/><Relationship Id="rId162" Type="http://schemas.openxmlformats.org/officeDocument/2006/relationships/customXml" Target="../ink/ink300.xml"/><Relationship Id="rId467" Type="http://schemas.openxmlformats.org/officeDocument/2006/relationships/image" Target="../media/image440.png"/><Relationship Id="rId674" Type="http://schemas.openxmlformats.org/officeDocument/2006/relationships/customXml" Target="../ink/ink561.xml"/><Relationship Id="rId881" Type="http://schemas.openxmlformats.org/officeDocument/2006/relationships/image" Target="../media/image641.png"/><Relationship Id="rId24" Type="http://schemas.openxmlformats.org/officeDocument/2006/relationships/customXml" Target="../ink/ink231.xml"/><Relationship Id="rId327" Type="http://schemas.openxmlformats.org/officeDocument/2006/relationships/image" Target="../media/image372.png"/><Relationship Id="rId534" Type="http://schemas.openxmlformats.org/officeDocument/2006/relationships/image" Target="../media/image473.png"/><Relationship Id="rId741" Type="http://schemas.openxmlformats.org/officeDocument/2006/relationships/image" Target="../media/image573.png"/><Relationship Id="rId839" Type="http://schemas.openxmlformats.org/officeDocument/2006/relationships/image" Target="../media/image622.png"/><Relationship Id="rId173" Type="http://schemas.openxmlformats.org/officeDocument/2006/relationships/image" Target="../media/image297.png"/><Relationship Id="rId380" Type="http://schemas.openxmlformats.org/officeDocument/2006/relationships/image" Target="../media/image398.png"/><Relationship Id="rId601" Type="http://schemas.openxmlformats.org/officeDocument/2006/relationships/image" Target="../media/image505.png"/><Relationship Id="rId240" Type="http://schemas.openxmlformats.org/officeDocument/2006/relationships/customXml" Target="../ink/ink339.xml"/><Relationship Id="rId478" Type="http://schemas.openxmlformats.org/officeDocument/2006/relationships/customXml" Target="../ink/ink460.xml"/><Relationship Id="rId685" Type="http://schemas.openxmlformats.org/officeDocument/2006/relationships/image" Target="../media/image546.png"/><Relationship Id="rId892" Type="http://schemas.openxmlformats.org/officeDocument/2006/relationships/image" Target="../media/image646.png"/><Relationship Id="rId906" Type="http://schemas.openxmlformats.org/officeDocument/2006/relationships/image" Target="../media/image653.png"/><Relationship Id="rId35" Type="http://schemas.openxmlformats.org/officeDocument/2006/relationships/image" Target="../media/image228.png"/><Relationship Id="rId100" Type="http://schemas.openxmlformats.org/officeDocument/2006/relationships/customXml" Target="../ink/ink269.xml"/><Relationship Id="rId338" Type="http://schemas.openxmlformats.org/officeDocument/2006/relationships/customXml" Target="../ink/ink388.xml"/><Relationship Id="rId545" Type="http://schemas.openxmlformats.org/officeDocument/2006/relationships/image" Target="../media/image478.png"/><Relationship Id="rId752" Type="http://schemas.openxmlformats.org/officeDocument/2006/relationships/customXml" Target="../ink/ink600.xml"/><Relationship Id="rId184" Type="http://schemas.openxmlformats.org/officeDocument/2006/relationships/customXml" Target="../ink/ink311.xml"/><Relationship Id="rId391" Type="http://schemas.openxmlformats.org/officeDocument/2006/relationships/image" Target="../media/image403.png"/><Relationship Id="rId405" Type="http://schemas.openxmlformats.org/officeDocument/2006/relationships/image" Target="../media/image410.png"/><Relationship Id="rId612" Type="http://schemas.openxmlformats.org/officeDocument/2006/relationships/image" Target="../media/image510.png"/><Relationship Id="rId251" Type="http://schemas.openxmlformats.org/officeDocument/2006/relationships/image" Target="../media/image335.png"/><Relationship Id="rId489" Type="http://schemas.openxmlformats.org/officeDocument/2006/relationships/customXml" Target="../ink/ink466.xml"/><Relationship Id="rId696" Type="http://schemas.openxmlformats.org/officeDocument/2006/relationships/customXml" Target="../ink/ink572.xml"/><Relationship Id="rId46" Type="http://schemas.openxmlformats.org/officeDocument/2006/relationships/customXml" Target="../ink/ink242.xml"/><Relationship Id="rId349" Type="http://schemas.openxmlformats.org/officeDocument/2006/relationships/image" Target="../media/image383.png"/><Relationship Id="rId556" Type="http://schemas.openxmlformats.org/officeDocument/2006/relationships/customXml" Target="../ink/ink500.xml"/><Relationship Id="rId763" Type="http://schemas.openxmlformats.org/officeDocument/2006/relationships/image" Target="../media/image584.png"/><Relationship Id="rId111" Type="http://schemas.openxmlformats.org/officeDocument/2006/relationships/image" Target="../media/image266.png"/><Relationship Id="rId195" Type="http://schemas.openxmlformats.org/officeDocument/2006/relationships/image" Target="../media/image308.png"/><Relationship Id="rId209" Type="http://schemas.openxmlformats.org/officeDocument/2006/relationships/image" Target="../media/image315.png"/><Relationship Id="rId416" Type="http://schemas.openxmlformats.org/officeDocument/2006/relationships/customXml" Target="../ink/ink428.xml"/><Relationship Id="rId623" Type="http://schemas.openxmlformats.org/officeDocument/2006/relationships/customXml" Target="../ink/ink535.xml"/><Relationship Id="rId830" Type="http://schemas.openxmlformats.org/officeDocument/2006/relationships/customXml" Target="../ink/ink639.xml"/><Relationship Id="rId57" Type="http://schemas.openxmlformats.org/officeDocument/2006/relationships/image" Target="../media/image239.png"/><Relationship Id="rId262" Type="http://schemas.openxmlformats.org/officeDocument/2006/relationships/customXml" Target="../ink/ink350.xml"/><Relationship Id="rId567" Type="http://schemas.openxmlformats.org/officeDocument/2006/relationships/customXml" Target="../ink/ink506.xml"/><Relationship Id="rId122" Type="http://schemas.openxmlformats.org/officeDocument/2006/relationships/customXml" Target="../ink/ink280.xml"/><Relationship Id="rId774" Type="http://schemas.openxmlformats.org/officeDocument/2006/relationships/customXml" Target="../ink/ink611.xml"/><Relationship Id="rId427" Type="http://schemas.openxmlformats.org/officeDocument/2006/relationships/customXml" Target="../ink/ink434.xml"/><Relationship Id="rId634" Type="http://schemas.openxmlformats.org/officeDocument/2006/relationships/customXml" Target="../ink/ink541.xml"/><Relationship Id="rId841" Type="http://schemas.openxmlformats.org/officeDocument/2006/relationships/image" Target="../media/image623.png"/><Relationship Id="rId273" Type="http://schemas.openxmlformats.org/officeDocument/2006/relationships/image" Target="../media/image346.png"/><Relationship Id="rId480" Type="http://schemas.openxmlformats.org/officeDocument/2006/relationships/customXml" Target="../ink/ink461.xml"/><Relationship Id="rId701" Type="http://schemas.openxmlformats.org/officeDocument/2006/relationships/image" Target="../media/image553.png"/><Relationship Id="rId68" Type="http://schemas.openxmlformats.org/officeDocument/2006/relationships/customXml" Target="../ink/ink253.xml"/><Relationship Id="rId133" Type="http://schemas.openxmlformats.org/officeDocument/2006/relationships/image" Target="../media/image277.png"/><Relationship Id="rId340" Type="http://schemas.openxmlformats.org/officeDocument/2006/relationships/customXml" Target="../ink/ink389.xml"/><Relationship Id="rId578" Type="http://schemas.openxmlformats.org/officeDocument/2006/relationships/image" Target="../media/image494.png"/><Relationship Id="rId785" Type="http://schemas.openxmlformats.org/officeDocument/2006/relationships/image" Target="../media/image595.png"/><Relationship Id="rId200" Type="http://schemas.openxmlformats.org/officeDocument/2006/relationships/customXml" Target="../ink/ink319.xml"/><Relationship Id="rId438" Type="http://schemas.openxmlformats.org/officeDocument/2006/relationships/image" Target="../media/image426.png"/><Relationship Id="rId645" Type="http://schemas.openxmlformats.org/officeDocument/2006/relationships/image" Target="../media/image526.png"/><Relationship Id="rId852" Type="http://schemas.openxmlformats.org/officeDocument/2006/relationships/customXml" Target="../ink/ink651.xml"/><Relationship Id="rId284" Type="http://schemas.openxmlformats.org/officeDocument/2006/relationships/customXml" Target="../ink/ink361.xml"/><Relationship Id="rId491" Type="http://schemas.openxmlformats.org/officeDocument/2006/relationships/customXml" Target="../ink/ink467.xml"/><Relationship Id="rId505" Type="http://schemas.openxmlformats.org/officeDocument/2006/relationships/customXml" Target="../ink/ink474.xml"/><Relationship Id="rId712" Type="http://schemas.openxmlformats.org/officeDocument/2006/relationships/customXml" Target="../ink/ink580.xml"/><Relationship Id="rId79" Type="http://schemas.openxmlformats.org/officeDocument/2006/relationships/image" Target="../media/image250.png"/><Relationship Id="rId144" Type="http://schemas.openxmlformats.org/officeDocument/2006/relationships/customXml" Target="../ink/ink291.xml"/><Relationship Id="rId589" Type="http://schemas.openxmlformats.org/officeDocument/2006/relationships/customXml" Target="../ink/ink517.xml"/><Relationship Id="rId796" Type="http://schemas.openxmlformats.org/officeDocument/2006/relationships/customXml" Target="../ink/ink622.xml"/><Relationship Id="rId90" Type="http://schemas.openxmlformats.org/officeDocument/2006/relationships/customXml" Target="../ink/ink264.xml"/><Relationship Id="rId186" Type="http://schemas.openxmlformats.org/officeDocument/2006/relationships/customXml" Target="../ink/ink312.xml"/><Relationship Id="rId351" Type="http://schemas.openxmlformats.org/officeDocument/2006/relationships/image" Target="../media/image384.png"/><Relationship Id="rId393" Type="http://schemas.openxmlformats.org/officeDocument/2006/relationships/image" Target="../media/image404.png"/><Relationship Id="rId407" Type="http://schemas.openxmlformats.org/officeDocument/2006/relationships/image" Target="../media/image411.png"/><Relationship Id="rId449" Type="http://schemas.openxmlformats.org/officeDocument/2006/relationships/customXml" Target="../ink/ink445.xml"/><Relationship Id="rId614" Type="http://schemas.openxmlformats.org/officeDocument/2006/relationships/image" Target="../media/image511.png"/><Relationship Id="rId656" Type="http://schemas.openxmlformats.org/officeDocument/2006/relationships/customXml" Target="../ink/ink552.xml"/><Relationship Id="rId821" Type="http://schemas.openxmlformats.org/officeDocument/2006/relationships/image" Target="../media/image613.png"/><Relationship Id="rId863" Type="http://schemas.openxmlformats.org/officeDocument/2006/relationships/image" Target="../media/image633.png"/><Relationship Id="rId211" Type="http://schemas.openxmlformats.org/officeDocument/2006/relationships/image" Target="../media/image316.png"/><Relationship Id="rId253" Type="http://schemas.openxmlformats.org/officeDocument/2006/relationships/image" Target="../media/image336.png"/><Relationship Id="rId295" Type="http://schemas.openxmlformats.org/officeDocument/2006/relationships/image" Target="../media/image357.png"/><Relationship Id="rId309" Type="http://schemas.openxmlformats.org/officeDocument/2006/relationships/image" Target="../media/image364.png"/><Relationship Id="rId460" Type="http://schemas.openxmlformats.org/officeDocument/2006/relationships/customXml" Target="../ink/ink451.xml"/><Relationship Id="rId516" Type="http://schemas.openxmlformats.org/officeDocument/2006/relationships/image" Target="../media/image464.png"/><Relationship Id="rId698" Type="http://schemas.openxmlformats.org/officeDocument/2006/relationships/customXml" Target="../ink/ink573.xml"/><Relationship Id="rId48" Type="http://schemas.openxmlformats.org/officeDocument/2006/relationships/customXml" Target="../ink/ink243.xml"/><Relationship Id="rId113" Type="http://schemas.openxmlformats.org/officeDocument/2006/relationships/image" Target="../media/image267.png"/><Relationship Id="rId320" Type="http://schemas.openxmlformats.org/officeDocument/2006/relationships/customXml" Target="../ink/ink379.xml"/><Relationship Id="rId558" Type="http://schemas.openxmlformats.org/officeDocument/2006/relationships/customXml" Target="../ink/ink501.xml"/><Relationship Id="rId723" Type="http://schemas.openxmlformats.org/officeDocument/2006/relationships/image" Target="../media/image564.png"/><Relationship Id="rId765" Type="http://schemas.openxmlformats.org/officeDocument/2006/relationships/image" Target="../media/image585.png"/><Relationship Id="rId155" Type="http://schemas.openxmlformats.org/officeDocument/2006/relationships/image" Target="../media/image288.png"/><Relationship Id="rId197" Type="http://schemas.openxmlformats.org/officeDocument/2006/relationships/image" Target="../media/image309.png"/><Relationship Id="rId362" Type="http://schemas.openxmlformats.org/officeDocument/2006/relationships/image" Target="../media/image389.png"/><Relationship Id="rId418" Type="http://schemas.openxmlformats.org/officeDocument/2006/relationships/customXml" Target="../ink/ink429.xml"/><Relationship Id="rId625" Type="http://schemas.openxmlformats.org/officeDocument/2006/relationships/customXml" Target="../ink/ink536.xml"/><Relationship Id="rId832" Type="http://schemas.openxmlformats.org/officeDocument/2006/relationships/customXml" Target="../ink/ink640.xml"/><Relationship Id="rId222" Type="http://schemas.openxmlformats.org/officeDocument/2006/relationships/customXml" Target="../ink/ink330.xml"/><Relationship Id="rId264" Type="http://schemas.openxmlformats.org/officeDocument/2006/relationships/customXml" Target="../ink/ink351.xml"/><Relationship Id="rId471" Type="http://schemas.openxmlformats.org/officeDocument/2006/relationships/image" Target="../media/image442.png"/><Relationship Id="rId667" Type="http://schemas.openxmlformats.org/officeDocument/2006/relationships/image" Target="../media/image537.png"/><Relationship Id="rId874" Type="http://schemas.openxmlformats.org/officeDocument/2006/relationships/customXml" Target="../ink/ink662.xml"/><Relationship Id="rId17" Type="http://schemas.openxmlformats.org/officeDocument/2006/relationships/image" Target="../media/image219.png"/><Relationship Id="rId59" Type="http://schemas.openxmlformats.org/officeDocument/2006/relationships/image" Target="../media/image240.png"/><Relationship Id="rId124" Type="http://schemas.openxmlformats.org/officeDocument/2006/relationships/customXml" Target="../ink/ink281.xml"/><Relationship Id="rId527" Type="http://schemas.openxmlformats.org/officeDocument/2006/relationships/customXml" Target="../ink/ink485.xml"/><Relationship Id="rId569" Type="http://schemas.openxmlformats.org/officeDocument/2006/relationships/customXml" Target="../ink/ink507.xml"/><Relationship Id="rId734" Type="http://schemas.openxmlformats.org/officeDocument/2006/relationships/customXml" Target="../ink/ink591.xml"/><Relationship Id="rId776" Type="http://schemas.openxmlformats.org/officeDocument/2006/relationships/customXml" Target="../ink/ink612.xml"/><Relationship Id="rId70" Type="http://schemas.openxmlformats.org/officeDocument/2006/relationships/customXml" Target="../ink/ink254.xml"/><Relationship Id="rId166" Type="http://schemas.openxmlformats.org/officeDocument/2006/relationships/customXml" Target="../ink/ink302.xml"/><Relationship Id="rId331" Type="http://schemas.openxmlformats.org/officeDocument/2006/relationships/image" Target="../media/image374.png"/><Relationship Id="rId373" Type="http://schemas.openxmlformats.org/officeDocument/2006/relationships/customXml" Target="../ink/ink406.xml"/><Relationship Id="rId429" Type="http://schemas.openxmlformats.org/officeDocument/2006/relationships/customXml" Target="../ink/ink435.xml"/><Relationship Id="rId580" Type="http://schemas.openxmlformats.org/officeDocument/2006/relationships/image" Target="../media/image495.png"/><Relationship Id="rId636" Type="http://schemas.openxmlformats.org/officeDocument/2006/relationships/customXml" Target="../ink/ink542.xml"/><Relationship Id="rId801" Type="http://schemas.openxmlformats.org/officeDocument/2006/relationships/image" Target="../media/image603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327.png"/><Relationship Id="rId440" Type="http://schemas.openxmlformats.org/officeDocument/2006/relationships/image" Target="../media/image427.png"/><Relationship Id="rId678" Type="http://schemas.openxmlformats.org/officeDocument/2006/relationships/customXml" Target="../ink/ink563.xml"/><Relationship Id="rId843" Type="http://schemas.openxmlformats.org/officeDocument/2006/relationships/image" Target="../media/image624.png"/><Relationship Id="rId885" Type="http://schemas.openxmlformats.org/officeDocument/2006/relationships/image" Target="../media/image643.png"/><Relationship Id="rId28" Type="http://schemas.openxmlformats.org/officeDocument/2006/relationships/customXml" Target="../ink/ink233.xml"/><Relationship Id="rId275" Type="http://schemas.openxmlformats.org/officeDocument/2006/relationships/image" Target="../media/image347.png"/><Relationship Id="rId300" Type="http://schemas.openxmlformats.org/officeDocument/2006/relationships/customXml" Target="../ink/ink369.xml"/><Relationship Id="rId482" Type="http://schemas.openxmlformats.org/officeDocument/2006/relationships/image" Target="../media/image447.png"/><Relationship Id="rId538" Type="http://schemas.openxmlformats.org/officeDocument/2006/relationships/image" Target="../media/image475.png"/><Relationship Id="rId703" Type="http://schemas.openxmlformats.org/officeDocument/2006/relationships/image" Target="../media/image554.png"/><Relationship Id="rId745" Type="http://schemas.openxmlformats.org/officeDocument/2006/relationships/image" Target="../media/image575.png"/><Relationship Id="rId910" Type="http://schemas.openxmlformats.org/officeDocument/2006/relationships/image" Target="../media/image655.png"/><Relationship Id="rId81" Type="http://schemas.openxmlformats.org/officeDocument/2006/relationships/image" Target="../media/image251.png"/><Relationship Id="rId135" Type="http://schemas.openxmlformats.org/officeDocument/2006/relationships/image" Target="../media/image278.png"/><Relationship Id="rId177" Type="http://schemas.openxmlformats.org/officeDocument/2006/relationships/image" Target="../media/image299.png"/><Relationship Id="rId342" Type="http://schemas.openxmlformats.org/officeDocument/2006/relationships/customXml" Target="../ink/ink390.xml"/><Relationship Id="rId384" Type="http://schemas.openxmlformats.org/officeDocument/2006/relationships/image" Target="../media/image400.png"/><Relationship Id="rId591" Type="http://schemas.openxmlformats.org/officeDocument/2006/relationships/image" Target="../media/image500.png"/><Relationship Id="rId605" Type="http://schemas.openxmlformats.org/officeDocument/2006/relationships/image" Target="../media/image507.png"/><Relationship Id="rId787" Type="http://schemas.openxmlformats.org/officeDocument/2006/relationships/image" Target="../media/image596.png"/><Relationship Id="rId812" Type="http://schemas.openxmlformats.org/officeDocument/2006/relationships/customXml" Target="../ink/ink630.xml"/><Relationship Id="rId202" Type="http://schemas.openxmlformats.org/officeDocument/2006/relationships/customXml" Target="../ink/ink320.xml"/><Relationship Id="rId244" Type="http://schemas.openxmlformats.org/officeDocument/2006/relationships/customXml" Target="../ink/ink341.xml"/><Relationship Id="rId647" Type="http://schemas.openxmlformats.org/officeDocument/2006/relationships/image" Target="../media/image527.png"/><Relationship Id="rId689" Type="http://schemas.openxmlformats.org/officeDocument/2006/relationships/image" Target="../media/image548.png"/><Relationship Id="rId854" Type="http://schemas.openxmlformats.org/officeDocument/2006/relationships/customXml" Target="../ink/ink652.xml"/><Relationship Id="rId896" Type="http://schemas.openxmlformats.org/officeDocument/2006/relationships/image" Target="../media/image648.png"/><Relationship Id="rId39" Type="http://schemas.openxmlformats.org/officeDocument/2006/relationships/image" Target="../media/image230.png"/><Relationship Id="rId286" Type="http://schemas.openxmlformats.org/officeDocument/2006/relationships/customXml" Target="../ink/ink362.xml"/><Relationship Id="rId451" Type="http://schemas.openxmlformats.org/officeDocument/2006/relationships/image" Target="../media/image432.png"/><Relationship Id="rId493" Type="http://schemas.openxmlformats.org/officeDocument/2006/relationships/customXml" Target="../ink/ink468.xml"/><Relationship Id="rId507" Type="http://schemas.openxmlformats.org/officeDocument/2006/relationships/customXml" Target="../ink/ink475.xml"/><Relationship Id="rId549" Type="http://schemas.openxmlformats.org/officeDocument/2006/relationships/image" Target="../media/image480.png"/><Relationship Id="rId714" Type="http://schemas.openxmlformats.org/officeDocument/2006/relationships/customXml" Target="../ink/ink581.xml"/><Relationship Id="rId756" Type="http://schemas.openxmlformats.org/officeDocument/2006/relationships/customXml" Target="../ink/ink602.xml"/><Relationship Id="rId50" Type="http://schemas.openxmlformats.org/officeDocument/2006/relationships/customXml" Target="../ink/ink244.xml"/><Relationship Id="rId104" Type="http://schemas.openxmlformats.org/officeDocument/2006/relationships/customXml" Target="../ink/ink271.xml"/><Relationship Id="rId146" Type="http://schemas.openxmlformats.org/officeDocument/2006/relationships/customXml" Target="../ink/ink292.xml"/><Relationship Id="rId188" Type="http://schemas.openxmlformats.org/officeDocument/2006/relationships/customXml" Target="../ink/ink313.xml"/><Relationship Id="rId311" Type="http://schemas.openxmlformats.org/officeDocument/2006/relationships/image" Target="../media/image365.png"/><Relationship Id="rId353" Type="http://schemas.openxmlformats.org/officeDocument/2006/relationships/image" Target="../media/image385.png"/><Relationship Id="rId395" Type="http://schemas.openxmlformats.org/officeDocument/2006/relationships/image" Target="../media/image405.png"/><Relationship Id="rId409" Type="http://schemas.openxmlformats.org/officeDocument/2006/relationships/image" Target="../media/image412.png"/><Relationship Id="rId560" Type="http://schemas.openxmlformats.org/officeDocument/2006/relationships/customXml" Target="../ink/ink502.xml"/><Relationship Id="rId798" Type="http://schemas.openxmlformats.org/officeDocument/2006/relationships/customXml" Target="../ink/ink623.xml"/><Relationship Id="rId92" Type="http://schemas.openxmlformats.org/officeDocument/2006/relationships/customXml" Target="../ink/ink265.xml"/><Relationship Id="rId213" Type="http://schemas.openxmlformats.org/officeDocument/2006/relationships/image" Target="../media/image317.png"/><Relationship Id="rId420" Type="http://schemas.openxmlformats.org/officeDocument/2006/relationships/customXml" Target="../ink/ink430.xml"/><Relationship Id="rId616" Type="http://schemas.openxmlformats.org/officeDocument/2006/relationships/image" Target="../media/image512.png"/><Relationship Id="rId658" Type="http://schemas.openxmlformats.org/officeDocument/2006/relationships/customXml" Target="../ink/ink553.xml"/><Relationship Id="rId823" Type="http://schemas.openxmlformats.org/officeDocument/2006/relationships/image" Target="../media/image614.png"/><Relationship Id="rId865" Type="http://schemas.openxmlformats.org/officeDocument/2006/relationships/image" Target="../media/image634.png"/><Relationship Id="rId255" Type="http://schemas.openxmlformats.org/officeDocument/2006/relationships/image" Target="../media/image337.png"/><Relationship Id="rId297" Type="http://schemas.openxmlformats.org/officeDocument/2006/relationships/image" Target="../media/image358.png"/><Relationship Id="rId462" Type="http://schemas.openxmlformats.org/officeDocument/2006/relationships/customXml" Target="../ink/ink452.xml"/><Relationship Id="rId518" Type="http://schemas.openxmlformats.org/officeDocument/2006/relationships/image" Target="../media/image465.png"/><Relationship Id="rId725" Type="http://schemas.openxmlformats.org/officeDocument/2006/relationships/image" Target="../media/image565.png"/><Relationship Id="rId115" Type="http://schemas.openxmlformats.org/officeDocument/2006/relationships/image" Target="../media/image268.png"/><Relationship Id="rId157" Type="http://schemas.openxmlformats.org/officeDocument/2006/relationships/image" Target="../media/image289.png"/><Relationship Id="rId322" Type="http://schemas.openxmlformats.org/officeDocument/2006/relationships/customXml" Target="../ink/ink380.xml"/><Relationship Id="rId364" Type="http://schemas.openxmlformats.org/officeDocument/2006/relationships/image" Target="../media/image390.png"/><Relationship Id="rId767" Type="http://schemas.openxmlformats.org/officeDocument/2006/relationships/image" Target="../media/image586.png"/><Relationship Id="rId61" Type="http://schemas.openxmlformats.org/officeDocument/2006/relationships/image" Target="../media/image241.png"/><Relationship Id="rId199" Type="http://schemas.openxmlformats.org/officeDocument/2006/relationships/image" Target="../media/image310.png"/><Relationship Id="rId571" Type="http://schemas.openxmlformats.org/officeDocument/2006/relationships/customXml" Target="../ink/ink508.xml"/><Relationship Id="rId627" Type="http://schemas.openxmlformats.org/officeDocument/2006/relationships/image" Target="../media/image517.png"/><Relationship Id="rId669" Type="http://schemas.openxmlformats.org/officeDocument/2006/relationships/image" Target="../media/image538.png"/><Relationship Id="rId834" Type="http://schemas.openxmlformats.org/officeDocument/2006/relationships/customXml" Target="../ink/ink641.xml"/><Relationship Id="rId876" Type="http://schemas.openxmlformats.org/officeDocument/2006/relationships/customXml" Target="../ink/ink663.xml"/><Relationship Id="rId19" Type="http://schemas.openxmlformats.org/officeDocument/2006/relationships/image" Target="../media/image220.png"/><Relationship Id="rId224" Type="http://schemas.openxmlformats.org/officeDocument/2006/relationships/customXml" Target="../ink/ink331.xml"/><Relationship Id="rId266" Type="http://schemas.openxmlformats.org/officeDocument/2006/relationships/customXml" Target="../ink/ink352.xml"/><Relationship Id="rId431" Type="http://schemas.openxmlformats.org/officeDocument/2006/relationships/customXml" Target="../ink/ink436.xml"/><Relationship Id="rId473" Type="http://schemas.openxmlformats.org/officeDocument/2006/relationships/image" Target="../media/image443.png"/><Relationship Id="rId529" Type="http://schemas.openxmlformats.org/officeDocument/2006/relationships/customXml" Target="../ink/ink486.xml"/><Relationship Id="rId680" Type="http://schemas.openxmlformats.org/officeDocument/2006/relationships/customXml" Target="../ink/ink564.xml"/><Relationship Id="rId736" Type="http://schemas.openxmlformats.org/officeDocument/2006/relationships/customXml" Target="../ink/ink592.xml"/><Relationship Id="rId901" Type="http://schemas.openxmlformats.org/officeDocument/2006/relationships/customXml" Target="../ink/ink676.xml"/><Relationship Id="rId30" Type="http://schemas.openxmlformats.org/officeDocument/2006/relationships/customXml" Target="../ink/ink234.xml"/><Relationship Id="rId126" Type="http://schemas.openxmlformats.org/officeDocument/2006/relationships/customXml" Target="../ink/ink282.xml"/><Relationship Id="rId168" Type="http://schemas.openxmlformats.org/officeDocument/2006/relationships/customXml" Target="../ink/ink303.xml"/><Relationship Id="rId333" Type="http://schemas.openxmlformats.org/officeDocument/2006/relationships/image" Target="../media/image375.png"/><Relationship Id="rId540" Type="http://schemas.openxmlformats.org/officeDocument/2006/relationships/image" Target="../media/image476.png"/><Relationship Id="rId778" Type="http://schemas.openxmlformats.org/officeDocument/2006/relationships/customXml" Target="../ink/ink613.xml"/><Relationship Id="rId72" Type="http://schemas.openxmlformats.org/officeDocument/2006/relationships/customXml" Target="../ink/ink255.xml"/><Relationship Id="rId375" Type="http://schemas.openxmlformats.org/officeDocument/2006/relationships/customXml" Target="../ink/ink407.xml"/><Relationship Id="rId582" Type="http://schemas.openxmlformats.org/officeDocument/2006/relationships/image" Target="../media/image496.png"/><Relationship Id="rId638" Type="http://schemas.openxmlformats.org/officeDocument/2006/relationships/customXml" Target="../ink/ink543.xml"/><Relationship Id="rId803" Type="http://schemas.openxmlformats.org/officeDocument/2006/relationships/image" Target="../media/image604.png"/><Relationship Id="rId845" Type="http://schemas.openxmlformats.org/officeDocument/2006/relationships/customXml" Target="../ink/ink647.xml"/><Relationship Id="rId3" Type="http://schemas.openxmlformats.org/officeDocument/2006/relationships/image" Target="../media/image212.png"/><Relationship Id="rId235" Type="http://schemas.openxmlformats.org/officeDocument/2006/relationships/image" Target="../media/image328.png"/><Relationship Id="rId277" Type="http://schemas.openxmlformats.org/officeDocument/2006/relationships/image" Target="../media/image348.png"/><Relationship Id="rId400" Type="http://schemas.openxmlformats.org/officeDocument/2006/relationships/customXml" Target="../ink/ink420.xml"/><Relationship Id="rId442" Type="http://schemas.openxmlformats.org/officeDocument/2006/relationships/image" Target="../media/image428.png"/><Relationship Id="rId484" Type="http://schemas.openxmlformats.org/officeDocument/2006/relationships/image" Target="../media/image448.png"/><Relationship Id="rId705" Type="http://schemas.openxmlformats.org/officeDocument/2006/relationships/image" Target="../media/image555.png"/><Relationship Id="rId887" Type="http://schemas.openxmlformats.org/officeDocument/2006/relationships/customXml" Target="../ink/ink669.xml"/><Relationship Id="rId137" Type="http://schemas.openxmlformats.org/officeDocument/2006/relationships/image" Target="../media/image279.png"/><Relationship Id="rId302" Type="http://schemas.openxmlformats.org/officeDocument/2006/relationships/customXml" Target="../ink/ink370.xml"/><Relationship Id="rId344" Type="http://schemas.openxmlformats.org/officeDocument/2006/relationships/customXml" Target="../ink/ink391.xml"/><Relationship Id="rId691" Type="http://schemas.openxmlformats.org/officeDocument/2006/relationships/image" Target="../media/image549.png"/><Relationship Id="rId747" Type="http://schemas.openxmlformats.org/officeDocument/2006/relationships/image" Target="../media/image576.png"/><Relationship Id="rId789" Type="http://schemas.openxmlformats.org/officeDocument/2006/relationships/image" Target="../media/image597.png"/><Relationship Id="rId912" Type="http://schemas.openxmlformats.org/officeDocument/2006/relationships/image" Target="../media/image656.png"/><Relationship Id="rId41" Type="http://schemas.openxmlformats.org/officeDocument/2006/relationships/image" Target="../media/image231.png"/><Relationship Id="rId83" Type="http://schemas.openxmlformats.org/officeDocument/2006/relationships/image" Target="../media/image252.png"/><Relationship Id="rId179" Type="http://schemas.openxmlformats.org/officeDocument/2006/relationships/image" Target="../media/image300.png"/><Relationship Id="rId386" Type="http://schemas.openxmlformats.org/officeDocument/2006/relationships/image" Target="../media/image401.png"/><Relationship Id="rId551" Type="http://schemas.openxmlformats.org/officeDocument/2006/relationships/image" Target="../media/image481.png"/><Relationship Id="rId593" Type="http://schemas.openxmlformats.org/officeDocument/2006/relationships/image" Target="../media/image501.png"/><Relationship Id="rId607" Type="http://schemas.openxmlformats.org/officeDocument/2006/relationships/customXml" Target="../ink/ink527.xml"/><Relationship Id="rId649" Type="http://schemas.openxmlformats.org/officeDocument/2006/relationships/image" Target="../media/image528.png"/><Relationship Id="rId814" Type="http://schemas.openxmlformats.org/officeDocument/2006/relationships/customXml" Target="../ink/ink631.xml"/><Relationship Id="rId856" Type="http://schemas.openxmlformats.org/officeDocument/2006/relationships/customXml" Target="../ink/ink653.xml"/><Relationship Id="rId190" Type="http://schemas.openxmlformats.org/officeDocument/2006/relationships/customXml" Target="../ink/ink314.xml"/><Relationship Id="rId204" Type="http://schemas.openxmlformats.org/officeDocument/2006/relationships/customXml" Target="../ink/ink321.xml"/><Relationship Id="rId246" Type="http://schemas.openxmlformats.org/officeDocument/2006/relationships/customXml" Target="../ink/ink342.xml"/><Relationship Id="rId288" Type="http://schemas.openxmlformats.org/officeDocument/2006/relationships/customXml" Target="../ink/ink363.xml"/><Relationship Id="rId411" Type="http://schemas.openxmlformats.org/officeDocument/2006/relationships/image" Target="../media/image413.png"/><Relationship Id="rId453" Type="http://schemas.openxmlformats.org/officeDocument/2006/relationships/image" Target="../media/image433.png"/><Relationship Id="rId509" Type="http://schemas.openxmlformats.org/officeDocument/2006/relationships/customXml" Target="../ink/ink476.xml"/><Relationship Id="rId660" Type="http://schemas.openxmlformats.org/officeDocument/2006/relationships/customXml" Target="../ink/ink554.xml"/><Relationship Id="rId898" Type="http://schemas.openxmlformats.org/officeDocument/2006/relationships/image" Target="../media/image649.png"/><Relationship Id="rId106" Type="http://schemas.openxmlformats.org/officeDocument/2006/relationships/customXml" Target="../ink/ink272.xml"/><Relationship Id="rId313" Type="http://schemas.openxmlformats.org/officeDocument/2006/relationships/image" Target="../media/image366.png"/><Relationship Id="rId495" Type="http://schemas.openxmlformats.org/officeDocument/2006/relationships/customXml" Target="../ink/ink469.xml"/><Relationship Id="rId716" Type="http://schemas.openxmlformats.org/officeDocument/2006/relationships/customXml" Target="../ink/ink582.xml"/><Relationship Id="rId758" Type="http://schemas.openxmlformats.org/officeDocument/2006/relationships/customXml" Target="../ink/ink603.xml"/><Relationship Id="rId10" Type="http://schemas.openxmlformats.org/officeDocument/2006/relationships/customXml" Target="../ink/ink224.xml"/><Relationship Id="rId52" Type="http://schemas.openxmlformats.org/officeDocument/2006/relationships/customXml" Target="../ink/ink245.xml"/><Relationship Id="rId94" Type="http://schemas.openxmlformats.org/officeDocument/2006/relationships/customXml" Target="../ink/ink266.xml"/><Relationship Id="rId148" Type="http://schemas.openxmlformats.org/officeDocument/2006/relationships/customXml" Target="../ink/ink293.xml"/><Relationship Id="rId355" Type="http://schemas.openxmlformats.org/officeDocument/2006/relationships/image" Target="../media/image386.png"/><Relationship Id="rId397" Type="http://schemas.openxmlformats.org/officeDocument/2006/relationships/image" Target="../media/image406.png"/><Relationship Id="rId520" Type="http://schemas.openxmlformats.org/officeDocument/2006/relationships/image" Target="../media/image466.png"/><Relationship Id="rId562" Type="http://schemas.openxmlformats.org/officeDocument/2006/relationships/customXml" Target="../ink/ink503.xml"/><Relationship Id="rId618" Type="http://schemas.openxmlformats.org/officeDocument/2006/relationships/image" Target="../media/image513.png"/><Relationship Id="rId825" Type="http://schemas.openxmlformats.org/officeDocument/2006/relationships/image" Target="../media/image615.png"/><Relationship Id="rId215" Type="http://schemas.openxmlformats.org/officeDocument/2006/relationships/image" Target="../media/image318.png"/><Relationship Id="rId257" Type="http://schemas.openxmlformats.org/officeDocument/2006/relationships/image" Target="../media/image338.png"/><Relationship Id="rId422" Type="http://schemas.openxmlformats.org/officeDocument/2006/relationships/image" Target="../media/image418.png"/><Relationship Id="rId464" Type="http://schemas.openxmlformats.org/officeDocument/2006/relationships/customXml" Target="../ink/ink453.xml"/><Relationship Id="rId867" Type="http://schemas.openxmlformats.org/officeDocument/2006/relationships/image" Target="../media/image635.png"/><Relationship Id="rId299" Type="http://schemas.openxmlformats.org/officeDocument/2006/relationships/image" Target="../media/image359.png"/><Relationship Id="rId727" Type="http://schemas.openxmlformats.org/officeDocument/2006/relationships/image" Target="../media/image566.png"/><Relationship Id="rId63" Type="http://schemas.openxmlformats.org/officeDocument/2006/relationships/image" Target="../media/image242.png"/><Relationship Id="rId159" Type="http://schemas.openxmlformats.org/officeDocument/2006/relationships/image" Target="../media/image290.png"/><Relationship Id="rId366" Type="http://schemas.openxmlformats.org/officeDocument/2006/relationships/image" Target="../media/image391.png"/><Relationship Id="rId573" Type="http://schemas.openxmlformats.org/officeDocument/2006/relationships/customXml" Target="../ink/ink509.xml"/><Relationship Id="rId780" Type="http://schemas.openxmlformats.org/officeDocument/2006/relationships/customXml" Target="../ink/ink614.xml"/><Relationship Id="rId226" Type="http://schemas.openxmlformats.org/officeDocument/2006/relationships/customXml" Target="../ink/ink332.xml"/><Relationship Id="rId433" Type="http://schemas.openxmlformats.org/officeDocument/2006/relationships/customXml" Target="../ink/ink437.xml"/><Relationship Id="rId878" Type="http://schemas.openxmlformats.org/officeDocument/2006/relationships/customXml" Target="../ink/ink664.xml"/><Relationship Id="rId640" Type="http://schemas.openxmlformats.org/officeDocument/2006/relationships/customXml" Target="../ink/ink544.xml"/><Relationship Id="rId738" Type="http://schemas.openxmlformats.org/officeDocument/2006/relationships/customXml" Target="../ink/ink593.xml"/><Relationship Id="rId74" Type="http://schemas.openxmlformats.org/officeDocument/2006/relationships/customXml" Target="../ink/ink256.xml"/><Relationship Id="rId377" Type="http://schemas.openxmlformats.org/officeDocument/2006/relationships/customXml" Target="../ink/ink408.xml"/><Relationship Id="rId500" Type="http://schemas.openxmlformats.org/officeDocument/2006/relationships/image" Target="../media/image456.png"/><Relationship Id="rId584" Type="http://schemas.openxmlformats.org/officeDocument/2006/relationships/image" Target="../media/image497.png"/><Relationship Id="rId805" Type="http://schemas.openxmlformats.org/officeDocument/2006/relationships/image" Target="../media/image605.png"/><Relationship Id="rId5" Type="http://schemas.openxmlformats.org/officeDocument/2006/relationships/image" Target="../media/image213.png"/><Relationship Id="rId237" Type="http://schemas.openxmlformats.org/officeDocument/2006/relationships/image" Target="../media/image329.png"/><Relationship Id="rId791" Type="http://schemas.openxmlformats.org/officeDocument/2006/relationships/image" Target="../media/image598.png"/><Relationship Id="rId889" Type="http://schemas.openxmlformats.org/officeDocument/2006/relationships/customXml" Target="../ink/ink670.xml"/><Relationship Id="rId444" Type="http://schemas.openxmlformats.org/officeDocument/2006/relationships/image" Target="../media/image429.png"/><Relationship Id="rId651" Type="http://schemas.openxmlformats.org/officeDocument/2006/relationships/image" Target="../media/image529.png"/><Relationship Id="rId749" Type="http://schemas.openxmlformats.org/officeDocument/2006/relationships/image" Target="../media/image577.png"/><Relationship Id="rId290" Type="http://schemas.openxmlformats.org/officeDocument/2006/relationships/customXml" Target="../ink/ink364.xml"/><Relationship Id="rId304" Type="http://schemas.openxmlformats.org/officeDocument/2006/relationships/customXml" Target="../ink/ink371.xml"/><Relationship Id="rId388" Type="http://schemas.openxmlformats.org/officeDocument/2006/relationships/customXml" Target="../ink/ink414.xml"/><Relationship Id="rId511" Type="http://schemas.openxmlformats.org/officeDocument/2006/relationships/customXml" Target="../ink/ink477.xml"/><Relationship Id="rId609" Type="http://schemas.openxmlformats.org/officeDocument/2006/relationships/customXml" Target="../ink/ink528.xml"/><Relationship Id="rId85" Type="http://schemas.openxmlformats.org/officeDocument/2006/relationships/image" Target="../media/image253.png"/><Relationship Id="rId150" Type="http://schemas.openxmlformats.org/officeDocument/2006/relationships/customXml" Target="../ink/ink294.xml"/><Relationship Id="rId595" Type="http://schemas.openxmlformats.org/officeDocument/2006/relationships/image" Target="../media/image502.png"/><Relationship Id="rId816" Type="http://schemas.openxmlformats.org/officeDocument/2006/relationships/customXml" Target="../ink/ink632.xml"/><Relationship Id="rId248" Type="http://schemas.openxmlformats.org/officeDocument/2006/relationships/customXml" Target="../ink/ink343.xml"/><Relationship Id="rId455" Type="http://schemas.openxmlformats.org/officeDocument/2006/relationships/image" Target="../media/image434.png"/><Relationship Id="rId662" Type="http://schemas.openxmlformats.org/officeDocument/2006/relationships/customXml" Target="../ink/ink555.xml"/><Relationship Id="rId12" Type="http://schemas.openxmlformats.org/officeDocument/2006/relationships/customXml" Target="../ink/ink225.xml"/><Relationship Id="rId108" Type="http://schemas.openxmlformats.org/officeDocument/2006/relationships/customXml" Target="../ink/ink273.xml"/><Relationship Id="rId315" Type="http://schemas.openxmlformats.org/officeDocument/2006/relationships/image" Target="../media/image367.png"/><Relationship Id="rId522" Type="http://schemas.openxmlformats.org/officeDocument/2006/relationships/image" Target="../media/image467.png"/><Relationship Id="rId96" Type="http://schemas.openxmlformats.org/officeDocument/2006/relationships/customXml" Target="../ink/ink267.xml"/><Relationship Id="rId161" Type="http://schemas.openxmlformats.org/officeDocument/2006/relationships/image" Target="../media/image291.png"/><Relationship Id="rId399" Type="http://schemas.openxmlformats.org/officeDocument/2006/relationships/image" Target="../media/image407.png"/><Relationship Id="rId827" Type="http://schemas.openxmlformats.org/officeDocument/2006/relationships/image" Target="../media/image616.png"/><Relationship Id="rId259" Type="http://schemas.openxmlformats.org/officeDocument/2006/relationships/image" Target="../media/image339.png"/><Relationship Id="rId466" Type="http://schemas.openxmlformats.org/officeDocument/2006/relationships/customXml" Target="../ink/ink454.xml"/><Relationship Id="rId673" Type="http://schemas.openxmlformats.org/officeDocument/2006/relationships/image" Target="../media/image540.png"/><Relationship Id="rId880" Type="http://schemas.openxmlformats.org/officeDocument/2006/relationships/customXml" Target="../ink/ink665.xml"/><Relationship Id="rId23" Type="http://schemas.openxmlformats.org/officeDocument/2006/relationships/image" Target="../media/image222.png"/><Relationship Id="rId119" Type="http://schemas.openxmlformats.org/officeDocument/2006/relationships/image" Target="../media/image270.png"/><Relationship Id="rId326" Type="http://schemas.openxmlformats.org/officeDocument/2006/relationships/customXml" Target="../ink/ink382.xml"/><Relationship Id="rId533" Type="http://schemas.openxmlformats.org/officeDocument/2006/relationships/customXml" Target="../ink/ink488.xml"/><Relationship Id="rId740" Type="http://schemas.openxmlformats.org/officeDocument/2006/relationships/customXml" Target="../ink/ink594.xml"/><Relationship Id="rId838" Type="http://schemas.openxmlformats.org/officeDocument/2006/relationships/customXml" Target="../ink/ink643.xml"/><Relationship Id="rId172" Type="http://schemas.openxmlformats.org/officeDocument/2006/relationships/customXml" Target="../ink/ink305.xml"/><Relationship Id="rId477" Type="http://schemas.openxmlformats.org/officeDocument/2006/relationships/image" Target="../media/image445.png"/><Relationship Id="rId600" Type="http://schemas.openxmlformats.org/officeDocument/2006/relationships/customXml" Target="../ink/ink523.xml"/><Relationship Id="rId684" Type="http://schemas.openxmlformats.org/officeDocument/2006/relationships/customXml" Target="../ink/ink566.xml"/><Relationship Id="rId337" Type="http://schemas.openxmlformats.org/officeDocument/2006/relationships/image" Target="../media/image377.png"/><Relationship Id="rId891" Type="http://schemas.openxmlformats.org/officeDocument/2006/relationships/customXml" Target="../ink/ink671.xml"/><Relationship Id="rId905" Type="http://schemas.openxmlformats.org/officeDocument/2006/relationships/customXml" Target="../ink/ink678.xml"/><Relationship Id="rId34" Type="http://schemas.openxmlformats.org/officeDocument/2006/relationships/customXml" Target="../ink/ink236.xml"/><Relationship Id="rId544" Type="http://schemas.openxmlformats.org/officeDocument/2006/relationships/customXml" Target="../ink/ink494.xml"/><Relationship Id="rId751" Type="http://schemas.openxmlformats.org/officeDocument/2006/relationships/image" Target="../media/image578.png"/><Relationship Id="rId849" Type="http://schemas.openxmlformats.org/officeDocument/2006/relationships/image" Target="../media/image626.png"/><Relationship Id="rId183" Type="http://schemas.openxmlformats.org/officeDocument/2006/relationships/image" Target="../media/image302.png"/><Relationship Id="rId390" Type="http://schemas.openxmlformats.org/officeDocument/2006/relationships/customXml" Target="../ink/ink415.xml"/><Relationship Id="rId404" Type="http://schemas.openxmlformats.org/officeDocument/2006/relationships/customXml" Target="../ink/ink422.xml"/><Relationship Id="rId611" Type="http://schemas.openxmlformats.org/officeDocument/2006/relationships/customXml" Target="../ink/ink529.xml"/><Relationship Id="rId250" Type="http://schemas.openxmlformats.org/officeDocument/2006/relationships/customXml" Target="../ink/ink344.xml"/><Relationship Id="rId488" Type="http://schemas.openxmlformats.org/officeDocument/2006/relationships/image" Target="../media/image450.png"/><Relationship Id="rId695" Type="http://schemas.openxmlformats.org/officeDocument/2006/relationships/image" Target="../media/image551.png"/><Relationship Id="rId709" Type="http://schemas.openxmlformats.org/officeDocument/2006/relationships/image" Target="../media/image557.png"/><Relationship Id="rId916" Type="http://schemas.openxmlformats.org/officeDocument/2006/relationships/image" Target="../media/image658.png"/><Relationship Id="rId45" Type="http://schemas.openxmlformats.org/officeDocument/2006/relationships/image" Target="../media/image233.png"/><Relationship Id="rId110" Type="http://schemas.openxmlformats.org/officeDocument/2006/relationships/customXml" Target="../ink/ink274.xml"/><Relationship Id="rId348" Type="http://schemas.openxmlformats.org/officeDocument/2006/relationships/customXml" Target="../ink/ink393.xml"/><Relationship Id="rId555" Type="http://schemas.openxmlformats.org/officeDocument/2006/relationships/image" Target="../media/image483.png"/><Relationship Id="rId762" Type="http://schemas.openxmlformats.org/officeDocument/2006/relationships/customXml" Target="../ink/ink605.xml"/><Relationship Id="rId194" Type="http://schemas.openxmlformats.org/officeDocument/2006/relationships/customXml" Target="../ink/ink316.xml"/><Relationship Id="rId208" Type="http://schemas.openxmlformats.org/officeDocument/2006/relationships/customXml" Target="../ink/ink323.xml"/><Relationship Id="rId415" Type="http://schemas.openxmlformats.org/officeDocument/2006/relationships/image" Target="../media/image415.png"/><Relationship Id="rId622" Type="http://schemas.openxmlformats.org/officeDocument/2006/relationships/image" Target="../media/image515.png"/><Relationship Id="rId261" Type="http://schemas.openxmlformats.org/officeDocument/2006/relationships/image" Target="../media/image340.png"/><Relationship Id="rId499" Type="http://schemas.openxmlformats.org/officeDocument/2006/relationships/customXml" Target="../ink/ink471.xml"/><Relationship Id="rId56" Type="http://schemas.openxmlformats.org/officeDocument/2006/relationships/customXml" Target="../ink/ink247.xml"/><Relationship Id="rId359" Type="http://schemas.openxmlformats.org/officeDocument/2006/relationships/customXml" Target="../ink/ink399.xml"/><Relationship Id="rId566" Type="http://schemas.openxmlformats.org/officeDocument/2006/relationships/customXml" Target="../ink/ink505.xml"/><Relationship Id="rId773" Type="http://schemas.openxmlformats.org/officeDocument/2006/relationships/image" Target="../media/image589.png"/><Relationship Id="rId121" Type="http://schemas.openxmlformats.org/officeDocument/2006/relationships/image" Target="../media/image271.png"/><Relationship Id="rId219" Type="http://schemas.openxmlformats.org/officeDocument/2006/relationships/image" Target="../media/image320.png"/><Relationship Id="rId426" Type="http://schemas.openxmlformats.org/officeDocument/2006/relationships/image" Target="../media/image420.png"/><Relationship Id="rId633" Type="http://schemas.openxmlformats.org/officeDocument/2006/relationships/image" Target="../media/image520.png"/><Relationship Id="rId840" Type="http://schemas.openxmlformats.org/officeDocument/2006/relationships/customXml" Target="../ink/ink644.xml"/><Relationship Id="rId67" Type="http://schemas.openxmlformats.org/officeDocument/2006/relationships/image" Target="../media/image244.png"/><Relationship Id="rId272" Type="http://schemas.openxmlformats.org/officeDocument/2006/relationships/customXml" Target="../ink/ink355.xml"/><Relationship Id="rId577" Type="http://schemas.openxmlformats.org/officeDocument/2006/relationships/customXml" Target="../ink/ink511.xml"/><Relationship Id="rId700" Type="http://schemas.openxmlformats.org/officeDocument/2006/relationships/customXml" Target="../ink/ink574.xml"/><Relationship Id="rId132" Type="http://schemas.openxmlformats.org/officeDocument/2006/relationships/customXml" Target="../ink/ink285.xml"/><Relationship Id="rId784" Type="http://schemas.openxmlformats.org/officeDocument/2006/relationships/customXml" Target="../ink/ink616.xml"/><Relationship Id="rId437" Type="http://schemas.openxmlformats.org/officeDocument/2006/relationships/customXml" Target="../ink/ink439.xml"/><Relationship Id="rId644" Type="http://schemas.openxmlformats.org/officeDocument/2006/relationships/customXml" Target="../ink/ink546.xml"/><Relationship Id="rId851" Type="http://schemas.openxmlformats.org/officeDocument/2006/relationships/image" Target="../media/image627.png"/><Relationship Id="rId283" Type="http://schemas.openxmlformats.org/officeDocument/2006/relationships/image" Target="../media/image351.png"/><Relationship Id="rId490" Type="http://schemas.openxmlformats.org/officeDocument/2006/relationships/image" Target="../media/image451.png"/><Relationship Id="rId504" Type="http://schemas.openxmlformats.org/officeDocument/2006/relationships/image" Target="../media/image458.png"/><Relationship Id="rId711" Type="http://schemas.openxmlformats.org/officeDocument/2006/relationships/image" Target="../media/image558.png"/><Relationship Id="rId78" Type="http://schemas.openxmlformats.org/officeDocument/2006/relationships/customXml" Target="../ink/ink258.xml"/><Relationship Id="rId143" Type="http://schemas.openxmlformats.org/officeDocument/2006/relationships/image" Target="../media/image282.png"/><Relationship Id="rId350" Type="http://schemas.openxmlformats.org/officeDocument/2006/relationships/customXml" Target="../ink/ink394.xml"/><Relationship Id="rId588" Type="http://schemas.openxmlformats.org/officeDocument/2006/relationships/image" Target="../media/image499.png"/><Relationship Id="rId795" Type="http://schemas.openxmlformats.org/officeDocument/2006/relationships/image" Target="../media/image600.png"/><Relationship Id="rId809" Type="http://schemas.openxmlformats.org/officeDocument/2006/relationships/image" Target="../media/image607.png"/><Relationship Id="rId9" Type="http://schemas.openxmlformats.org/officeDocument/2006/relationships/image" Target="../media/image215.png"/><Relationship Id="rId210" Type="http://schemas.openxmlformats.org/officeDocument/2006/relationships/customXml" Target="../ink/ink324.xml"/><Relationship Id="rId448" Type="http://schemas.openxmlformats.org/officeDocument/2006/relationships/image" Target="../media/image431.png"/><Relationship Id="rId655" Type="http://schemas.openxmlformats.org/officeDocument/2006/relationships/image" Target="../media/image531.png"/><Relationship Id="rId862" Type="http://schemas.openxmlformats.org/officeDocument/2006/relationships/customXml" Target="../ink/ink656.xml"/><Relationship Id="rId294" Type="http://schemas.openxmlformats.org/officeDocument/2006/relationships/customXml" Target="../ink/ink366.xml"/><Relationship Id="rId308" Type="http://schemas.openxmlformats.org/officeDocument/2006/relationships/customXml" Target="../ink/ink373.xml"/><Relationship Id="rId515" Type="http://schemas.openxmlformats.org/officeDocument/2006/relationships/customXml" Target="../ink/ink479.xml"/><Relationship Id="rId722" Type="http://schemas.openxmlformats.org/officeDocument/2006/relationships/customXml" Target="../ink/ink585.xml"/><Relationship Id="rId89" Type="http://schemas.openxmlformats.org/officeDocument/2006/relationships/image" Target="../media/image255.png"/><Relationship Id="rId154" Type="http://schemas.openxmlformats.org/officeDocument/2006/relationships/customXml" Target="../ink/ink296.xml"/><Relationship Id="rId361" Type="http://schemas.openxmlformats.org/officeDocument/2006/relationships/customXml" Target="../ink/ink400.xml"/><Relationship Id="rId599" Type="http://schemas.openxmlformats.org/officeDocument/2006/relationships/image" Target="../media/image504.png"/><Relationship Id="rId459" Type="http://schemas.openxmlformats.org/officeDocument/2006/relationships/image" Target="../media/image436.png"/><Relationship Id="rId666" Type="http://schemas.openxmlformats.org/officeDocument/2006/relationships/customXml" Target="../ink/ink557.xml"/><Relationship Id="rId873" Type="http://schemas.openxmlformats.org/officeDocument/2006/relationships/image" Target="../media/image637.png"/><Relationship Id="rId16" Type="http://schemas.openxmlformats.org/officeDocument/2006/relationships/customXml" Target="../ink/ink227.xml"/><Relationship Id="rId221" Type="http://schemas.openxmlformats.org/officeDocument/2006/relationships/image" Target="../media/image321.png"/><Relationship Id="rId319" Type="http://schemas.openxmlformats.org/officeDocument/2006/relationships/image" Target="../media/image369.png"/><Relationship Id="rId526" Type="http://schemas.openxmlformats.org/officeDocument/2006/relationships/image" Target="../media/image469.png"/><Relationship Id="rId733" Type="http://schemas.openxmlformats.org/officeDocument/2006/relationships/image" Target="../media/image569.png"/><Relationship Id="rId165" Type="http://schemas.openxmlformats.org/officeDocument/2006/relationships/image" Target="../media/image293.png"/><Relationship Id="rId372" Type="http://schemas.openxmlformats.org/officeDocument/2006/relationships/image" Target="../media/image394.png"/><Relationship Id="rId677" Type="http://schemas.openxmlformats.org/officeDocument/2006/relationships/image" Target="../media/image542.png"/><Relationship Id="rId800" Type="http://schemas.openxmlformats.org/officeDocument/2006/relationships/customXml" Target="../ink/ink624.xml"/><Relationship Id="rId232" Type="http://schemas.openxmlformats.org/officeDocument/2006/relationships/customXml" Target="../ink/ink335.xml"/><Relationship Id="rId884" Type="http://schemas.openxmlformats.org/officeDocument/2006/relationships/customXml" Target="../ink/ink667.xml"/><Relationship Id="rId27" Type="http://schemas.openxmlformats.org/officeDocument/2006/relationships/image" Target="../media/image224.png"/><Relationship Id="rId537" Type="http://schemas.openxmlformats.org/officeDocument/2006/relationships/customXml" Target="../ink/ink490.xml"/><Relationship Id="rId744" Type="http://schemas.openxmlformats.org/officeDocument/2006/relationships/customXml" Target="../ink/ink596.xml"/><Relationship Id="rId80" Type="http://schemas.openxmlformats.org/officeDocument/2006/relationships/customXml" Target="../ink/ink259.xml"/><Relationship Id="rId176" Type="http://schemas.openxmlformats.org/officeDocument/2006/relationships/customXml" Target="../ink/ink307.xml"/><Relationship Id="rId383" Type="http://schemas.openxmlformats.org/officeDocument/2006/relationships/customXml" Target="../ink/ink411.xml"/><Relationship Id="rId590" Type="http://schemas.openxmlformats.org/officeDocument/2006/relationships/customXml" Target="../ink/ink518.xml"/><Relationship Id="rId604" Type="http://schemas.openxmlformats.org/officeDocument/2006/relationships/customXml" Target="../ink/ink525.xml"/><Relationship Id="rId811" Type="http://schemas.openxmlformats.org/officeDocument/2006/relationships/image" Target="../media/image608.png"/><Relationship Id="rId243" Type="http://schemas.openxmlformats.org/officeDocument/2006/relationships/image" Target="../media/image331.png"/><Relationship Id="rId450" Type="http://schemas.openxmlformats.org/officeDocument/2006/relationships/customXml" Target="../ink/ink446.xml"/><Relationship Id="rId688" Type="http://schemas.openxmlformats.org/officeDocument/2006/relationships/customXml" Target="../ink/ink568.xml"/><Relationship Id="rId895" Type="http://schemas.openxmlformats.org/officeDocument/2006/relationships/customXml" Target="../ink/ink673.xml"/><Relationship Id="rId909" Type="http://schemas.openxmlformats.org/officeDocument/2006/relationships/customXml" Target="../ink/ink680.xml"/><Relationship Id="rId38" Type="http://schemas.openxmlformats.org/officeDocument/2006/relationships/customXml" Target="../ink/ink238.xml"/><Relationship Id="rId103" Type="http://schemas.openxmlformats.org/officeDocument/2006/relationships/image" Target="../media/image262.png"/><Relationship Id="rId310" Type="http://schemas.openxmlformats.org/officeDocument/2006/relationships/customXml" Target="../ink/ink374.xml"/><Relationship Id="rId548" Type="http://schemas.openxmlformats.org/officeDocument/2006/relationships/customXml" Target="../ink/ink496.xml"/><Relationship Id="rId755" Type="http://schemas.openxmlformats.org/officeDocument/2006/relationships/image" Target="../media/image580.png"/><Relationship Id="rId91" Type="http://schemas.openxmlformats.org/officeDocument/2006/relationships/image" Target="../media/image256.png"/><Relationship Id="rId187" Type="http://schemas.openxmlformats.org/officeDocument/2006/relationships/image" Target="../media/image304.png"/><Relationship Id="rId394" Type="http://schemas.openxmlformats.org/officeDocument/2006/relationships/customXml" Target="../ink/ink417.xml"/><Relationship Id="rId408" Type="http://schemas.openxmlformats.org/officeDocument/2006/relationships/customXml" Target="../ink/ink424.xml"/><Relationship Id="rId615" Type="http://schemas.openxmlformats.org/officeDocument/2006/relationships/customXml" Target="../ink/ink531.xml"/><Relationship Id="rId822" Type="http://schemas.openxmlformats.org/officeDocument/2006/relationships/customXml" Target="../ink/ink635.xml"/><Relationship Id="rId254" Type="http://schemas.openxmlformats.org/officeDocument/2006/relationships/customXml" Target="../ink/ink346.xml"/><Relationship Id="rId699" Type="http://schemas.openxmlformats.org/officeDocument/2006/relationships/image" Target="../media/image552.png"/><Relationship Id="rId49" Type="http://schemas.openxmlformats.org/officeDocument/2006/relationships/image" Target="../media/image235.png"/><Relationship Id="rId114" Type="http://schemas.openxmlformats.org/officeDocument/2006/relationships/customXml" Target="../ink/ink276.xml"/><Relationship Id="rId461" Type="http://schemas.openxmlformats.org/officeDocument/2006/relationships/image" Target="../media/image437.png"/><Relationship Id="rId559" Type="http://schemas.openxmlformats.org/officeDocument/2006/relationships/image" Target="../media/image485.png"/><Relationship Id="rId766" Type="http://schemas.openxmlformats.org/officeDocument/2006/relationships/customXml" Target="../ink/ink607.xml"/><Relationship Id="rId198" Type="http://schemas.openxmlformats.org/officeDocument/2006/relationships/customXml" Target="../ink/ink318.xml"/><Relationship Id="rId321" Type="http://schemas.openxmlformats.org/officeDocument/2006/relationships/image" Target="../media/image53.png"/><Relationship Id="rId419" Type="http://schemas.openxmlformats.org/officeDocument/2006/relationships/image" Target="../media/image417.png"/><Relationship Id="rId626" Type="http://schemas.openxmlformats.org/officeDocument/2006/relationships/customXml" Target="../ink/ink537.xml"/><Relationship Id="rId833" Type="http://schemas.openxmlformats.org/officeDocument/2006/relationships/image" Target="../media/image619.png"/><Relationship Id="rId265" Type="http://schemas.openxmlformats.org/officeDocument/2006/relationships/image" Target="../media/image342.png"/><Relationship Id="rId472" Type="http://schemas.openxmlformats.org/officeDocument/2006/relationships/customXml" Target="../ink/ink457.xml"/><Relationship Id="rId900" Type="http://schemas.openxmlformats.org/officeDocument/2006/relationships/image" Target="../media/image650.png"/><Relationship Id="rId125" Type="http://schemas.openxmlformats.org/officeDocument/2006/relationships/image" Target="../media/image273.png"/><Relationship Id="rId332" Type="http://schemas.openxmlformats.org/officeDocument/2006/relationships/customXml" Target="../ink/ink385.xml"/><Relationship Id="rId777" Type="http://schemas.openxmlformats.org/officeDocument/2006/relationships/image" Target="../media/image591.png"/><Relationship Id="rId637" Type="http://schemas.openxmlformats.org/officeDocument/2006/relationships/image" Target="../media/image522.png"/><Relationship Id="rId844" Type="http://schemas.openxmlformats.org/officeDocument/2006/relationships/customXml" Target="../ink/ink646.xml"/><Relationship Id="rId276" Type="http://schemas.openxmlformats.org/officeDocument/2006/relationships/customXml" Target="../ink/ink357.xml"/><Relationship Id="rId483" Type="http://schemas.openxmlformats.org/officeDocument/2006/relationships/customXml" Target="../ink/ink463.xml"/><Relationship Id="rId690" Type="http://schemas.openxmlformats.org/officeDocument/2006/relationships/customXml" Target="../ink/ink569.xml"/><Relationship Id="rId704" Type="http://schemas.openxmlformats.org/officeDocument/2006/relationships/customXml" Target="../ink/ink576.xml"/><Relationship Id="rId911" Type="http://schemas.openxmlformats.org/officeDocument/2006/relationships/customXml" Target="../ink/ink681.xml"/><Relationship Id="rId40" Type="http://schemas.openxmlformats.org/officeDocument/2006/relationships/customXml" Target="../ink/ink239.xml"/><Relationship Id="rId136" Type="http://schemas.openxmlformats.org/officeDocument/2006/relationships/customXml" Target="../ink/ink287.xml"/><Relationship Id="rId343" Type="http://schemas.openxmlformats.org/officeDocument/2006/relationships/image" Target="../media/image380.png"/><Relationship Id="rId550" Type="http://schemas.openxmlformats.org/officeDocument/2006/relationships/customXml" Target="../ink/ink497.xml"/><Relationship Id="rId788" Type="http://schemas.openxmlformats.org/officeDocument/2006/relationships/customXml" Target="../ink/ink618.xml"/><Relationship Id="rId203" Type="http://schemas.openxmlformats.org/officeDocument/2006/relationships/image" Target="../media/image312.png"/><Relationship Id="rId648" Type="http://schemas.openxmlformats.org/officeDocument/2006/relationships/customXml" Target="../ink/ink548.xml"/><Relationship Id="rId855" Type="http://schemas.openxmlformats.org/officeDocument/2006/relationships/image" Target="../media/image629.png"/><Relationship Id="rId287" Type="http://schemas.openxmlformats.org/officeDocument/2006/relationships/image" Target="../media/image353.png"/><Relationship Id="rId410" Type="http://schemas.openxmlformats.org/officeDocument/2006/relationships/customXml" Target="../ink/ink425.xml"/><Relationship Id="rId494" Type="http://schemas.openxmlformats.org/officeDocument/2006/relationships/image" Target="../media/image453.png"/><Relationship Id="rId508" Type="http://schemas.openxmlformats.org/officeDocument/2006/relationships/image" Target="../media/image460.png"/><Relationship Id="rId715" Type="http://schemas.openxmlformats.org/officeDocument/2006/relationships/image" Target="../media/image560.png"/><Relationship Id="rId147" Type="http://schemas.openxmlformats.org/officeDocument/2006/relationships/image" Target="../media/image284.png"/><Relationship Id="rId354" Type="http://schemas.openxmlformats.org/officeDocument/2006/relationships/customXml" Target="../ink/ink396.xml"/><Relationship Id="rId799" Type="http://schemas.openxmlformats.org/officeDocument/2006/relationships/image" Target="../media/image602.png"/><Relationship Id="rId51" Type="http://schemas.openxmlformats.org/officeDocument/2006/relationships/image" Target="../media/image236.png"/><Relationship Id="rId561" Type="http://schemas.openxmlformats.org/officeDocument/2006/relationships/image" Target="../media/image486.png"/><Relationship Id="rId659" Type="http://schemas.openxmlformats.org/officeDocument/2006/relationships/image" Target="../media/image533.png"/><Relationship Id="rId866" Type="http://schemas.openxmlformats.org/officeDocument/2006/relationships/customXml" Target="../ink/ink658.xml"/><Relationship Id="rId214" Type="http://schemas.openxmlformats.org/officeDocument/2006/relationships/customXml" Target="../ink/ink326.xml"/><Relationship Id="rId298" Type="http://schemas.openxmlformats.org/officeDocument/2006/relationships/customXml" Target="../ink/ink368.xml"/><Relationship Id="rId421" Type="http://schemas.openxmlformats.org/officeDocument/2006/relationships/customXml" Target="../ink/ink431.xml"/><Relationship Id="rId519" Type="http://schemas.openxmlformats.org/officeDocument/2006/relationships/customXml" Target="../ink/ink481.xml"/><Relationship Id="rId158" Type="http://schemas.openxmlformats.org/officeDocument/2006/relationships/customXml" Target="../ink/ink298.xml"/><Relationship Id="rId726" Type="http://schemas.openxmlformats.org/officeDocument/2006/relationships/customXml" Target="../ink/ink587.xml"/><Relationship Id="rId62" Type="http://schemas.openxmlformats.org/officeDocument/2006/relationships/customXml" Target="../ink/ink250.xml"/><Relationship Id="rId365" Type="http://schemas.openxmlformats.org/officeDocument/2006/relationships/customXml" Target="../ink/ink402.xml"/><Relationship Id="rId572" Type="http://schemas.openxmlformats.org/officeDocument/2006/relationships/image" Target="../media/image491.png"/><Relationship Id="rId225" Type="http://schemas.openxmlformats.org/officeDocument/2006/relationships/image" Target="../media/image323.png"/><Relationship Id="rId432" Type="http://schemas.openxmlformats.org/officeDocument/2006/relationships/image" Target="../media/image423.png"/><Relationship Id="rId877" Type="http://schemas.openxmlformats.org/officeDocument/2006/relationships/image" Target="../media/image639.png"/><Relationship Id="rId737" Type="http://schemas.openxmlformats.org/officeDocument/2006/relationships/image" Target="../media/image571.png"/><Relationship Id="rId73" Type="http://schemas.openxmlformats.org/officeDocument/2006/relationships/image" Target="../media/image247.png"/><Relationship Id="rId169" Type="http://schemas.openxmlformats.org/officeDocument/2006/relationships/image" Target="../media/image295.png"/><Relationship Id="rId376" Type="http://schemas.openxmlformats.org/officeDocument/2006/relationships/image" Target="../media/image396.png"/><Relationship Id="rId583" Type="http://schemas.openxmlformats.org/officeDocument/2006/relationships/customXml" Target="../ink/ink514.xml"/><Relationship Id="rId790" Type="http://schemas.openxmlformats.org/officeDocument/2006/relationships/customXml" Target="../ink/ink619.xml"/><Relationship Id="rId804" Type="http://schemas.openxmlformats.org/officeDocument/2006/relationships/customXml" Target="../ink/ink626.xml"/><Relationship Id="rId4" Type="http://schemas.openxmlformats.org/officeDocument/2006/relationships/customXml" Target="../ink/ink221.xml"/><Relationship Id="rId236" Type="http://schemas.openxmlformats.org/officeDocument/2006/relationships/customXml" Target="../ink/ink337.xml"/><Relationship Id="rId443" Type="http://schemas.openxmlformats.org/officeDocument/2006/relationships/customXml" Target="../ink/ink442.xml"/><Relationship Id="rId650" Type="http://schemas.openxmlformats.org/officeDocument/2006/relationships/customXml" Target="../ink/ink549.xml"/><Relationship Id="rId888" Type="http://schemas.openxmlformats.org/officeDocument/2006/relationships/image" Target="../media/image644.png"/><Relationship Id="rId303" Type="http://schemas.openxmlformats.org/officeDocument/2006/relationships/image" Target="../media/image361.png"/><Relationship Id="rId748" Type="http://schemas.openxmlformats.org/officeDocument/2006/relationships/customXml" Target="../ink/ink598.xml"/><Relationship Id="rId84" Type="http://schemas.openxmlformats.org/officeDocument/2006/relationships/customXml" Target="../ink/ink261.xml"/><Relationship Id="rId387" Type="http://schemas.openxmlformats.org/officeDocument/2006/relationships/customXml" Target="../ink/ink413.xml"/><Relationship Id="rId510" Type="http://schemas.openxmlformats.org/officeDocument/2006/relationships/image" Target="../media/image461.png"/><Relationship Id="rId594" Type="http://schemas.openxmlformats.org/officeDocument/2006/relationships/customXml" Target="../ink/ink520.xml"/><Relationship Id="rId608" Type="http://schemas.openxmlformats.org/officeDocument/2006/relationships/image" Target="../media/image508.png"/><Relationship Id="rId815" Type="http://schemas.openxmlformats.org/officeDocument/2006/relationships/image" Target="../media/image610.png"/><Relationship Id="rId247" Type="http://schemas.openxmlformats.org/officeDocument/2006/relationships/image" Target="../media/image333.png"/><Relationship Id="rId899" Type="http://schemas.openxmlformats.org/officeDocument/2006/relationships/customXml" Target="../ink/ink675.xml"/><Relationship Id="rId107" Type="http://schemas.openxmlformats.org/officeDocument/2006/relationships/image" Target="../media/image264.png"/><Relationship Id="rId454" Type="http://schemas.openxmlformats.org/officeDocument/2006/relationships/customXml" Target="../ink/ink448.xml"/><Relationship Id="rId661" Type="http://schemas.openxmlformats.org/officeDocument/2006/relationships/image" Target="../media/image534.png"/><Relationship Id="rId759" Type="http://schemas.openxmlformats.org/officeDocument/2006/relationships/image" Target="../media/image582.png"/><Relationship Id="rId11" Type="http://schemas.openxmlformats.org/officeDocument/2006/relationships/image" Target="../media/image216.png"/><Relationship Id="rId314" Type="http://schemas.openxmlformats.org/officeDocument/2006/relationships/customXml" Target="../ink/ink376.xml"/><Relationship Id="rId398" Type="http://schemas.openxmlformats.org/officeDocument/2006/relationships/customXml" Target="../ink/ink419.xml"/><Relationship Id="rId521" Type="http://schemas.openxmlformats.org/officeDocument/2006/relationships/customXml" Target="../ink/ink482.xml"/><Relationship Id="rId619" Type="http://schemas.openxmlformats.org/officeDocument/2006/relationships/customXml" Target="../ink/ink533.xml"/><Relationship Id="rId95" Type="http://schemas.openxmlformats.org/officeDocument/2006/relationships/image" Target="../media/image258.png"/><Relationship Id="rId160" Type="http://schemas.openxmlformats.org/officeDocument/2006/relationships/customXml" Target="../ink/ink299.xml"/><Relationship Id="rId826" Type="http://schemas.openxmlformats.org/officeDocument/2006/relationships/customXml" Target="../ink/ink637.xml"/><Relationship Id="rId258" Type="http://schemas.openxmlformats.org/officeDocument/2006/relationships/customXml" Target="../ink/ink348.xml"/><Relationship Id="rId465" Type="http://schemas.openxmlformats.org/officeDocument/2006/relationships/image" Target="../media/image439.png"/><Relationship Id="rId672" Type="http://schemas.openxmlformats.org/officeDocument/2006/relationships/customXml" Target="../ink/ink560.xml"/><Relationship Id="rId22" Type="http://schemas.openxmlformats.org/officeDocument/2006/relationships/customXml" Target="../ink/ink230.xml"/><Relationship Id="rId118" Type="http://schemas.openxmlformats.org/officeDocument/2006/relationships/customXml" Target="../ink/ink278.xml"/><Relationship Id="rId325" Type="http://schemas.openxmlformats.org/officeDocument/2006/relationships/image" Target="../media/image371.png"/><Relationship Id="rId532" Type="http://schemas.openxmlformats.org/officeDocument/2006/relationships/image" Target="../media/image472.png"/><Relationship Id="rId171" Type="http://schemas.openxmlformats.org/officeDocument/2006/relationships/image" Target="../media/image296.png"/><Relationship Id="rId837" Type="http://schemas.openxmlformats.org/officeDocument/2006/relationships/image" Target="../media/image621.png"/><Relationship Id="rId269" Type="http://schemas.openxmlformats.org/officeDocument/2006/relationships/image" Target="../media/image344.png"/><Relationship Id="rId476" Type="http://schemas.openxmlformats.org/officeDocument/2006/relationships/customXml" Target="../ink/ink459.xml"/><Relationship Id="rId683" Type="http://schemas.openxmlformats.org/officeDocument/2006/relationships/image" Target="../media/image545.png"/><Relationship Id="rId890" Type="http://schemas.openxmlformats.org/officeDocument/2006/relationships/image" Target="../media/image645.png"/><Relationship Id="rId904" Type="http://schemas.openxmlformats.org/officeDocument/2006/relationships/image" Target="../media/image652.png"/><Relationship Id="rId33" Type="http://schemas.openxmlformats.org/officeDocument/2006/relationships/image" Target="../media/image227.png"/><Relationship Id="rId129" Type="http://schemas.openxmlformats.org/officeDocument/2006/relationships/image" Target="../media/image275.png"/><Relationship Id="rId336" Type="http://schemas.openxmlformats.org/officeDocument/2006/relationships/customXml" Target="../ink/ink387.xml"/><Relationship Id="rId543" Type="http://schemas.openxmlformats.org/officeDocument/2006/relationships/customXml" Target="../ink/ink493.xml"/><Relationship Id="rId182" Type="http://schemas.openxmlformats.org/officeDocument/2006/relationships/customXml" Target="../ink/ink310.xml"/><Relationship Id="rId403" Type="http://schemas.openxmlformats.org/officeDocument/2006/relationships/image" Target="../media/image409.png"/><Relationship Id="rId750" Type="http://schemas.openxmlformats.org/officeDocument/2006/relationships/customXml" Target="../ink/ink599.xml"/><Relationship Id="rId848" Type="http://schemas.openxmlformats.org/officeDocument/2006/relationships/customXml" Target="../ink/ink649.xml"/><Relationship Id="rId487" Type="http://schemas.openxmlformats.org/officeDocument/2006/relationships/customXml" Target="../ink/ink465.xml"/><Relationship Id="rId610" Type="http://schemas.openxmlformats.org/officeDocument/2006/relationships/image" Target="../media/image509.png"/><Relationship Id="rId694" Type="http://schemas.openxmlformats.org/officeDocument/2006/relationships/customXml" Target="../ink/ink571.xml"/><Relationship Id="rId708" Type="http://schemas.openxmlformats.org/officeDocument/2006/relationships/customXml" Target="../ink/ink578.xml"/><Relationship Id="rId915" Type="http://schemas.openxmlformats.org/officeDocument/2006/relationships/customXml" Target="../ink/ink683.xml"/><Relationship Id="rId347" Type="http://schemas.openxmlformats.org/officeDocument/2006/relationships/image" Target="../media/image382.png"/><Relationship Id="rId44" Type="http://schemas.openxmlformats.org/officeDocument/2006/relationships/customXml" Target="../ink/ink241.xml"/><Relationship Id="rId554" Type="http://schemas.openxmlformats.org/officeDocument/2006/relationships/customXml" Target="../ink/ink499.xml"/><Relationship Id="rId761" Type="http://schemas.openxmlformats.org/officeDocument/2006/relationships/image" Target="../media/image583.png"/><Relationship Id="rId859" Type="http://schemas.openxmlformats.org/officeDocument/2006/relationships/image" Target="../media/image631.png"/><Relationship Id="rId193" Type="http://schemas.openxmlformats.org/officeDocument/2006/relationships/image" Target="../media/image307.png"/><Relationship Id="rId207" Type="http://schemas.openxmlformats.org/officeDocument/2006/relationships/image" Target="../media/image314.png"/><Relationship Id="rId414" Type="http://schemas.openxmlformats.org/officeDocument/2006/relationships/customXml" Target="../ink/ink427.xml"/><Relationship Id="rId498" Type="http://schemas.openxmlformats.org/officeDocument/2006/relationships/image" Target="../media/image455.png"/><Relationship Id="rId621" Type="http://schemas.openxmlformats.org/officeDocument/2006/relationships/customXml" Target="../ink/ink534.xml"/><Relationship Id="rId260" Type="http://schemas.openxmlformats.org/officeDocument/2006/relationships/customXml" Target="../ink/ink349.xml"/><Relationship Id="rId719" Type="http://schemas.openxmlformats.org/officeDocument/2006/relationships/image" Target="../media/image562.png"/><Relationship Id="rId55" Type="http://schemas.openxmlformats.org/officeDocument/2006/relationships/image" Target="../media/image238.png"/><Relationship Id="rId120" Type="http://schemas.openxmlformats.org/officeDocument/2006/relationships/customXml" Target="../ink/ink279.xml"/><Relationship Id="rId358" Type="http://schemas.openxmlformats.org/officeDocument/2006/relationships/image" Target="../media/image387.png"/><Relationship Id="rId565" Type="http://schemas.openxmlformats.org/officeDocument/2006/relationships/image" Target="../media/image488.png"/><Relationship Id="rId772" Type="http://schemas.openxmlformats.org/officeDocument/2006/relationships/customXml" Target="../ink/ink610.xml"/><Relationship Id="rId218" Type="http://schemas.openxmlformats.org/officeDocument/2006/relationships/customXml" Target="../ink/ink328.xml"/><Relationship Id="rId425" Type="http://schemas.openxmlformats.org/officeDocument/2006/relationships/customXml" Target="../ink/ink433.xml"/><Relationship Id="rId632" Type="http://schemas.openxmlformats.org/officeDocument/2006/relationships/customXml" Target="../ink/ink540.xml"/><Relationship Id="rId271" Type="http://schemas.openxmlformats.org/officeDocument/2006/relationships/image" Target="../media/image345.png"/><Relationship Id="rId66" Type="http://schemas.openxmlformats.org/officeDocument/2006/relationships/customXml" Target="../ink/ink252.xml"/><Relationship Id="rId131" Type="http://schemas.openxmlformats.org/officeDocument/2006/relationships/image" Target="../media/image276.png"/><Relationship Id="rId369" Type="http://schemas.openxmlformats.org/officeDocument/2006/relationships/customXml" Target="../ink/ink404.xml"/><Relationship Id="rId576" Type="http://schemas.openxmlformats.org/officeDocument/2006/relationships/image" Target="../media/image493.png"/><Relationship Id="rId783" Type="http://schemas.openxmlformats.org/officeDocument/2006/relationships/image" Target="../media/image594.png"/><Relationship Id="rId229" Type="http://schemas.openxmlformats.org/officeDocument/2006/relationships/image" Target="../media/image325.png"/><Relationship Id="rId436" Type="http://schemas.openxmlformats.org/officeDocument/2006/relationships/image" Target="../media/image425.png"/><Relationship Id="rId643" Type="http://schemas.openxmlformats.org/officeDocument/2006/relationships/image" Target="../media/image525.png"/><Relationship Id="rId850" Type="http://schemas.openxmlformats.org/officeDocument/2006/relationships/customXml" Target="../ink/ink650.xml"/><Relationship Id="rId77" Type="http://schemas.openxmlformats.org/officeDocument/2006/relationships/image" Target="../media/image249.png"/><Relationship Id="rId282" Type="http://schemas.openxmlformats.org/officeDocument/2006/relationships/customXml" Target="../ink/ink360.xml"/><Relationship Id="rId503" Type="http://schemas.openxmlformats.org/officeDocument/2006/relationships/customXml" Target="../ink/ink473.xml"/><Relationship Id="rId587" Type="http://schemas.openxmlformats.org/officeDocument/2006/relationships/customXml" Target="../ink/ink516.xml"/><Relationship Id="rId710" Type="http://schemas.openxmlformats.org/officeDocument/2006/relationships/customXml" Target="../ink/ink579.xml"/><Relationship Id="rId808" Type="http://schemas.openxmlformats.org/officeDocument/2006/relationships/customXml" Target="../ink/ink628.xml"/><Relationship Id="rId8" Type="http://schemas.openxmlformats.org/officeDocument/2006/relationships/customXml" Target="../ink/ink223.xml"/><Relationship Id="rId142" Type="http://schemas.openxmlformats.org/officeDocument/2006/relationships/customXml" Target="../ink/ink290.xml"/><Relationship Id="rId447" Type="http://schemas.openxmlformats.org/officeDocument/2006/relationships/customXml" Target="../ink/ink444.xml"/><Relationship Id="rId794" Type="http://schemas.openxmlformats.org/officeDocument/2006/relationships/customXml" Target="../ink/ink621.xml"/><Relationship Id="rId654" Type="http://schemas.openxmlformats.org/officeDocument/2006/relationships/customXml" Target="../ink/ink551.xml"/><Relationship Id="rId861" Type="http://schemas.openxmlformats.org/officeDocument/2006/relationships/image" Target="../media/image632.png"/><Relationship Id="rId293" Type="http://schemas.openxmlformats.org/officeDocument/2006/relationships/image" Target="../media/image356.png"/><Relationship Id="rId307" Type="http://schemas.openxmlformats.org/officeDocument/2006/relationships/image" Target="../media/image363.png"/><Relationship Id="rId514" Type="http://schemas.openxmlformats.org/officeDocument/2006/relationships/image" Target="../media/image463.png"/><Relationship Id="rId721" Type="http://schemas.openxmlformats.org/officeDocument/2006/relationships/image" Target="../media/image563.png"/><Relationship Id="rId88" Type="http://schemas.openxmlformats.org/officeDocument/2006/relationships/customXml" Target="../ink/ink263.xml"/><Relationship Id="rId153" Type="http://schemas.openxmlformats.org/officeDocument/2006/relationships/image" Target="../media/image287.png"/><Relationship Id="rId360" Type="http://schemas.openxmlformats.org/officeDocument/2006/relationships/image" Target="../media/image388.png"/><Relationship Id="rId598" Type="http://schemas.openxmlformats.org/officeDocument/2006/relationships/customXml" Target="../ink/ink522.xml"/><Relationship Id="rId819" Type="http://schemas.openxmlformats.org/officeDocument/2006/relationships/image" Target="../media/image612.png"/><Relationship Id="rId220" Type="http://schemas.openxmlformats.org/officeDocument/2006/relationships/customXml" Target="../ink/ink329.xml"/><Relationship Id="rId458" Type="http://schemas.openxmlformats.org/officeDocument/2006/relationships/customXml" Target="../ink/ink450.xml"/><Relationship Id="rId665" Type="http://schemas.openxmlformats.org/officeDocument/2006/relationships/image" Target="../media/image536.png"/><Relationship Id="rId872" Type="http://schemas.openxmlformats.org/officeDocument/2006/relationships/customXml" Target="../ink/ink661.xml"/><Relationship Id="rId15" Type="http://schemas.openxmlformats.org/officeDocument/2006/relationships/image" Target="../media/image218.png"/><Relationship Id="rId318" Type="http://schemas.openxmlformats.org/officeDocument/2006/relationships/customXml" Target="../ink/ink378.xml"/><Relationship Id="rId525" Type="http://schemas.openxmlformats.org/officeDocument/2006/relationships/customXml" Target="../ink/ink484.xml"/><Relationship Id="rId732" Type="http://schemas.openxmlformats.org/officeDocument/2006/relationships/customXml" Target="../ink/ink590.xml"/><Relationship Id="rId99" Type="http://schemas.openxmlformats.org/officeDocument/2006/relationships/image" Target="../media/image260.png"/><Relationship Id="rId164" Type="http://schemas.openxmlformats.org/officeDocument/2006/relationships/customXml" Target="../ink/ink301.xml"/><Relationship Id="rId371" Type="http://schemas.openxmlformats.org/officeDocument/2006/relationships/customXml" Target="../ink/ink405.xml"/><Relationship Id="rId469" Type="http://schemas.openxmlformats.org/officeDocument/2006/relationships/image" Target="../media/image441.png"/><Relationship Id="rId676" Type="http://schemas.openxmlformats.org/officeDocument/2006/relationships/customXml" Target="../ink/ink562.xml"/><Relationship Id="rId883" Type="http://schemas.openxmlformats.org/officeDocument/2006/relationships/image" Target="../media/image642.png"/><Relationship Id="rId26" Type="http://schemas.openxmlformats.org/officeDocument/2006/relationships/customXml" Target="../ink/ink232.xml"/><Relationship Id="rId231" Type="http://schemas.openxmlformats.org/officeDocument/2006/relationships/image" Target="../media/image326.png"/><Relationship Id="rId329" Type="http://schemas.openxmlformats.org/officeDocument/2006/relationships/image" Target="../media/image373.png"/><Relationship Id="rId536" Type="http://schemas.openxmlformats.org/officeDocument/2006/relationships/image" Target="../media/image474.png"/><Relationship Id="rId175" Type="http://schemas.openxmlformats.org/officeDocument/2006/relationships/image" Target="../media/image298.png"/><Relationship Id="rId743" Type="http://schemas.openxmlformats.org/officeDocument/2006/relationships/image" Target="../media/image574.png"/><Relationship Id="rId382" Type="http://schemas.openxmlformats.org/officeDocument/2006/relationships/image" Target="../media/image399.png"/><Relationship Id="rId603" Type="http://schemas.openxmlformats.org/officeDocument/2006/relationships/image" Target="../media/image506.png"/><Relationship Id="rId687" Type="http://schemas.openxmlformats.org/officeDocument/2006/relationships/image" Target="../media/image547.png"/><Relationship Id="rId810" Type="http://schemas.openxmlformats.org/officeDocument/2006/relationships/customXml" Target="../ink/ink629.xml"/><Relationship Id="rId908" Type="http://schemas.openxmlformats.org/officeDocument/2006/relationships/image" Target="../media/image654.png"/><Relationship Id="rId242" Type="http://schemas.openxmlformats.org/officeDocument/2006/relationships/customXml" Target="../ink/ink340.xml"/><Relationship Id="rId894" Type="http://schemas.openxmlformats.org/officeDocument/2006/relationships/image" Target="../media/image647.png"/><Relationship Id="rId37" Type="http://schemas.openxmlformats.org/officeDocument/2006/relationships/image" Target="../media/image229.png"/><Relationship Id="rId102" Type="http://schemas.openxmlformats.org/officeDocument/2006/relationships/customXml" Target="../ink/ink270.xml"/><Relationship Id="rId547" Type="http://schemas.openxmlformats.org/officeDocument/2006/relationships/image" Target="../media/image479.png"/><Relationship Id="rId754" Type="http://schemas.openxmlformats.org/officeDocument/2006/relationships/customXml" Target="../ink/ink60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43.xml"/><Relationship Id="rId671" Type="http://schemas.openxmlformats.org/officeDocument/2006/relationships/customXml" Target="../ink/ink1022.xml"/><Relationship Id="rId769" Type="http://schemas.openxmlformats.org/officeDocument/2006/relationships/customXml" Target="../ink/ink1071.xml"/><Relationship Id="rId21" Type="http://schemas.openxmlformats.org/officeDocument/2006/relationships/image" Target="../media/image667.png"/><Relationship Id="rId324" Type="http://schemas.openxmlformats.org/officeDocument/2006/relationships/image" Target="../media/image815.png"/><Relationship Id="rId531" Type="http://schemas.openxmlformats.org/officeDocument/2006/relationships/customXml" Target="../ink/ink951.xml"/><Relationship Id="rId629" Type="http://schemas.openxmlformats.org/officeDocument/2006/relationships/customXml" Target="../ink/ink1001.xml"/><Relationship Id="rId170" Type="http://schemas.openxmlformats.org/officeDocument/2006/relationships/image" Target="../media/image740.png"/><Relationship Id="rId268" Type="http://schemas.openxmlformats.org/officeDocument/2006/relationships/image" Target="../media/image788.png"/><Relationship Id="rId475" Type="http://schemas.openxmlformats.org/officeDocument/2006/relationships/customXml" Target="../ink/ink923.xml"/><Relationship Id="rId682" Type="http://schemas.openxmlformats.org/officeDocument/2006/relationships/image" Target="../media/image993.png"/><Relationship Id="rId32" Type="http://schemas.openxmlformats.org/officeDocument/2006/relationships/image" Target="../media/image672.png"/><Relationship Id="rId128" Type="http://schemas.openxmlformats.org/officeDocument/2006/relationships/image" Target="../media/image719.png"/><Relationship Id="rId335" Type="http://schemas.openxmlformats.org/officeDocument/2006/relationships/customXml" Target="../ink/ink853.xml"/><Relationship Id="rId542" Type="http://schemas.openxmlformats.org/officeDocument/2006/relationships/image" Target="../media/image924.png"/><Relationship Id="rId181" Type="http://schemas.openxmlformats.org/officeDocument/2006/relationships/image" Target="../media/image745.png"/><Relationship Id="rId402" Type="http://schemas.openxmlformats.org/officeDocument/2006/relationships/image" Target="../media/image854.png"/><Relationship Id="rId279" Type="http://schemas.openxmlformats.org/officeDocument/2006/relationships/customXml" Target="../ink/ink825.xml"/><Relationship Id="rId486" Type="http://schemas.openxmlformats.org/officeDocument/2006/relationships/image" Target="../media/image896.png"/><Relationship Id="rId693" Type="http://schemas.openxmlformats.org/officeDocument/2006/relationships/customXml" Target="../ink/ink1033.xml"/><Relationship Id="rId707" Type="http://schemas.openxmlformats.org/officeDocument/2006/relationships/customXml" Target="../ink/ink1040.xml"/><Relationship Id="rId43" Type="http://schemas.openxmlformats.org/officeDocument/2006/relationships/customXml" Target="../ink/ink705.xml"/><Relationship Id="rId139" Type="http://schemas.openxmlformats.org/officeDocument/2006/relationships/customXml" Target="../ink/ink754.xml"/><Relationship Id="rId346" Type="http://schemas.openxmlformats.org/officeDocument/2006/relationships/image" Target="../media/image826.png"/><Relationship Id="rId553" Type="http://schemas.openxmlformats.org/officeDocument/2006/relationships/customXml" Target="../ink/ink962.xml"/><Relationship Id="rId760" Type="http://schemas.openxmlformats.org/officeDocument/2006/relationships/image" Target="../media/image1031.png"/><Relationship Id="rId192" Type="http://schemas.openxmlformats.org/officeDocument/2006/relationships/customXml" Target="../ink/ink781.xml"/><Relationship Id="rId206" Type="http://schemas.openxmlformats.org/officeDocument/2006/relationships/image" Target="../media/image757.png"/><Relationship Id="rId413" Type="http://schemas.openxmlformats.org/officeDocument/2006/relationships/customXml" Target="../ink/ink892.xml"/><Relationship Id="rId497" Type="http://schemas.openxmlformats.org/officeDocument/2006/relationships/customXml" Target="../ink/ink934.xml"/><Relationship Id="rId620" Type="http://schemas.openxmlformats.org/officeDocument/2006/relationships/image" Target="../media/image962.png"/><Relationship Id="rId718" Type="http://schemas.openxmlformats.org/officeDocument/2006/relationships/image" Target="../media/image1010.png"/><Relationship Id="rId357" Type="http://schemas.openxmlformats.org/officeDocument/2006/relationships/customXml" Target="../ink/ink864.xml"/><Relationship Id="rId54" Type="http://schemas.openxmlformats.org/officeDocument/2006/relationships/customXml" Target="../ink/ink711.xml"/><Relationship Id="rId217" Type="http://schemas.openxmlformats.org/officeDocument/2006/relationships/customXml" Target="../ink/ink794.xml"/><Relationship Id="rId564" Type="http://schemas.openxmlformats.org/officeDocument/2006/relationships/image" Target="../media/image935.png"/><Relationship Id="rId771" Type="http://schemas.openxmlformats.org/officeDocument/2006/relationships/customXml" Target="../ink/ink1072.xml"/><Relationship Id="rId424" Type="http://schemas.openxmlformats.org/officeDocument/2006/relationships/image" Target="../media/image865.png"/><Relationship Id="rId631" Type="http://schemas.openxmlformats.org/officeDocument/2006/relationships/customXml" Target="../ink/ink1002.xml"/><Relationship Id="rId729" Type="http://schemas.openxmlformats.org/officeDocument/2006/relationships/customXml" Target="../ink/ink1051.xml"/><Relationship Id="rId270" Type="http://schemas.openxmlformats.org/officeDocument/2006/relationships/image" Target="../media/image789.png"/><Relationship Id="rId65" Type="http://schemas.openxmlformats.org/officeDocument/2006/relationships/image" Target="../media/image688.png"/><Relationship Id="rId130" Type="http://schemas.openxmlformats.org/officeDocument/2006/relationships/image" Target="../media/image720.png"/><Relationship Id="rId368" Type="http://schemas.openxmlformats.org/officeDocument/2006/relationships/image" Target="../media/image837.png"/><Relationship Id="rId575" Type="http://schemas.openxmlformats.org/officeDocument/2006/relationships/customXml" Target="../ink/ink973.xml"/><Relationship Id="rId782" Type="http://schemas.openxmlformats.org/officeDocument/2006/relationships/image" Target="../media/image1042.png"/><Relationship Id="rId228" Type="http://schemas.openxmlformats.org/officeDocument/2006/relationships/image" Target="../media/image768.png"/><Relationship Id="rId435" Type="http://schemas.openxmlformats.org/officeDocument/2006/relationships/customXml" Target="../ink/ink903.xml"/><Relationship Id="rId642" Type="http://schemas.openxmlformats.org/officeDocument/2006/relationships/image" Target="../media/image973.png"/><Relationship Id="rId281" Type="http://schemas.openxmlformats.org/officeDocument/2006/relationships/customXml" Target="../ink/ink826.xml"/><Relationship Id="rId502" Type="http://schemas.openxmlformats.org/officeDocument/2006/relationships/image" Target="../media/image904.png"/><Relationship Id="rId76" Type="http://schemas.openxmlformats.org/officeDocument/2006/relationships/customXml" Target="../ink/ink722.xml"/><Relationship Id="rId141" Type="http://schemas.openxmlformats.org/officeDocument/2006/relationships/customXml" Target="../ink/ink755.xml"/><Relationship Id="rId379" Type="http://schemas.openxmlformats.org/officeDocument/2006/relationships/customXml" Target="../ink/ink875.xml"/><Relationship Id="rId586" Type="http://schemas.openxmlformats.org/officeDocument/2006/relationships/image" Target="../media/image945.png"/><Relationship Id="rId793" Type="http://schemas.openxmlformats.org/officeDocument/2006/relationships/image" Target="../media/image1047.png"/><Relationship Id="rId7" Type="http://schemas.openxmlformats.org/officeDocument/2006/relationships/image" Target="../media/image661.png"/><Relationship Id="rId239" Type="http://schemas.openxmlformats.org/officeDocument/2006/relationships/customXml" Target="../ink/ink805.xml"/><Relationship Id="rId446" Type="http://schemas.openxmlformats.org/officeDocument/2006/relationships/image" Target="../media/image876.png"/><Relationship Id="rId653" Type="http://schemas.openxmlformats.org/officeDocument/2006/relationships/customXml" Target="../ink/ink1013.xml"/><Relationship Id="rId292" Type="http://schemas.openxmlformats.org/officeDocument/2006/relationships/image" Target="../media/image800.png"/><Relationship Id="rId306" Type="http://schemas.openxmlformats.org/officeDocument/2006/relationships/image" Target="../media/image806.png"/><Relationship Id="rId87" Type="http://schemas.openxmlformats.org/officeDocument/2006/relationships/image" Target="../media/image699.png"/><Relationship Id="rId513" Type="http://schemas.openxmlformats.org/officeDocument/2006/relationships/customXml" Target="../ink/ink942.xml"/><Relationship Id="rId597" Type="http://schemas.openxmlformats.org/officeDocument/2006/relationships/customXml" Target="../ink/ink985.xml"/><Relationship Id="rId720" Type="http://schemas.openxmlformats.org/officeDocument/2006/relationships/image" Target="../media/image1011.png"/><Relationship Id="rId152" Type="http://schemas.openxmlformats.org/officeDocument/2006/relationships/image" Target="../media/image731.png"/><Relationship Id="rId457" Type="http://schemas.openxmlformats.org/officeDocument/2006/relationships/customXml" Target="../ink/ink914.xml"/><Relationship Id="rId664" Type="http://schemas.openxmlformats.org/officeDocument/2006/relationships/image" Target="../media/image984.png"/><Relationship Id="rId14" Type="http://schemas.openxmlformats.org/officeDocument/2006/relationships/customXml" Target="../ink/ink690.xml"/><Relationship Id="rId317" Type="http://schemas.openxmlformats.org/officeDocument/2006/relationships/customXml" Target="../ink/ink844.xml"/><Relationship Id="rId524" Type="http://schemas.openxmlformats.org/officeDocument/2006/relationships/image" Target="../media/image915.png"/><Relationship Id="rId731" Type="http://schemas.openxmlformats.org/officeDocument/2006/relationships/customXml" Target="../ink/ink1052.xml"/><Relationship Id="rId98" Type="http://schemas.openxmlformats.org/officeDocument/2006/relationships/customXml" Target="../ink/ink733.xml"/><Relationship Id="rId163" Type="http://schemas.openxmlformats.org/officeDocument/2006/relationships/customXml" Target="../ink/ink766.xml"/><Relationship Id="rId370" Type="http://schemas.openxmlformats.org/officeDocument/2006/relationships/image" Target="../media/image838.png"/><Relationship Id="rId230" Type="http://schemas.openxmlformats.org/officeDocument/2006/relationships/image" Target="../media/image769.png"/><Relationship Id="rId468" Type="http://schemas.openxmlformats.org/officeDocument/2006/relationships/image" Target="../media/image887.png"/><Relationship Id="rId675" Type="http://schemas.openxmlformats.org/officeDocument/2006/relationships/customXml" Target="../ink/ink1024.xml"/><Relationship Id="rId25" Type="http://schemas.openxmlformats.org/officeDocument/2006/relationships/image" Target="../media/image669.png"/><Relationship Id="rId328" Type="http://schemas.openxmlformats.org/officeDocument/2006/relationships/image" Target="../media/image817.png"/><Relationship Id="rId535" Type="http://schemas.openxmlformats.org/officeDocument/2006/relationships/customXml" Target="../ink/ink953.xml"/><Relationship Id="rId742" Type="http://schemas.openxmlformats.org/officeDocument/2006/relationships/image" Target="../media/image1022.png"/><Relationship Id="rId174" Type="http://schemas.openxmlformats.org/officeDocument/2006/relationships/image" Target="../media/image742.png"/><Relationship Id="rId381" Type="http://schemas.openxmlformats.org/officeDocument/2006/relationships/customXml" Target="../ink/ink876.xml"/><Relationship Id="rId602" Type="http://schemas.openxmlformats.org/officeDocument/2006/relationships/image" Target="../media/image953.png"/><Relationship Id="rId241" Type="http://schemas.openxmlformats.org/officeDocument/2006/relationships/customXml" Target="../ink/ink806.xml"/><Relationship Id="rId479" Type="http://schemas.openxmlformats.org/officeDocument/2006/relationships/customXml" Target="../ink/ink925.xml"/><Relationship Id="rId686" Type="http://schemas.openxmlformats.org/officeDocument/2006/relationships/image" Target="../media/image995.png"/><Relationship Id="rId36" Type="http://schemas.openxmlformats.org/officeDocument/2006/relationships/image" Target="../media/image674.png"/><Relationship Id="rId339" Type="http://schemas.openxmlformats.org/officeDocument/2006/relationships/customXml" Target="../ink/ink855.xml"/><Relationship Id="rId546" Type="http://schemas.openxmlformats.org/officeDocument/2006/relationships/image" Target="../media/image926.png"/><Relationship Id="rId753" Type="http://schemas.openxmlformats.org/officeDocument/2006/relationships/customXml" Target="../ink/ink1063.xml"/><Relationship Id="rId101" Type="http://schemas.openxmlformats.org/officeDocument/2006/relationships/image" Target="../media/image706.png"/><Relationship Id="rId185" Type="http://schemas.openxmlformats.org/officeDocument/2006/relationships/image" Target="../media/image747.png"/><Relationship Id="rId406" Type="http://schemas.openxmlformats.org/officeDocument/2006/relationships/image" Target="../media/image856.png"/><Relationship Id="rId392" Type="http://schemas.openxmlformats.org/officeDocument/2006/relationships/image" Target="../media/image849.png"/><Relationship Id="rId613" Type="http://schemas.openxmlformats.org/officeDocument/2006/relationships/customXml" Target="../ink/ink993.xml"/><Relationship Id="rId697" Type="http://schemas.openxmlformats.org/officeDocument/2006/relationships/customXml" Target="../ink/ink1035.xml"/><Relationship Id="rId252" Type="http://schemas.openxmlformats.org/officeDocument/2006/relationships/image" Target="../media/image780.png"/><Relationship Id="rId47" Type="http://schemas.openxmlformats.org/officeDocument/2006/relationships/customXml" Target="../ink/ink707.xml"/><Relationship Id="rId112" Type="http://schemas.openxmlformats.org/officeDocument/2006/relationships/customXml" Target="../ink/ink740.xml"/><Relationship Id="rId557" Type="http://schemas.openxmlformats.org/officeDocument/2006/relationships/customXml" Target="../ink/ink964.xml"/><Relationship Id="rId764" Type="http://schemas.openxmlformats.org/officeDocument/2006/relationships/image" Target="../media/image1033.png"/><Relationship Id="rId196" Type="http://schemas.openxmlformats.org/officeDocument/2006/relationships/customXml" Target="../ink/ink783.xml"/><Relationship Id="rId417" Type="http://schemas.openxmlformats.org/officeDocument/2006/relationships/customXml" Target="../ink/ink894.xml"/><Relationship Id="rId624" Type="http://schemas.openxmlformats.org/officeDocument/2006/relationships/image" Target="../media/image964.png"/><Relationship Id="rId263" Type="http://schemas.openxmlformats.org/officeDocument/2006/relationships/customXml" Target="../ink/ink817.xml"/><Relationship Id="rId470" Type="http://schemas.openxmlformats.org/officeDocument/2006/relationships/image" Target="../media/image888.png"/><Relationship Id="rId58" Type="http://schemas.openxmlformats.org/officeDocument/2006/relationships/customXml" Target="../ink/ink713.xml"/><Relationship Id="rId123" Type="http://schemas.openxmlformats.org/officeDocument/2006/relationships/customXml" Target="../ink/ink746.xml"/><Relationship Id="rId330" Type="http://schemas.openxmlformats.org/officeDocument/2006/relationships/image" Target="../media/image818.png"/><Relationship Id="rId568" Type="http://schemas.openxmlformats.org/officeDocument/2006/relationships/image" Target="../media/image937.png"/><Relationship Id="rId775" Type="http://schemas.openxmlformats.org/officeDocument/2006/relationships/customXml" Target="../ink/ink1074.xml"/><Relationship Id="rId428" Type="http://schemas.openxmlformats.org/officeDocument/2006/relationships/image" Target="../media/image867.png"/><Relationship Id="rId635" Type="http://schemas.openxmlformats.org/officeDocument/2006/relationships/customXml" Target="../ink/ink1004.xml"/><Relationship Id="rId274" Type="http://schemas.openxmlformats.org/officeDocument/2006/relationships/image" Target="../media/image791.png"/><Relationship Id="rId481" Type="http://schemas.openxmlformats.org/officeDocument/2006/relationships/customXml" Target="../ink/ink926.xml"/><Relationship Id="rId702" Type="http://schemas.openxmlformats.org/officeDocument/2006/relationships/image" Target="../media/image1003.png"/><Relationship Id="rId69" Type="http://schemas.openxmlformats.org/officeDocument/2006/relationships/image" Target="../media/image690.png"/><Relationship Id="rId134" Type="http://schemas.openxmlformats.org/officeDocument/2006/relationships/image" Target="../media/image722.png"/><Relationship Id="rId579" Type="http://schemas.openxmlformats.org/officeDocument/2006/relationships/customXml" Target="../ink/ink976.xml"/><Relationship Id="rId786" Type="http://schemas.openxmlformats.org/officeDocument/2006/relationships/image" Target="../media/image1044.png"/><Relationship Id="rId341" Type="http://schemas.openxmlformats.org/officeDocument/2006/relationships/customXml" Target="../ink/ink856.xml"/><Relationship Id="rId439" Type="http://schemas.openxmlformats.org/officeDocument/2006/relationships/customXml" Target="../ink/ink905.xml"/><Relationship Id="rId646" Type="http://schemas.openxmlformats.org/officeDocument/2006/relationships/image" Target="../media/image975.png"/><Relationship Id="rId201" Type="http://schemas.openxmlformats.org/officeDocument/2006/relationships/image" Target="../media/image755.png"/><Relationship Id="rId285" Type="http://schemas.openxmlformats.org/officeDocument/2006/relationships/customXml" Target="../ink/ink828.xml"/><Relationship Id="rId506" Type="http://schemas.openxmlformats.org/officeDocument/2006/relationships/image" Target="../media/image906.png"/><Relationship Id="rId492" Type="http://schemas.openxmlformats.org/officeDocument/2006/relationships/image" Target="../media/image899.png"/><Relationship Id="rId713" Type="http://schemas.openxmlformats.org/officeDocument/2006/relationships/customXml" Target="../ink/ink1043.xml"/><Relationship Id="rId797" Type="http://schemas.openxmlformats.org/officeDocument/2006/relationships/image" Target="../media/image1049.png"/><Relationship Id="rId145" Type="http://schemas.openxmlformats.org/officeDocument/2006/relationships/customXml" Target="../ink/ink757.xml"/><Relationship Id="rId352" Type="http://schemas.openxmlformats.org/officeDocument/2006/relationships/image" Target="../media/image829.png"/><Relationship Id="rId212" Type="http://schemas.openxmlformats.org/officeDocument/2006/relationships/image" Target="../media/image760.png"/><Relationship Id="rId657" Type="http://schemas.openxmlformats.org/officeDocument/2006/relationships/customXml" Target="../ink/ink1015.xml"/><Relationship Id="rId296" Type="http://schemas.openxmlformats.org/officeDocument/2006/relationships/image" Target="../media/image802.png"/><Relationship Id="rId517" Type="http://schemas.openxmlformats.org/officeDocument/2006/relationships/customXml" Target="../ink/ink944.xml"/><Relationship Id="rId724" Type="http://schemas.openxmlformats.org/officeDocument/2006/relationships/image" Target="../media/image1013.png"/><Relationship Id="rId60" Type="http://schemas.openxmlformats.org/officeDocument/2006/relationships/customXml" Target="../ink/ink714.xml"/><Relationship Id="rId156" Type="http://schemas.openxmlformats.org/officeDocument/2006/relationships/image" Target="../media/image733.png"/><Relationship Id="rId363" Type="http://schemas.openxmlformats.org/officeDocument/2006/relationships/customXml" Target="../ink/ink867.xml"/><Relationship Id="rId570" Type="http://schemas.openxmlformats.org/officeDocument/2006/relationships/image" Target="../media/image938.png"/><Relationship Id="rId223" Type="http://schemas.openxmlformats.org/officeDocument/2006/relationships/customXml" Target="../ink/ink797.xml"/><Relationship Id="rId430" Type="http://schemas.openxmlformats.org/officeDocument/2006/relationships/image" Target="../media/image868.png"/><Relationship Id="rId668" Type="http://schemas.openxmlformats.org/officeDocument/2006/relationships/image" Target="../media/image986.png"/><Relationship Id="rId18" Type="http://schemas.openxmlformats.org/officeDocument/2006/relationships/customXml" Target="../ink/ink692.xml"/><Relationship Id="rId528" Type="http://schemas.openxmlformats.org/officeDocument/2006/relationships/image" Target="../media/image917.png"/><Relationship Id="rId735" Type="http://schemas.openxmlformats.org/officeDocument/2006/relationships/customXml" Target="../ink/ink1054.xml"/><Relationship Id="rId167" Type="http://schemas.openxmlformats.org/officeDocument/2006/relationships/customXml" Target="../ink/ink768.xml"/><Relationship Id="rId374" Type="http://schemas.openxmlformats.org/officeDocument/2006/relationships/image" Target="../media/image840.png"/><Relationship Id="rId581" Type="http://schemas.openxmlformats.org/officeDocument/2006/relationships/customXml" Target="../ink/ink977.xml"/><Relationship Id="rId71" Type="http://schemas.openxmlformats.org/officeDocument/2006/relationships/image" Target="../media/image691.png"/><Relationship Id="rId234" Type="http://schemas.openxmlformats.org/officeDocument/2006/relationships/image" Target="../media/image771.png"/><Relationship Id="rId679" Type="http://schemas.openxmlformats.org/officeDocument/2006/relationships/customXml" Target="../ink/ink1026.xml"/><Relationship Id="rId2" Type="http://schemas.openxmlformats.org/officeDocument/2006/relationships/customXml" Target="../ink/ink684.xml"/><Relationship Id="rId29" Type="http://schemas.openxmlformats.org/officeDocument/2006/relationships/image" Target="../media/image671.png"/><Relationship Id="rId441" Type="http://schemas.openxmlformats.org/officeDocument/2006/relationships/customXml" Target="../ink/ink906.xml"/><Relationship Id="rId539" Type="http://schemas.openxmlformats.org/officeDocument/2006/relationships/customXml" Target="../ink/ink955.xml"/><Relationship Id="rId746" Type="http://schemas.openxmlformats.org/officeDocument/2006/relationships/image" Target="../media/image1024.png"/><Relationship Id="rId178" Type="http://schemas.openxmlformats.org/officeDocument/2006/relationships/image" Target="../media/image744.png"/><Relationship Id="rId301" Type="http://schemas.openxmlformats.org/officeDocument/2006/relationships/customXml" Target="../ink/ink836.xml"/><Relationship Id="rId82" Type="http://schemas.openxmlformats.org/officeDocument/2006/relationships/customXml" Target="../ink/ink725.xml"/><Relationship Id="rId385" Type="http://schemas.openxmlformats.org/officeDocument/2006/relationships/customXml" Target="../ink/ink878.xml"/><Relationship Id="rId592" Type="http://schemas.openxmlformats.org/officeDocument/2006/relationships/image" Target="../media/image948.png"/><Relationship Id="rId606" Type="http://schemas.openxmlformats.org/officeDocument/2006/relationships/image" Target="../media/image955.png"/><Relationship Id="rId245" Type="http://schemas.openxmlformats.org/officeDocument/2006/relationships/customXml" Target="../ink/ink808.xml"/><Relationship Id="rId452" Type="http://schemas.openxmlformats.org/officeDocument/2006/relationships/image" Target="../media/image879.png"/><Relationship Id="rId105" Type="http://schemas.openxmlformats.org/officeDocument/2006/relationships/image" Target="../media/image708.png"/><Relationship Id="rId312" Type="http://schemas.openxmlformats.org/officeDocument/2006/relationships/image" Target="../media/image809.png"/><Relationship Id="rId757" Type="http://schemas.openxmlformats.org/officeDocument/2006/relationships/customXml" Target="../ink/ink1065.xml"/><Relationship Id="rId93" Type="http://schemas.openxmlformats.org/officeDocument/2006/relationships/image" Target="../media/image702.png"/><Relationship Id="rId189" Type="http://schemas.openxmlformats.org/officeDocument/2006/relationships/image" Target="../media/image749.png"/><Relationship Id="rId396" Type="http://schemas.openxmlformats.org/officeDocument/2006/relationships/image" Target="../media/image851.png"/><Relationship Id="rId617" Type="http://schemas.openxmlformats.org/officeDocument/2006/relationships/customXml" Target="../ink/ink995.xml"/><Relationship Id="rId256" Type="http://schemas.openxmlformats.org/officeDocument/2006/relationships/image" Target="../media/image782.png"/><Relationship Id="rId463" Type="http://schemas.openxmlformats.org/officeDocument/2006/relationships/customXml" Target="../ink/ink917.xml"/><Relationship Id="rId670" Type="http://schemas.openxmlformats.org/officeDocument/2006/relationships/image" Target="../media/image987.png"/><Relationship Id="rId116" Type="http://schemas.openxmlformats.org/officeDocument/2006/relationships/image" Target="../media/image713.png"/><Relationship Id="rId323" Type="http://schemas.openxmlformats.org/officeDocument/2006/relationships/customXml" Target="../ink/ink847.xml"/><Relationship Id="rId530" Type="http://schemas.openxmlformats.org/officeDocument/2006/relationships/image" Target="../media/image918.png"/><Relationship Id="rId768" Type="http://schemas.openxmlformats.org/officeDocument/2006/relationships/image" Target="../media/image1035.png"/><Relationship Id="rId20" Type="http://schemas.openxmlformats.org/officeDocument/2006/relationships/customXml" Target="../ink/ink693.xml"/><Relationship Id="rId628" Type="http://schemas.openxmlformats.org/officeDocument/2006/relationships/image" Target="../media/image966.png"/><Relationship Id="rId267" Type="http://schemas.openxmlformats.org/officeDocument/2006/relationships/customXml" Target="../ink/ink819.xml"/><Relationship Id="rId474" Type="http://schemas.openxmlformats.org/officeDocument/2006/relationships/image" Target="../media/image890.png"/><Relationship Id="rId127" Type="http://schemas.openxmlformats.org/officeDocument/2006/relationships/customXml" Target="../ink/ink748.xml"/><Relationship Id="rId681" Type="http://schemas.openxmlformats.org/officeDocument/2006/relationships/customXml" Target="../ink/ink1027.xml"/><Relationship Id="rId779" Type="http://schemas.openxmlformats.org/officeDocument/2006/relationships/customXml" Target="../ink/ink1076.xml"/><Relationship Id="rId31" Type="http://schemas.openxmlformats.org/officeDocument/2006/relationships/customXml" Target="../ink/ink699.xml"/><Relationship Id="rId334" Type="http://schemas.openxmlformats.org/officeDocument/2006/relationships/image" Target="../media/image820.png"/><Relationship Id="rId541" Type="http://schemas.openxmlformats.org/officeDocument/2006/relationships/customXml" Target="../ink/ink956.xml"/><Relationship Id="rId639" Type="http://schemas.openxmlformats.org/officeDocument/2006/relationships/customXml" Target="../ink/ink1006.xml"/><Relationship Id="rId180" Type="http://schemas.openxmlformats.org/officeDocument/2006/relationships/customXml" Target="../ink/ink775.xml"/><Relationship Id="rId278" Type="http://schemas.openxmlformats.org/officeDocument/2006/relationships/image" Target="../media/image793.png"/><Relationship Id="rId401" Type="http://schemas.openxmlformats.org/officeDocument/2006/relationships/customXml" Target="../ink/ink886.xml"/><Relationship Id="rId485" Type="http://schemas.openxmlformats.org/officeDocument/2006/relationships/customXml" Target="../ink/ink928.xml"/><Relationship Id="rId692" Type="http://schemas.openxmlformats.org/officeDocument/2006/relationships/image" Target="../media/image998.png"/><Relationship Id="rId706" Type="http://schemas.openxmlformats.org/officeDocument/2006/relationships/image" Target="../media/image611.png"/><Relationship Id="rId42" Type="http://schemas.openxmlformats.org/officeDocument/2006/relationships/image" Target="../media/image677.png"/><Relationship Id="rId138" Type="http://schemas.openxmlformats.org/officeDocument/2006/relationships/image" Target="../media/image724.png"/><Relationship Id="rId345" Type="http://schemas.openxmlformats.org/officeDocument/2006/relationships/customXml" Target="../ink/ink858.xml"/><Relationship Id="rId552" Type="http://schemas.openxmlformats.org/officeDocument/2006/relationships/image" Target="../media/image929.png"/><Relationship Id="rId191" Type="http://schemas.openxmlformats.org/officeDocument/2006/relationships/image" Target="../media/image750.png"/><Relationship Id="rId205" Type="http://schemas.openxmlformats.org/officeDocument/2006/relationships/customXml" Target="../ink/ink788.xml"/><Relationship Id="rId412" Type="http://schemas.openxmlformats.org/officeDocument/2006/relationships/image" Target="../media/image859.png"/><Relationship Id="rId289" Type="http://schemas.openxmlformats.org/officeDocument/2006/relationships/customXml" Target="../ink/ink830.xml"/><Relationship Id="rId496" Type="http://schemas.openxmlformats.org/officeDocument/2006/relationships/image" Target="../media/image901.png"/><Relationship Id="rId717" Type="http://schemas.openxmlformats.org/officeDocument/2006/relationships/customXml" Target="../ink/ink1045.xml"/><Relationship Id="rId53" Type="http://schemas.openxmlformats.org/officeDocument/2006/relationships/customXml" Target="../ink/ink710.xml"/><Relationship Id="rId149" Type="http://schemas.openxmlformats.org/officeDocument/2006/relationships/customXml" Target="../ink/ink759.xml"/><Relationship Id="rId356" Type="http://schemas.openxmlformats.org/officeDocument/2006/relationships/image" Target="../media/image831.png"/><Relationship Id="rId563" Type="http://schemas.openxmlformats.org/officeDocument/2006/relationships/customXml" Target="../ink/ink967.xml"/><Relationship Id="rId770" Type="http://schemas.openxmlformats.org/officeDocument/2006/relationships/image" Target="../media/image1036.png"/><Relationship Id="rId216" Type="http://schemas.openxmlformats.org/officeDocument/2006/relationships/image" Target="../media/image762.png"/><Relationship Id="rId423" Type="http://schemas.openxmlformats.org/officeDocument/2006/relationships/customXml" Target="../ink/ink897.xml"/><Relationship Id="rId630" Type="http://schemas.openxmlformats.org/officeDocument/2006/relationships/image" Target="../media/image967.png"/><Relationship Id="rId728" Type="http://schemas.openxmlformats.org/officeDocument/2006/relationships/image" Target="../media/image1015.png"/><Relationship Id="rId64" Type="http://schemas.openxmlformats.org/officeDocument/2006/relationships/customXml" Target="../ink/ink716.xml"/><Relationship Id="rId367" Type="http://schemas.openxmlformats.org/officeDocument/2006/relationships/customXml" Target="../ink/ink869.xml"/><Relationship Id="rId574" Type="http://schemas.openxmlformats.org/officeDocument/2006/relationships/image" Target="../media/image940.png"/><Relationship Id="rId171" Type="http://schemas.openxmlformats.org/officeDocument/2006/relationships/customXml" Target="../ink/ink770.xml"/><Relationship Id="rId227" Type="http://schemas.openxmlformats.org/officeDocument/2006/relationships/customXml" Target="../ink/ink799.xml"/><Relationship Id="rId781" Type="http://schemas.openxmlformats.org/officeDocument/2006/relationships/customXml" Target="../ink/ink1077.xml"/><Relationship Id="rId269" Type="http://schemas.openxmlformats.org/officeDocument/2006/relationships/customXml" Target="../ink/ink820.xml"/><Relationship Id="rId434" Type="http://schemas.openxmlformats.org/officeDocument/2006/relationships/image" Target="../media/image870.png"/><Relationship Id="rId476" Type="http://schemas.openxmlformats.org/officeDocument/2006/relationships/image" Target="../media/image891.png"/><Relationship Id="rId641" Type="http://schemas.openxmlformats.org/officeDocument/2006/relationships/customXml" Target="../ink/ink1007.xml"/><Relationship Id="rId683" Type="http://schemas.openxmlformats.org/officeDocument/2006/relationships/customXml" Target="../ink/ink1028.xml"/><Relationship Id="rId739" Type="http://schemas.openxmlformats.org/officeDocument/2006/relationships/customXml" Target="../ink/ink1056.xml"/><Relationship Id="rId33" Type="http://schemas.openxmlformats.org/officeDocument/2006/relationships/customXml" Target="../ink/ink700.xml"/><Relationship Id="rId129" Type="http://schemas.openxmlformats.org/officeDocument/2006/relationships/customXml" Target="../ink/ink749.xml"/><Relationship Id="rId280" Type="http://schemas.openxmlformats.org/officeDocument/2006/relationships/image" Target="../media/image794.png"/><Relationship Id="rId336" Type="http://schemas.openxmlformats.org/officeDocument/2006/relationships/image" Target="../media/image821.png"/><Relationship Id="rId501" Type="http://schemas.openxmlformats.org/officeDocument/2006/relationships/customXml" Target="../ink/ink936.xml"/><Relationship Id="rId543" Type="http://schemas.openxmlformats.org/officeDocument/2006/relationships/customXml" Target="../ink/ink957.xml"/><Relationship Id="rId75" Type="http://schemas.openxmlformats.org/officeDocument/2006/relationships/image" Target="../media/image693.png"/><Relationship Id="rId140" Type="http://schemas.openxmlformats.org/officeDocument/2006/relationships/image" Target="../media/image725.png"/><Relationship Id="rId182" Type="http://schemas.openxmlformats.org/officeDocument/2006/relationships/customXml" Target="../ink/ink776.xml"/><Relationship Id="rId378" Type="http://schemas.openxmlformats.org/officeDocument/2006/relationships/image" Target="../media/image842.png"/><Relationship Id="rId403" Type="http://schemas.openxmlformats.org/officeDocument/2006/relationships/customXml" Target="../ink/ink887.xml"/><Relationship Id="rId585" Type="http://schemas.openxmlformats.org/officeDocument/2006/relationships/customXml" Target="../ink/ink979.xml"/><Relationship Id="rId750" Type="http://schemas.openxmlformats.org/officeDocument/2006/relationships/image" Target="../media/image1026.png"/><Relationship Id="rId792" Type="http://schemas.openxmlformats.org/officeDocument/2006/relationships/customXml" Target="../ink/ink1083.xml"/><Relationship Id="rId6" Type="http://schemas.openxmlformats.org/officeDocument/2006/relationships/customXml" Target="../ink/ink686.xml"/><Relationship Id="rId238" Type="http://schemas.openxmlformats.org/officeDocument/2006/relationships/image" Target="../media/image773.png"/><Relationship Id="rId445" Type="http://schemas.openxmlformats.org/officeDocument/2006/relationships/customXml" Target="../ink/ink908.xml"/><Relationship Id="rId487" Type="http://schemas.openxmlformats.org/officeDocument/2006/relationships/customXml" Target="../ink/ink929.xml"/><Relationship Id="rId610" Type="http://schemas.openxmlformats.org/officeDocument/2006/relationships/image" Target="../media/image957.png"/><Relationship Id="rId652" Type="http://schemas.openxmlformats.org/officeDocument/2006/relationships/image" Target="../media/image978.png"/><Relationship Id="rId694" Type="http://schemas.openxmlformats.org/officeDocument/2006/relationships/image" Target="../media/image999.png"/><Relationship Id="rId708" Type="http://schemas.openxmlformats.org/officeDocument/2006/relationships/image" Target="../media/image1005.png"/><Relationship Id="rId291" Type="http://schemas.openxmlformats.org/officeDocument/2006/relationships/customXml" Target="../ink/ink831.xml"/><Relationship Id="rId305" Type="http://schemas.openxmlformats.org/officeDocument/2006/relationships/customXml" Target="../ink/ink838.xml"/><Relationship Id="rId347" Type="http://schemas.openxmlformats.org/officeDocument/2006/relationships/customXml" Target="../ink/ink859.xml"/><Relationship Id="rId512" Type="http://schemas.openxmlformats.org/officeDocument/2006/relationships/image" Target="../media/image909.png"/><Relationship Id="rId44" Type="http://schemas.openxmlformats.org/officeDocument/2006/relationships/image" Target="../media/image678.png"/><Relationship Id="rId86" Type="http://schemas.openxmlformats.org/officeDocument/2006/relationships/customXml" Target="../ink/ink727.xml"/><Relationship Id="rId151" Type="http://schemas.openxmlformats.org/officeDocument/2006/relationships/customXml" Target="../ink/ink760.xml"/><Relationship Id="rId389" Type="http://schemas.openxmlformats.org/officeDocument/2006/relationships/customXml" Target="../ink/ink880.xml"/><Relationship Id="rId554" Type="http://schemas.openxmlformats.org/officeDocument/2006/relationships/image" Target="../media/image930.png"/><Relationship Id="rId596" Type="http://schemas.openxmlformats.org/officeDocument/2006/relationships/image" Target="../media/image950.png"/><Relationship Id="rId761" Type="http://schemas.openxmlformats.org/officeDocument/2006/relationships/customXml" Target="../ink/ink1067.xml"/><Relationship Id="rId193" Type="http://schemas.openxmlformats.org/officeDocument/2006/relationships/image" Target="../media/image751.png"/><Relationship Id="rId207" Type="http://schemas.openxmlformats.org/officeDocument/2006/relationships/customXml" Target="../ink/ink789.xml"/><Relationship Id="rId249" Type="http://schemas.openxmlformats.org/officeDocument/2006/relationships/customXml" Target="../ink/ink810.xml"/><Relationship Id="rId414" Type="http://schemas.openxmlformats.org/officeDocument/2006/relationships/image" Target="../media/image860.png"/><Relationship Id="rId456" Type="http://schemas.openxmlformats.org/officeDocument/2006/relationships/image" Target="../media/image881.png"/><Relationship Id="rId498" Type="http://schemas.openxmlformats.org/officeDocument/2006/relationships/image" Target="../media/image902.png"/><Relationship Id="rId621" Type="http://schemas.openxmlformats.org/officeDocument/2006/relationships/customXml" Target="../ink/ink997.xml"/><Relationship Id="rId663" Type="http://schemas.openxmlformats.org/officeDocument/2006/relationships/customXml" Target="../ink/ink1018.xml"/><Relationship Id="rId13" Type="http://schemas.openxmlformats.org/officeDocument/2006/relationships/image" Target="../media/image664.png"/><Relationship Id="rId109" Type="http://schemas.openxmlformats.org/officeDocument/2006/relationships/image" Target="../media/image710.png"/><Relationship Id="rId260" Type="http://schemas.openxmlformats.org/officeDocument/2006/relationships/image" Target="../media/image784.png"/><Relationship Id="rId316" Type="http://schemas.openxmlformats.org/officeDocument/2006/relationships/image" Target="../media/image811.png"/><Relationship Id="rId523" Type="http://schemas.openxmlformats.org/officeDocument/2006/relationships/customXml" Target="../ink/ink947.xml"/><Relationship Id="rId719" Type="http://schemas.openxmlformats.org/officeDocument/2006/relationships/customXml" Target="../ink/ink1046.xml"/><Relationship Id="rId55" Type="http://schemas.openxmlformats.org/officeDocument/2006/relationships/image" Target="../media/image683.png"/><Relationship Id="rId97" Type="http://schemas.openxmlformats.org/officeDocument/2006/relationships/image" Target="../media/image704.png"/><Relationship Id="rId120" Type="http://schemas.openxmlformats.org/officeDocument/2006/relationships/image" Target="../media/image715.png"/><Relationship Id="rId358" Type="http://schemas.openxmlformats.org/officeDocument/2006/relationships/image" Target="../media/image832.png"/><Relationship Id="rId565" Type="http://schemas.openxmlformats.org/officeDocument/2006/relationships/customXml" Target="../ink/ink968.xml"/><Relationship Id="rId730" Type="http://schemas.openxmlformats.org/officeDocument/2006/relationships/image" Target="../media/image1016.png"/><Relationship Id="rId772" Type="http://schemas.openxmlformats.org/officeDocument/2006/relationships/image" Target="../media/image1037.png"/><Relationship Id="rId162" Type="http://schemas.openxmlformats.org/officeDocument/2006/relationships/image" Target="../media/image736.png"/><Relationship Id="rId218" Type="http://schemas.openxmlformats.org/officeDocument/2006/relationships/image" Target="../media/image763.png"/><Relationship Id="rId425" Type="http://schemas.openxmlformats.org/officeDocument/2006/relationships/customXml" Target="../ink/ink898.xml"/><Relationship Id="rId467" Type="http://schemas.openxmlformats.org/officeDocument/2006/relationships/customXml" Target="../ink/ink919.xml"/><Relationship Id="rId632" Type="http://schemas.openxmlformats.org/officeDocument/2006/relationships/image" Target="../media/image968.png"/><Relationship Id="rId271" Type="http://schemas.openxmlformats.org/officeDocument/2006/relationships/customXml" Target="../ink/ink821.xml"/><Relationship Id="rId674" Type="http://schemas.openxmlformats.org/officeDocument/2006/relationships/image" Target="../media/image989.png"/><Relationship Id="rId24" Type="http://schemas.openxmlformats.org/officeDocument/2006/relationships/customXml" Target="../ink/ink695.xml"/><Relationship Id="rId66" Type="http://schemas.openxmlformats.org/officeDocument/2006/relationships/customXml" Target="../ink/ink717.xml"/><Relationship Id="rId131" Type="http://schemas.openxmlformats.org/officeDocument/2006/relationships/customXml" Target="../ink/ink750.xml"/><Relationship Id="rId327" Type="http://schemas.openxmlformats.org/officeDocument/2006/relationships/customXml" Target="../ink/ink849.xml"/><Relationship Id="rId369" Type="http://schemas.openxmlformats.org/officeDocument/2006/relationships/customXml" Target="../ink/ink870.xml"/><Relationship Id="rId534" Type="http://schemas.openxmlformats.org/officeDocument/2006/relationships/image" Target="../media/image920.png"/><Relationship Id="rId576" Type="http://schemas.openxmlformats.org/officeDocument/2006/relationships/customXml" Target="../ink/ink974.xml"/><Relationship Id="rId741" Type="http://schemas.openxmlformats.org/officeDocument/2006/relationships/customXml" Target="../ink/ink1057.xml"/><Relationship Id="rId783" Type="http://schemas.openxmlformats.org/officeDocument/2006/relationships/customXml" Target="../ink/ink1078.xml"/><Relationship Id="rId173" Type="http://schemas.openxmlformats.org/officeDocument/2006/relationships/customXml" Target="../ink/ink771.xml"/><Relationship Id="rId229" Type="http://schemas.openxmlformats.org/officeDocument/2006/relationships/customXml" Target="../ink/ink800.xml"/><Relationship Id="rId380" Type="http://schemas.openxmlformats.org/officeDocument/2006/relationships/image" Target="../media/image843.png"/><Relationship Id="rId436" Type="http://schemas.openxmlformats.org/officeDocument/2006/relationships/image" Target="../media/image871.png"/><Relationship Id="rId601" Type="http://schemas.openxmlformats.org/officeDocument/2006/relationships/customXml" Target="../ink/ink987.xml"/><Relationship Id="rId643" Type="http://schemas.openxmlformats.org/officeDocument/2006/relationships/customXml" Target="../ink/ink1008.xml"/><Relationship Id="rId240" Type="http://schemas.openxmlformats.org/officeDocument/2006/relationships/image" Target="../media/image774.png"/><Relationship Id="rId478" Type="http://schemas.openxmlformats.org/officeDocument/2006/relationships/image" Target="../media/image892.png"/><Relationship Id="rId685" Type="http://schemas.openxmlformats.org/officeDocument/2006/relationships/customXml" Target="../ink/ink1029.xml"/><Relationship Id="rId35" Type="http://schemas.openxmlformats.org/officeDocument/2006/relationships/customXml" Target="../ink/ink701.xml"/><Relationship Id="rId77" Type="http://schemas.openxmlformats.org/officeDocument/2006/relationships/image" Target="../media/image694.png"/><Relationship Id="rId100" Type="http://schemas.openxmlformats.org/officeDocument/2006/relationships/customXml" Target="../ink/ink734.xml"/><Relationship Id="rId282" Type="http://schemas.openxmlformats.org/officeDocument/2006/relationships/image" Target="../media/image795.png"/><Relationship Id="rId338" Type="http://schemas.openxmlformats.org/officeDocument/2006/relationships/image" Target="../media/image822.png"/><Relationship Id="rId503" Type="http://schemas.openxmlformats.org/officeDocument/2006/relationships/customXml" Target="../ink/ink937.xml"/><Relationship Id="rId545" Type="http://schemas.openxmlformats.org/officeDocument/2006/relationships/customXml" Target="../ink/ink958.xml"/><Relationship Id="rId587" Type="http://schemas.openxmlformats.org/officeDocument/2006/relationships/customXml" Target="../ink/ink980.xml"/><Relationship Id="rId710" Type="http://schemas.openxmlformats.org/officeDocument/2006/relationships/image" Target="../media/image1006.png"/><Relationship Id="rId752" Type="http://schemas.openxmlformats.org/officeDocument/2006/relationships/image" Target="../media/image1027.png"/><Relationship Id="rId8" Type="http://schemas.openxmlformats.org/officeDocument/2006/relationships/customXml" Target="../ink/ink687.xml"/><Relationship Id="rId142" Type="http://schemas.openxmlformats.org/officeDocument/2006/relationships/image" Target="../media/image726.png"/><Relationship Id="rId184" Type="http://schemas.openxmlformats.org/officeDocument/2006/relationships/customXml" Target="../ink/ink777.xml"/><Relationship Id="rId391" Type="http://schemas.openxmlformats.org/officeDocument/2006/relationships/customXml" Target="../ink/ink881.xml"/><Relationship Id="rId405" Type="http://schemas.openxmlformats.org/officeDocument/2006/relationships/customXml" Target="../ink/ink888.xml"/><Relationship Id="rId447" Type="http://schemas.openxmlformats.org/officeDocument/2006/relationships/customXml" Target="../ink/ink909.xml"/><Relationship Id="rId612" Type="http://schemas.openxmlformats.org/officeDocument/2006/relationships/image" Target="../media/image958.png"/><Relationship Id="rId794" Type="http://schemas.openxmlformats.org/officeDocument/2006/relationships/customXml" Target="../ink/ink1084.xml"/><Relationship Id="rId251" Type="http://schemas.openxmlformats.org/officeDocument/2006/relationships/customXml" Target="../ink/ink811.xml"/><Relationship Id="rId489" Type="http://schemas.openxmlformats.org/officeDocument/2006/relationships/customXml" Target="../ink/ink930.xml"/><Relationship Id="rId654" Type="http://schemas.openxmlformats.org/officeDocument/2006/relationships/image" Target="../media/image979.png"/><Relationship Id="rId696" Type="http://schemas.openxmlformats.org/officeDocument/2006/relationships/image" Target="../media/image1000.png"/><Relationship Id="rId46" Type="http://schemas.openxmlformats.org/officeDocument/2006/relationships/image" Target="../media/image679.png"/><Relationship Id="rId293" Type="http://schemas.openxmlformats.org/officeDocument/2006/relationships/customXml" Target="../ink/ink832.xml"/><Relationship Id="rId307" Type="http://schemas.openxmlformats.org/officeDocument/2006/relationships/customXml" Target="../ink/ink839.xml"/><Relationship Id="rId349" Type="http://schemas.openxmlformats.org/officeDocument/2006/relationships/customXml" Target="../ink/ink860.xml"/><Relationship Id="rId514" Type="http://schemas.openxmlformats.org/officeDocument/2006/relationships/image" Target="../media/image910.png"/><Relationship Id="rId556" Type="http://schemas.openxmlformats.org/officeDocument/2006/relationships/image" Target="../media/image931.png"/><Relationship Id="rId721" Type="http://schemas.openxmlformats.org/officeDocument/2006/relationships/customXml" Target="../ink/ink1047.xml"/><Relationship Id="rId763" Type="http://schemas.openxmlformats.org/officeDocument/2006/relationships/customXml" Target="../ink/ink1068.xml"/><Relationship Id="rId88" Type="http://schemas.openxmlformats.org/officeDocument/2006/relationships/customXml" Target="../ink/ink728.xml"/><Relationship Id="rId111" Type="http://schemas.openxmlformats.org/officeDocument/2006/relationships/image" Target="../media/image711.png"/><Relationship Id="rId153" Type="http://schemas.openxmlformats.org/officeDocument/2006/relationships/customXml" Target="../ink/ink761.xml"/><Relationship Id="rId195" Type="http://schemas.openxmlformats.org/officeDocument/2006/relationships/image" Target="../media/image752.png"/><Relationship Id="rId209" Type="http://schemas.openxmlformats.org/officeDocument/2006/relationships/customXml" Target="../ink/ink790.xml"/><Relationship Id="rId360" Type="http://schemas.openxmlformats.org/officeDocument/2006/relationships/image" Target="../media/image833.png"/><Relationship Id="rId416" Type="http://schemas.openxmlformats.org/officeDocument/2006/relationships/image" Target="../media/image861.png"/><Relationship Id="rId598" Type="http://schemas.openxmlformats.org/officeDocument/2006/relationships/image" Target="../media/image951.png"/><Relationship Id="rId220" Type="http://schemas.openxmlformats.org/officeDocument/2006/relationships/image" Target="../media/image764.png"/><Relationship Id="rId458" Type="http://schemas.openxmlformats.org/officeDocument/2006/relationships/image" Target="../media/image882.png"/><Relationship Id="rId623" Type="http://schemas.openxmlformats.org/officeDocument/2006/relationships/customXml" Target="../ink/ink998.xml"/><Relationship Id="rId665" Type="http://schemas.openxmlformats.org/officeDocument/2006/relationships/customXml" Target="../ink/ink1019.xml"/><Relationship Id="rId15" Type="http://schemas.openxmlformats.org/officeDocument/2006/relationships/image" Target="../media/image665.png"/><Relationship Id="rId57" Type="http://schemas.openxmlformats.org/officeDocument/2006/relationships/image" Target="../media/image684.png"/><Relationship Id="rId262" Type="http://schemas.openxmlformats.org/officeDocument/2006/relationships/image" Target="../media/image785.png"/><Relationship Id="rId318" Type="http://schemas.openxmlformats.org/officeDocument/2006/relationships/image" Target="../media/image812.png"/><Relationship Id="rId525" Type="http://schemas.openxmlformats.org/officeDocument/2006/relationships/customXml" Target="../ink/ink948.xml"/><Relationship Id="rId567" Type="http://schemas.openxmlformats.org/officeDocument/2006/relationships/customXml" Target="../ink/ink969.xml"/><Relationship Id="rId732" Type="http://schemas.openxmlformats.org/officeDocument/2006/relationships/image" Target="../media/image1017.png"/><Relationship Id="rId99" Type="http://schemas.openxmlformats.org/officeDocument/2006/relationships/image" Target="../media/image705.png"/><Relationship Id="rId122" Type="http://schemas.openxmlformats.org/officeDocument/2006/relationships/image" Target="../media/image716.png"/><Relationship Id="rId164" Type="http://schemas.openxmlformats.org/officeDocument/2006/relationships/image" Target="../media/image737.png"/><Relationship Id="rId371" Type="http://schemas.openxmlformats.org/officeDocument/2006/relationships/customXml" Target="../ink/ink871.xml"/><Relationship Id="rId774" Type="http://schemas.openxmlformats.org/officeDocument/2006/relationships/image" Target="../media/image1038.png"/><Relationship Id="rId427" Type="http://schemas.openxmlformats.org/officeDocument/2006/relationships/customXml" Target="../ink/ink899.xml"/><Relationship Id="rId469" Type="http://schemas.openxmlformats.org/officeDocument/2006/relationships/customXml" Target="../ink/ink920.xml"/><Relationship Id="rId634" Type="http://schemas.openxmlformats.org/officeDocument/2006/relationships/image" Target="../media/image969.png"/><Relationship Id="rId676" Type="http://schemas.openxmlformats.org/officeDocument/2006/relationships/image" Target="../media/image990.png"/><Relationship Id="rId26" Type="http://schemas.openxmlformats.org/officeDocument/2006/relationships/customXml" Target="../ink/ink696.xml"/><Relationship Id="rId231" Type="http://schemas.openxmlformats.org/officeDocument/2006/relationships/customXml" Target="../ink/ink801.xml"/><Relationship Id="rId273" Type="http://schemas.openxmlformats.org/officeDocument/2006/relationships/customXml" Target="../ink/ink822.xml"/><Relationship Id="rId329" Type="http://schemas.openxmlformats.org/officeDocument/2006/relationships/customXml" Target="../ink/ink850.xml"/><Relationship Id="rId480" Type="http://schemas.openxmlformats.org/officeDocument/2006/relationships/image" Target="../media/image893.png"/><Relationship Id="rId536" Type="http://schemas.openxmlformats.org/officeDocument/2006/relationships/image" Target="../media/image921.png"/><Relationship Id="rId701" Type="http://schemas.openxmlformats.org/officeDocument/2006/relationships/customXml" Target="../ink/ink1037.xml"/><Relationship Id="rId68" Type="http://schemas.openxmlformats.org/officeDocument/2006/relationships/customXml" Target="../ink/ink718.xml"/><Relationship Id="rId133" Type="http://schemas.openxmlformats.org/officeDocument/2006/relationships/customXml" Target="../ink/ink751.xml"/><Relationship Id="rId175" Type="http://schemas.openxmlformats.org/officeDocument/2006/relationships/customXml" Target="../ink/ink772.xml"/><Relationship Id="rId340" Type="http://schemas.openxmlformats.org/officeDocument/2006/relationships/image" Target="../media/image823.png"/><Relationship Id="rId578" Type="http://schemas.openxmlformats.org/officeDocument/2006/relationships/customXml" Target="../ink/ink975.xml"/><Relationship Id="rId743" Type="http://schemas.openxmlformats.org/officeDocument/2006/relationships/customXml" Target="../ink/ink1058.xml"/><Relationship Id="rId785" Type="http://schemas.openxmlformats.org/officeDocument/2006/relationships/customXml" Target="../ink/ink1079.xml"/><Relationship Id="rId200" Type="http://schemas.openxmlformats.org/officeDocument/2006/relationships/customXml" Target="../ink/ink785.xml"/><Relationship Id="rId382" Type="http://schemas.openxmlformats.org/officeDocument/2006/relationships/image" Target="../media/image844.png"/><Relationship Id="rId438" Type="http://schemas.openxmlformats.org/officeDocument/2006/relationships/image" Target="../media/image872.png"/><Relationship Id="rId603" Type="http://schemas.openxmlformats.org/officeDocument/2006/relationships/customXml" Target="../ink/ink988.xml"/><Relationship Id="rId645" Type="http://schemas.openxmlformats.org/officeDocument/2006/relationships/customXml" Target="../ink/ink1009.xml"/><Relationship Id="rId687" Type="http://schemas.openxmlformats.org/officeDocument/2006/relationships/customXml" Target="../ink/ink1030.xml"/><Relationship Id="rId242" Type="http://schemas.openxmlformats.org/officeDocument/2006/relationships/image" Target="../media/image775.png"/><Relationship Id="rId284" Type="http://schemas.openxmlformats.org/officeDocument/2006/relationships/image" Target="../media/image796.png"/><Relationship Id="rId491" Type="http://schemas.openxmlformats.org/officeDocument/2006/relationships/customXml" Target="../ink/ink931.xml"/><Relationship Id="rId505" Type="http://schemas.openxmlformats.org/officeDocument/2006/relationships/customXml" Target="../ink/ink938.xml"/><Relationship Id="rId712" Type="http://schemas.openxmlformats.org/officeDocument/2006/relationships/image" Target="../media/image1007.png"/><Relationship Id="rId37" Type="http://schemas.openxmlformats.org/officeDocument/2006/relationships/customXml" Target="../ink/ink702.xml"/><Relationship Id="rId79" Type="http://schemas.openxmlformats.org/officeDocument/2006/relationships/image" Target="../media/image695.png"/><Relationship Id="rId102" Type="http://schemas.openxmlformats.org/officeDocument/2006/relationships/customXml" Target="../ink/ink735.xml"/><Relationship Id="rId144" Type="http://schemas.openxmlformats.org/officeDocument/2006/relationships/image" Target="../media/image727.png"/><Relationship Id="rId547" Type="http://schemas.openxmlformats.org/officeDocument/2006/relationships/customXml" Target="../ink/ink959.xml"/><Relationship Id="rId589" Type="http://schemas.openxmlformats.org/officeDocument/2006/relationships/customXml" Target="../ink/ink981.xml"/><Relationship Id="rId754" Type="http://schemas.openxmlformats.org/officeDocument/2006/relationships/image" Target="../media/image1028.png"/><Relationship Id="rId796" Type="http://schemas.openxmlformats.org/officeDocument/2006/relationships/customXml" Target="../ink/ink1085.xml"/><Relationship Id="rId90" Type="http://schemas.openxmlformats.org/officeDocument/2006/relationships/customXml" Target="../ink/ink729.xml"/><Relationship Id="rId186" Type="http://schemas.openxmlformats.org/officeDocument/2006/relationships/customXml" Target="../ink/ink778.xml"/><Relationship Id="rId351" Type="http://schemas.openxmlformats.org/officeDocument/2006/relationships/customXml" Target="../ink/ink861.xml"/><Relationship Id="rId393" Type="http://schemas.openxmlformats.org/officeDocument/2006/relationships/customXml" Target="../ink/ink882.xml"/><Relationship Id="rId407" Type="http://schemas.openxmlformats.org/officeDocument/2006/relationships/customXml" Target="../ink/ink889.xml"/><Relationship Id="rId449" Type="http://schemas.openxmlformats.org/officeDocument/2006/relationships/customXml" Target="../ink/ink910.xml"/><Relationship Id="rId614" Type="http://schemas.openxmlformats.org/officeDocument/2006/relationships/image" Target="../media/image959.png"/><Relationship Id="rId656" Type="http://schemas.openxmlformats.org/officeDocument/2006/relationships/image" Target="../media/image980.png"/><Relationship Id="rId211" Type="http://schemas.openxmlformats.org/officeDocument/2006/relationships/customXml" Target="../ink/ink791.xml"/><Relationship Id="rId253" Type="http://schemas.openxmlformats.org/officeDocument/2006/relationships/customXml" Target="../ink/ink812.xml"/><Relationship Id="rId295" Type="http://schemas.openxmlformats.org/officeDocument/2006/relationships/customXml" Target="../ink/ink833.xml"/><Relationship Id="rId309" Type="http://schemas.openxmlformats.org/officeDocument/2006/relationships/customXml" Target="../ink/ink840.xml"/><Relationship Id="rId460" Type="http://schemas.openxmlformats.org/officeDocument/2006/relationships/image" Target="../media/image883.png"/><Relationship Id="rId516" Type="http://schemas.openxmlformats.org/officeDocument/2006/relationships/image" Target="../media/image911.png"/><Relationship Id="rId698" Type="http://schemas.openxmlformats.org/officeDocument/2006/relationships/image" Target="../media/image1001.png"/><Relationship Id="rId48" Type="http://schemas.openxmlformats.org/officeDocument/2006/relationships/image" Target="../media/image680.png"/><Relationship Id="rId113" Type="http://schemas.openxmlformats.org/officeDocument/2006/relationships/customXml" Target="../ink/ink741.xml"/><Relationship Id="rId320" Type="http://schemas.openxmlformats.org/officeDocument/2006/relationships/image" Target="../media/image813.png"/><Relationship Id="rId558" Type="http://schemas.openxmlformats.org/officeDocument/2006/relationships/image" Target="../media/image932.png"/><Relationship Id="rId723" Type="http://schemas.openxmlformats.org/officeDocument/2006/relationships/customXml" Target="../ink/ink1048.xml"/><Relationship Id="rId765" Type="http://schemas.openxmlformats.org/officeDocument/2006/relationships/customXml" Target="../ink/ink1069.xml"/><Relationship Id="rId155" Type="http://schemas.openxmlformats.org/officeDocument/2006/relationships/customXml" Target="../ink/ink762.xml"/><Relationship Id="rId197" Type="http://schemas.openxmlformats.org/officeDocument/2006/relationships/image" Target="../media/image753.png"/><Relationship Id="rId362" Type="http://schemas.openxmlformats.org/officeDocument/2006/relationships/image" Target="../media/image834.png"/><Relationship Id="rId418" Type="http://schemas.openxmlformats.org/officeDocument/2006/relationships/image" Target="../media/image862.png"/><Relationship Id="rId625" Type="http://schemas.openxmlformats.org/officeDocument/2006/relationships/customXml" Target="../ink/ink999.xml"/><Relationship Id="rId222" Type="http://schemas.openxmlformats.org/officeDocument/2006/relationships/image" Target="../media/image765.png"/><Relationship Id="rId264" Type="http://schemas.openxmlformats.org/officeDocument/2006/relationships/image" Target="../media/image786.png"/><Relationship Id="rId471" Type="http://schemas.openxmlformats.org/officeDocument/2006/relationships/customXml" Target="../ink/ink921.xml"/><Relationship Id="rId667" Type="http://schemas.openxmlformats.org/officeDocument/2006/relationships/customXml" Target="../ink/ink1020.xml"/><Relationship Id="rId17" Type="http://schemas.openxmlformats.org/officeDocument/2006/relationships/image" Target="../media/image249.png"/><Relationship Id="rId59" Type="http://schemas.openxmlformats.org/officeDocument/2006/relationships/image" Target="../media/image685.png"/><Relationship Id="rId124" Type="http://schemas.openxmlformats.org/officeDocument/2006/relationships/image" Target="../media/image717.png"/><Relationship Id="rId527" Type="http://schemas.openxmlformats.org/officeDocument/2006/relationships/customXml" Target="../ink/ink949.xml"/><Relationship Id="rId569" Type="http://schemas.openxmlformats.org/officeDocument/2006/relationships/customXml" Target="../ink/ink970.xml"/><Relationship Id="rId734" Type="http://schemas.openxmlformats.org/officeDocument/2006/relationships/image" Target="../media/image1018.png"/><Relationship Id="rId776" Type="http://schemas.openxmlformats.org/officeDocument/2006/relationships/image" Target="../media/image1039.png"/><Relationship Id="rId70" Type="http://schemas.openxmlformats.org/officeDocument/2006/relationships/customXml" Target="../ink/ink719.xml"/><Relationship Id="rId166" Type="http://schemas.openxmlformats.org/officeDocument/2006/relationships/image" Target="../media/image738.png"/><Relationship Id="rId331" Type="http://schemas.openxmlformats.org/officeDocument/2006/relationships/customXml" Target="../ink/ink851.xml"/><Relationship Id="rId373" Type="http://schemas.openxmlformats.org/officeDocument/2006/relationships/customXml" Target="../ink/ink872.xml"/><Relationship Id="rId429" Type="http://schemas.openxmlformats.org/officeDocument/2006/relationships/customXml" Target="../ink/ink900.xml"/><Relationship Id="rId580" Type="http://schemas.openxmlformats.org/officeDocument/2006/relationships/image" Target="../media/image942.png"/><Relationship Id="rId636" Type="http://schemas.openxmlformats.org/officeDocument/2006/relationships/image" Target="../media/image970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802.xml"/><Relationship Id="rId440" Type="http://schemas.openxmlformats.org/officeDocument/2006/relationships/image" Target="../media/image873.png"/><Relationship Id="rId678" Type="http://schemas.openxmlformats.org/officeDocument/2006/relationships/image" Target="../media/image991.png"/><Relationship Id="rId28" Type="http://schemas.openxmlformats.org/officeDocument/2006/relationships/customXml" Target="../ink/ink697.xml"/><Relationship Id="rId275" Type="http://schemas.openxmlformats.org/officeDocument/2006/relationships/customXml" Target="../ink/ink823.xml"/><Relationship Id="rId300" Type="http://schemas.openxmlformats.org/officeDocument/2006/relationships/image" Target="../media/image804.png"/><Relationship Id="rId482" Type="http://schemas.openxmlformats.org/officeDocument/2006/relationships/image" Target="../media/image894.png"/><Relationship Id="rId538" Type="http://schemas.openxmlformats.org/officeDocument/2006/relationships/image" Target="../media/image922.png"/><Relationship Id="rId703" Type="http://schemas.openxmlformats.org/officeDocument/2006/relationships/customXml" Target="../ink/ink1038.xml"/><Relationship Id="rId745" Type="http://schemas.openxmlformats.org/officeDocument/2006/relationships/customXml" Target="../ink/ink1059.xml"/><Relationship Id="rId81" Type="http://schemas.openxmlformats.org/officeDocument/2006/relationships/image" Target="../media/image696.png"/><Relationship Id="rId135" Type="http://schemas.openxmlformats.org/officeDocument/2006/relationships/customXml" Target="../ink/ink752.xml"/><Relationship Id="rId177" Type="http://schemas.openxmlformats.org/officeDocument/2006/relationships/customXml" Target="../ink/ink773.xml"/><Relationship Id="rId342" Type="http://schemas.openxmlformats.org/officeDocument/2006/relationships/image" Target="../media/image824.png"/><Relationship Id="rId384" Type="http://schemas.openxmlformats.org/officeDocument/2006/relationships/image" Target="../media/image845.png"/><Relationship Id="rId591" Type="http://schemas.openxmlformats.org/officeDocument/2006/relationships/customXml" Target="../ink/ink982.xml"/><Relationship Id="rId605" Type="http://schemas.openxmlformats.org/officeDocument/2006/relationships/customXml" Target="../ink/ink989.xml"/><Relationship Id="rId787" Type="http://schemas.openxmlformats.org/officeDocument/2006/relationships/customXml" Target="../ink/ink1080.xml"/><Relationship Id="rId202" Type="http://schemas.openxmlformats.org/officeDocument/2006/relationships/customXml" Target="../ink/ink786.xml"/><Relationship Id="rId244" Type="http://schemas.openxmlformats.org/officeDocument/2006/relationships/image" Target="../media/image776.png"/><Relationship Id="rId647" Type="http://schemas.openxmlformats.org/officeDocument/2006/relationships/customXml" Target="../ink/ink1010.xml"/><Relationship Id="rId689" Type="http://schemas.openxmlformats.org/officeDocument/2006/relationships/customXml" Target="../ink/ink1031.xml"/><Relationship Id="rId39" Type="http://schemas.openxmlformats.org/officeDocument/2006/relationships/customXml" Target="../ink/ink703.xml"/><Relationship Id="rId286" Type="http://schemas.openxmlformats.org/officeDocument/2006/relationships/image" Target="../media/image797.png"/><Relationship Id="rId451" Type="http://schemas.openxmlformats.org/officeDocument/2006/relationships/customXml" Target="../ink/ink911.xml"/><Relationship Id="rId493" Type="http://schemas.openxmlformats.org/officeDocument/2006/relationships/customXml" Target="../ink/ink932.xml"/><Relationship Id="rId507" Type="http://schemas.openxmlformats.org/officeDocument/2006/relationships/customXml" Target="../ink/ink939.xml"/><Relationship Id="rId549" Type="http://schemas.openxmlformats.org/officeDocument/2006/relationships/customXml" Target="../ink/ink960.xml"/><Relationship Id="rId714" Type="http://schemas.openxmlformats.org/officeDocument/2006/relationships/image" Target="../media/image1008.png"/><Relationship Id="rId756" Type="http://schemas.openxmlformats.org/officeDocument/2006/relationships/image" Target="../media/image1029.png"/><Relationship Id="rId50" Type="http://schemas.openxmlformats.org/officeDocument/2006/relationships/image" Target="../media/image681.png"/><Relationship Id="rId104" Type="http://schemas.openxmlformats.org/officeDocument/2006/relationships/customXml" Target="../ink/ink736.xml"/><Relationship Id="rId146" Type="http://schemas.openxmlformats.org/officeDocument/2006/relationships/image" Target="../media/image728.png"/><Relationship Id="rId188" Type="http://schemas.openxmlformats.org/officeDocument/2006/relationships/customXml" Target="../ink/ink779.xml"/><Relationship Id="rId311" Type="http://schemas.openxmlformats.org/officeDocument/2006/relationships/customXml" Target="../ink/ink841.xml"/><Relationship Id="rId353" Type="http://schemas.openxmlformats.org/officeDocument/2006/relationships/customXml" Target="../ink/ink862.xml"/><Relationship Id="rId395" Type="http://schemas.openxmlformats.org/officeDocument/2006/relationships/customXml" Target="../ink/ink883.xml"/><Relationship Id="rId409" Type="http://schemas.openxmlformats.org/officeDocument/2006/relationships/customXml" Target="../ink/ink890.xml"/><Relationship Id="rId560" Type="http://schemas.openxmlformats.org/officeDocument/2006/relationships/image" Target="../media/image933.png"/><Relationship Id="rId92" Type="http://schemas.openxmlformats.org/officeDocument/2006/relationships/customXml" Target="../ink/ink730.xml"/><Relationship Id="rId213" Type="http://schemas.openxmlformats.org/officeDocument/2006/relationships/customXml" Target="../ink/ink792.xml"/><Relationship Id="rId420" Type="http://schemas.openxmlformats.org/officeDocument/2006/relationships/image" Target="../media/image863.png"/><Relationship Id="rId616" Type="http://schemas.openxmlformats.org/officeDocument/2006/relationships/image" Target="../media/image960.png"/><Relationship Id="rId658" Type="http://schemas.openxmlformats.org/officeDocument/2006/relationships/image" Target="../media/image981.png"/><Relationship Id="rId255" Type="http://schemas.openxmlformats.org/officeDocument/2006/relationships/customXml" Target="../ink/ink813.xml"/><Relationship Id="rId297" Type="http://schemas.openxmlformats.org/officeDocument/2006/relationships/customXml" Target="../ink/ink834.xml"/><Relationship Id="rId462" Type="http://schemas.openxmlformats.org/officeDocument/2006/relationships/image" Target="../media/image884.png"/><Relationship Id="rId518" Type="http://schemas.openxmlformats.org/officeDocument/2006/relationships/image" Target="../media/image912.png"/><Relationship Id="rId725" Type="http://schemas.openxmlformats.org/officeDocument/2006/relationships/customXml" Target="../ink/ink1049.xml"/><Relationship Id="rId115" Type="http://schemas.openxmlformats.org/officeDocument/2006/relationships/customXml" Target="../ink/ink742.xml"/><Relationship Id="rId157" Type="http://schemas.openxmlformats.org/officeDocument/2006/relationships/customXml" Target="../ink/ink763.xml"/><Relationship Id="rId322" Type="http://schemas.openxmlformats.org/officeDocument/2006/relationships/image" Target="../media/image814.png"/><Relationship Id="rId364" Type="http://schemas.openxmlformats.org/officeDocument/2006/relationships/image" Target="../media/image835.png"/><Relationship Id="rId767" Type="http://schemas.openxmlformats.org/officeDocument/2006/relationships/customXml" Target="../ink/ink1070.xml"/><Relationship Id="rId61" Type="http://schemas.openxmlformats.org/officeDocument/2006/relationships/image" Target="../media/image686.png"/><Relationship Id="rId199" Type="http://schemas.openxmlformats.org/officeDocument/2006/relationships/image" Target="../media/image754.png"/><Relationship Id="rId571" Type="http://schemas.openxmlformats.org/officeDocument/2006/relationships/customXml" Target="../ink/ink971.xml"/><Relationship Id="rId627" Type="http://schemas.openxmlformats.org/officeDocument/2006/relationships/customXml" Target="../ink/ink1000.xml"/><Relationship Id="rId669" Type="http://schemas.openxmlformats.org/officeDocument/2006/relationships/customXml" Target="../ink/ink1021.xml"/><Relationship Id="rId19" Type="http://schemas.openxmlformats.org/officeDocument/2006/relationships/image" Target="../media/image666.png"/><Relationship Id="rId224" Type="http://schemas.openxmlformats.org/officeDocument/2006/relationships/image" Target="../media/image766.png"/><Relationship Id="rId266" Type="http://schemas.openxmlformats.org/officeDocument/2006/relationships/image" Target="../media/image787.png"/><Relationship Id="rId431" Type="http://schemas.openxmlformats.org/officeDocument/2006/relationships/customXml" Target="../ink/ink901.xml"/><Relationship Id="rId473" Type="http://schemas.openxmlformats.org/officeDocument/2006/relationships/customXml" Target="../ink/ink922.xml"/><Relationship Id="rId529" Type="http://schemas.openxmlformats.org/officeDocument/2006/relationships/customXml" Target="../ink/ink950.xml"/><Relationship Id="rId680" Type="http://schemas.openxmlformats.org/officeDocument/2006/relationships/image" Target="../media/image992.png"/><Relationship Id="rId736" Type="http://schemas.openxmlformats.org/officeDocument/2006/relationships/image" Target="../media/image1019.png"/><Relationship Id="rId30" Type="http://schemas.openxmlformats.org/officeDocument/2006/relationships/customXml" Target="../ink/ink698.xml"/><Relationship Id="rId126" Type="http://schemas.openxmlformats.org/officeDocument/2006/relationships/image" Target="../media/image718.png"/><Relationship Id="rId168" Type="http://schemas.openxmlformats.org/officeDocument/2006/relationships/image" Target="../media/image739.png"/><Relationship Id="rId333" Type="http://schemas.openxmlformats.org/officeDocument/2006/relationships/customXml" Target="../ink/ink852.xml"/><Relationship Id="rId540" Type="http://schemas.openxmlformats.org/officeDocument/2006/relationships/image" Target="../media/image923.png"/><Relationship Id="rId778" Type="http://schemas.openxmlformats.org/officeDocument/2006/relationships/image" Target="../media/image1040.png"/><Relationship Id="rId72" Type="http://schemas.openxmlformats.org/officeDocument/2006/relationships/customXml" Target="../ink/ink720.xml"/><Relationship Id="rId375" Type="http://schemas.openxmlformats.org/officeDocument/2006/relationships/customXml" Target="../ink/ink873.xml"/><Relationship Id="rId582" Type="http://schemas.openxmlformats.org/officeDocument/2006/relationships/image" Target="../media/image943.png"/><Relationship Id="rId638" Type="http://schemas.openxmlformats.org/officeDocument/2006/relationships/image" Target="../media/image971.png"/><Relationship Id="rId3" Type="http://schemas.openxmlformats.org/officeDocument/2006/relationships/image" Target="../media/image659.png"/><Relationship Id="rId235" Type="http://schemas.openxmlformats.org/officeDocument/2006/relationships/customXml" Target="../ink/ink803.xml"/><Relationship Id="rId277" Type="http://schemas.openxmlformats.org/officeDocument/2006/relationships/customXml" Target="../ink/ink824.xml"/><Relationship Id="rId400" Type="http://schemas.openxmlformats.org/officeDocument/2006/relationships/image" Target="../media/image853.png"/><Relationship Id="rId442" Type="http://schemas.openxmlformats.org/officeDocument/2006/relationships/image" Target="../media/image874.png"/><Relationship Id="rId484" Type="http://schemas.openxmlformats.org/officeDocument/2006/relationships/image" Target="../media/image895.png"/><Relationship Id="rId705" Type="http://schemas.openxmlformats.org/officeDocument/2006/relationships/customXml" Target="../ink/ink1039.xml"/><Relationship Id="rId137" Type="http://schemas.openxmlformats.org/officeDocument/2006/relationships/customXml" Target="../ink/ink753.xml"/><Relationship Id="rId302" Type="http://schemas.openxmlformats.org/officeDocument/2006/relationships/image" Target="../media/image383.png"/><Relationship Id="rId344" Type="http://schemas.openxmlformats.org/officeDocument/2006/relationships/image" Target="../media/image825.png"/><Relationship Id="rId691" Type="http://schemas.openxmlformats.org/officeDocument/2006/relationships/customXml" Target="../ink/ink1032.xml"/><Relationship Id="rId747" Type="http://schemas.openxmlformats.org/officeDocument/2006/relationships/customXml" Target="../ink/ink1060.xml"/><Relationship Id="rId789" Type="http://schemas.openxmlformats.org/officeDocument/2006/relationships/customXml" Target="../ink/ink1081.xml"/><Relationship Id="rId41" Type="http://schemas.openxmlformats.org/officeDocument/2006/relationships/customXml" Target="../ink/ink704.xml"/><Relationship Id="rId83" Type="http://schemas.openxmlformats.org/officeDocument/2006/relationships/image" Target="../media/image697.png"/><Relationship Id="rId179" Type="http://schemas.openxmlformats.org/officeDocument/2006/relationships/customXml" Target="../ink/ink774.xml"/><Relationship Id="rId386" Type="http://schemas.openxmlformats.org/officeDocument/2006/relationships/image" Target="../media/image846.png"/><Relationship Id="rId551" Type="http://schemas.openxmlformats.org/officeDocument/2006/relationships/customXml" Target="../ink/ink961.xml"/><Relationship Id="rId593" Type="http://schemas.openxmlformats.org/officeDocument/2006/relationships/customXml" Target="../ink/ink983.xml"/><Relationship Id="rId607" Type="http://schemas.openxmlformats.org/officeDocument/2006/relationships/customXml" Target="../ink/ink990.xml"/><Relationship Id="rId649" Type="http://schemas.openxmlformats.org/officeDocument/2006/relationships/customXml" Target="../ink/ink1011.xml"/><Relationship Id="rId190" Type="http://schemas.openxmlformats.org/officeDocument/2006/relationships/customXml" Target="../ink/ink780.xml"/><Relationship Id="rId204" Type="http://schemas.openxmlformats.org/officeDocument/2006/relationships/image" Target="../media/image756.png"/><Relationship Id="rId246" Type="http://schemas.openxmlformats.org/officeDocument/2006/relationships/image" Target="../media/image777.png"/><Relationship Id="rId288" Type="http://schemas.openxmlformats.org/officeDocument/2006/relationships/image" Target="../media/image798.png"/><Relationship Id="rId411" Type="http://schemas.openxmlformats.org/officeDocument/2006/relationships/customXml" Target="../ink/ink891.xml"/><Relationship Id="rId453" Type="http://schemas.openxmlformats.org/officeDocument/2006/relationships/customXml" Target="../ink/ink912.xml"/><Relationship Id="rId509" Type="http://schemas.openxmlformats.org/officeDocument/2006/relationships/customXml" Target="../ink/ink940.xml"/><Relationship Id="rId660" Type="http://schemas.openxmlformats.org/officeDocument/2006/relationships/image" Target="../media/image982.png"/><Relationship Id="rId106" Type="http://schemas.openxmlformats.org/officeDocument/2006/relationships/customXml" Target="../ink/ink737.xml"/><Relationship Id="rId313" Type="http://schemas.openxmlformats.org/officeDocument/2006/relationships/customXml" Target="../ink/ink842.xml"/><Relationship Id="rId495" Type="http://schemas.openxmlformats.org/officeDocument/2006/relationships/customXml" Target="../ink/ink933.xml"/><Relationship Id="rId716" Type="http://schemas.openxmlformats.org/officeDocument/2006/relationships/image" Target="../media/image1009.png"/><Relationship Id="rId758" Type="http://schemas.openxmlformats.org/officeDocument/2006/relationships/image" Target="../media/image1030.png"/><Relationship Id="rId10" Type="http://schemas.openxmlformats.org/officeDocument/2006/relationships/customXml" Target="../ink/ink688.xml"/><Relationship Id="rId52" Type="http://schemas.openxmlformats.org/officeDocument/2006/relationships/image" Target="../media/image682.png"/><Relationship Id="rId94" Type="http://schemas.openxmlformats.org/officeDocument/2006/relationships/customXml" Target="../ink/ink731.xml"/><Relationship Id="rId148" Type="http://schemas.openxmlformats.org/officeDocument/2006/relationships/image" Target="../media/image729.png"/><Relationship Id="rId355" Type="http://schemas.openxmlformats.org/officeDocument/2006/relationships/customXml" Target="../ink/ink863.xml"/><Relationship Id="rId397" Type="http://schemas.openxmlformats.org/officeDocument/2006/relationships/customXml" Target="../ink/ink884.xml"/><Relationship Id="rId520" Type="http://schemas.openxmlformats.org/officeDocument/2006/relationships/image" Target="../media/image913.png"/><Relationship Id="rId562" Type="http://schemas.openxmlformats.org/officeDocument/2006/relationships/image" Target="../media/image934.png"/><Relationship Id="rId618" Type="http://schemas.openxmlformats.org/officeDocument/2006/relationships/image" Target="../media/image961.png"/><Relationship Id="rId215" Type="http://schemas.openxmlformats.org/officeDocument/2006/relationships/customXml" Target="../ink/ink793.xml"/><Relationship Id="rId257" Type="http://schemas.openxmlformats.org/officeDocument/2006/relationships/customXml" Target="../ink/ink814.xml"/><Relationship Id="rId422" Type="http://schemas.openxmlformats.org/officeDocument/2006/relationships/image" Target="../media/image864.png"/><Relationship Id="rId464" Type="http://schemas.openxmlformats.org/officeDocument/2006/relationships/image" Target="../media/image885.png"/><Relationship Id="rId299" Type="http://schemas.openxmlformats.org/officeDocument/2006/relationships/customXml" Target="../ink/ink835.xml"/><Relationship Id="rId727" Type="http://schemas.openxmlformats.org/officeDocument/2006/relationships/customXml" Target="../ink/ink1050.xml"/><Relationship Id="rId63" Type="http://schemas.openxmlformats.org/officeDocument/2006/relationships/image" Target="../media/image687.png"/><Relationship Id="rId159" Type="http://schemas.openxmlformats.org/officeDocument/2006/relationships/customXml" Target="../ink/ink764.xml"/><Relationship Id="rId366" Type="http://schemas.openxmlformats.org/officeDocument/2006/relationships/image" Target="../media/image836.png"/><Relationship Id="rId573" Type="http://schemas.openxmlformats.org/officeDocument/2006/relationships/customXml" Target="../ink/ink972.xml"/><Relationship Id="rId780" Type="http://schemas.openxmlformats.org/officeDocument/2006/relationships/image" Target="../media/image1041.png"/><Relationship Id="rId226" Type="http://schemas.openxmlformats.org/officeDocument/2006/relationships/image" Target="../media/image767.png"/><Relationship Id="rId433" Type="http://schemas.openxmlformats.org/officeDocument/2006/relationships/customXml" Target="../ink/ink902.xml"/><Relationship Id="rId640" Type="http://schemas.openxmlformats.org/officeDocument/2006/relationships/image" Target="../media/image972.png"/><Relationship Id="rId738" Type="http://schemas.openxmlformats.org/officeDocument/2006/relationships/image" Target="../media/image1020.png"/><Relationship Id="rId74" Type="http://schemas.openxmlformats.org/officeDocument/2006/relationships/customXml" Target="../ink/ink721.xml"/><Relationship Id="rId377" Type="http://schemas.openxmlformats.org/officeDocument/2006/relationships/customXml" Target="../ink/ink874.xml"/><Relationship Id="rId500" Type="http://schemas.openxmlformats.org/officeDocument/2006/relationships/image" Target="../media/image903.png"/><Relationship Id="rId584" Type="http://schemas.openxmlformats.org/officeDocument/2006/relationships/image" Target="../media/image944.png"/><Relationship Id="rId5" Type="http://schemas.openxmlformats.org/officeDocument/2006/relationships/image" Target="../media/image660.png"/><Relationship Id="rId237" Type="http://schemas.openxmlformats.org/officeDocument/2006/relationships/customXml" Target="../ink/ink804.xml"/><Relationship Id="rId791" Type="http://schemas.openxmlformats.org/officeDocument/2006/relationships/image" Target="../media/image1046.png"/><Relationship Id="rId444" Type="http://schemas.openxmlformats.org/officeDocument/2006/relationships/image" Target="../media/image875.png"/><Relationship Id="rId651" Type="http://schemas.openxmlformats.org/officeDocument/2006/relationships/customXml" Target="../ink/ink1012.xml"/><Relationship Id="rId749" Type="http://schemas.openxmlformats.org/officeDocument/2006/relationships/customXml" Target="../ink/ink1061.xml"/><Relationship Id="rId290" Type="http://schemas.openxmlformats.org/officeDocument/2006/relationships/image" Target="../media/image799.png"/><Relationship Id="rId304" Type="http://schemas.openxmlformats.org/officeDocument/2006/relationships/image" Target="../media/image805.png"/><Relationship Id="rId388" Type="http://schemas.openxmlformats.org/officeDocument/2006/relationships/image" Target="../media/image847.png"/><Relationship Id="rId511" Type="http://schemas.openxmlformats.org/officeDocument/2006/relationships/customXml" Target="../ink/ink941.xml"/><Relationship Id="rId609" Type="http://schemas.openxmlformats.org/officeDocument/2006/relationships/customXml" Target="../ink/ink991.xml"/><Relationship Id="rId85" Type="http://schemas.openxmlformats.org/officeDocument/2006/relationships/image" Target="../media/image698.png"/><Relationship Id="rId150" Type="http://schemas.openxmlformats.org/officeDocument/2006/relationships/image" Target="../media/image730.png"/><Relationship Id="rId595" Type="http://schemas.openxmlformats.org/officeDocument/2006/relationships/customXml" Target="../ink/ink984.xml"/><Relationship Id="rId248" Type="http://schemas.openxmlformats.org/officeDocument/2006/relationships/image" Target="../media/image778.png"/><Relationship Id="rId455" Type="http://schemas.openxmlformats.org/officeDocument/2006/relationships/customXml" Target="../ink/ink913.xml"/><Relationship Id="rId662" Type="http://schemas.openxmlformats.org/officeDocument/2006/relationships/image" Target="../media/image983.png"/><Relationship Id="rId12" Type="http://schemas.openxmlformats.org/officeDocument/2006/relationships/customXml" Target="../ink/ink689.xml"/><Relationship Id="rId108" Type="http://schemas.openxmlformats.org/officeDocument/2006/relationships/customXml" Target="../ink/ink738.xml"/><Relationship Id="rId315" Type="http://schemas.openxmlformats.org/officeDocument/2006/relationships/customXml" Target="../ink/ink843.xml"/><Relationship Id="rId522" Type="http://schemas.openxmlformats.org/officeDocument/2006/relationships/image" Target="../media/image914.png"/><Relationship Id="rId96" Type="http://schemas.openxmlformats.org/officeDocument/2006/relationships/customXml" Target="../ink/ink732.xml"/><Relationship Id="rId161" Type="http://schemas.openxmlformats.org/officeDocument/2006/relationships/customXml" Target="../ink/ink765.xml"/><Relationship Id="rId399" Type="http://schemas.openxmlformats.org/officeDocument/2006/relationships/customXml" Target="../ink/ink885.xml"/><Relationship Id="rId259" Type="http://schemas.openxmlformats.org/officeDocument/2006/relationships/customXml" Target="../ink/ink815.xml"/><Relationship Id="rId466" Type="http://schemas.openxmlformats.org/officeDocument/2006/relationships/image" Target="../media/image886.png"/><Relationship Id="rId673" Type="http://schemas.openxmlformats.org/officeDocument/2006/relationships/customXml" Target="../ink/ink1023.xml"/><Relationship Id="rId23" Type="http://schemas.openxmlformats.org/officeDocument/2006/relationships/image" Target="../media/image668.png"/><Relationship Id="rId119" Type="http://schemas.openxmlformats.org/officeDocument/2006/relationships/customXml" Target="../ink/ink744.xml"/><Relationship Id="rId326" Type="http://schemas.openxmlformats.org/officeDocument/2006/relationships/image" Target="../media/image816.png"/><Relationship Id="rId533" Type="http://schemas.openxmlformats.org/officeDocument/2006/relationships/customXml" Target="../ink/ink952.xml"/><Relationship Id="rId740" Type="http://schemas.openxmlformats.org/officeDocument/2006/relationships/image" Target="../media/image1021.png"/><Relationship Id="rId172" Type="http://schemas.openxmlformats.org/officeDocument/2006/relationships/image" Target="../media/image741.png"/><Relationship Id="rId477" Type="http://schemas.openxmlformats.org/officeDocument/2006/relationships/customXml" Target="../ink/ink924.xml"/><Relationship Id="rId600" Type="http://schemas.openxmlformats.org/officeDocument/2006/relationships/image" Target="../media/image952.png"/><Relationship Id="rId684" Type="http://schemas.openxmlformats.org/officeDocument/2006/relationships/image" Target="../media/image994.png"/><Relationship Id="rId337" Type="http://schemas.openxmlformats.org/officeDocument/2006/relationships/customXml" Target="../ink/ink854.xml"/><Relationship Id="rId34" Type="http://schemas.openxmlformats.org/officeDocument/2006/relationships/image" Target="../media/image673.png"/><Relationship Id="rId544" Type="http://schemas.openxmlformats.org/officeDocument/2006/relationships/image" Target="../media/image925.png"/><Relationship Id="rId751" Type="http://schemas.openxmlformats.org/officeDocument/2006/relationships/customXml" Target="../ink/ink1062.xml"/><Relationship Id="rId183" Type="http://schemas.openxmlformats.org/officeDocument/2006/relationships/image" Target="../media/image746.png"/><Relationship Id="rId390" Type="http://schemas.openxmlformats.org/officeDocument/2006/relationships/image" Target="../media/image848.png"/><Relationship Id="rId404" Type="http://schemas.openxmlformats.org/officeDocument/2006/relationships/image" Target="../media/image855.png"/><Relationship Id="rId611" Type="http://schemas.openxmlformats.org/officeDocument/2006/relationships/customXml" Target="../ink/ink992.xml"/><Relationship Id="rId250" Type="http://schemas.openxmlformats.org/officeDocument/2006/relationships/image" Target="../media/image779.png"/><Relationship Id="rId488" Type="http://schemas.openxmlformats.org/officeDocument/2006/relationships/image" Target="../media/image897.png"/><Relationship Id="rId695" Type="http://schemas.openxmlformats.org/officeDocument/2006/relationships/customXml" Target="../ink/ink1034.xml"/><Relationship Id="rId709" Type="http://schemas.openxmlformats.org/officeDocument/2006/relationships/customXml" Target="../ink/ink1041.xml"/><Relationship Id="rId45" Type="http://schemas.openxmlformats.org/officeDocument/2006/relationships/customXml" Target="../ink/ink706.xml"/><Relationship Id="rId110" Type="http://schemas.openxmlformats.org/officeDocument/2006/relationships/customXml" Target="../ink/ink739.xml"/><Relationship Id="rId348" Type="http://schemas.openxmlformats.org/officeDocument/2006/relationships/image" Target="../media/image827.png"/><Relationship Id="rId555" Type="http://schemas.openxmlformats.org/officeDocument/2006/relationships/customXml" Target="../ink/ink963.xml"/><Relationship Id="rId762" Type="http://schemas.openxmlformats.org/officeDocument/2006/relationships/image" Target="../media/image1032.png"/><Relationship Id="rId194" Type="http://schemas.openxmlformats.org/officeDocument/2006/relationships/customXml" Target="../ink/ink782.xml"/><Relationship Id="rId208" Type="http://schemas.openxmlformats.org/officeDocument/2006/relationships/image" Target="../media/image758.png"/><Relationship Id="rId415" Type="http://schemas.openxmlformats.org/officeDocument/2006/relationships/customXml" Target="../ink/ink893.xml"/><Relationship Id="rId622" Type="http://schemas.openxmlformats.org/officeDocument/2006/relationships/image" Target="../media/image963.png"/><Relationship Id="rId261" Type="http://schemas.openxmlformats.org/officeDocument/2006/relationships/customXml" Target="../ink/ink816.xml"/><Relationship Id="rId499" Type="http://schemas.openxmlformats.org/officeDocument/2006/relationships/customXml" Target="../ink/ink935.xml"/><Relationship Id="rId56" Type="http://schemas.openxmlformats.org/officeDocument/2006/relationships/customXml" Target="../ink/ink712.xml"/><Relationship Id="rId359" Type="http://schemas.openxmlformats.org/officeDocument/2006/relationships/customXml" Target="../ink/ink865.xml"/><Relationship Id="rId566" Type="http://schemas.openxmlformats.org/officeDocument/2006/relationships/image" Target="../media/image936.png"/><Relationship Id="rId773" Type="http://schemas.openxmlformats.org/officeDocument/2006/relationships/customXml" Target="../ink/ink1073.xml"/><Relationship Id="rId121" Type="http://schemas.openxmlformats.org/officeDocument/2006/relationships/customXml" Target="../ink/ink745.xml"/><Relationship Id="rId219" Type="http://schemas.openxmlformats.org/officeDocument/2006/relationships/customXml" Target="../ink/ink795.xml"/><Relationship Id="rId426" Type="http://schemas.openxmlformats.org/officeDocument/2006/relationships/image" Target="../media/image866.png"/><Relationship Id="rId633" Type="http://schemas.openxmlformats.org/officeDocument/2006/relationships/customXml" Target="../ink/ink1003.xml"/><Relationship Id="rId67" Type="http://schemas.openxmlformats.org/officeDocument/2006/relationships/image" Target="../media/image689.png"/><Relationship Id="rId272" Type="http://schemas.openxmlformats.org/officeDocument/2006/relationships/image" Target="../media/image790.png"/><Relationship Id="rId577" Type="http://schemas.openxmlformats.org/officeDocument/2006/relationships/image" Target="../media/image941.png"/><Relationship Id="rId700" Type="http://schemas.openxmlformats.org/officeDocument/2006/relationships/image" Target="../media/image1002.png"/><Relationship Id="rId132" Type="http://schemas.openxmlformats.org/officeDocument/2006/relationships/image" Target="../media/image721.png"/><Relationship Id="rId784" Type="http://schemas.openxmlformats.org/officeDocument/2006/relationships/image" Target="../media/image1043.png"/><Relationship Id="rId437" Type="http://schemas.openxmlformats.org/officeDocument/2006/relationships/customXml" Target="../ink/ink904.xml"/><Relationship Id="rId644" Type="http://schemas.openxmlformats.org/officeDocument/2006/relationships/image" Target="../media/image974.png"/><Relationship Id="rId283" Type="http://schemas.openxmlformats.org/officeDocument/2006/relationships/customXml" Target="../ink/ink827.xml"/><Relationship Id="rId490" Type="http://schemas.openxmlformats.org/officeDocument/2006/relationships/image" Target="../media/image898.png"/><Relationship Id="rId504" Type="http://schemas.openxmlformats.org/officeDocument/2006/relationships/image" Target="../media/image905.png"/><Relationship Id="rId711" Type="http://schemas.openxmlformats.org/officeDocument/2006/relationships/customXml" Target="../ink/ink1042.xml"/><Relationship Id="rId78" Type="http://schemas.openxmlformats.org/officeDocument/2006/relationships/customXml" Target="../ink/ink723.xml"/><Relationship Id="rId143" Type="http://schemas.openxmlformats.org/officeDocument/2006/relationships/customXml" Target="../ink/ink756.xml"/><Relationship Id="rId350" Type="http://schemas.openxmlformats.org/officeDocument/2006/relationships/image" Target="../media/image828.png"/><Relationship Id="rId588" Type="http://schemas.openxmlformats.org/officeDocument/2006/relationships/image" Target="../media/image946.png"/><Relationship Id="rId795" Type="http://schemas.openxmlformats.org/officeDocument/2006/relationships/image" Target="../media/image1048.png"/><Relationship Id="rId9" Type="http://schemas.openxmlformats.org/officeDocument/2006/relationships/image" Target="../media/image662.png"/><Relationship Id="rId210" Type="http://schemas.openxmlformats.org/officeDocument/2006/relationships/image" Target="../media/image759.png"/><Relationship Id="rId448" Type="http://schemas.openxmlformats.org/officeDocument/2006/relationships/image" Target="../media/image877.png"/><Relationship Id="rId655" Type="http://schemas.openxmlformats.org/officeDocument/2006/relationships/customXml" Target="../ink/ink1014.xml"/><Relationship Id="rId294" Type="http://schemas.openxmlformats.org/officeDocument/2006/relationships/image" Target="../media/image801.png"/><Relationship Id="rId308" Type="http://schemas.openxmlformats.org/officeDocument/2006/relationships/image" Target="../media/image807.png"/><Relationship Id="rId515" Type="http://schemas.openxmlformats.org/officeDocument/2006/relationships/customXml" Target="../ink/ink943.xml"/><Relationship Id="rId722" Type="http://schemas.openxmlformats.org/officeDocument/2006/relationships/image" Target="../media/image1012.png"/><Relationship Id="rId89" Type="http://schemas.openxmlformats.org/officeDocument/2006/relationships/image" Target="../media/image700.png"/><Relationship Id="rId154" Type="http://schemas.openxmlformats.org/officeDocument/2006/relationships/image" Target="../media/image732.png"/><Relationship Id="rId361" Type="http://schemas.openxmlformats.org/officeDocument/2006/relationships/customXml" Target="../ink/ink866.xml"/><Relationship Id="rId599" Type="http://schemas.openxmlformats.org/officeDocument/2006/relationships/customXml" Target="../ink/ink986.xml"/><Relationship Id="rId459" Type="http://schemas.openxmlformats.org/officeDocument/2006/relationships/customXml" Target="../ink/ink915.xml"/><Relationship Id="rId666" Type="http://schemas.openxmlformats.org/officeDocument/2006/relationships/image" Target="../media/image985.png"/><Relationship Id="rId16" Type="http://schemas.openxmlformats.org/officeDocument/2006/relationships/customXml" Target="../ink/ink691.xml"/><Relationship Id="rId221" Type="http://schemas.openxmlformats.org/officeDocument/2006/relationships/customXml" Target="../ink/ink796.xml"/><Relationship Id="rId319" Type="http://schemas.openxmlformats.org/officeDocument/2006/relationships/customXml" Target="../ink/ink845.xml"/><Relationship Id="rId526" Type="http://schemas.openxmlformats.org/officeDocument/2006/relationships/image" Target="../media/image916.png"/><Relationship Id="rId733" Type="http://schemas.openxmlformats.org/officeDocument/2006/relationships/customXml" Target="../ink/ink1053.xml"/><Relationship Id="rId165" Type="http://schemas.openxmlformats.org/officeDocument/2006/relationships/customXml" Target="../ink/ink767.xml"/><Relationship Id="rId372" Type="http://schemas.openxmlformats.org/officeDocument/2006/relationships/image" Target="../media/image839.png"/><Relationship Id="rId677" Type="http://schemas.openxmlformats.org/officeDocument/2006/relationships/customXml" Target="../ink/ink1025.xml"/><Relationship Id="rId232" Type="http://schemas.openxmlformats.org/officeDocument/2006/relationships/image" Target="../media/image770.png"/><Relationship Id="rId27" Type="http://schemas.openxmlformats.org/officeDocument/2006/relationships/image" Target="../media/image670.png"/><Relationship Id="rId537" Type="http://schemas.openxmlformats.org/officeDocument/2006/relationships/customXml" Target="../ink/ink954.xml"/><Relationship Id="rId744" Type="http://schemas.openxmlformats.org/officeDocument/2006/relationships/image" Target="../media/image1023.png"/><Relationship Id="rId80" Type="http://schemas.openxmlformats.org/officeDocument/2006/relationships/customXml" Target="../ink/ink724.xml"/><Relationship Id="rId176" Type="http://schemas.openxmlformats.org/officeDocument/2006/relationships/image" Target="../media/image743.png"/><Relationship Id="rId383" Type="http://schemas.openxmlformats.org/officeDocument/2006/relationships/customXml" Target="../ink/ink877.xml"/><Relationship Id="rId590" Type="http://schemas.openxmlformats.org/officeDocument/2006/relationships/image" Target="../media/image947.png"/><Relationship Id="rId604" Type="http://schemas.openxmlformats.org/officeDocument/2006/relationships/image" Target="../media/image954.png"/><Relationship Id="rId243" Type="http://schemas.openxmlformats.org/officeDocument/2006/relationships/customXml" Target="../ink/ink807.xml"/><Relationship Id="rId450" Type="http://schemas.openxmlformats.org/officeDocument/2006/relationships/image" Target="../media/image878.png"/><Relationship Id="rId688" Type="http://schemas.openxmlformats.org/officeDocument/2006/relationships/image" Target="../media/image996.png"/><Relationship Id="rId38" Type="http://schemas.openxmlformats.org/officeDocument/2006/relationships/image" Target="../media/image675.png"/><Relationship Id="rId103" Type="http://schemas.openxmlformats.org/officeDocument/2006/relationships/image" Target="../media/image707.png"/><Relationship Id="rId310" Type="http://schemas.openxmlformats.org/officeDocument/2006/relationships/image" Target="../media/image808.png"/><Relationship Id="rId548" Type="http://schemas.openxmlformats.org/officeDocument/2006/relationships/image" Target="../media/image927.png"/><Relationship Id="rId755" Type="http://schemas.openxmlformats.org/officeDocument/2006/relationships/customXml" Target="../ink/ink1064.xml"/><Relationship Id="rId91" Type="http://schemas.openxmlformats.org/officeDocument/2006/relationships/image" Target="../media/image701.png"/><Relationship Id="rId187" Type="http://schemas.openxmlformats.org/officeDocument/2006/relationships/image" Target="../media/image748.png"/><Relationship Id="rId394" Type="http://schemas.openxmlformats.org/officeDocument/2006/relationships/image" Target="../media/image850.png"/><Relationship Id="rId408" Type="http://schemas.openxmlformats.org/officeDocument/2006/relationships/image" Target="../media/image857.png"/><Relationship Id="rId615" Type="http://schemas.openxmlformats.org/officeDocument/2006/relationships/customXml" Target="../ink/ink994.xml"/><Relationship Id="rId254" Type="http://schemas.openxmlformats.org/officeDocument/2006/relationships/image" Target="../media/image781.png"/><Relationship Id="rId699" Type="http://schemas.openxmlformats.org/officeDocument/2006/relationships/customXml" Target="../ink/ink1036.xml"/><Relationship Id="rId49" Type="http://schemas.openxmlformats.org/officeDocument/2006/relationships/customXml" Target="../ink/ink708.xml"/><Relationship Id="rId114" Type="http://schemas.openxmlformats.org/officeDocument/2006/relationships/image" Target="../media/image712.png"/><Relationship Id="rId461" Type="http://schemas.openxmlformats.org/officeDocument/2006/relationships/customXml" Target="../ink/ink916.xml"/><Relationship Id="rId559" Type="http://schemas.openxmlformats.org/officeDocument/2006/relationships/customXml" Target="../ink/ink965.xml"/><Relationship Id="rId766" Type="http://schemas.openxmlformats.org/officeDocument/2006/relationships/image" Target="../media/image1034.png"/><Relationship Id="rId198" Type="http://schemas.openxmlformats.org/officeDocument/2006/relationships/customXml" Target="../ink/ink784.xml"/><Relationship Id="rId321" Type="http://schemas.openxmlformats.org/officeDocument/2006/relationships/customXml" Target="../ink/ink846.xml"/><Relationship Id="rId419" Type="http://schemas.openxmlformats.org/officeDocument/2006/relationships/customXml" Target="../ink/ink895.xml"/><Relationship Id="rId626" Type="http://schemas.openxmlformats.org/officeDocument/2006/relationships/image" Target="../media/image965.png"/><Relationship Id="rId265" Type="http://schemas.openxmlformats.org/officeDocument/2006/relationships/customXml" Target="../ink/ink818.xml"/><Relationship Id="rId472" Type="http://schemas.openxmlformats.org/officeDocument/2006/relationships/image" Target="../media/image889.png"/><Relationship Id="rId125" Type="http://schemas.openxmlformats.org/officeDocument/2006/relationships/customXml" Target="../ink/ink747.xml"/><Relationship Id="rId332" Type="http://schemas.openxmlformats.org/officeDocument/2006/relationships/image" Target="../media/image819.png"/><Relationship Id="rId777" Type="http://schemas.openxmlformats.org/officeDocument/2006/relationships/customXml" Target="../ink/ink1075.xml"/><Relationship Id="rId637" Type="http://schemas.openxmlformats.org/officeDocument/2006/relationships/customXml" Target="../ink/ink1005.xml"/><Relationship Id="rId276" Type="http://schemas.openxmlformats.org/officeDocument/2006/relationships/image" Target="../media/image792.png"/><Relationship Id="rId483" Type="http://schemas.openxmlformats.org/officeDocument/2006/relationships/customXml" Target="../ink/ink927.xml"/><Relationship Id="rId690" Type="http://schemas.openxmlformats.org/officeDocument/2006/relationships/image" Target="../media/image997.png"/><Relationship Id="rId704" Type="http://schemas.openxmlformats.org/officeDocument/2006/relationships/image" Target="../media/image1004.png"/><Relationship Id="rId40" Type="http://schemas.openxmlformats.org/officeDocument/2006/relationships/image" Target="../media/image676.png"/><Relationship Id="rId136" Type="http://schemas.openxmlformats.org/officeDocument/2006/relationships/image" Target="../media/image723.png"/><Relationship Id="rId343" Type="http://schemas.openxmlformats.org/officeDocument/2006/relationships/customXml" Target="../ink/ink857.xml"/><Relationship Id="rId550" Type="http://schemas.openxmlformats.org/officeDocument/2006/relationships/image" Target="../media/image928.png"/><Relationship Id="rId788" Type="http://schemas.openxmlformats.org/officeDocument/2006/relationships/image" Target="../media/image1045.png"/><Relationship Id="rId203" Type="http://schemas.openxmlformats.org/officeDocument/2006/relationships/customXml" Target="../ink/ink787.xml"/><Relationship Id="rId648" Type="http://schemas.openxmlformats.org/officeDocument/2006/relationships/image" Target="../media/image976.png"/><Relationship Id="rId287" Type="http://schemas.openxmlformats.org/officeDocument/2006/relationships/customXml" Target="../ink/ink829.xml"/><Relationship Id="rId410" Type="http://schemas.openxmlformats.org/officeDocument/2006/relationships/image" Target="../media/image858.png"/><Relationship Id="rId494" Type="http://schemas.openxmlformats.org/officeDocument/2006/relationships/image" Target="../media/image900.png"/><Relationship Id="rId508" Type="http://schemas.openxmlformats.org/officeDocument/2006/relationships/image" Target="../media/image907.png"/><Relationship Id="rId715" Type="http://schemas.openxmlformats.org/officeDocument/2006/relationships/customXml" Target="../ink/ink1044.xml"/><Relationship Id="rId147" Type="http://schemas.openxmlformats.org/officeDocument/2006/relationships/customXml" Target="../ink/ink758.xml"/><Relationship Id="rId354" Type="http://schemas.openxmlformats.org/officeDocument/2006/relationships/image" Target="../media/image830.png"/><Relationship Id="rId51" Type="http://schemas.openxmlformats.org/officeDocument/2006/relationships/customXml" Target="../ink/ink709.xml"/><Relationship Id="rId561" Type="http://schemas.openxmlformats.org/officeDocument/2006/relationships/customXml" Target="../ink/ink966.xml"/><Relationship Id="rId659" Type="http://schemas.openxmlformats.org/officeDocument/2006/relationships/customXml" Target="../ink/ink1016.xml"/><Relationship Id="rId214" Type="http://schemas.openxmlformats.org/officeDocument/2006/relationships/image" Target="../media/image761.png"/><Relationship Id="rId298" Type="http://schemas.openxmlformats.org/officeDocument/2006/relationships/image" Target="../media/image803.png"/><Relationship Id="rId421" Type="http://schemas.openxmlformats.org/officeDocument/2006/relationships/customXml" Target="../ink/ink896.xml"/><Relationship Id="rId519" Type="http://schemas.openxmlformats.org/officeDocument/2006/relationships/customXml" Target="../ink/ink945.xml"/><Relationship Id="rId158" Type="http://schemas.openxmlformats.org/officeDocument/2006/relationships/image" Target="../media/image734.png"/><Relationship Id="rId726" Type="http://schemas.openxmlformats.org/officeDocument/2006/relationships/image" Target="../media/image1014.png"/><Relationship Id="rId62" Type="http://schemas.openxmlformats.org/officeDocument/2006/relationships/customXml" Target="../ink/ink715.xml"/><Relationship Id="rId365" Type="http://schemas.openxmlformats.org/officeDocument/2006/relationships/customXml" Target="../ink/ink868.xml"/><Relationship Id="rId572" Type="http://schemas.openxmlformats.org/officeDocument/2006/relationships/image" Target="../media/image939.png"/><Relationship Id="rId225" Type="http://schemas.openxmlformats.org/officeDocument/2006/relationships/customXml" Target="../ink/ink798.xml"/><Relationship Id="rId432" Type="http://schemas.openxmlformats.org/officeDocument/2006/relationships/image" Target="../media/image869.png"/><Relationship Id="rId737" Type="http://schemas.openxmlformats.org/officeDocument/2006/relationships/customXml" Target="../ink/ink1055.xml"/><Relationship Id="rId73" Type="http://schemas.openxmlformats.org/officeDocument/2006/relationships/image" Target="../media/image692.png"/><Relationship Id="rId169" Type="http://schemas.openxmlformats.org/officeDocument/2006/relationships/customXml" Target="../ink/ink769.xml"/><Relationship Id="rId376" Type="http://schemas.openxmlformats.org/officeDocument/2006/relationships/image" Target="../media/image841.png"/><Relationship Id="rId583" Type="http://schemas.openxmlformats.org/officeDocument/2006/relationships/customXml" Target="../ink/ink978.xml"/><Relationship Id="rId790" Type="http://schemas.openxmlformats.org/officeDocument/2006/relationships/customXml" Target="../ink/ink1082.xml"/><Relationship Id="rId4" Type="http://schemas.openxmlformats.org/officeDocument/2006/relationships/customXml" Target="../ink/ink685.xml"/><Relationship Id="rId236" Type="http://schemas.openxmlformats.org/officeDocument/2006/relationships/image" Target="../media/image772.png"/><Relationship Id="rId443" Type="http://schemas.openxmlformats.org/officeDocument/2006/relationships/customXml" Target="../ink/ink907.xml"/><Relationship Id="rId650" Type="http://schemas.openxmlformats.org/officeDocument/2006/relationships/image" Target="../media/image977.png"/><Relationship Id="rId303" Type="http://schemas.openxmlformats.org/officeDocument/2006/relationships/customXml" Target="../ink/ink837.xml"/><Relationship Id="rId748" Type="http://schemas.openxmlformats.org/officeDocument/2006/relationships/image" Target="../media/image1025.png"/><Relationship Id="rId84" Type="http://schemas.openxmlformats.org/officeDocument/2006/relationships/customXml" Target="../ink/ink726.xml"/><Relationship Id="rId387" Type="http://schemas.openxmlformats.org/officeDocument/2006/relationships/customXml" Target="../ink/ink879.xml"/><Relationship Id="rId510" Type="http://schemas.openxmlformats.org/officeDocument/2006/relationships/image" Target="../media/image908.png"/><Relationship Id="rId594" Type="http://schemas.openxmlformats.org/officeDocument/2006/relationships/image" Target="../media/image949.png"/><Relationship Id="rId608" Type="http://schemas.openxmlformats.org/officeDocument/2006/relationships/image" Target="../media/image956.png"/><Relationship Id="rId247" Type="http://schemas.openxmlformats.org/officeDocument/2006/relationships/customXml" Target="../ink/ink809.xml"/><Relationship Id="rId107" Type="http://schemas.openxmlformats.org/officeDocument/2006/relationships/image" Target="../media/image709.png"/><Relationship Id="rId454" Type="http://schemas.openxmlformats.org/officeDocument/2006/relationships/image" Target="../media/image880.png"/><Relationship Id="rId661" Type="http://schemas.openxmlformats.org/officeDocument/2006/relationships/customXml" Target="../ink/ink1017.xml"/><Relationship Id="rId759" Type="http://schemas.openxmlformats.org/officeDocument/2006/relationships/customXml" Target="../ink/ink1066.xml"/><Relationship Id="rId11" Type="http://schemas.openxmlformats.org/officeDocument/2006/relationships/image" Target="../media/image663.png"/><Relationship Id="rId314" Type="http://schemas.openxmlformats.org/officeDocument/2006/relationships/image" Target="../media/image810.png"/><Relationship Id="rId398" Type="http://schemas.openxmlformats.org/officeDocument/2006/relationships/image" Target="../media/image852.png"/><Relationship Id="rId521" Type="http://schemas.openxmlformats.org/officeDocument/2006/relationships/customXml" Target="../ink/ink946.xml"/><Relationship Id="rId619" Type="http://schemas.openxmlformats.org/officeDocument/2006/relationships/customXml" Target="../ink/ink996.xml"/><Relationship Id="rId95" Type="http://schemas.openxmlformats.org/officeDocument/2006/relationships/image" Target="../media/image703.png"/><Relationship Id="rId160" Type="http://schemas.openxmlformats.org/officeDocument/2006/relationships/image" Target="../media/image735.png"/><Relationship Id="rId258" Type="http://schemas.openxmlformats.org/officeDocument/2006/relationships/image" Target="../media/image783.png"/><Relationship Id="rId465" Type="http://schemas.openxmlformats.org/officeDocument/2006/relationships/customXml" Target="../ink/ink918.xml"/><Relationship Id="rId672" Type="http://schemas.openxmlformats.org/officeDocument/2006/relationships/image" Target="../media/image988.png"/><Relationship Id="rId22" Type="http://schemas.openxmlformats.org/officeDocument/2006/relationships/customXml" Target="../ink/ink694.xml"/><Relationship Id="rId118" Type="http://schemas.openxmlformats.org/officeDocument/2006/relationships/image" Target="../media/image714.png"/><Relationship Id="rId325" Type="http://schemas.openxmlformats.org/officeDocument/2006/relationships/customXml" Target="../ink/ink848.xml"/><Relationship Id="rId532" Type="http://schemas.openxmlformats.org/officeDocument/2006/relationships/image" Target="../media/image919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07.png"/><Relationship Id="rId671" Type="http://schemas.openxmlformats.org/officeDocument/2006/relationships/customXml" Target="../ink/ink1426.xml"/><Relationship Id="rId769" Type="http://schemas.openxmlformats.org/officeDocument/2006/relationships/customXml" Target="../ink/ink1475.xml"/><Relationship Id="rId21" Type="http://schemas.openxmlformats.org/officeDocument/2006/relationships/image" Target="../media/image1059.png"/><Relationship Id="rId324" Type="http://schemas.openxmlformats.org/officeDocument/2006/relationships/customXml" Target="../ink/ink1248.xml"/><Relationship Id="rId531" Type="http://schemas.openxmlformats.org/officeDocument/2006/relationships/image" Target="../media/image1308.png"/><Relationship Id="rId629" Type="http://schemas.openxmlformats.org/officeDocument/2006/relationships/customXml" Target="../ink/ink1404.xml"/><Relationship Id="rId170" Type="http://schemas.openxmlformats.org/officeDocument/2006/relationships/customXml" Target="../ink/ink1170.xml"/><Relationship Id="rId268" Type="http://schemas.openxmlformats.org/officeDocument/2006/relationships/customXml" Target="../ink/ink1220.xml"/><Relationship Id="rId475" Type="http://schemas.openxmlformats.org/officeDocument/2006/relationships/customXml" Target="../ink/ink1325.xml"/><Relationship Id="rId682" Type="http://schemas.openxmlformats.org/officeDocument/2006/relationships/image" Target="../media/image1381.png"/><Relationship Id="rId32" Type="http://schemas.openxmlformats.org/officeDocument/2006/relationships/customXml" Target="../ink/ink1101.xml"/><Relationship Id="rId128" Type="http://schemas.openxmlformats.org/officeDocument/2006/relationships/customXml" Target="../ink/ink1149.xml"/><Relationship Id="rId335" Type="http://schemas.openxmlformats.org/officeDocument/2006/relationships/image" Target="../media/image1213.png"/><Relationship Id="rId542" Type="http://schemas.openxmlformats.org/officeDocument/2006/relationships/image" Target="../media/image1313.png"/><Relationship Id="rId181" Type="http://schemas.openxmlformats.org/officeDocument/2006/relationships/image" Target="../media/image1139.png"/><Relationship Id="rId402" Type="http://schemas.openxmlformats.org/officeDocument/2006/relationships/customXml" Target="../ink/ink1288.xml"/><Relationship Id="rId279" Type="http://schemas.openxmlformats.org/officeDocument/2006/relationships/image" Target="../media/image1186.png"/><Relationship Id="rId486" Type="http://schemas.openxmlformats.org/officeDocument/2006/relationships/image" Target="../media/image1286.png"/><Relationship Id="rId693" Type="http://schemas.openxmlformats.org/officeDocument/2006/relationships/customXml" Target="../ink/ink1437.xml"/><Relationship Id="rId707" Type="http://schemas.openxmlformats.org/officeDocument/2006/relationships/customXml" Target="../ink/ink1444.xml"/><Relationship Id="rId43" Type="http://schemas.openxmlformats.org/officeDocument/2006/relationships/image" Target="../media/image1070.png"/><Relationship Id="rId139" Type="http://schemas.openxmlformats.org/officeDocument/2006/relationships/image" Target="../media/image1118.png"/><Relationship Id="rId346" Type="http://schemas.openxmlformats.org/officeDocument/2006/relationships/customXml" Target="../ink/ink1259.xml"/><Relationship Id="rId553" Type="http://schemas.openxmlformats.org/officeDocument/2006/relationships/customXml" Target="../ink/ink1365.xml"/><Relationship Id="rId760" Type="http://schemas.openxmlformats.org/officeDocument/2006/relationships/image" Target="../media/image1420.png"/><Relationship Id="rId192" Type="http://schemas.openxmlformats.org/officeDocument/2006/relationships/customXml" Target="../ink/ink1181.xml"/><Relationship Id="rId206" Type="http://schemas.openxmlformats.org/officeDocument/2006/relationships/customXml" Target="../ink/ink1188.xml"/><Relationship Id="rId413" Type="http://schemas.openxmlformats.org/officeDocument/2006/relationships/image" Target="../media/image1251.png"/><Relationship Id="rId497" Type="http://schemas.openxmlformats.org/officeDocument/2006/relationships/customXml" Target="../ink/ink1336.xml"/><Relationship Id="rId620" Type="http://schemas.openxmlformats.org/officeDocument/2006/relationships/image" Target="../media/image1351.png"/><Relationship Id="rId718" Type="http://schemas.openxmlformats.org/officeDocument/2006/relationships/image" Target="../media/image1399.png"/><Relationship Id="rId357" Type="http://schemas.openxmlformats.org/officeDocument/2006/relationships/image" Target="../media/image1224.png"/><Relationship Id="rId54" Type="http://schemas.openxmlformats.org/officeDocument/2006/relationships/customXml" Target="../ink/ink1112.xml"/><Relationship Id="rId217" Type="http://schemas.openxmlformats.org/officeDocument/2006/relationships/image" Target="../media/image1156.png"/><Relationship Id="rId564" Type="http://schemas.openxmlformats.org/officeDocument/2006/relationships/customXml" Target="../ink/ink1371.xml"/><Relationship Id="rId771" Type="http://schemas.openxmlformats.org/officeDocument/2006/relationships/customXml" Target="../ink/ink1476.xml"/><Relationship Id="rId424" Type="http://schemas.openxmlformats.org/officeDocument/2006/relationships/customXml" Target="../ink/ink1299.xml"/><Relationship Id="rId631" Type="http://schemas.openxmlformats.org/officeDocument/2006/relationships/customXml" Target="../ink/ink1405.xml"/><Relationship Id="rId729" Type="http://schemas.openxmlformats.org/officeDocument/2006/relationships/customXml" Target="../ink/ink1455.xml"/><Relationship Id="rId270" Type="http://schemas.openxmlformats.org/officeDocument/2006/relationships/customXml" Target="../ink/ink1221.xml"/><Relationship Id="rId65" Type="http://schemas.openxmlformats.org/officeDocument/2006/relationships/image" Target="../media/image1081.png"/><Relationship Id="rId130" Type="http://schemas.openxmlformats.org/officeDocument/2006/relationships/customXml" Target="../ink/ink1150.xml"/><Relationship Id="rId368" Type="http://schemas.openxmlformats.org/officeDocument/2006/relationships/image" Target="../media/image1229.png"/><Relationship Id="rId575" Type="http://schemas.openxmlformats.org/officeDocument/2006/relationships/image" Target="../media/image1329.png"/><Relationship Id="rId782" Type="http://schemas.openxmlformats.org/officeDocument/2006/relationships/image" Target="../media/image1431.png"/><Relationship Id="rId228" Type="http://schemas.openxmlformats.org/officeDocument/2006/relationships/customXml" Target="../ink/ink1199.xml"/><Relationship Id="rId435" Type="http://schemas.openxmlformats.org/officeDocument/2006/relationships/customXml" Target="../ink/ink1305.xml"/><Relationship Id="rId642" Type="http://schemas.openxmlformats.org/officeDocument/2006/relationships/image" Target="../media/image1362.png"/><Relationship Id="rId281" Type="http://schemas.openxmlformats.org/officeDocument/2006/relationships/image" Target="../media/image1187.png"/><Relationship Id="rId502" Type="http://schemas.openxmlformats.org/officeDocument/2006/relationships/image" Target="../media/image1294.png"/><Relationship Id="rId76" Type="http://schemas.openxmlformats.org/officeDocument/2006/relationships/customXml" Target="../ink/ink1123.xml"/><Relationship Id="rId141" Type="http://schemas.openxmlformats.org/officeDocument/2006/relationships/image" Target="../media/image1119.png"/><Relationship Id="rId379" Type="http://schemas.openxmlformats.org/officeDocument/2006/relationships/customXml" Target="../ink/ink1276.xml"/><Relationship Id="rId586" Type="http://schemas.openxmlformats.org/officeDocument/2006/relationships/image" Target="../media/image1334.png"/><Relationship Id="rId793" Type="http://schemas.openxmlformats.org/officeDocument/2006/relationships/customXml" Target="../ink/ink1487.xml"/><Relationship Id="rId807" Type="http://schemas.openxmlformats.org/officeDocument/2006/relationships/customXml" Target="../ink/ink1494.xml"/><Relationship Id="rId7" Type="http://schemas.openxmlformats.org/officeDocument/2006/relationships/image" Target="../media/image1052.png"/><Relationship Id="rId239" Type="http://schemas.openxmlformats.org/officeDocument/2006/relationships/customXml" Target="../ink/ink1205.xml"/><Relationship Id="rId446" Type="http://schemas.openxmlformats.org/officeDocument/2006/relationships/image" Target="../media/image1267.png"/><Relationship Id="rId653" Type="http://schemas.openxmlformats.org/officeDocument/2006/relationships/image" Target="../media/image1367.png"/><Relationship Id="rId292" Type="http://schemas.openxmlformats.org/officeDocument/2006/relationships/customXml" Target="../ink/ink1232.xml"/><Relationship Id="rId306" Type="http://schemas.openxmlformats.org/officeDocument/2006/relationships/customXml" Target="../ink/ink1239.xml"/><Relationship Id="rId87" Type="http://schemas.openxmlformats.org/officeDocument/2006/relationships/image" Target="../media/image1092.png"/><Relationship Id="rId513" Type="http://schemas.openxmlformats.org/officeDocument/2006/relationships/customXml" Target="../ink/ink1344.xml"/><Relationship Id="rId597" Type="http://schemas.openxmlformats.org/officeDocument/2006/relationships/customXml" Target="../ink/ink1388.xml"/><Relationship Id="rId720" Type="http://schemas.openxmlformats.org/officeDocument/2006/relationships/image" Target="../media/image1400.png"/><Relationship Id="rId152" Type="http://schemas.openxmlformats.org/officeDocument/2006/relationships/customXml" Target="../ink/ink1161.xml"/><Relationship Id="rId457" Type="http://schemas.openxmlformats.org/officeDocument/2006/relationships/customXml" Target="../ink/ink1316.xml"/><Relationship Id="rId664" Type="http://schemas.openxmlformats.org/officeDocument/2006/relationships/customXml" Target="../ink/ink1422.xml"/><Relationship Id="rId14" Type="http://schemas.openxmlformats.org/officeDocument/2006/relationships/customXml" Target="../ink/ink1092.xml"/><Relationship Id="rId317" Type="http://schemas.openxmlformats.org/officeDocument/2006/relationships/customXml" Target="../ink/ink1244.xml"/><Relationship Id="rId524" Type="http://schemas.openxmlformats.org/officeDocument/2006/relationships/customXml" Target="../ink/ink1350.xml"/><Relationship Id="rId731" Type="http://schemas.openxmlformats.org/officeDocument/2006/relationships/customXml" Target="../ink/ink1456.xml"/><Relationship Id="rId98" Type="http://schemas.openxmlformats.org/officeDocument/2006/relationships/customXml" Target="../ink/ink1134.xml"/><Relationship Id="rId163" Type="http://schemas.openxmlformats.org/officeDocument/2006/relationships/image" Target="../media/image1130.png"/><Relationship Id="rId370" Type="http://schemas.openxmlformats.org/officeDocument/2006/relationships/image" Target="../media/image1230.png"/><Relationship Id="rId230" Type="http://schemas.openxmlformats.org/officeDocument/2006/relationships/customXml" Target="../ink/ink1200.xml"/><Relationship Id="rId468" Type="http://schemas.openxmlformats.org/officeDocument/2006/relationships/image" Target="../media/image1277.png"/><Relationship Id="rId675" Type="http://schemas.openxmlformats.org/officeDocument/2006/relationships/customXml" Target="../ink/ink1428.xml"/><Relationship Id="rId25" Type="http://schemas.openxmlformats.org/officeDocument/2006/relationships/image" Target="../media/image1061.png"/><Relationship Id="rId328" Type="http://schemas.openxmlformats.org/officeDocument/2006/relationships/customXml" Target="../ink/ink1250.xml"/><Relationship Id="rId535" Type="http://schemas.openxmlformats.org/officeDocument/2006/relationships/image" Target="../media/image1310.png"/><Relationship Id="rId742" Type="http://schemas.openxmlformats.org/officeDocument/2006/relationships/image" Target="../media/image1411.png"/><Relationship Id="rId174" Type="http://schemas.openxmlformats.org/officeDocument/2006/relationships/customXml" Target="../ink/ink1172.xml"/><Relationship Id="rId381" Type="http://schemas.openxmlformats.org/officeDocument/2006/relationships/customXml" Target="../ink/ink1277.xml"/><Relationship Id="rId602" Type="http://schemas.openxmlformats.org/officeDocument/2006/relationships/image" Target="../media/image1342.png"/><Relationship Id="rId241" Type="http://schemas.openxmlformats.org/officeDocument/2006/relationships/customXml" Target="../ink/ink1206.xml"/><Relationship Id="rId479" Type="http://schemas.openxmlformats.org/officeDocument/2006/relationships/customXml" Target="../ink/ink1327.xml"/><Relationship Id="rId686" Type="http://schemas.openxmlformats.org/officeDocument/2006/relationships/image" Target="../media/image1383.png"/><Relationship Id="rId36" Type="http://schemas.openxmlformats.org/officeDocument/2006/relationships/customXml" Target="../ink/ink1103.xml"/><Relationship Id="rId339" Type="http://schemas.openxmlformats.org/officeDocument/2006/relationships/image" Target="../media/image1215.png"/><Relationship Id="rId546" Type="http://schemas.openxmlformats.org/officeDocument/2006/relationships/image" Target="../media/image1315.png"/><Relationship Id="rId753" Type="http://schemas.openxmlformats.org/officeDocument/2006/relationships/customXml" Target="../ink/ink1467.xml"/><Relationship Id="rId101" Type="http://schemas.openxmlformats.org/officeDocument/2006/relationships/image" Target="../media/image1099.png"/><Relationship Id="rId185" Type="http://schemas.openxmlformats.org/officeDocument/2006/relationships/image" Target="../media/image1141.png"/><Relationship Id="rId406" Type="http://schemas.openxmlformats.org/officeDocument/2006/relationships/customXml" Target="../ink/ink1290.xml"/><Relationship Id="rId392" Type="http://schemas.openxmlformats.org/officeDocument/2006/relationships/customXml" Target="../ink/ink1283.xml"/><Relationship Id="rId613" Type="http://schemas.openxmlformats.org/officeDocument/2006/relationships/customXml" Target="../ink/ink1396.xml"/><Relationship Id="rId697" Type="http://schemas.openxmlformats.org/officeDocument/2006/relationships/customXml" Target="../ink/ink1439.xml"/><Relationship Id="rId252" Type="http://schemas.openxmlformats.org/officeDocument/2006/relationships/customXml" Target="../ink/ink1212.xml"/><Relationship Id="rId47" Type="http://schemas.openxmlformats.org/officeDocument/2006/relationships/image" Target="../media/image1072.png"/><Relationship Id="rId112" Type="http://schemas.openxmlformats.org/officeDocument/2006/relationships/customXml" Target="../ink/ink1141.xml"/><Relationship Id="rId557" Type="http://schemas.openxmlformats.org/officeDocument/2006/relationships/customXml" Target="../ink/ink1367.xml"/><Relationship Id="rId764" Type="http://schemas.openxmlformats.org/officeDocument/2006/relationships/image" Target="../media/image1422.png"/><Relationship Id="rId196" Type="http://schemas.openxmlformats.org/officeDocument/2006/relationships/customXml" Target="../ink/ink1183.xml"/><Relationship Id="rId417" Type="http://schemas.openxmlformats.org/officeDocument/2006/relationships/image" Target="../media/image1253.png"/><Relationship Id="rId624" Type="http://schemas.openxmlformats.org/officeDocument/2006/relationships/image" Target="../media/image1353.png"/><Relationship Id="rId263" Type="http://schemas.openxmlformats.org/officeDocument/2006/relationships/image" Target="../media/image1178.png"/><Relationship Id="rId470" Type="http://schemas.openxmlformats.org/officeDocument/2006/relationships/image" Target="../media/image1278.png"/><Relationship Id="rId58" Type="http://schemas.openxmlformats.org/officeDocument/2006/relationships/customXml" Target="../ink/ink1114.xml"/><Relationship Id="rId123" Type="http://schemas.openxmlformats.org/officeDocument/2006/relationships/image" Target="../media/image1110.png"/><Relationship Id="rId330" Type="http://schemas.openxmlformats.org/officeDocument/2006/relationships/customXml" Target="../ink/ink1251.xml"/><Relationship Id="rId568" Type="http://schemas.openxmlformats.org/officeDocument/2006/relationships/customXml" Target="../ink/ink1373.xml"/><Relationship Id="rId775" Type="http://schemas.openxmlformats.org/officeDocument/2006/relationships/customXml" Target="../ink/ink1478.xml"/><Relationship Id="rId428" Type="http://schemas.openxmlformats.org/officeDocument/2006/relationships/image" Target="../media/image1258.png"/><Relationship Id="rId635" Type="http://schemas.openxmlformats.org/officeDocument/2006/relationships/customXml" Target="../ink/ink1407.xml"/><Relationship Id="rId274" Type="http://schemas.openxmlformats.org/officeDocument/2006/relationships/customXml" Target="../ink/ink1223.xml"/><Relationship Id="rId481" Type="http://schemas.openxmlformats.org/officeDocument/2006/relationships/customXml" Target="../ink/ink1328.xml"/><Relationship Id="rId702" Type="http://schemas.openxmlformats.org/officeDocument/2006/relationships/image" Target="../media/image1391.png"/><Relationship Id="rId69" Type="http://schemas.openxmlformats.org/officeDocument/2006/relationships/image" Target="../media/image1083.png"/><Relationship Id="rId134" Type="http://schemas.openxmlformats.org/officeDocument/2006/relationships/customXml" Target="../ink/ink1152.xml"/><Relationship Id="rId579" Type="http://schemas.openxmlformats.org/officeDocument/2006/relationships/image" Target="../media/image1331.png"/><Relationship Id="rId786" Type="http://schemas.openxmlformats.org/officeDocument/2006/relationships/image" Target="../media/image1433.png"/><Relationship Id="rId341" Type="http://schemas.openxmlformats.org/officeDocument/2006/relationships/image" Target="../media/image1216.png"/><Relationship Id="rId439" Type="http://schemas.openxmlformats.org/officeDocument/2006/relationships/customXml" Target="../ink/ink1307.xml"/><Relationship Id="rId646" Type="http://schemas.openxmlformats.org/officeDocument/2006/relationships/image" Target="../media/image1364.png"/><Relationship Id="rId201" Type="http://schemas.openxmlformats.org/officeDocument/2006/relationships/image" Target="../media/image1148.png"/><Relationship Id="rId285" Type="http://schemas.openxmlformats.org/officeDocument/2006/relationships/image" Target="../media/image1189.png"/><Relationship Id="rId506" Type="http://schemas.openxmlformats.org/officeDocument/2006/relationships/image" Target="../media/image1296.png"/><Relationship Id="rId492" Type="http://schemas.openxmlformats.org/officeDocument/2006/relationships/image" Target="../media/image1289.png"/><Relationship Id="rId713" Type="http://schemas.openxmlformats.org/officeDocument/2006/relationships/customXml" Target="../ink/ink1447.xml"/><Relationship Id="rId797" Type="http://schemas.openxmlformats.org/officeDocument/2006/relationships/customXml" Target="../ink/ink1489.xml"/><Relationship Id="rId145" Type="http://schemas.openxmlformats.org/officeDocument/2006/relationships/image" Target="../media/image1121.png"/><Relationship Id="rId352" Type="http://schemas.openxmlformats.org/officeDocument/2006/relationships/customXml" Target="../ink/ink1262.xml"/><Relationship Id="rId212" Type="http://schemas.openxmlformats.org/officeDocument/2006/relationships/customXml" Target="../ink/ink1191.xml"/><Relationship Id="rId657" Type="http://schemas.openxmlformats.org/officeDocument/2006/relationships/image" Target="../media/image1369.png"/><Relationship Id="rId296" Type="http://schemas.openxmlformats.org/officeDocument/2006/relationships/customXml" Target="../ink/ink1234.xml"/><Relationship Id="rId517" Type="http://schemas.openxmlformats.org/officeDocument/2006/relationships/customXml" Target="../ink/ink1346.xml"/><Relationship Id="rId724" Type="http://schemas.openxmlformats.org/officeDocument/2006/relationships/image" Target="../media/image1402.png"/><Relationship Id="rId60" Type="http://schemas.openxmlformats.org/officeDocument/2006/relationships/customXml" Target="../ink/ink1115.xml"/><Relationship Id="rId156" Type="http://schemas.openxmlformats.org/officeDocument/2006/relationships/customXml" Target="../ink/ink1163.xml"/><Relationship Id="rId363" Type="http://schemas.openxmlformats.org/officeDocument/2006/relationships/customXml" Target="../ink/ink1268.xml"/><Relationship Id="rId570" Type="http://schemas.openxmlformats.org/officeDocument/2006/relationships/customXml" Target="../ink/ink1374.xml"/><Relationship Id="rId223" Type="http://schemas.openxmlformats.org/officeDocument/2006/relationships/image" Target="../media/image1159.png"/><Relationship Id="rId430" Type="http://schemas.openxmlformats.org/officeDocument/2006/relationships/image" Target="../media/image1259.png"/><Relationship Id="rId668" Type="http://schemas.openxmlformats.org/officeDocument/2006/relationships/image" Target="../media/image1374.png"/><Relationship Id="rId18" Type="http://schemas.openxmlformats.org/officeDocument/2006/relationships/customXml" Target="../ink/ink1094.xml"/><Relationship Id="rId528" Type="http://schemas.openxmlformats.org/officeDocument/2006/relationships/customXml" Target="../ink/ink1352.xml"/><Relationship Id="rId735" Type="http://schemas.openxmlformats.org/officeDocument/2006/relationships/customXml" Target="../ink/ink1458.xml"/><Relationship Id="rId167" Type="http://schemas.openxmlformats.org/officeDocument/2006/relationships/image" Target="../media/image1132.png"/><Relationship Id="rId374" Type="http://schemas.openxmlformats.org/officeDocument/2006/relationships/image" Target="../media/image1232.png"/><Relationship Id="rId581" Type="http://schemas.openxmlformats.org/officeDocument/2006/relationships/image" Target="../media/image1332.png"/><Relationship Id="rId71" Type="http://schemas.openxmlformats.org/officeDocument/2006/relationships/image" Target="../media/image1084.png"/><Relationship Id="rId234" Type="http://schemas.openxmlformats.org/officeDocument/2006/relationships/image" Target="../media/image1164.png"/><Relationship Id="rId679" Type="http://schemas.openxmlformats.org/officeDocument/2006/relationships/customXml" Target="../ink/ink1430.xml"/><Relationship Id="rId802" Type="http://schemas.openxmlformats.org/officeDocument/2006/relationships/image" Target="../media/image1441.png"/><Relationship Id="rId2" Type="http://schemas.openxmlformats.org/officeDocument/2006/relationships/customXml" Target="../ink/ink1086.xml"/><Relationship Id="rId29" Type="http://schemas.openxmlformats.org/officeDocument/2006/relationships/image" Target="../media/image1063.png"/><Relationship Id="rId441" Type="http://schemas.openxmlformats.org/officeDocument/2006/relationships/customXml" Target="../ink/ink1308.xml"/><Relationship Id="rId539" Type="http://schemas.openxmlformats.org/officeDocument/2006/relationships/image" Target="../media/image1312.png"/><Relationship Id="rId746" Type="http://schemas.openxmlformats.org/officeDocument/2006/relationships/image" Target="../media/image1413.png"/><Relationship Id="rId178" Type="http://schemas.openxmlformats.org/officeDocument/2006/relationships/customXml" Target="../ink/ink1174.xml"/><Relationship Id="rId301" Type="http://schemas.openxmlformats.org/officeDocument/2006/relationships/image" Target="../media/image1196.png"/><Relationship Id="rId82" Type="http://schemas.openxmlformats.org/officeDocument/2006/relationships/customXml" Target="../ink/ink1126.xml"/><Relationship Id="rId385" Type="http://schemas.openxmlformats.org/officeDocument/2006/relationships/customXml" Target="../ink/ink1279.xml"/><Relationship Id="rId592" Type="http://schemas.openxmlformats.org/officeDocument/2006/relationships/image" Target="../media/image1337.png"/><Relationship Id="rId606" Type="http://schemas.openxmlformats.org/officeDocument/2006/relationships/image" Target="../media/image1344.png"/><Relationship Id="rId813" Type="http://schemas.openxmlformats.org/officeDocument/2006/relationships/customXml" Target="../ink/ink1497.xml"/><Relationship Id="rId245" Type="http://schemas.openxmlformats.org/officeDocument/2006/relationships/customXml" Target="../ink/ink1208.xml"/><Relationship Id="rId452" Type="http://schemas.openxmlformats.org/officeDocument/2006/relationships/image" Target="../media/image1270.png"/><Relationship Id="rId105" Type="http://schemas.openxmlformats.org/officeDocument/2006/relationships/image" Target="../media/image1101.png"/><Relationship Id="rId312" Type="http://schemas.openxmlformats.org/officeDocument/2006/relationships/customXml" Target="../ink/ink1242.xml"/><Relationship Id="rId757" Type="http://schemas.openxmlformats.org/officeDocument/2006/relationships/customXml" Target="../ink/ink1469.xml"/><Relationship Id="rId93" Type="http://schemas.openxmlformats.org/officeDocument/2006/relationships/image" Target="../media/image1095.png"/><Relationship Id="rId189" Type="http://schemas.openxmlformats.org/officeDocument/2006/relationships/image" Target="../media/image1143.png"/><Relationship Id="rId396" Type="http://schemas.openxmlformats.org/officeDocument/2006/relationships/customXml" Target="../ink/ink1285.xml"/><Relationship Id="rId617" Type="http://schemas.openxmlformats.org/officeDocument/2006/relationships/customXml" Target="../ink/ink1398.xml"/><Relationship Id="rId256" Type="http://schemas.openxmlformats.org/officeDocument/2006/relationships/customXml" Target="../ink/ink1214.xml"/><Relationship Id="rId463" Type="http://schemas.openxmlformats.org/officeDocument/2006/relationships/customXml" Target="../ink/ink1319.xml"/><Relationship Id="rId670" Type="http://schemas.openxmlformats.org/officeDocument/2006/relationships/image" Target="../media/image1375.png"/><Relationship Id="rId116" Type="http://schemas.openxmlformats.org/officeDocument/2006/relationships/customXml" Target="../ink/ink1143.xml"/><Relationship Id="rId323" Type="http://schemas.openxmlformats.org/officeDocument/2006/relationships/customXml" Target="../ink/ink1247.xml"/><Relationship Id="rId530" Type="http://schemas.openxmlformats.org/officeDocument/2006/relationships/customXml" Target="../ink/ink1353.xml"/><Relationship Id="rId768" Type="http://schemas.openxmlformats.org/officeDocument/2006/relationships/image" Target="../media/image1424.png"/><Relationship Id="rId20" Type="http://schemas.openxmlformats.org/officeDocument/2006/relationships/customXml" Target="../ink/ink1095.xml"/><Relationship Id="rId628" Type="http://schemas.openxmlformats.org/officeDocument/2006/relationships/image" Target="../media/image1355.png"/><Relationship Id="rId267" Type="http://schemas.openxmlformats.org/officeDocument/2006/relationships/image" Target="../media/image1180.png"/><Relationship Id="rId474" Type="http://schemas.openxmlformats.org/officeDocument/2006/relationships/image" Target="../media/image1280.png"/><Relationship Id="rId127" Type="http://schemas.openxmlformats.org/officeDocument/2006/relationships/image" Target="../media/image1112.png"/><Relationship Id="rId681" Type="http://schemas.openxmlformats.org/officeDocument/2006/relationships/customXml" Target="../ink/ink1431.xml"/><Relationship Id="rId779" Type="http://schemas.openxmlformats.org/officeDocument/2006/relationships/customXml" Target="../ink/ink1480.xml"/><Relationship Id="rId31" Type="http://schemas.openxmlformats.org/officeDocument/2006/relationships/image" Target="../media/image1064.png"/><Relationship Id="rId334" Type="http://schemas.openxmlformats.org/officeDocument/2006/relationships/customXml" Target="../ink/ink1253.xml"/><Relationship Id="rId541" Type="http://schemas.openxmlformats.org/officeDocument/2006/relationships/customXml" Target="../ink/ink1359.xml"/><Relationship Id="rId639" Type="http://schemas.openxmlformats.org/officeDocument/2006/relationships/customXml" Target="../ink/ink1409.xml"/><Relationship Id="rId180" Type="http://schemas.openxmlformats.org/officeDocument/2006/relationships/customXml" Target="../ink/ink1175.xml"/><Relationship Id="rId278" Type="http://schemas.openxmlformats.org/officeDocument/2006/relationships/customXml" Target="../ink/ink1225.xml"/><Relationship Id="rId401" Type="http://schemas.openxmlformats.org/officeDocument/2006/relationships/image" Target="../media/image1245.png"/><Relationship Id="rId485" Type="http://schemas.openxmlformats.org/officeDocument/2006/relationships/customXml" Target="../ink/ink1330.xml"/><Relationship Id="rId692" Type="http://schemas.openxmlformats.org/officeDocument/2006/relationships/image" Target="../media/image1386.png"/><Relationship Id="rId706" Type="http://schemas.openxmlformats.org/officeDocument/2006/relationships/image" Target="../media/image1393.png"/><Relationship Id="rId42" Type="http://schemas.openxmlformats.org/officeDocument/2006/relationships/customXml" Target="../ink/ink1106.xml"/><Relationship Id="rId138" Type="http://schemas.openxmlformats.org/officeDocument/2006/relationships/customXml" Target="../ink/ink1154.xml"/><Relationship Id="rId345" Type="http://schemas.openxmlformats.org/officeDocument/2006/relationships/image" Target="../media/image1218.png"/><Relationship Id="rId552" Type="http://schemas.openxmlformats.org/officeDocument/2006/relationships/image" Target="../media/image1318.png"/><Relationship Id="rId191" Type="http://schemas.openxmlformats.org/officeDocument/2006/relationships/image" Target="../media/image1144.png"/><Relationship Id="rId205" Type="http://schemas.openxmlformats.org/officeDocument/2006/relationships/image" Target="../media/image1150.png"/><Relationship Id="rId412" Type="http://schemas.openxmlformats.org/officeDocument/2006/relationships/customXml" Target="../ink/ink1293.xml"/><Relationship Id="rId289" Type="http://schemas.openxmlformats.org/officeDocument/2006/relationships/image" Target="../media/image110.png"/><Relationship Id="rId496" Type="http://schemas.openxmlformats.org/officeDocument/2006/relationships/image" Target="../media/image1291.png"/><Relationship Id="rId717" Type="http://schemas.openxmlformats.org/officeDocument/2006/relationships/customXml" Target="../ink/ink1449.xml"/><Relationship Id="rId53" Type="http://schemas.openxmlformats.org/officeDocument/2006/relationships/image" Target="../media/image1075.png"/><Relationship Id="rId149" Type="http://schemas.openxmlformats.org/officeDocument/2006/relationships/image" Target="../media/image1123.png"/><Relationship Id="rId356" Type="http://schemas.openxmlformats.org/officeDocument/2006/relationships/customXml" Target="../ink/ink1264.xml"/><Relationship Id="rId563" Type="http://schemas.openxmlformats.org/officeDocument/2006/relationships/image" Target="../media/image1323.png"/><Relationship Id="rId770" Type="http://schemas.openxmlformats.org/officeDocument/2006/relationships/image" Target="../media/image1425.png"/><Relationship Id="rId216" Type="http://schemas.openxmlformats.org/officeDocument/2006/relationships/customXml" Target="../ink/ink1193.xml"/><Relationship Id="rId423" Type="http://schemas.openxmlformats.org/officeDocument/2006/relationships/image" Target="../media/image1256.png"/><Relationship Id="rId630" Type="http://schemas.openxmlformats.org/officeDocument/2006/relationships/image" Target="../media/image1356.png"/><Relationship Id="rId728" Type="http://schemas.openxmlformats.org/officeDocument/2006/relationships/image" Target="../media/image1404.png"/><Relationship Id="rId64" Type="http://schemas.openxmlformats.org/officeDocument/2006/relationships/customXml" Target="../ink/ink1117.xml"/><Relationship Id="rId367" Type="http://schemas.openxmlformats.org/officeDocument/2006/relationships/customXml" Target="../ink/ink1270.xml"/><Relationship Id="rId574" Type="http://schemas.openxmlformats.org/officeDocument/2006/relationships/customXml" Target="../ink/ink1376.xml"/><Relationship Id="rId227" Type="http://schemas.openxmlformats.org/officeDocument/2006/relationships/image" Target="../media/image1161.png"/><Relationship Id="rId781" Type="http://schemas.openxmlformats.org/officeDocument/2006/relationships/customXml" Target="../ink/ink1481.xml"/><Relationship Id="rId434" Type="http://schemas.openxmlformats.org/officeDocument/2006/relationships/image" Target="../media/image1261.png"/><Relationship Id="rId641" Type="http://schemas.openxmlformats.org/officeDocument/2006/relationships/customXml" Target="../ink/ink1410.xml"/><Relationship Id="rId739" Type="http://schemas.openxmlformats.org/officeDocument/2006/relationships/customXml" Target="../ink/ink1460.xml"/><Relationship Id="rId280" Type="http://schemas.openxmlformats.org/officeDocument/2006/relationships/customXml" Target="../ink/ink1226.xml"/><Relationship Id="rId501" Type="http://schemas.openxmlformats.org/officeDocument/2006/relationships/customXml" Target="../ink/ink1338.xml"/><Relationship Id="rId75" Type="http://schemas.openxmlformats.org/officeDocument/2006/relationships/image" Target="../media/image1086.png"/><Relationship Id="rId140" Type="http://schemas.openxmlformats.org/officeDocument/2006/relationships/customXml" Target="../ink/ink1155.xml"/><Relationship Id="rId378" Type="http://schemas.openxmlformats.org/officeDocument/2006/relationships/image" Target="../media/image1234.png"/><Relationship Id="rId585" Type="http://schemas.openxmlformats.org/officeDocument/2006/relationships/customXml" Target="../ink/ink1382.xml"/><Relationship Id="rId792" Type="http://schemas.openxmlformats.org/officeDocument/2006/relationships/image" Target="../media/image1436.png"/><Relationship Id="rId806" Type="http://schemas.openxmlformats.org/officeDocument/2006/relationships/image" Target="../media/image1443.png"/><Relationship Id="rId6" Type="http://schemas.openxmlformats.org/officeDocument/2006/relationships/customXml" Target="../ink/ink1088.xml"/><Relationship Id="rId238" Type="http://schemas.openxmlformats.org/officeDocument/2006/relationships/image" Target="../media/image1166.png"/><Relationship Id="rId445" Type="http://schemas.openxmlformats.org/officeDocument/2006/relationships/customXml" Target="../ink/ink1310.xml"/><Relationship Id="rId487" Type="http://schemas.openxmlformats.org/officeDocument/2006/relationships/customXml" Target="../ink/ink1331.xml"/><Relationship Id="rId610" Type="http://schemas.openxmlformats.org/officeDocument/2006/relationships/image" Target="../media/image1346.png"/><Relationship Id="rId652" Type="http://schemas.openxmlformats.org/officeDocument/2006/relationships/customXml" Target="../ink/ink1416.xml"/><Relationship Id="rId694" Type="http://schemas.openxmlformats.org/officeDocument/2006/relationships/image" Target="../media/image1387.png"/><Relationship Id="rId708" Type="http://schemas.openxmlformats.org/officeDocument/2006/relationships/image" Target="../media/image1394.png"/><Relationship Id="rId291" Type="http://schemas.openxmlformats.org/officeDocument/2006/relationships/image" Target="../media/image1191.png"/><Relationship Id="rId305" Type="http://schemas.openxmlformats.org/officeDocument/2006/relationships/image" Target="../media/image1198.png"/><Relationship Id="rId347" Type="http://schemas.openxmlformats.org/officeDocument/2006/relationships/image" Target="../media/image1219.png"/><Relationship Id="rId512" Type="http://schemas.openxmlformats.org/officeDocument/2006/relationships/image" Target="../media/image1299.png"/><Relationship Id="rId44" Type="http://schemas.openxmlformats.org/officeDocument/2006/relationships/customXml" Target="../ink/ink1107.xml"/><Relationship Id="rId86" Type="http://schemas.openxmlformats.org/officeDocument/2006/relationships/customXml" Target="../ink/ink1128.xml"/><Relationship Id="rId151" Type="http://schemas.openxmlformats.org/officeDocument/2006/relationships/image" Target="../media/image1124.png"/><Relationship Id="rId389" Type="http://schemas.openxmlformats.org/officeDocument/2006/relationships/customXml" Target="../ink/ink1281.xml"/><Relationship Id="rId554" Type="http://schemas.openxmlformats.org/officeDocument/2006/relationships/image" Target="../media/image1319.png"/><Relationship Id="rId596" Type="http://schemas.openxmlformats.org/officeDocument/2006/relationships/image" Target="../media/image1339.png"/><Relationship Id="rId761" Type="http://schemas.openxmlformats.org/officeDocument/2006/relationships/customXml" Target="../ink/ink1471.xml"/><Relationship Id="rId193" Type="http://schemas.openxmlformats.org/officeDocument/2006/relationships/image" Target="../media/image1145.png"/><Relationship Id="rId207" Type="http://schemas.openxmlformats.org/officeDocument/2006/relationships/image" Target="../media/image1151.png"/><Relationship Id="rId249" Type="http://schemas.openxmlformats.org/officeDocument/2006/relationships/image" Target="../media/image1171.png"/><Relationship Id="rId414" Type="http://schemas.openxmlformats.org/officeDocument/2006/relationships/customXml" Target="../ink/ink1294.xml"/><Relationship Id="rId456" Type="http://schemas.openxmlformats.org/officeDocument/2006/relationships/image" Target="../media/image1272.png"/><Relationship Id="rId498" Type="http://schemas.openxmlformats.org/officeDocument/2006/relationships/image" Target="../media/image1292.png"/><Relationship Id="rId621" Type="http://schemas.openxmlformats.org/officeDocument/2006/relationships/customXml" Target="../ink/ink1400.xml"/><Relationship Id="rId663" Type="http://schemas.openxmlformats.org/officeDocument/2006/relationships/image" Target="../media/image1372.png"/><Relationship Id="rId13" Type="http://schemas.openxmlformats.org/officeDocument/2006/relationships/image" Target="../media/image1055.png"/><Relationship Id="rId109" Type="http://schemas.openxmlformats.org/officeDocument/2006/relationships/image" Target="../media/image1103.png"/><Relationship Id="rId260" Type="http://schemas.openxmlformats.org/officeDocument/2006/relationships/customXml" Target="../ink/ink1216.xml"/><Relationship Id="rId316" Type="http://schemas.openxmlformats.org/officeDocument/2006/relationships/image" Target="../media/image1204.png"/><Relationship Id="rId523" Type="http://schemas.openxmlformats.org/officeDocument/2006/relationships/image" Target="../media/image1304.png"/><Relationship Id="rId719" Type="http://schemas.openxmlformats.org/officeDocument/2006/relationships/customXml" Target="../ink/ink1450.xml"/><Relationship Id="rId55" Type="http://schemas.openxmlformats.org/officeDocument/2006/relationships/image" Target="../media/image1076.png"/><Relationship Id="rId97" Type="http://schemas.openxmlformats.org/officeDocument/2006/relationships/image" Target="../media/image1097.png"/><Relationship Id="rId120" Type="http://schemas.openxmlformats.org/officeDocument/2006/relationships/customXml" Target="../ink/ink1145.xml"/><Relationship Id="rId358" Type="http://schemas.openxmlformats.org/officeDocument/2006/relationships/customXml" Target="../ink/ink1265.xml"/><Relationship Id="rId565" Type="http://schemas.openxmlformats.org/officeDocument/2006/relationships/image" Target="../media/image1324.png"/><Relationship Id="rId730" Type="http://schemas.openxmlformats.org/officeDocument/2006/relationships/image" Target="../media/image1405.png"/><Relationship Id="rId772" Type="http://schemas.openxmlformats.org/officeDocument/2006/relationships/image" Target="../media/image1426.png"/><Relationship Id="rId162" Type="http://schemas.openxmlformats.org/officeDocument/2006/relationships/customXml" Target="../ink/ink1166.xml"/><Relationship Id="rId218" Type="http://schemas.openxmlformats.org/officeDocument/2006/relationships/customXml" Target="../ink/ink1194.xml"/><Relationship Id="rId425" Type="http://schemas.openxmlformats.org/officeDocument/2006/relationships/image" Target="../media/image1257.png"/><Relationship Id="rId467" Type="http://schemas.openxmlformats.org/officeDocument/2006/relationships/customXml" Target="../ink/ink1321.xml"/><Relationship Id="rId632" Type="http://schemas.openxmlformats.org/officeDocument/2006/relationships/image" Target="../media/image1357.png"/><Relationship Id="rId271" Type="http://schemas.openxmlformats.org/officeDocument/2006/relationships/image" Target="../media/image1182.png"/><Relationship Id="rId674" Type="http://schemas.openxmlformats.org/officeDocument/2006/relationships/image" Target="../media/image1377.png"/><Relationship Id="rId24" Type="http://schemas.openxmlformats.org/officeDocument/2006/relationships/customXml" Target="../ink/ink1097.xml"/><Relationship Id="rId66" Type="http://schemas.openxmlformats.org/officeDocument/2006/relationships/customXml" Target="../ink/ink1118.xml"/><Relationship Id="rId131" Type="http://schemas.openxmlformats.org/officeDocument/2006/relationships/image" Target="../media/image1114.png"/><Relationship Id="rId327" Type="http://schemas.openxmlformats.org/officeDocument/2006/relationships/image" Target="../media/image1209.png"/><Relationship Id="rId369" Type="http://schemas.openxmlformats.org/officeDocument/2006/relationships/customXml" Target="../ink/ink1271.xml"/><Relationship Id="rId534" Type="http://schemas.openxmlformats.org/officeDocument/2006/relationships/customXml" Target="../ink/ink1355.xml"/><Relationship Id="rId576" Type="http://schemas.openxmlformats.org/officeDocument/2006/relationships/customXml" Target="../ink/ink1377.xml"/><Relationship Id="rId741" Type="http://schemas.openxmlformats.org/officeDocument/2006/relationships/customXml" Target="../ink/ink1461.xml"/><Relationship Id="rId783" Type="http://schemas.openxmlformats.org/officeDocument/2006/relationships/customXml" Target="../ink/ink1482.xml"/><Relationship Id="rId173" Type="http://schemas.openxmlformats.org/officeDocument/2006/relationships/image" Target="../media/image1135.png"/><Relationship Id="rId229" Type="http://schemas.openxmlformats.org/officeDocument/2006/relationships/image" Target="../media/image1162.png"/><Relationship Id="rId380" Type="http://schemas.openxmlformats.org/officeDocument/2006/relationships/image" Target="../media/image1235.png"/><Relationship Id="rId436" Type="http://schemas.openxmlformats.org/officeDocument/2006/relationships/image" Target="../media/image1262.png"/><Relationship Id="rId601" Type="http://schemas.openxmlformats.org/officeDocument/2006/relationships/customXml" Target="../ink/ink1390.xml"/><Relationship Id="rId643" Type="http://schemas.openxmlformats.org/officeDocument/2006/relationships/customXml" Target="../ink/ink1411.xml"/><Relationship Id="rId240" Type="http://schemas.openxmlformats.org/officeDocument/2006/relationships/image" Target="../media/image1167.png"/><Relationship Id="rId478" Type="http://schemas.openxmlformats.org/officeDocument/2006/relationships/image" Target="../media/image1282.png"/><Relationship Id="rId685" Type="http://schemas.openxmlformats.org/officeDocument/2006/relationships/customXml" Target="../ink/ink1433.xml"/><Relationship Id="rId35" Type="http://schemas.openxmlformats.org/officeDocument/2006/relationships/image" Target="../media/image1066.png"/><Relationship Id="rId77" Type="http://schemas.openxmlformats.org/officeDocument/2006/relationships/image" Target="../media/image1087.png"/><Relationship Id="rId100" Type="http://schemas.openxmlformats.org/officeDocument/2006/relationships/customXml" Target="../ink/ink1135.xml"/><Relationship Id="rId282" Type="http://schemas.openxmlformats.org/officeDocument/2006/relationships/customXml" Target="../ink/ink1227.xml"/><Relationship Id="rId338" Type="http://schemas.openxmlformats.org/officeDocument/2006/relationships/customXml" Target="../ink/ink1255.xml"/><Relationship Id="rId503" Type="http://schemas.openxmlformats.org/officeDocument/2006/relationships/customXml" Target="../ink/ink1339.xml"/><Relationship Id="rId545" Type="http://schemas.openxmlformats.org/officeDocument/2006/relationships/customXml" Target="../ink/ink1361.xml"/><Relationship Id="rId587" Type="http://schemas.openxmlformats.org/officeDocument/2006/relationships/customXml" Target="../ink/ink1383.xml"/><Relationship Id="rId710" Type="http://schemas.openxmlformats.org/officeDocument/2006/relationships/image" Target="../media/image1395.png"/><Relationship Id="rId752" Type="http://schemas.openxmlformats.org/officeDocument/2006/relationships/image" Target="../media/image1416.png"/><Relationship Id="rId808" Type="http://schemas.openxmlformats.org/officeDocument/2006/relationships/image" Target="../media/image1444.png"/><Relationship Id="rId8" Type="http://schemas.openxmlformats.org/officeDocument/2006/relationships/customXml" Target="../ink/ink1089.xml"/><Relationship Id="rId142" Type="http://schemas.openxmlformats.org/officeDocument/2006/relationships/customXml" Target="../ink/ink1156.xml"/><Relationship Id="rId184" Type="http://schemas.openxmlformats.org/officeDocument/2006/relationships/customXml" Target="../ink/ink1177.xml"/><Relationship Id="rId391" Type="http://schemas.openxmlformats.org/officeDocument/2006/relationships/customXml" Target="../ink/ink1282.xml"/><Relationship Id="rId405" Type="http://schemas.openxmlformats.org/officeDocument/2006/relationships/image" Target="../media/image1247.png"/><Relationship Id="rId447" Type="http://schemas.openxmlformats.org/officeDocument/2006/relationships/customXml" Target="../ink/ink1311.xml"/><Relationship Id="rId612" Type="http://schemas.openxmlformats.org/officeDocument/2006/relationships/image" Target="../media/image1347.png"/><Relationship Id="rId794" Type="http://schemas.openxmlformats.org/officeDocument/2006/relationships/image" Target="../media/image1437.png"/><Relationship Id="rId251" Type="http://schemas.openxmlformats.org/officeDocument/2006/relationships/image" Target="../media/image1172.png"/><Relationship Id="rId489" Type="http://schemas.openxmlformats.org/officeDocument/2006/relationships/customXml" Target="../ink/ink1332.xml"/><Relationship Id="rId654" Type="http://schemas.openxmlformats.org/officeDocument/2006/relationships/customXml" Target="../ink/ink1417.xml"/><Relationship Id="rId696" Type="http://schemas.openxmlformats.org/officeDocument/2006/relationships/image" Target="../media/image1388.png"/><Relationship Id="rId46" Type="http://schemas.openxmlformats.org/officeDocument/2006/relationships/customXml" Target="../ink/ink1108.xml"/><Relationship Id="rId293" Type="http://schemas.openxmlformats.org/officeDocument/2006/relationships/image" Target="../media/image1192.png"/><Relationship Id="rId307" Type="http://schemas.openxmlformats.org/officeDocument/2006/relationships/image" Target="../media/image1199.png"/><Relationship Id="rId349" Type="http://schemas.openxmlformats.org/officeDocument/2006/relationships/image" Target="../media/image1220.png"/><Relationship Id="rId514" Type="http://schemas.openxmlformats.org/officeDocument/2006/relationships/image" Target="../media/image1300.png"/><Relationship Id="rId556" Type="http://schemas.openxmlformats.org/officeDocument/2006/relationships/image" Target="../media/image1320.png"/><Relationship Id="rId721" Type="http://schemas.openxmlformats.org/officeDocument/2006/relationships/customXml" Target="../ink/ink1451.xml"/><Relationship Id="rId763" Type="http://schemas.openxmlformats.org/officeDocument/2006/relationships/customXml" Target="../ink/ink1472.xml"/><Relationship Id="rId88" Type="http://schemas.openxmlformats.org/officeDocument/2006/relationships/customXml" Target="../ink/ink1129.xml"/><Relationship Id="rId111" Type="http://schemas.openxmlformats.org/officeDocument/2006/relationships/image" Target="../media/image1104.png"/><Relationship Id="rId153" Type="http://schemas.openxmlformats.org/officeDocument/2006/relationships/image" Target="../media/image1125.png"/><Relationship Id="rId195" Type="http://schemas.openxmlformats.org/officeDocument/2006/relationships/image" Target="../media/image1146.png"/><Relationship Id="rId209" Type="http://schemas.openxmlformats.org/officeDocument/2006/relationships/image" Target="../media/image1152.png"/><Relationship Id="rId360" Type="http://schemas.openxmlformats.org/officeDocument/2006/relationships/image" Target="../media/image1225.png"/><Relationship Id="rId416" Type="http://schemas.openxmlformats.org/officeDocument/2006/relationships/customXml" Target="../ink/ink1295.xml"/><Relationship Id="rId598" Type="http://schemas.openxmlformats.org/officeDocument/2006/relationships/image" Target="../media/image1340.png"/><Relationship Id="rId220" Type="http://schemas.openxmlformats.org/officeDocument/2006/relationships/customXml" Target="../ink/ink1195.xml"/><Relationship Id="rId458" Type="http://schemas.openxmlformats.org/officeDocument/2006/relationships/image" Target="../media/image53.png"/><Relationship Id="rId623" Type="http://schemas.openxmlformats.org/officeDocument/2006/relationships/customXml" Target="../ink/ink1401.xml"/><Relationship Id="rId665" Type="http://schemas.openxmlformats.org/officeDocument/2006/relationships/image" Target="../media/image1373.png"/><Relationship Id="rId15" Type="http://schemas.openxmlformats.org/officeDocument/2006/relationships/image" Target="../media/image1056.png"/><Relationship Id="rId57" Type="http://schemas.openxmlformats.org/officeDocument/2006/relationships/image" Target="../media/image1077.png"/><Relationship Id="rId262" Type="http://schemas.openxmlformats.org/officeDocument/2006/relationships/customXml" Target="../ink/ink1217.xml"/><Relationship Id="rId318" Type="http://schemas.openxmlformats.org/officeDocument/2006/relationships/image" Target="../media/image1205.png"/><Relationship Id="rId525" Type="http://schemas.openxmlformats.org/officeDocument/2006/relationships/image" Target="../media/image1305.png"/><Relationship Id="rId567" Type="http://schemas.openxmlformats.org/officeDocument/2006/relationships/image" Target="../media/image1325.png"/><Relationship Id="rId732" Type="http://schemas.openxmlformats.org/officeDocument/2006/relationships/image" Target="../media/image1406.png"/><Relationship Id="rId99" Type="http://schemas.openxmlformats.org/officeDocument/2006/relationships/image" Target="../media/image1098.png"/><Relationship Id="rId122" Type="http://schemas.openxmlformats.org/officeDocument/2006/relationships/customXml" Target="../ink/ink1146.xml"/><Relationship Id="rId164" Type="http://schemas.openxmlformats.org/officeDocument/2006/relationships/customXml" Target="../ink/ink1167.xml"/><Relationship Id="rId371" Type="http://schemas.openxmlformats.org/officeDocument/2006/relationships/customXml" Target="../ink/ink1272.xml"/><Relationship Id="rId774" Type="http://schemas.openxmlformats.org/officeDocument/2006/relationships/image" Target="../media/image1427.png"/><Relationship Id="rId427" Type="http://schemas.openxmlformats.org/officeDocument/2006/relationships/customXml" Target="../ink/ink1301.xml"/><Relationship Id="rId469" Type="http://schemas.openxmlformats.org/officeDocument/2006/relationships/customXml" Target="../ink/ink1322.xml"/><Relationship Id="rId634" Type="http://schemas.openxmlformats.org/officeDocument/2006/relationships/image" Target="../media/image1358.png"/><Relationship Id="rId676" Type="http://schemas.openxmlformats.org/officeDocument/2006/relationships/image" Target="../media/image1378.png"/><Relationship Id="rId26" Type="http://schemas.openxmlformats.org/officeDocument/2006/relationships/customXml" Target="../ink/ink1098.xml"/><Relationship Id="rId231" Type="http://schemas.openxmlformats.org/officeDocument/2006/relationships/customXml" Target="../ink/ink1201.xml"/><Relationship Id="rId273" Type="http://schemas.openxmlformats.org/officeDocument/2006/relationships/image" Target="../media/image1183.png"/><Relationship Id="rId329" Type="http://schemas.openxmlformats.org/officeDocument/2006/relationships/image" Target="../media/image1210.png"/><Relationship Id="rId480" Type="http://schemas.openxmlformats.org/officeDocument/2006/relationships/image" Target="../media/image1283.png"/><Relationship Id="rId536" Type="http://schemas.openxmlformats.org/officeDocument/2006/relationships/customXml" Target="../ink/ink1356.xml"/><Relationship Id="rId701" Type="http://schemas.openxmlformats.org/officeDocument/2006/relationships/customXml" Target="../ink/ink1441.xml"/><Relationship Id="rId68" Type="http://schemas.openxmlformats.org/officeDocument/2006/relationships/customXml" Target="../ink/ink1119.xml"/><Relationship Id="rId133" Type="http://schemas.openxmlformats.org/officeDocument/2006/relationships/image" Target="../media/image1115.png"/><Relationship Id="rId175" Type="http://schemas.openxmlformats.org/officeDocument/2006/relationships/image" Target="../media/image1136.png"/><Relationship Id="rId340" Type="http://schemas.openxmlformats.org/officeDocument/2006/relationships/customXml" Target="../ink/ink1256.xml"/><Relationship Id="rId578" Type="http://schemas.openxmlformats.org/officeDocument/2006/relationships/customXml" Target="../ink/ink1378.xml"/><Relationship Id="rId743" Type="http://schemas.openxmlformats.org/officeDocument/2006/relationships/customXml" Target="../ink/ink1462.xml"/><Relationship Id="rId785" Type="http://schemas.openxmlformats.org/officeDocument/2006/relationships/customXml" Target="../ink/ink1483.xml"/><Relationship Id="rId200" Type="http://schemas.openxmlformats.org/officeDocument/2006/relationships/customXml" Target="../ink/ink1185.xml"/><Relationship Id="rId382" Type="http://schemas.openxmlformats.org/officeDocument/2006/relationships/image" Target="../media/image1236.png"/><Relationship Id="rId438" Type="http://schemas.openxmlformats.org/officeDocument/2006/relationships/image" Target="../media/image1263.png"/><Relationship Id="rId603" Type="http://schemas.openxmlformats.org/officeDocument/2006/relationships/customXml" Target="../ink/ink1391.xml"/><Relationship Id="rId645" Type="http://schemas.openxmlformats.org/officeDocument/2006/relationships/customXml" Target="../ink/ink1412.xml"/><Relationship Id="rId687" Type="http://schemas.openxmlformats.org/officeDocument/2006/relationships/customXml" Target="../ink/ink1434.xml"/><Relationship Id="rId810" Type="http://schemas.openxmlformats.org/officeDocument/2006/relationships/image" Target="../media/image1445.png"/><Relationship Id="rId242" Type="http://schemas.openxmlformats.org/officeDocument/2006/relationships/image" Target="../media/image1168.png"/><Relationship Id="rId284" Type="http://schemas.openxmlformats.org/officeDocument/2006/relationships/customXml" Target="../ink/ink1228.xml"/><Relationship Id="rId491" Type="http://schemas.openxmlformats.org/officeDocument/2006/relationships/customXml" Target="../ink/ink1333.xml"/><Relationship Id="rId505" Type="http://schemas.openxmlformats.org/officeDocument/2006/relationships/customXml" Target="../ink/ink1340.xml"/><Relationship Id="rId712" Type="http://schemas.openxmlformats.org/officeDocument/2006/relationships/image" Target="../media/image1396.png"/><Relationship Id="rId37" Type="http://schemas.openxmlformats.org/officeDocument/2006/relationships/image" Target="../media/image1067.png"/><Relationship Id="rId79" Type="http://schemas.openxmlformats.org/officeDocument/2006/relationships/image" Target="../media/image1088.png"/><Relationship Id="rId102" Type="http://schemas.openxmlformats.org/officeDocument/2006/relationships/customXml" Target="../ink/ink1136.xml"/><Relationship Id="rId144" Type="http://schemas.openxmlformats.org/officeDocument/2006/relationships/customXml" Target="../ink/ink1157.xml"/><Relationship Id="rId547" Type="http://schemas.openxmlformats.org/officeDocument/2006/relationships/customXml" Target="../ink/ink1362.xml"/><Relationship Id="rId589" Type="http://schemas.openxmlformats.org/officeDocument/2006/relationships/customXml" Target="../ink/ink1384.xml"/><Relationship Id="rId754" Type="http://schemas.openxmlformats.org/officeDocument/2006/relationships/image" Target="../media/image1417.png"/><Relationship Id="rId796" Type="http://schemas.openxmlformats.org/officeDocument/2006/relationships/image" Target="../media/image1438.png"/><Relationship Id="rId90" Type="http://schemas.openxmlformats.org/officeDocument/2006/relationships/customXml" Target="../ink/ink1130.xml"/><Relationship Id="rId186" Type="http://schemas.openxmlformats.org/officeDocument/2006/relationships/customXml" Target="../ink/ink1178.xml"/><Relationship Id="rId351" Type="http://schemas.openxmlformats.org/officeDocument/2006/relationships/image" Target="../media/image1221.png"/><Relationship Id="rId393" Type="http://schemas.openxmlformats.org/officeDocument/2006/relationships/image" Target="../media/image1241.png"/><Relationship Id="rId407" Type="http://schemas.openxmlformats.org/officeDocument/2006/relationships/image" Target="../media/image1248.png"/><Relationship Id="rId449" Type="http://schemas.openxmlformats.org/officeDocument/2006/relationships/customXml" Target="../ink/ink1312.xml"/><Relationship Id="rId614" Type="http://schemas.openxmlformats.org/officeDocument/2006/relationships/image" Target="../media/image1348.png"/><Relationship Id="rId656" Type="http://schemas.openxmlformats.org/officeDocument/2006/relationships/customXml" Target="../ink/ink1418.xml"/><Relationship Id="rId211" Type="http://schemas.openxmlformats.org/officeDocument/2006/relationships/image" Target="../media/image1153.png"/><Relationship Id="rId253" Type="http://schemas.openxmlformats.org/officeDocument/2006/relationships/image" Target="../media/image1173.png"/><Relationship Id="rId295" Type="http://schemas.openxmlformats.org/officeDocument/2006/relationships/image" Target="../media/image1193.png"/><Relationship Id="rId309" Type="http://schemas.openxmlformats.org/officeDocument/2006/relationships/image" Target="../media/image1200.png"/><Relationship Id="rId460" Type="http://schemas.openxmlformats.org/officeDocument/2006/relationships/image" Target="../media/image1273.png"/><Relationship Id="rId516" Type="http://schemas.openxmlformats.org/officeDocument/2006/relationships/image" Target="../media/image1301.png"/><Relationship Id="rId698" Type="http://schemas.openxmlformats.org/officeDocument/2006/relationships/image" Target="../media/image1389.png"/><Relationship Id="rId48" Type="http://schemas.openxmlformats.org/officeDocument/2006/relationships/customXml" Target="../ink/ink1109.xml"/><Relationship Id="rId113" Type="http://schemas.openxmlformats.org/officeDocument/2006/relationships/image" Target="../media/image1105.png"/><Relationship Id="rId320" Type="http://schemas.openxmlformats.org/officeDocument/2006/relationships/image" Target="../media/image1206.png"/><Relationship Id="rId558" Type="http://schemas.openxmlformats.org/officeDocument/2006/relationships/image" Target="../media/image1321.png"/><Relationship Id="rId723" Type="http://schemas.openxmlformats.org/officeDocument/2006/relationships/customXml" Target="../ink/ink1452.xml"/><Relationship Id="rId765" Type="http://schemas.openxmlformats.org/officeDocument/2006/relationships/customXml" Target="../ink/ink1473.xml"/><Relationship Id="rId155" Type="http://schemas.openxmlformats.org/officeDocument/2006/relationships/image" Target="../media/image1126.png"/><Relationship Id="rId197" Type="http://schemas.openxmlformats.org/officeDocument/2006/relationships/image" Target="../media/image1147.png"/><Relationship Id="rId362" Type="http://schemas.openxmlformats.org/officeDocument/2006/relationships/image" Target="../media/image1226.png"/><Relationship Id="rId418" Type="http://schemas.openxmlformats.org/officeDocument/2006/relationships/customXml" Target="../ink/ink1296.xml"/><Relationship Id="rId625" Type="http://schemas.openxmlformats.org/officeDocument/2006/relationships/customXml" Target="../ink/ink1402.xml"/><Relationship Id="rId222" Type="http://schemas.openxmlformats.org/officeDocument/2006/relationships/customXml" Target="../ink/ink1196.xml"/><Relationship Id="rId264" Type="http://schemas.openxmlformats.org/officeDocument/2006/relationships/customXml" Target="../ink/ink1218.xml"/><Relationship Id="rId471" Type="http://schemas.openxmlformats.org/officeDocument/2006/relationships/customXml" Target="../ink/ink1323.xml"/><Relationship Id="rId667" Type="http://schemas.openxmlformats.org/officeDocument/2006/relationships/customXml" Target="../ink/ink1424.xml"/><Relationship Id="rId17" Type="http://schemas.openxmlformats.org/officeDocument/2006/relationships/image" Target="../media/image1057.png"/><Relationship Id="rId59" Type="http://schemas.openxmlformats.org/officeDocument/2006/relationships/image" Target="../media/image1078.png"/><Relationship Id="rId124" Type="http://schemas.openxmlformats.org/officeDocument/2006/relationships/customXml" Target="../ink/ink1147.xml"/><Relationship Id="rId527" Type="http://schemas.openxmlformats.org/officeDocument/2006/relationships/image" Target="../media/image1306.png"/><Relationship Id="rId569" Type="http://schemas.openxmlformats.org/officeDocument/2006/relationships/image" Target="../media/image1326.png"/><Relationship Id="rId734" Type="http://schemas.openxmlformats.org/officeDocument/2006/relationships/image" Target="../media/image1407.png"/><Relationship Id="rId776" Type="http://schemas.openxmlformats.org/officeDocument/2006/relationships/image" Target="../media/image1428.png"/><Relationship Id="rId70" Type="http://schemas.openxmlformats.org/officeDocument/2006/relationships/customXml" Target="../ink/ink1120.xml"/><Relationship Id="rId166" Type="http://schemas.openxmlformats.org/officeDocument/2006/relationships/customXml" Target="../ink/ink1168.xml"/><Relationship Id="rId331" Type="http://schemas.openxmlformats.org/officeDocument/2006/relationships/image" Target="../media/image1211.png"/><Relationship Id="rId373" Type="http://schemas.openxmlformats.org/officeDocument/2006/relationships/customXml" Target="../ink/ink1273.xml"/><Relationship Id="rId429" Type="http://schemas.openxmlformats.org/officeDocument/2006/relationships/customXml" Target="../ink/ink1302.xml"/><Relationship Id="rId580" Type="http://schemas.openxmlformats.org/officeDocument/2006/relationships/customXml" Target="../ink/ink1379.xml"/><Relationship Id="rId636" Type="http://schemas.openxmlformats.org/officeDocument/2006/relationships/image" Target="../media/image1359.png"/><Relationship Id="rId801" Type="http://schemas.openxmlformats.org/officeDocument/2006/relationships/customXml" Target="../ink/ink1491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202.xml"/><Relationship Id="rId440" Type="http://schemas.openxmlformats.org/officeDocument/2006/relationships/image" Target="../media/image1264.png"/><Relationship Id="rId678" Type="http://schemas.openxmlformats.org/officeDocument/2006/relationships/image" Target="../media/image1379.png"/><Relationship Id="rId28" Type="http://schemas.openxmlformats.org/officeDocument/2006/relationships/customXml" Target="../ink/ink1099.xml"/><Relationship Id="rId275" Type="http://schemas.openxmlformats.org/officeDocument/2006/relationships/image" Target="../media/image1184.png"/><Relationship Id="rId300" Type="http://schemas.openxmlformats.org/officeDocument/2006/relationships/customXml" Target="../ink/ink1236.xml"/><Relationship Id="rId482" Type="http://schemas.openxmlformats.org/officeDocument/2006/relationships/image" Target="../media/image1284.png"/><Relationship Id="rId538" Type="http://schemas.openxmlformats.org/officeDocument/2006/relationships/customXml" Target="../ink/ink1357.xml"/><Relationship Id="rId703" Type="http://schemas.openxmlformats.org/officeDocument/2006/relationships/customXml" Target="../ink/ink1442.xml"/><Relationship Id="rId745" Type="http://schemas.openxmlformats.org/officeDocument/2006/relationships/customXml" Target="../ink/ink1463.xml"/><Relationship Id="rId81" Type="http://schemas.openxmlformats.org/officeDocument/2006/relationships/image" Target="../media/image1089.png"/><Relationship Id="rId135" Type="http://schemas.openxmlformats.org/officeDocument/2006/relationships/image" Target="../media/image1116.png"/><Relationship Id="rId177" Type="http://schemas.openxmlformats.org/officeDocument/2006/relationships/image" Target="../media/image1137.png"/><Relationship Id="rId342" Type="http://schemas.openxmlformats.org/officeDocument/2006/relationships/customXml" Target="../ink/ink1257.xml"/><Relationship Id="rId384" Type="http://schemas.openxmlformats.org/officeDocument/2006/relationships/image" Target="../media/image1237.png"/><Relationship Id="rId591" Type="http://schemas.openxmlformats.org/officeDocument/2006/relationships/customXml" Target="../ink/ink1385.xml"/><Relationship Id="rId605" Type="http://schemas.openxmlformats.org/officeDocument/2006/relationships/customXml" Target="../ink/ink1392.xml"/><Relationship Id="rId787" Type="http://schemas.openxmlformats.org/officeDocument/2006/relationships/customXml" Target="../ink/ink1484.xml"/><Relationship Id="rId812" Type="http://schemas.openxmlformats.org/officeDocument/2006/relationships/image" Target="../media/image1446.png"/><Relationship Id="rId202" Type="http://schemas.openxmlformats.org/officeDocument/2006/relationships/customXml" Target="../ink/ink1186.xml"/><Relationship Id="rId244" Type="http://schemas.openxmlformats.org/officeDocument/2006/relationships/image" Target="../media/image1169.png"/><Relationship Id="rId647" Type="http://schemas.openxmlformats.org/officeDocument/2006/relationships/customXml" Target="../ink/ink1413.xml"/><Relationship Id="rId689" Type="http://schemas.openxmlformats.org/officeDocument/2006/relationships/customXml" Target="../ink/ink1435.xml"/><Relationship Id="rId39" Type="http://schemas.openxmlformats.org/officeDocument/2006/relationships/image" Target="../media/image1068.png"/><Relationship Id="rId286" Type="http://schemas.openxmlformats.org/officeDocument/2006/relationships/customXml" Target="../ink/ink1229.xml"/><Relationship Id="rId451" Type="http://schemas.openxmlformats.org/officeDocument/2006/relationships/customXml" Target="../ink/ink1313.xml"/><Relationship Id="rId493" Type="http://schemas.openxmlformats.org/officeDocument/2006/relationships/customXml" Target="../ink/ink1334.xml"/><Relationship Id="rId507" Type="http://schemas.openxmlformats.org/officeDocument/2006/relationships/customXml" Target="../ink/ink1341.xml"/><Relationship Id="rId549" Type="http://schemas.openxmlformats.org/officeDocument/2006/relationships/customXml" Target="../ink/ink1363.xml"/><Relationship Id="rId714" Type="http://schemas.openxmlformats.org/officeDocument/2006/relationships/image" Target="../media/image1397.png"/><Relationship Id="rId756" Type="http://schemas.openxmlformats.org/officeDocument/2006/relationships/image" Target="../media/image1418.png"/><Relationship Id="rId50" Type="http://schemas.openxmlformats.org/officeDocument/2006/relationships/customXml" Target="../ink/ink1110.xml"/><Relationship Id="rId104" Type="http://schemas.openxmlformats.org/officeDocument/2006/relationships/customXml" Target="../ink/ink1137.xml"/><Relationship Id="rId146" Type="http://schemas.openxmlformats.org/officeDocument/2006/relationships/customXml" Target="../ink/ink1158.xml"/><Relationship Id="rId188" Type="http://schemas.openxmlformats.org/officeDocument/2006/relationships/customXml" Target="../ink/ink1179.xml"/><Relationship Id="rId311" Type="http://schemas.openxmlformats.org/officeDocument/2006/relationships/image" Target="../media/image1201.png"/><Relationship Id="rId353" Type="http://schemas.openxmlformats.org/officeDocument/2006/relationships/image" Target="../media/image1222.png"/><Relationship Id="rId395" Type="http://schemas.openxmlformats.org/officeDocument/2006/relationships/image" Target="../media/image1242.png"/><Relationship Id="rId409" Type="http://schemas.openxmlformats.org/officeDocument/2006/relationships/image" Target="../media/image1249.png"/><Relationship Id="rId560" Type="http://schemas.openxmlformats.org/officeDocument/2006/relationships/image" Target="../media/image1322.png"/><Relationship Id="rId798" Type="http://schemas.openxmlformats.org/officeDocument/2006/relationships/image" Target="../media/image1439.png"/><Relationship Id="rId92" Type="http://schemas.openxmlformats.org/officeDocument/2006/relationships/customXml" Target="../ink/ink1131.xml"/><Relationship Id="rId213" Type="http://schemas.openxmlformats.org/officeDocument/2006/relationships/image" Target="../media/image1154.png"/><Relationship Id="rId420" Type="http://schemas.openxmlformats.org/officeDocument/2006/relationships/customXml" Target="../ink/ink1297.xml"/><Relationship Id="rId616" Type="http://schemas.openxmlformats.org/officeDocument/2006/relationships/image" Target="../media/image1349.png"/><Relationship Id="rId658" Type="http://schemas.openxmlformats.org/officeDocument/2006/relationships/customXml" Target="../ink/ink1419.xml"/><Relationship Id="rId255" Type="http://schemas.openxmlformats.org/officeDocument/2006/relationships/image" Target="../media/image1174.png"/><Relationship Id="rId297" Type="http://schemas.openxmlformats.org/officeDocument/2006/relationships/image" Target="../media/image1194.png"/><Relationship Id="rId462" Type="http://schemas.openxmlformats.org/officeDocument/2006/relationships/image" Target="../media/image1274.png"/><Relationship Id="rId518" Type="http://schemas.openxmlformats.org/officeDocument/2006/relationships/image" Target="../media/image1302.png"/><Relationship Id="rId725" Type="http://schemas.openxmlformats.org/officeDocument/2006/relationships/customXml" Target="../ink/ink1453.xml"/><Relationship Id="rId115" Type="http://schemas.openxmlformats.org/officeDocument/2006/relationships/image" Target="../media/image1106.png"/><Relationship Id="rId157" Type="http://schemas.openxmlformats.org/officeDocument/2006/relationships/image" Target="../media/image1127.png"/><Relationship Id="rId322" Type="http://schemas.openxmlformats.org/officeDocument/2006/relationships/image" Target="../media/image1207.png"/><Relationship Id="rId364" Type="http://schemas.openxmlformats.org/officeDocument/2006/relationships/image" Target="../media/image1227.png"/><Relationship Id="rId767" Type="http://schemas.openxmlformats.org/officeDocument/2006/relationships/customXml" Target="../ink/ink1474.xml"/><Relationship Id="rId61" Type="http://schemas.openxmlformats.org/officeDocument/2006/relationships/image" Target="../media/image1079.png"/><Relationship Id="rId199" Type="http://schemas.openxmlformats.org/officeDocument/2006/relationships/image" Target="../media/image249.png"/><Relationship Id="rId571" Type="http://schemas.openxmlformats.org/officeDocument/2006/relationships/image" Target="../media/image1327.png"/><Relationship Id="rId627" Type="http://schemas.openxmlformats.org/officeDocument/2006/relationships/customXml" Target="../ink/ink1403.xml"/><Relationship Id="rId669" Type="http://schemas.openxmlformats.org/officeDocument/2006/relationships/customXml" Target="../ink/ink1425.xml"/><Relationship Id="rId19" Type="http://schemas.openxmlformats.org/officeDocument/2006/relationships/image" Target="../media/image1058.png"/><Relationship Id="rId224" Type="http://schemas.openxmlformats.org/officeDocument/2006/relationships/customXml" Target="../ink/ink1197.xml"/><Relationship Id="rId266" Type="http://schemas.openxmlformats.org/officeDocument/2006/relationships/customXml" Target="../ink/ink1219.xml"/><Relationship Id="rId431" Type="http://schemas.openxmlformats.org/officeDocument/2006/relationships/customXml" Target="../ink/ink1303.xml"/><Relationship Id="rId473" Type="http://schemas.openxmlformats.org/officeDocument/2006/relationships/customXml" Target="../ink/ink1324.xml"/><Relationship Id="rId529" Type="http://schemas.openxmlformats.org/officeDocument/2006/relationships/image" Target="../media/image1307.png"/><Relationship Id="rId680" Type="http://schemas.openxmlformats.org/officeDocument/2006/relationships/image" Target="../media/image1380.png"/><Relationship Id="rId736" Type="http://schemas.openxmlformats.org/officeDocument/2006/relationships/image" Target="../media/image1408.png"/><Relationship Id="rId30" Type="http://schemas.openxmlformats.org/officeDocument/2006/relationships/customXml" Target="../ink/ink1100.xml"/><Relationship Id="rId126" Type="http://schemas.openxmlformats.org/officeDocument/2006/relationships/customXml" Target="../ink/ink1148.xml"/><Relationship Id="rId168" Type="http://schemas.openxmlformats.org/officeDocument/2006/relationships/customXml" Target="../ink/ink1169.xml"/><Relationship Id="rId333" Type="http://schemas.openxmlformats.org/officeDocument/2006/relationships/image" Target="../media/image1212.png"/><Relationship Id="rId540" Type="http://schemas.openxmlformats.org/officeDocument/2006/relationships/customXml" Target="../ink/ink1358.xml"/><Relationship Id="rId778" Type="http://schemas.openxmlformats.org/officeDocument/2006/relationships/image" Target="../media/image1429.png"/><Relationship Id="rId72" Type="http://schemas.openxmlformats.org/officeDocument/2006/relationships/customXml" Target="../ink/ink1121.xml"/><Relationship Id="rId375" Type="http://schemas.openxmlformats.org/officeDocument/2006/relationships/customXml" Target="../ink/ink1274.xml"/><Relationship Id="rId582" Type="http://schemas.openxmlformats.org/officeDocument/2006/relationships/customXml" Target="../ink/ink1380.xml"/><Relationship Id="rId638" Type="http://schemas.openxmlformats.org/officeDocument/2006/relationships/image" Target="../media/image1360.png"/><Relationship Id="rId803" Type="http://schemas.openxmlformats.org/officeDocument/2006/relationships/customXml" Target="../ink/ink1492.xml"/><Relationship Id="rId3" Type="http://schemas.openxmlformats.org/officeDocument/2006/relationships/image" Target="../media/image1050.png"/><Relationship Id="rId235" Type="http://schemas.openxmlformats.org/officeDocument/2006/relationships/customXml" Target="../ink/ink1203.xml"/><Relationship Id="rId277" Type="http://schemas.openxmlformats.org/officeDocument/2006/relationships/image" Target="../media/image1185.png"/><Relationship Id="rId400" Type="http://schemas.openxmlformats.org/officeDocument/2006/relationships/customXml" Target="../ink/ink1287.xml"/><Relationship Id="rId442" Type="http://schemas.openxmlformats.org/officeDocument/2006/relationships/image" Target="../media/image1265.png"/><Relationship Id="rId484" Type="http://schemas.openxmlformats.org/officeDocument/2006/relationships/image" Target="../media/image1285.png"/><Relationship Id="rId705" Type="http://schemas.openxmlformats.org/officeDocument/2006/relationships/customXml" Target="../ink/ink1443.xml"/><Relationship Id="rId137" Type="http://schemas.openxmlformats.org/officeDocument/2006/relationships/image" Target="../media/image1117.png"/><Relationship Id="rId302" Type="http://schemas.openxmlformats.org/officeDocument/2006/relationships/customXml" Target="../ink/ink1237.xml"/><Relationship Id="rId344" Type="http://schemas.openxmlformats.org/officeDocument/2006/relationships/customXml" Target="../ink/ink1258.xml"/><Relationship Id="rId691" Type="http://schemas.openxmlformats.org/officeDocument/2006/relationships/customXml" Target="../ink/ink1436.xml"/><Relationship Id="rId747" Type="http://schemas.openxmlformats.org/officeDocument/2006/relationships/customXml" Target="../ink/ink1464.xml"/><Relationship Id="rId789" Type="http://schemas.openxmlformats.org/officeDocument/2006/relationships/customXml" Target="../ink/ink1485.xml"/><Relationship Id="rId41" Type="http://schemas.openxmlformats.org/officeDocument/2006/relationships/image" Target="../media/image1069.png"/><Relationship Id="rId83" Type="http://schemas.openxmlformats.org/officeDocument/2006/relationships/image" Target="../media/image1090.png"/><Relationship Id="rId179" Type="http://schemas.openxmlformats.org/officeDocument/2006/relationships/image" Target="../media/image1138.png"/><Relationship Id="rId386" Type="http://schemas.openxmlformats.org/officeDocument/2006/relationships/image" Target="../media/image1238.png"/><Relationship Id="rId551" Type="http://schemas.openxmlformats.org/officeDocument/2006/relationships/customXml" Target="../ink/ink1364.xml"/><Relationship Id="rId593" Type="http://schemas.openxmlformats.org/officeDocument/2006/relationships/customXml" Target="../ink/ink1386.xml"/><Relationship Id="rId607" Type="http://schemas.openxmlformats.org/officeDocument/2006/relationships/customXml" Target="../ink/ink1393.xml"/><Relationship Id="rId649" Type="http://schemas.openxmlformats.org/officeDocument/2006/relationships/image" Target="../media/image1365.png"/><Relationship Id="rId814" Type="http://schemas.openxmlformats.org/officeDocument/2006/relationships/image" Target="../media/image1447.png"/><Relationship Id="rId190" Type="http://schemas.openxmlformats.org/officeDocument/2006/relationships/customXml" Target="../ink/ink1180.xml"/><Relationship Id="rId204" Type="http://schemas.openxmlformats.org/officeDocument/2006/relationships/customXml" Target="../ink/ink1187.xml"/><Relationship Id="rId246" Type="http://schemas.openxmlformats.org/officeDocument/2006/relationships/image" Target="../media/image1170.png"/><Relationship Id="rId288" Type="http://schemas.openxmlformats.org/officeDocument/2006/relationships/customXml" Target="../ink/ink1230.xml"/><Relationship Id="rId411" Type="http://schemas.openxmlformats.org/officeDocument/2006/relationships/image" Target="../media/image1250.png"/><Relationship Id="rId453" Type="http://schemas.openxmlformats.org/officeDocument/2006/relationships/customXml" Target="../ink/ink1314.xml"/><Relationship Id="rId509" Type="http://schemas.openxmlformats.org/officeDocument/2006/relationships/customXml" Target="../ink/ink1342.xml"/><Relationship Id="rId660" Type="http://schemas.openxmlformats.org/officeDocument/2006/relationships/customXml" Target="../ink/ink1420.xml"/><Relationship Id="rId106" Type="http://schemas.openxmlformats.org/officeDocument/2006/relationships/customXml" Target="../ink/ink1138.xml"/><Relationship Id="rId313" Type="http://schemas.openxmlformats.org/officeDocument/2006/relationships/image" Target="../media/image1202.png"/><Relationship Id="rId495" Type="http://schemas.openxmlformats.org/officeDocument/2006/relationships/customXml" Target="../ink/ink1335.xml"/><Relationship Id="rId716" Type="http://schemas.openxmlformats.org/officeDocument/2006/relationships/image" Target="../media/image1398.png"/><Relationship Id="rId758" Type="http://schemas.openxmlformats.org/officeDocument/2006/relationships/image" Target="../media/image1419.png"/><Relationship Id="rId10" Type="http://schemas.openxmlformats.org/officeDocument/2006/relationships/customXml" Target="../ink/ink1090.xml"/><Relationship Id="rId52" Type="http://schemas.openxmlformats.org/officeDocument/2006/relationships/customXml" Target="../ink/ink1111.xml"/><Relationship Id="rId94" Type="http://schemas.openxmlformats.org/officeDocument/2006/relationships/customXml" Target="../ink/ink1132.xml"/><Relationship Id="rId148" Type="http://schemas.openxmlformats.org/officeDocument/2006/relationships/customXml" Target="../ink/ink1159.xml"/><Relationship Id="rId355" Type="http://schemas.openxmlformats.org/officeDocument/2006/relationships/image" Target="../media/image1223.png"/><Relationship Id="rId397" Type="http://schemas.openxmlformats.org/officeDocument/2006/relationships/image" Target="../media/image1243.png"/><Relationship Id="rId520" Type="http://schemas.openxmlformats.org/officeDocument/2006/relationships/customXml" Target="../ink/ink1348.xml"/><Relationship Id="rId562" Type="http://schemas.openxmlformats.org/officeDocument/2006/relationships/customXml" Target="../ink/ink1370.xml"/><Relationship Id="rId618" Type="http://schemas.openxmlformats.org/officeDocument/2006/relationships/image" Target="../media/image1350.png"/><Relationship Id="rId215" Type="http://schemas.openxmlformats.org/officeDocument/2006/relationships/image" Target="../media/image1155.png"/><Relationship Id="rId257" Type="http://schemas.openxmlformats.org/officeDocument/2006/relationships/image" Target="../media/image1175.png"/><Relationship Id="rId422" Type="http://schemas.openxmlformats.org/officeDocument/2006/relationships/customXml" Target="../ink/ink1298.xml"/><Relationship Id="rId464" Type="http://schemas.openxmlformats.org/officeDocument/2006/relationships/image" Target="../media/image1275.png"/><Relationship Id="rId299" Type="http://schemas.openxmlformats.org/officeDocument/2006/relationships/image" Target="../media/image1195.png"/><Relationship Id="rId727" Type="http://schemas.openxmlformats.org/officeDocument/2006/relationships/customXml" Target="../ink/ink1454.xml"/><Relationship Id="rId63" Type="http://schemas.openxmlformats.org/officeDocument/2006/relationships/image" Target="../media/image1080.png"/><Relationship Id="rId159" Type="http://schemas.openxmlformats.org/officeDocument/2006/relationships/image" Target="../media/image1128.png"/><Relationship Id="rId366" Type="http://schemas.openxmlformats.org/officeDocument/2006/relationships/image" Target="../media/image1228.png"/><Relationship Id="rId573" Type="http://schemas.openxmlformats.org/officeDocument/2006/relationships/image" Target="../media/image1328.png"/><Relationship Id="rId780" Type="http://schemas.openxmlformats.org/officeDocument/2006/relationships/image" Target="../media/image1430.png"/><Relationship Id="rId226" Type="http://schemas.openxmlformats.org/officeDocument/2006/relationships/customXml" Target="../ink/ink1198.xml"/><Relationship Id="rId433" Type="http://schemas.openxmlformats.org/officeDocument/2006/relationships/customXml" Target="../ink/ink1304.xml"/><Relationship Id="rId640" Type="http://schemas.openxmlformats.org/officeDocument/2006/relationships/image" Target="../media/image1361.png"/><Relationship Id="rId738" Type="http://schemas.openxmlformats.org/officeDocument/2006/relationships/image" Target="../media/image1409.png"/><Relationship Id="rId74" Type="http://schemas.openxmlformats.org/officeDocument/2006/relationships/customXml" Target="../ink/ink1122.xml"/><Relationship Id="rId377" Type="http://schemas.openxmlformats.org/officeDocument/2006/relationships/customXml" Target="../ink/ink1275.xml"/><Relationship Id="rId500" Type="http://schemas.openxmlformats.org/officeDocument/2006/relationships/image" Target="../media/image1293.png"/><Relationship Id="rId584" Type="http://schemas.openxmlformats.org/officeDocument/2006/relationships/customXml" Target="../ink/ink1381.xml"/><Relationship Id="rId805" Type="http://schemas.openxmlformats.org/officeDocument/2006/relationships/customXml" Target="../ink/ink1493.xml"/><Relationship Id="rId5" Type="http://schemas.openxmlformats.org/officeDocument/2006/relationships/image" Target="../media/image1051.png"/><Relationship Id="rId237" Type="http://schemas.openxmlformats.org/officeDocument/2006/relationships/customXml" Target="../ink/ink1204.xml"/><Relationship Id="rId791" Type="http://schemas.openxmlformats.org/officeDocument/2006/relationships/customXml" Target="../ink/ink1486.xml"/><Relationship Id="rId444" Type="http://schemas.openxmlformats.org/officeDocument/2006/relationships/image" Target="../media/image1266.png"/><Relationship Id="rId651" Type="http://schemas.openxmlformats.org/officeDocument/2006/relationships/image" Target="../media/image1366.png"/><Relationship Id="rId749" Type="http://schemas.openxmlformats.org/officeDocument/2006/relationships/customXml" Target="../ink/ink1465.xml"/><Relationship Id="rId290" Type="http://schemas.openxmlformats.org/officeDocument/2006/relationships/customXml" Target="../ink/ink1231.xml"/><Relationship Id="rId304" Type="http://schemas.openxmlformats.org/officeDocument/2006/relationships/customXml" Target="../ink/ink1238.xml"/><Relationship Id="rId388" Type="http://schemas.openxmlformats.org/officeDocument/2006/relationships/image" Target="../media/image1239.png"/><Relationship Id="rId511" Type="http://schemas.openxmlformats.org/officeDocument/2006/relationships/customXml" Target="../ink/ink1343.xml"/><Relationship Id="rId609" Type="http://schemas.openxmlformats.org/officeDocument/2006/relationships/customXml" Target="../ink/ink1394.xml"/><Relationship Id="rId85" Type="http://schemas.openxmlformats.org/officeDocument/2006/relationships/image" Target="../media/image1091.png"/><Relationship Id="rId150" Type="http://schemas.openxmlformats.org/officeDocument/2006/relationships/customXml" Target="../ink/ink1160.xml"/><Relationship Id="rId595" Type="http://schemas.openxmlformats.org/officeDocument/2006/relationships/customXml" Target="../ink/ink1387.xml"/><Relationship Id="rId248" Type="http://schemas.openxmlformats.org/officeDocument/2006/relationships/customXml" Target="../ink/ink1210.xml"/><Relationship Id="rId455" Type="http://schemas.openxmlformats.org/officeDocument/2006/relationships/customXml" Target="../ink/ink1315.xml"/><Relationship Id="rId662" Type="http://schemas.openxmlformats.org/officeDocument/2006/relationships/customXml" Target="../ink/ink1421.xml"/><Relationship Id="rId12" Type="http://schemas.openxmlformats.org/officeDocument/2006/relationships/customXml" Target="../ink/ink1091.xml"/><Relationship Id="rId108" Type="http://schemas.openxmlformats.org/officeDocument/2006/relationships/customXml" Target="../ink/ink1139.xml"/><Relationship Id="rId315" Type="http://schemas.openxmlformats.org/officeDocument/2006/relationships/image" Target="../media/image1203.png"/><Relationship Id="rId522" Type="http://schemas.openxmlformats.org/officeDocument/2006/relationships/customXml" Target="../ink/ink1349.xml"/><Relationship Id="rId96" Type="http://schemas.openxmlformats.org/officeDocument/2006/relationships/customXml" Target="../ink/ink1133.xml"/><Relationship Id="rId161" Type="http://schemas.openxmlformats.org/officeDocument/2006/relationships/image" Target="../media/image1129.png"/><Relationship Id="rId399" Type="http://schemas.openxmlformats.org/officeDocument/2006/relationships/image" Target="../media/image1244.png"/><Relationship Id="rId259" Type="http://schemas.openxmlformats.org/officeDocument/2006/relationships/image" Target="../media/image1176.png"/><Relationship Id="rId466" Type="http://schemas.openxmlformats.org/officeDocument/2006/relationships/image" Target="../media/image1276.png"/><Relationship Id="rId673" Type="http://schemas.openxmlformats.org/officeDocument/2006/relationships/customXml" Target="../ink/ink1427.xml"/><Relationship Id="rId23" Type="http://schemas.openxmlformats.org/officeDocument/2006/relationships/image" Target="../media/image1060.png"/><Relationship Id="rId119" Type="http://schemas.openxmlformats.org/officeDocument/2006/relationships/image" Target="../media/image1108.png"/><Relationship Id="rId326" Type="http://schemas.openxmlformats.org/officeDocument/2006/relationships/customXml" Target="../ink/ink1249.xml"/><Relationship Id="rId533" Type="http://schemas.openxmlformats.org/officeDocument/2006/relationships/image" Target="../media/image1309.png"/><Relationship Id="rId740" Type="http://schemas.openxmlformats.org/officeDocument/2006/relationships/image" Target="../media/image1410.png"/><Relationship Id="rId172" Type="http://schemas.openxmlformats.org/officeDocument/2006/relationships/customXml" Target="../ink/ink1171.xml"/><Relationship Id="rId477" Type="http://schemas.openxmlformats.org/officeDocument/2006/relationships/customXml" Target="../ink/ink1326.xml"/><Relationship Id="rId600" Type="http://schemas.openxmlformats.org/officeDocument/2006/relationships/image" Target="../media/image1341.png"/><Relationship Id="rId684" Type="http://schemas.openxmlformats.org/officeDocument/2006/relationships/image" Target="../media/image1382.png"/><Relationship Id="rId337" Type="http://schemas.openxmlformats.org/officeDocument/2006/relationships/image" Target="../media/image1214.png"/><Relationship Id="rId34" Type="http://schemas.openxmlformats.org/officeDocument/2006/relationships/customXml" Target="../ink/ink1102.xml"/><Relationship Id="rId544" Type="http://schemas.openxmlformats.org/officeDocument/2006/relationships/image" Target="../media/image1314.png"/><Relationship Id="rId751" Type="http://schemas.openxmlformats.org/officeDocument/2006/relationships/customXml" Target="../ink/ink1466.xml"/><Relationship Id="rId183" Type="http://schemas.openxmlformats.org/officeDocument/2006/relationships/image" Target="../media/image1140.png"/><Relationship Id="rId390" Type="http://schemas.openxmlformats.org/officeDocument/2006/relationships/image" Target="../media/image1240.png"/><Relationship Id="rId404" Type="http://schemas.openxmlformats.org/officeDocument/2006/relationships/customXml" Target="../ink/ink1289.xml"/><Relationship Id="rId611" Type="http://schemas.openxmlformats.org/officeDocument/2006/relationships/customXml" Target="../ink/ink1395.xml"/><Relationship Id="rId250" Type="http://schemas.openxmlformats.org/officeDocument/2006/relationships/customXml" Target="../ink/ink1211.xml"/><Relationship Id="rId488" Type="http://schemas.openxmlformats.org/officeDocument/2006/relationships/image" Target="../media/image1287.png"/><Relationship Id="rId695" Type="http://schemas.openxmlformats.org/officeDocument/2006/relationships/customXml" Target="../ink/ink1438.xml"/><Relationship Id="rId709" Type="http://schemas.openxmlformats.org/officeDocument/2006/relationships/customXml" Target="../ink/ink1445.xml"/><Relationship Id="rId45" Type="http://schemas.openxmlformats.org/officeDocument/2006/relationships/image" Target="../media/image1071.png"/><Relationship Id="rId110" Type="http://schemas.openxmlformats.org/officeDocument/2006/relationships/customXml" Target="../ink/ink1140.xml"/><Relationship Id="rId348" Type="http://schemas.openxmlformats.org/officeDocument/2006/relationships/customXml" Target="../ink/ink1260.xml"/><Relationship Id="rId555" Type="http://schemas.openxmlformats.org/officeDocument/2006/relationships/customXml" Target="../ink/ink1366.xml"/><Relationship Id="rId762" Type="http://schemas.openxmlformats.org/officeDocument/2006/relationships/image" Target="../media/image1421.png"/><Relationship Id="rId194" Type="http://schemas.openxmlformats.org/officeDocument/2006/relationships/customXml" Target="../ink/ink1182.xml"/><Relationship Id="rId208" Type="http://schemas.openxmlformats.org/officeDocument/2006/relationships/customXml" Target="../ink/ink1189.xml"/><Relationship Id="rId415" Type="http://schemas.openxmlformats.org/officeDocument/2006/relationships/image" Target="../media/image1252.png"/><Relationship Id="rId622" Type="http://schemas.openxmlformats.org/officeDocument/2006/relationships/image" Target="../media/image1352.png"/><Relationship Id="rId261" Type="http://schemas.openxmlformats.org/officeDocument/2006/relationships/image" Target="../media/image1177.png"/><Relationship Id="rId499" Type="http://schemas.openxmlformats.org/officeDocument/2006/relationships/customXml" Target="../ink/ink1337.xml"/><Relationship Id="rId56" Type="http://schemas.openxmlformats.org/officeDocument/2006/relationships/customXml" Target="../ink/ink1113.xml"/><Relationship Id="rId359" Type="http://schemas.openxmlformats.org/officeDocument/2006/relationships/customXml" Target="../ink/ink1266.xml"/><Relationship Id="rId566" Type="http://schemas.openxmlformats.org/officeDocument/2006/relationships/customXml" Target="../ink/ink1372.xml"/><Relationship Id="rId773" Type="http://schemas.openxmlformats.org/officeDocument/2006/relationships/customXml" Target="../ink/ink1477.xml"/><Relationship Id="rId121" Type="http://schemas.openxmlformats.org/officeDocument/2006/relationships/image" Target="../media/image1109.png"/><Relationship Id="rId219" Type="http://schemas.openxmlformats.org/officeDocument/2006/relationships/image" Target="../media/image1157.png"/><Relationship Id="rId426" Type="http://schemas.openxmlformats.org/officeDocument/2006/relationships/customXml" Target="../ink/ink1300.xml"/><Relationship Id="rId633" Type="http://schemas.openxmlformats.org/officeDocument/2006/relationships/customXml" Target="../ink/ink1406.xml"/><Relationship Id="rId67" Type="http://schemas.openxmlformats.org/officeDocument/2006/relationships/image" Target="../media/image1082.png"/><Relationship Id="rId272" Type="http://schemas.openxmlformats.org/officeDocument/2006/relationships/customXml" Target="../ink/ink1222.xml"/><Relationship Id="rId577" Type="http://schemas.openxmlformats.org/officeDocument/2006/relationships/image" Target="../media/image1330.png"/><Relationship Id="rId700" Type="http://schemas.openxmlformats.org/officeDocument/2006/relationships/image" Target="../media/image1390.png"/><Relationship Id="rId132" Type="http://schemas.openxmlformats.org/officeDocument/2006/relationships/customXml" Target="../ink/ink1151.xml"/><Relationship Id="rId784" Type="http://schemas.openxmlformats.org/officeDocument/2006/relationships/image" Target="../media/image1432.png"/><Relationship Id="rId437" Type="http://schemas.openxmlformats.org/officeDocument/2006/relationships/customXml" Target="../ink/ink1306.xml"/><Relationship Id="rId644" Type="http://schemas.openxmlformats.org/officeDocument/2006/relationships/image" Target="../media/image1363.png"/><Relationship Id="rId283" Type="http://schemas.openxmlformats.org/officeDocument/2006/relationships/image" Target="../media/image1188.png"/><Relationship Id="rId490" Type="http://schemas.openxmlformats.org/officeDocument/2006/relationships/image" Target="../media/image1288.png"/><Relationship Id="rId504" Type="http://schemas.openxmlformats.org/officeDocument/2006/relationships/image" Target="../media/image1295.png"/><Relationship Id="rId711" Type="http://schemas.openxmlformats.org/officeDocument/2006/relationships/customXml" Target="../ink/ink1446.xml"/><Relationship Id="rId78" Type="http://schemas.openxmlformats.org/officeDocument/2006/relationships/customXml" Target="../ink/ink1124.xml"/><Relationship Id="rId143" Type="http://schemas.openxmlformats.org/officeDocument/2006/relationships/image" Target="../media/image1120.png"/><Relationship Id="rId350" Type="http://schemas.openxmlformats.org/officeDocument/2006/relationships/customXml" Target="../ink/ink1261.xml"/><Relationship Id="rId588" Type="http://schemas.openxmlformats.org/officeDocument/2006/relationships/image" Target="../media/image1335.png"/><Relationship Id="rId795" Type="http://schemas.openxmlformats.org/officeDocument/2006/relationships/customXml" Target="../ink/ink1488.xml"/><Relationship Id="rId809" Type="http://schemas.openxmlformats.org/officeDocument/2006/relationships/customXml" Target="../ink/ink1495.xml"/><Relationship Id="rId9" Type="http://schemas.openxmlformats.org/officeDocument/2006/relationships/image" Target="../media/image1053.png"/><Relationship Id="rId210" Type="http://schemas.openxmlformats.org/officeDocument/2006/relationships/customXml" Target="../ink/ink1190.xml"/><Relationship Id="rId448" Type="http://schemas.openxmlformats.org/officeDocument/2006/relationships/image" Target="../media/image1268.png"/><Relationship Id="rId655" Type="http://schemas.openxmlformats.org/officeDocument/2006/relationships/image" Target="../media/image1368.png"/><Relationship Id="rId294" Type="http://schemas.openxmlformats.org/officeDocument/2006/relationships/customXml" Target="../ink/ink1233.xml"/><Relationship Id="rId308" Type="http://schemas.openxmlformats.org/officeDocument/2006/relationships/customXml" Target="../ink/ink1240.xml"/><Relationship Id="rId515" Type="http://schemas.openxmlformats.org/officeDocument/2006/relationships/customXml" Target="../ink/ink1345.xml"/><Relationship Id="rId722" Type="http://schemas.openxmlformats.org/officeDocument/2006/relationships/image" Target="../media/image1401.png"/><Relationship Id="rId89" Type="http://schemas.openxmlformats.org/officeDocument/2006/relationships/image" Target="../media/image1093.png"/><Relationship Id="rId154" Type="http://schemas.openxmlformats.org/officeDocument/2006/relationships/customXml" Target="../ink/ink1162.xml"/><Relationship Id="rId361" Type="http://schemas.openxmlformats.org/officeDocument/2006/relationships/customXml" Target="../ink/ink1267.xml"/><Relationship Id="rId599" Type="http://schemas.openxmlformats.org/officeDocument/2006/relationships/customXml" Target="../ink/ink1389.xml"/><Relationship Id="rId459" Type="http://schemas.openxmlformats.org/officeDocument/2006/relationships/customXml" Target="../ink/ink1317.xml"/><Relationship Id="rId666" Type="http://schemas.openxmlformats.org/officeDocument/2006/relationships/customXml" Target="../ink/ink1423.xml"/><Relationship Id="rId16" Type="http://schemas.openxmlformats.org/officeDocument/2006/relationships/customXml" Target="../ink/ink1093.xml"/><Relationship Id="rId221" Type="http://schemas.openxmlformats.org/officeDocument/2006/relationships/image" Target="../media/image1158.png"/><Relationship Id="rId319" Type="http://schemas.openxmlformats.org/officeDocument/2006/relationships/customXml" Target="../ink/ink1245.xml"/><Relationship Id="rId526" Type="http://schemas.openxmlformats.org/officeDocument/2006/relationships/customXml" Target="../ink/ink1351.xml"/><Relationship Id="rId733" Type="http://schemas.openxmlformats.org/officeDocument/2006/relationships/customXml" Target="../ink/ink1457.xml"/><Relationship Id="rId165" Type="http://schemas.openxmlformats.org/officeDocument/2006/relationships/image" Target="../media/image1131.png"/><Relationship Id="rId372" Type="http://schemas.openxmlformats.org/officeDocument/2006/relationships/image" Target="../media/image1231.png"/><Relationship Id="rId677" Type="http://schemas.openxmlformats.org/officeDocument/2006/relationships/customXml" Target="../ink/ink1429.xml"/><Relationship Id="rId800" Type="http://schemas.openxmlformats.org/officeDocument/2006/relationships/image" Target="../media/image1440.png"/><Relationship Id="rId232" Type="http://schemas.openxmlformats.org/officeDocument/2006/relationships/image" Target="../media/image1163.png"/><Relationship Id="rId27" Type="http://schemas.openxmlformats.org/officeDocument/2006/relationships/image" Target="../media/image1062.png"/><Relationship Id="rId537" Type="http://schemas.openxmlformats.org/officeDocument/2006/relationships/image" Target="../media/image1311.png"/><Relationship Id="rId744" Type="http://schemas.openxmlformats.org/officeDocument/2006/relationships/image" Target="../media/image1412.png"/><Relationship Id="rId80" Type="http://schemas.openxmlformats.org/officeDocument/2006/relationships/customXml" Target="../ink/ink1125.xml"/><Relationship Id="rId176" Type="http://schemas.openxmlformats.org/officeDocument/2006/relationships/customXml" Target="../ink/ink1173.xml"/><Relationship Id="rId383" Type="http://schemas.openxmlformats.org/officeDocument/2006/relationships/customXml" Target="../ink/ink1278.xml"/><Relationship Id="rId590" Type="http://schemas.openxmlformats.org/officeDocument/2006/relationships/image" Target="../media/image1336.png"/><Relationship Id="rId604" Type="http://schemas.openxmlformats.org/officeDocument/2006/relationships/image" Target="../media/image1343.png"/><Relationship Id="rId811" Type="http://schemas.openxmlformats.org/officeDocument/2006/relationships/customXml" Target="../ink/ink1496.xml"/><Relationship Id="rId243" Type="http://schemas.openxmlformats.org/officeDocument/2006/relationships/customXml" Target="../ink/ink1207.xml"/><Relationship Id="rId450" Type="http://schemas.openxmlformats.org/officeDocument/2006/relationships/image" Target="../media/image1269.png"/><Relationship Id="rId688" Type="http://schemas.openxmlformats.org/officeDocument/2006/relationships/image" Target="../media/image1384.png"/><Relationship Id="rId38" Type="http://schemas.openxmlformats.org/officeDocument/2006/relationships/customXml" Target="../ink/ink1104.xml"/><Relationship Id="rId103" Type="http://schemas.openxmlformats.org/officeDocument/2006/relationships/image" Target="../media/image1100.png"/><Relationship Id="rId310" Type="http://schemas.openxmlformats.org/officeDocument/2006/relationships/customXml" Target="../ink/ink1241.xml"/><Relationship Id="rId548" Type="http://schemas.openxmlformats.org/officeDocument/2006/relationships/image" Target="../media/image1316.png"/><Relationship Id="rId755" Type="http://schemas.openxmlformats.org/officeDocument/2006/relationships/customXml" Target="../ink/ink1468.xml"/><Relationship Id="rId91" Type="http://schemas.openxmlformats.org/officeDocument/2006/relationships/image" Target="../media/image1094.png"/><Relationship Id="rId187" Type="http://schemas.openxmlformats.org/officeDocument/2006/relationships/image" Target="../media/image1142.png"/><Relationship Id="rId394" Type="http://schemas.openxmlformats.org/officeDocument/2006/relationships/customXml" Target="../ink/ink1284.xml"/><Relationship Id="rId408" Type="http://schemas.openxmlformats.org/officeDocument/2006/relationships/customXml" Target="../ink/ink1291.xml"/><Relationship Id="rId615" Type="http://schemas.openxmlformats.org/officeDocument/2006/relationships/customXml" Target="../ink/ink1397.xml"/><Relationship Id="rId254" Type="http://schemas.openxmlformats.org/officeDocument/2006/relationships/customXml" Target="../ink/ink1213.xml"/><Relationship Id="rId699" Type="http://schemas.openxmlformats.org/officeDocument/2006/relationships/customXml" Target="../ink/ink1440.xml"/><Relationship Id="rId49" Type="http://schemas.openxmlformats.org/officeDocument/2006/relationships/image" Target="../media/image1073.png"/><Relationship Id="rId114" Type="http://schemas.openxmlformats.org/officeDocument/2006/relationships/customXml" Target="../ink/ink1142.xml"/><Relationship Id="rId461" Type="http://schemas.openxmlformats.org/officeDocument/2006/relationships/customXml" Target="../ink/ink1318.xml"/><Relationship Id="rId559" Type="http://schemas.openxmlformats.org/officeDocument/2006/relationships/customXml" Target="../ink/ink1368.xml"/><Relationship Id="rId766" Type="http://schemas.openxmlformats.org/officeDocument/2006/relationships/image" Target="../media/image1423.png"/><Relationship Id="rId198" Type="http://schemas.openxmlformats.org/officeDocument/2006/relationships/customXml" Target="../ink/ink1184.xml"/><Relationship Id="rId321" Type="http://schemas.openxmlformats.org/officeDocument/2006/relationships/customXml" Target="../ink/ink1246.xml"/><Relationship Id="rId419" Type="http://schemas.openxmlformats.org/officeDocument/2006/relationships/image" Target="../media/image1254.png"/><Relationship Id="rId626" Type="http://schemas.openxmlformats.org/officeDocument/2006/relationships/image" Target="../media/image1354.png"/><Relationship Id="rId265" Type="http://schemas.openxmlformats.org/officeDocument/2006/relationships/image" Target="../media/image1179.png"/><Relationship Id="rId472" Type="http://schemas.openxmlformats.org/officeDocument/2006/relationships/image" Target="../media/image1279.png"/><Relationship Id="rId125" Type="http://schemas.openxmlformats.org/officeDocument/2006/relationships/image" Target="../media/image1111.png"/><Relationship Id="rId332" Type="http://schemas.openxmlformats.org/officeDocument/2006/relationships/customXml" Target="../ink/ink1252.xml"/><Relationship Id="rId777" Type="http://schemas.openxmlformats.org/officeDocument/2006/relationships/customXml" Target="../ink/ink1479.xml"/><Relationship Id="rId637" Type="http://schemas.openxmlformats.org/officeDocument/2006/relationships/customXml" Target="../ink/ink1408.xml"/><Relationship Id="rId276" Type="http://schemas.openxmlformats.org/officeDocument/2006/relationships/customXml" Target="../ink/ink1224.xml"/><Relationship Id="rId483" Type="http://schemas.openxmlformats.org/officeDocument/2006/relationships/customXml" Target="../ink/ink1329.xml"/><Relationship Id="rId690" Type="http://schemas.openxmlformats.org/officeDocument/2006/relationships/image" Target="../media/image1385.png"/><Relationship Id="rId704" Type="http://schemas.openxmlformats.org/officeDocument/2006/relationships/image" Target="../media/image1392.png"/><Relationship Id="rId40" Type="http://schemas.openxmlformats.org/officeDocument/2006/relationships/customXml" Target="../ink/ink1105.xml"/><Relationship Id="rId136" Type="http://schemas.openxmlformats.org/officeDocument/2006/relationships/customXml" Target="../ink/ink1153.xml"/><Relationship Id="rId343" Type="http://schemas.openxmlformats.org/officeDocument/2006/relationships/image" Target="../media/image1217.png"/><Relationship Id="rId550" Type="http://schemas.openxmlformats.org/officeDocument/2006/relationships/image" Target="../media/image1317.png"/><Relationship Id="rId788" Type="http://schemas.openxmlformats.org/officeDocument/2006/relationships/image" Target="../media/image1434.png"/><Relationship Id="rId203" Type="http://schemas.openxmlformats.org/officeDocument/2006/relationships/image" Target="../media/image1149.png"/><Relationship Id="rId648" Type="http://schemas.openxmlformats.org/officeDocument/2006/relationships/customXml" Target="../ink/ink1414.xml"/><Relationship Id="rId287" Type="http://schemas.openxmlformats.org/officeDocument/2006/relationships/image" Target="../media/image1190.png"/><Relationship Id="rId410" Type="http://schemas.openxmlformats.org/officeDocument/2006/relationships/customXml" Target="../ink/ink1292.xml"/><Relationship Id="rId494" Type="http://schemas.openxmlformats.org/officeDocument/2006/relationships/image" Target="../media/image1290.png"/><Relationship Id="rId508" Type="http://schemas.openxmlformats.org/officeDocument/2006/relationships/image" Target="../media/image1297.png"/><Relationship Id="rId715" Type="http://schemas.openxmlformats.org/officeDocument/2006/relationships/customXml" Target="../ink/ink1448.xml"/><Relationship Id="rId147" Type="http://schemas.openxmlformats.org/officeDocument/2006/relationships/image" Target="../media/image1122.png"/><Relationship Id="rId354" Type="http://schemas.openxmlformats.org/officeDocument/2006/relationships/customXml" Target="../ink/ink1263.xml"/><Relationship Id="rId799" Type="http://schemas.openxmlformats.org/officeDocument/2006/relationships/customXml" Target="../ink/ink1490.xml"/><Relationship Id="rId51" Type="http://schemas.openxmlformats.org/officeDocument/2006/relationships/image" Target="../media/image1074.png"/><Relationship Id="rId561" Type="http://schemas.openxmlformats.org/officeDocument/2006/relationships/customXml" Target="../ink/ink1369.xml"/><Relationship Id="rId659" Type="http://schemas.openxmlformats.org/officeDocument/2006/relationships/image" Target="../media/image1370.png"/><Relationship Id="rId214" Type="http://schemas.openxmlformats.org/officeDocument/2006/relationships/customXml" Target="../ink/ink1192.xml"/><Relationship Id="rId298" Type="http://schemas.openxmlformats.org/officeDocument/2006/relationships/customXml" Target="../ink/ink1235.xml"/><Relationship Id="rId421" Type="http://schemas.openxmlformats.org/officeDocument/2006/relationships/image" Target="../media/image1255.png"/><Relationship Id="rId519" Type="http://schemas.openxmlformats.org/officeDocument/2006/relationships/customXml" Target="../ink/ink1347.xml"/><Relationship Id="rId158" Type="http://schemas.openxmlformats.org/officeDocument/2006/relationships/customXml" Target="../ink/ink1164.xml"/><Relationship Id="rId726" Type="http://schemas.openxmlformats.org/officeDocument/2006/relationships/image" Target="../media/image1403.png"/><Relationship Id="rId62" Type="http://schemas.openxmlformats.org/officeDocument/2006/relationships/customXml" Target="../ink/ink1116.xml"/><Relationship Id="rId365" Type="http://schemas.openxmlformats.org/officeDocument/2006/relationships/customXml" Target="../ink/ink1269.xml"/><Relationship Id="rId572" Type="http://schemas.openxmlformats.org/officeDocument/2006/relationships/customXml" Target="../ink/ink1375.xml"/><Relationship Id="rId225" Type="http://schemas.openxmlformats.org/officeDocument/2006/relationships/image" Target="../media/image1160.png"/><Relationship Id="rId432" Type="http://schemas.openxmlformats.org/officeDocument/2006/relationships/image" Target="../media/image1260.png"/><Relationship Id="rId737" Type="http://schemas.openxmlformats.org/officeDocument/2006/relationships/customXml" Target="../ink/ink1459.xml"/><Relationship Id="rId73" Type="http://schemas.openxmlformats.org/officeDocument/2006/relationships/image" Target="../media/image1085.png"/><Relationship Id="rId169" Type="http://schemas.openxmlformats.org/officeDocument/2006/relationships/image" Target="../media/image1133.png"/><Relationship Id="rId376" Type="http://schemas.openxmlformats.org/officeDocument/2006/relationships/image" Target="../media/image1233.png"/><Relationship Id="rId583" Type="http://schemas.openxmlformats.org/officeDocument/2006/relationships/image" Target="../media/image1333.png"/><Relationship Id="rId790" Type="http://schemas.openxmlformats.org/officeDocument/2006/relationships/image" Target="../media/image1435.png"/><Relationship Id="rId804" Type="http://schemas.openxmlformats.org/officeDocument/2006/relationships/image" Target="../media/image1442.png"/><Relationship Id="rId4" Type="http://schemas.openxmlformats.org/officeDocument/2006/relationships/customXml" Target="../ink/ink1087.xml"/><Relationship Id="rId236" Type="http://schemas.openxmlformats.org/officeDocument/2006/relationships/image" Target="../media/image1165.png"/><Relationship Id="rId443" Type="http://schemas.openxmlformats.org/officeDocument/2006/relationships/customXml" Target="../ink/ink1309.xml"/><Relationship Id="rId650" Type="http://schemas.openxmlformats.org/officeDocument/2006/relationships/customXml" Target="../ink/ink1415.xml"/><Relationship Id="rId303" Type="http://schemas.openxmlformats.org/officeDocument/2006/relationships/image" Target="../media/image1197.png"/><Relationship Id="rId748" Type="http://schemas.openxmlformats.org/officeDocument/2006/relationships/image" Target="../media/image1414.png"/><Relationship Id="rId84" Type="http://schemas.openxmlformats.org/officeDocument/2006/relationships/customXml" Target="../ink/ink1127.xml"/><Relationship Id="rId387" Type="http://schemas.openxmlformats.org/officeDocument/2006/relationships/customXml" Target="../ink/ink1280.xml"/><Relationship Id="rId510" Type="http://schemas.openxmlformats.org/officeDocument/2006/relationships/image" Target="../media/image1298.png"/><Relationship Id="rId594" Type="http://schemas.openxmlformats.org/officeDocument/2006/relationships/image" Target="../media/image1338.png"/><Relationship Id="rId608" Type="http://schemas.openxmlformats.org/officeDocument/2006/relationships/image" Target="../media/image1345.png"/><Relationship Id="rId247" Type="http://schemas.openxmlformats.org/officeDocument/2006/relationships/customXml" Target="../ink/ink1209.xml"/><Relationship Id="rId107" Type="http://schemas.openxmlformats.org/officeDocument/2006/relationships/image" Target="../media/image1102.png"/><Relationship Id="rId454" Type="http://schemas.openxmlformats.org/officeDocument/2006/relationships/image" Target="../media/image1271.png"/><Relationship Id="rId661" Type="http://schemas.openxmlformats.org/officeDocument/2006/relationships/image" Target="../media/image1371.png"/><Relationship Id="rId759" Type="http://schemas.openxmlformats.org/officeDocument/2006/relationships/customXml" Target="../ink/ink1470.xml"/><Relationship Id="rId11" Type="http://schemas.openxmlformats.org/officeDocument/2006/relationships/image" Target="../media/image1054.png"/><Relationship Id="rId314" Type="http://schemas.openxmlformats.org/officeDocument/2006/relationships/customXml" Target="../ink/ink1243.xml"/><Relationship Id="rId398" Type="http://schemas.openxmlformats.org/officeDocument/2006/relationships/customXml" Target="../ink/ink1286.xml"/><Relationship Id="rId521" Type="http://schemas.openxmlformats.org/officeDocument/2006/relationships/image" Target="../media/image1303.png"/><Relationship Id="rId619" Type="http://schemas.openxmlformats.org/officeDocument/2006/relationships/customXml" Target="../ink/ink1399.xml"/><Relationship Id="rId95" Type="http://schemas.openxmlformats.org/officeDocument/2006/relationships/image" Target="../media/image1096.png"/><Relationship Id="rId160" Type="http://schemas.openxmlformats.org/officeDocument/2006/relationships/customXml" Target="../ink/ink1165.xml"/><Relationship Id="rId258" Type="http://schemas.openxmlformats.org/officeDocument/2006/relationships/customXml" Target="../ink/ink1215.xml"/><Relationship Id="rId465" Type="http://schemas.openxmlformats.org/officeDocument/2006/relationships/customXml" Target="../ink/ink1320.xml"/><Relationship Id="rId672" Type="http://schemas.openxmlformats.org/officeDocument/2006/relationships/image" Target="../media/image1376.png"/><Relationship Id="rId22" Type="http://schemas.openxmlformats.org/officeDocument/2006/relationships/customXml" Target="../ink/ink1096.xml"/><Relationship Id="rId118" Type="http://schemas.openxmlformats.org/officeDocument/2006/relationships/customXml" Target="../ink/ink1144.xml"/><Relationship Id="rId325" Type="http://schemas.openxmlformats.org/officeDocument/2006/relationships/image" Target="../media/image1208.png"/><Relationship Id="rId532" Type="http://schemas.openxmlformats.org/officeDocument/2006/relationships/customXml" Target="../ink/ink1354.xml"/><Relationship Id="rId171" Type="http://schemas.openxmlformats.org/officeDocument/2006/relationships/image" Target="../media/image1134.png"/><Relationship Id="rId269" Type="http://schemas.openxmlformats.org/officeDocument/2006/relationships/image" Target="../media/image1181.png"/><Relationship Id="rId476" Type="http://schemas.openxmlformats.org/officeDocument/2006/relationships/image" Target="../media/image1281.png"/><Relationship Id="rId683" Type="http://schemas.openxmlformats.org/officeDocument/2006/relationships/customXml" Target="../ink/ink1432.xml"/><Relationship Id="rId33" Type="http://schemas.openxmlformats.org/officeDocument/2006/relationships/image" Target="../media/image1065.png"/><Relationship Id="rId129" Type="http://schemas.openxmlformats.org/officeDocument/2006/relationships/image" Target="../media/image1113.png"/><Relationship Id="rId336" Type="http://schemas.openxmlformats.org/officeDocument/2006/relationships/customXml" Target="../ink/ink1254.xml"/><Relationship Id="rId543" Type="http://schemas.openxmlformats.org/officeDocument/2006/relationships/customXml" Target="../ink/ink1360.xml"/><Relationship Id="rId182" Type="http://schemas.openxmlformats.org/officeDocument/2006/relationships/customXml" Target="../ink/ink1176.xml"/><Relationship Id="rId403" Type="http://schemas.openxmlformats.org/officeDocument/2006/relationships/image" Target="../media/image1246.png"/><Relationship Id="rId750" Type="http://schemas.openxmlformats.org/officeDocument/2006/relationships/image" Target="../media/image1415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04.png"/><Relationship Id="rId21" Type="http://schemas.openxmlformats.org/officeDocument/2006/relationships/image" Target="../media/image1457.png"/><Relationship Id="rId324" Type="http://schemas.openxmlformats.org/officeDocument/2006/relationships/image" Target="../media/image1602.png"/><Relationship Id="rId531" Type="http://schemas.openxmlformats.org/officeDocument/2006/relationships/customXml" Target="../ink/ink1765.xml"/><Relationship Id="rId170" Type="http://schemas.openxmlformats.org/officeDocument/2006/relationships/image" Target="../media/image1530.png"/><Relationship Id="rId268" Type="http://schemas.openxmlformats.org/officeDocument/2006/relationships/customXml" Target="../ink/ink1632.xml"/><Relationship Id="rId475" Type="http://schemas.openxmlformats.org/officeDocument/2006/relationships/customXml" Target="../ink/ink1737.xml"/><Relationship Id="rId32" Type="http://schemas.openxmlformats.org/officeDocument/2006/relationships/customXml" Target="../ink/ink1513.xml"/><Relationship Id="rId128" Type="http://schemas.openxmlformats.org/officeDocument/2006/relationships/customXml" Target="../ink/ink1561.xml"/><Relationship Id="rId335" Type="http://schemas.openxmlformats.org/officeDocument/2006/relationships/customXml" Target="../ink/ink1666.xml"/><Relationship Id="rId542" Type="http://schemas.openxmlformats.org/officeDocument/2006/relationships/image" Target="../media/image1707.png"/><Relationship Id="rId181" Type="http://schemas.openxmlformats.org/officeDocument/2006/relationships/customXml" Target="../ink/ink1588.xml"/><Relationship Id="rId402" Type="http://schemas.openxmlformats.org/officeDocument/2006/relationships/image" Target="../media/image1640.png"/><Relationship Id="rId279" Type="http://schemas.openxmlformats.org/officeDocument/2006/relationships/image" Target="../media/image1582.png"/><Relationship Id="rId486" Type="http://schemas.openxmlformats.org/officeDocument/2006/relationships/image" Target="../media/image1681.png"/><Relationship Id="rId43" Type="http://schemas.openxmlformats.org/officeDocument/2006/relationships/image" Target="../media/image1468.png"/><Relationship Id="rId139" Type="http://schemas.openxmlformats.org/officeDocument/2006/relationships/image" Target="../media/image1515.png"/><Relationship Id="rId346" Type="http://schemas.openxmlformats.org/officeDocument/2006/relationships/image" Target="../media/image1613.png"/><Relationship Id="rId553" Type="http://schemas.openxmlformats.org/officeDocument/2006/relationships/customXml" Target="../ink/ink1776.xml"/><Relationship Id="rId192" Type="http://schemas.openxmlformats.org/officeDocument/2006/relationships/customXml" Target="../ink/ink1594.xml"/><Relationship Id="rId206" Type="http://schemas.openxmlformats.org/officeDocument/2006/relationships/customXml" Target="../ink/ink1601.xml"/><Relationship Id="rId413" Type="http://schemas.openxmlformats.org/officeDocument/2006/relationships/customXml" Target="../ink/ink1706.xml"/><Relationship Id="rId497" Type="http://schemas.openxmlformats.org/officeDocument/2006/relationships/customXml" Target="../ink/ink1748.xml"/><Relationship Id="rId357" Type="http://schemas.openxmlformats.org/officeDocument/2006/relationships/customXml" Target="../ink/ink1677.xml"/><Relationship Id="rId54" Type="http://schemas.openxmlformats.org/officeDocument/2006/relationships/customXml" Target="../ink/ink1524.xml"/><Relationship Id="rId217" Type="http://schemas.openxmlformats.org/officeDocument/2006/relationships/image" Target="../media/image1552.png"/><Relationship Id="rId564" Type="http://schemas.openxmlformats.org/officeDocument/2006/relationships/image" Target="../media/image1718.png"/><Relationship Id="rId424" Type="http://schemas.openxmlformats.org/officeDocument/2006/relationships/image" Target="../media/image1651.png"/><Relationship Id="rId270" Type="http://schemas.openxmlformats.org/officeDocument/2006/relationships/customXml" Target="../ink/ink1633.xml"/><Relationship Id="rId65" Type="http://schemas.openxmlformats.org/officeDocument/2006/relationships/image" Target="../media/image1479.png"/><Relationship Id="rId130" Type="http://schemas.openxmlformats.org/officeDocument/2006/relationships/customXml" Target="../ink/ink1562.xml"/><Relationship Id="rId368" Type="http://schemas.openxmlformats.org/officeDocument/2006/relationships/customXml" Target="../ink/ink1683.xml"/><Relationship Id="rId575" Type="http://schemas.openxmlformats.org/officeDocument/2006/relationships/customXml" Target="../ink/ink1787.xml"/><Relationship Id="rId228" Type="http://schemas.openxmlformats.org/officeDocument/2006/relationships/customXml" Target="../ink/ink1612.xml"/><Relationship Id="rId435" Type="http://schemas.openxmlformats.org/officeDocument/2006/relationships/customXml" Target="../ink/ink1717.xml"/><Relationship Id="rId281" Type="http://schemas.openxmlformats.org/officeDocument/2006/relationships/image" Target="../media/image1583.png"/><Relationship Id="rId502" Type="http://schemas.openxmlformats.org/officeDocument/2006/relationships/image" Target="../media/image1689.png"/><Relationship Id="rId34" Type="http://schemas.openxmlformats.org/officeDocument/2006/relationships/customXml" Target="../ink/ink1514.xml"/><Relationship Id="rId76" Type="http://schemas.openxmlformats.org/officeDocument/2006/relationships/customXml" Target="../ink/ink1535.xml"/><Relationship Id="rId141" Type="http://schemas.openxmlformats.org/officeDocument/2006/relationships/image" Target="../media/image1516.png"/><Relationship Id="rId379" Type="http://schemas.openxmlformats.org/officeDocument/2006/relationships/customXml" Target="../ink/ink1689.xml"/><Relationship Id="rId544" Type="http://schemas.openxmlformats.org/officeDocument/2006/relationships/image" Target="../media/image1708.png"/><Relationship Id="rId7" Type="http://schemas.openxmlformats.org/officeDocument/2006/relationships/image" Target="../media/image1450.png"/><Relationship Id="rId183" Type="http://schemas.openxmlformats.org/officeDocument/2006/relationships/customXml" Target="../ink/ink1589.xml"/><Relationship Id="rId239" Type="http://schemas.openxmlformats.org/officeDocument/2006/relationships/image" Target="../media/image1563.png"/><Relationship Id="rId390" Type="http://schemas.openxmlformats.org/officeDocument/2006/relationships/image" Target="../media/image1634.png"/><Relationship Id="rId404" Type="http://schemas.openxmlformats.org/officeDocument/2006/relationships/image" Target="../media/image1641.png"/><Relationship Id="rId446" Type="http://schemas.openxmlformats.org/officeDocument/2006/relationships/image" Target="../media/image1662.png"/><Relationship Id="rId250" Type="http://schemas.openxmlformats.org/officeDocument/2006/relationships/customXml" Target="../ink/ink1623.xml"/><Relationship Id="rId292" Type="http://schemas.openxmlformats.org/officeDocument/2006/relationships/customXml" Target="../ink/ink1644.xml"/><Relationship Id="rId306" Type="http://schemas.openxmlformats.org/officeDocument/2006/relationships/customXml" Target="../ink/ink1651.xml"/><Relationship Id="rId488" Type="http://schemas.openxmlformats.org/officeDocument/2006/relationships/image" Target="../media/image1682.png"/><Relationship Id="rId45" Type="http://schemas.openxmlformats.org/officeDocument/2006/relationships/image" Target="../media/image1469.png"/><Relationship Id="rId87" Type="http://schemas.openxmlformats.org/officeDocument/2006/relationships/image" Target="../media/image1490.png"/><Relationship Id="rId110" Type="http://schemas.openxmlformats.org/officeDocument/2006/relationships/customXml" Target="../ink/ink1552.xml"/><Relationship Id="rId348" Type="http://schemas.openxmlformats.org/officeDocument/2006/relationships/image" Target="../media/image1614.png"/><Relationship Id="rId513" Type="http://schemas.openxmlformats.org/officeDocument/2006/relationships/customXml" Target="../ink/ink1756.xml"/><Relationship Id="rId555" Type="http://schemas.openxmlformats.org/officeDocument/2006/relationships/customXml" Target="../ink/ink1777.xml"/><Relationship Id="rId152" Type="http://schemas.openxmlformats.org/officeDocument/2006/relationships/image" Target="../media/image1521.png"/><Relationship Id="rId194" Type="http://schemas.openxmlformats.org/officeDocument/2006/relationships/customXml" Target="../ink/ink1595.xml"/><Relationship Id="rId208" Type="http://schemas.openxmlformats.org/officeDocument/2006/relationships/customXml" Target="../ink/ink1602.xml"/><Relationship Id="rId415" Type="http://schemas.openxmlformats.org/officeDocument/2006/relationships/customXml" Target="../ink/ink1707.xml"/><Relationship Id="rId457" Type="http://schemas.openxmlformats.org/officeDocument/2006/relationships/customXml" Target="../ink/ink1728.xml"/><Relationship Id="rId261" Type="http://schemas.openxmlformats.org/officeDocument/2006/relationships/image" Target="../media/image1573.png"/><Relationship Id="rId499" Type="http://schemas.openxmlformats.org/officeDocument/2006/relationships/customXml" Target="../ink/ink1749.xml"/><Relationship Id="rId14" Type="http://schemas.openxmlformats.org/officeDocument/2006/relationships/customXml" Target="../ink/ink1504.xml"/><Relationship Id="rId56" Type="http://schemas.openxmlformats.org/officeDocument/2006/relationships/customXml" Target="../ink/ink1525.xml"/><Relationship Id="rId317" Type="http://schemas.openxmlformats.org/officeDocument/2006/relationships/customXml" Target="../ink/ink1657.xml"/><Relationship Id="rId359" Type="http://schemas.openxmlformats.org/officeDocument/2006/relationships/customXml" Target="../ink/ink1678.xml"/><Relationship Id="rId524" Type="http://schemas.openxmlformats.org/officeDocument/2006/relationships/image" Target="../media/image1699.png"/><Relationship Id="rId566" Type="http://schemas.openxmlformats.org/officeDocument/2006/relationships/image" Target="../media/image1719.png"/><Relationship Id="rId98" Type="http://schemas.openxmlformats.org/officeDocument/2006/relationships/customXml" Target="../ink/ink1546.xml"/><Relationship Id="rId121" Type="http://schemas.openxmlformats.org/officeDocument/2006/relationships/image" Target="../media/image1506.png"/><Relationship Id="rId163" Type="http://schemas.openxmlformats.org/officeDocument/2006/relationships/customXml" Target="../ink/ink1579.xml"/><Relationship Id="rId219" Type="http://schemas.openxmlformats.org/officeDocument/2006/relationships/image" Target="../media/image1553.png"/><Relationship Id="rId370" Type="http://schemas.openxmlformats.org/officeDocument/2006/relationships/image" Target="../media/image1624.png"/><Relationship Id="rId426" Type="http://schemas.openxmlformats.org/officeDocument/2006/relationships/image" Target="../media/image1652.png"/><Relationship Id="rId230" Type="http://schemas.openxmlformats.org/officeDocument/2006/relationships/customXml" Target="../ink/ink1613.xml"/><Relationship Id="rId468" Type="http://schemas.openxmlformats.org/officeDocument/2006/relationships/image" Target="../media/image1351.png"/><Relationship Id="rId25" Type="http://schemas.openxmlformats.org/officeDocument/2006/relationships/image" Target="../media/image1459.png"/><Relationship Id="rId67" Type="http://schemas.openxmlformats.org/officeDocument/2006/relationships/image" Target="../media/image1480.png"/><Relationship Id="rId272" Type="http://schemas.openxmlformats.org/officeDocument/2006/relationships/customXml" Target="../ink/ink1634.xml"/><Relationship Id="rId328" Type="http://schemas.openxmlformats.org/officeDocument/2006/relationships/image" Target="../media/image1604.png"/><Relationship Id="rId535" Type="http://schemas.openxmlformats.org/officeDocument/2006/relationships/customXml" Target="../ink/ink1767.xml"/><Relationship Id="rId577" Type="http://schemas.openxmlformats.org/officeDocument/2006/relationships/customXml" Target="../ink/ink1788.xml"/><Relationship Id="rId132" Type="http://schemas.openxmlformats.org/officeDocument/2006/relationships/customXml" Target="../ink/ink1563.xml"/><Relationship Id="rId174" Type="http://schemas.openxmlformats.org/officeDocument/2006/relationships/image" Target="../media/image1532.png"/><Relationship Id="rId381" Type="http://schemas.openxmlformats.org/officeDocument/2006/relationships/customXml" Target="../ink/ink1690.xml"/><Relationship Id="rId241" Type="http://schemas.openxmlformats.org/officeDocument/2006/relationships/image" Target="../media/image1564.png"/><Relationship Id="rId437" Type="http://schemas.openxmlformats.org/officeDocument/2006/relationships/customXml" Target="../ink/ink1718.xml"/><Relationship Id="rId479" Type="http://schemas.openxmlformats.org/officeDocument/2006/relationships/customXml" Target="../ink/ink1739.xml"/><Relationship Id="rId36" Type="http://schemas.openxmlformats.org/officeDocument/2006/relationships/customXml" Target="../ink/ink1515.xml"/><Relationship Id="rId283" Type="http://schemas.openxmlformats.org/officeDocument/2006/relationships/image" Target="../media/image1584.png"/><Relationship Id="rId339" Type="http://schemas.openxmlformats.org/officeDocument/2006/relationships/customXml" Target="../ink/ink1668.xml"/><Relationship Id="rId490" Type="http://schemas.openxmlformats.org/officeDocument/2006/relationships/image" Target="../media/image1683.png"/><Relationship Id="rId504" Type="http://schemas.openxmlformats.org/officeDocument/2006/relationships/image" Target="../media/image1690.png"/><Relationship Id="rId546" Type="http://schemas.openxmlformats.org/officeDocument/2006/relationships/image" Target="../media/image1709.png"/><Relationship Id="rId78" Type="http://schemas.openxmlformats.org/officeDocument/2006/relationships/customXml" Target="../ink/ink1536.xml"/><Relationship Id="rId101" Type="http://schemas.openxmlformats.org/officeDocument/2006/relationships/image" Target="../media/image1497.png"/><Relationship Id="rId143" Type="http://schemas.openxmlformats.org/officeDocument/2006/relationships/image" Target="../media/image1517.png"/><Relationship Id="rId185" Type="http://schemas.openxmlformats.org/officeDocument/2006/relationships/image" Target="../media/image1537.png"/><Relationship Id="rId350" Type="http://schemas.openxmlformats.org/officeDocument/2006/relationships/image" Target="../media/image1615.png"/><Relationship Id="rId406" Type="http://schemas.openxmlformats.org/officeDocument/2006/relationships/image" Target="../media/image1642.png"/><Relationship Id="rId9" Type="http://schemas.openxmlformats.org/officeDocument/2006/relationships/image" Target="../media/image1451.png"/><Relationship Id="rId210" Type="http://schemas.openxmlformats.org/officeDocument/2006/relationships/customXml" Target="../ink/ink1603.xml"/><Relationship Id="rId392" Type="http://schemas.openxmlformats.org/officeDocument/2006/relationships/image" Target="../media/image1635.png"/><Relationship Id="rId448" Type="http://schemas.openxmlformats.org/officeDocument/2006/relationships/image" Target="../media/image1663.png"/><Relationship Id="rId252" Type="http://schemas.openxmlformats.org/officeDocument/2006/relationships/customXml" Target="../ink/ink1624.xml"/><Relationship Id="rId294" Type="http://schemas.openxmlformats.org/officeDocument/2006/relationships/customXml" Target="../ink/ink1645.xml"/><Relationship Id="rId308" Type="http://schemas.openxmlformats.org/officeDocument/2006/relationships/customXml" Target="../ink/ink1652.xml"/><Relationship Id="rId515" Type="http://schemas.openxmlformats.org/officeDocument/2006/relationships/customXml" Target="../ink/ink1757.xml"/><Relationship Id="rId47" Type="http://schemas.openxmlformats.org/officeDocument/2006/relationships/image" Target="../media/image1470.png"/><Relationship Id="rId89" Type="http://schemas.openxmlformats.org/officeDocument/2006/relationships/image" Target="../media/image1491.png"/><Relationship Id="rId112" Type="http://schemas.openxmlformats.org/officeDocument/2006/relationships/customXml" Target="../ink/ink1553.xml"/><Relationship Id="rId154" Type="http://schemas.openxmlformats.org/officeDocument/2006/relationships/image" Target="../media/image1522.png"/><Relationship Id="rId361" Type="http://schemas.openxmlformats.org/officeDocument/2006/relationships/image" Target="../media/image1620.png"/><Relationship Id="rId557" Type="http://schemas.openxmlformats.org/officeDocument/2006/relationships/customXml" Target="../ink/ink1778.xml"/><Relationship Id="rId196" Type="http://schemas.openxmlformats.org/officeDocument/2006/relationships/customXml" Target="../ink/ink1596.xml"/><Relationship Id="rId417" Type="http://schemas.openxmlformats.org/officeDocument/2006/relationships/customXml" Target="../ink/ink1708.xml"/><Relationship Id="rId459" Type="http://schemas.openxmlformats.org/officeDocument/2006/relationships/customXml" Target="../ink/ink1729.xml"/><Relationship Id="rId16" Type="http://schemas.openxmlformats.org/officeDocument/2006/relationships/customXml" Target="../ink/ink1505.xml"/><Relationship Id="rId221" Type="http://schemas.openxmlformats.org/officeDocument/2006/relationships/image" Target="../media/image1554.png"/><Relationship Id="rId263" Type="http://schemas.openxmlformats.org/officeDocument/2006/relationships/image" Target="../media/image1574.png"/><Relationship Id="rId319" Type="http://schemas.openxmlformats.org/officeDocument/2006/relationships/customXml" Target="../ink/ink1658.xml"/><Relationship Id="rId470" Type="http://schemas.openxmlformats.org/officeDocument/2006/relationships/image" Target="../media/image1673.png"/><Relationship Id="rId526" Type="http://schemas.openxmlformats.org/officeDocument/2006/relationships/image" Target="../media/image1700.png"/><Relationship Id="rId58" Type="http://schemas.openxmlformats.org/officeDocument/2006/relationships/customXml" Target="../ink/ink1526.xml"/><Relationship Id="rId123" Type="http://schemas.openxmlformats.org/officeDocument/2006/relationships/image" Target="../media/image1507.png"/><Relationship Id="rId330" Type="http://schemas.openxmlformats.org/officeDocument/2006/relationships/image" Target="../media/image1605.png"/><Relationship Id="rId568" Type="http://schemas.openxmlformats.org/officeDocument/2006/relationships/image" Target="../media/image1720.png"/><Relationship Id="rId165" Type="http://schemas.openxmlformats.org/officeDocument/2006/relationships/customXml" Target="../ink/ink1580.xml"/><Relationship Id="rId372" Type="http://schemas.openxmlformats.org/officeDocument/2006/relationships/image" Target="../media/image1625.png"/><Relationship Id="rId428" Type="http://schemas.openxmlformats.org/officeDocument/2006/relationships/image" Target="../media/image1653.png"/><Relationship Id="rId232" Type="http://schemas.openxmlformats.org/officeDocument/2006/relationships/customXml" Target="../ink/ink1614.xml"/><Relationship Id="rId274" Type="http://schemas.openxmlformats.org/officeDocument/2006/relationships/customXml" Target="../ink/ink1635.xml"/><Relationship Id="rId481" Type="http://schemas.openxmlformats.org/officeDocument/2006/relationships/customXml" Target="../ink/ink1740.xml"/><Relationship Id="rId27" Type="http://schemas.openxmlformats.org/officeDocument/2006/relationships/image" Target="../media/image1460.png"/><Relationship Id="rId69" Type="http://schemas.openxmlformats.org/officeDocument/2006/relationships/image" Target="../media/image1481.png"/><Relationship Id="rId134" Type="http://schemas.openxmlformats.org/officeDocument/2006/relationships/customXml" Target="../ink/ink1564.xml"/><Relationship Id="rId537" Type="http://schemas.openxmlformats.org/officeDocument/2006/relationships/customXml" Target="../ink/ink1768.xml"/><Relationship Id="rId579" Type="http://schemas.openxmlformats.org/officeDocument/2006/relationships/customXml" Target="../ink/ink1789.xml"/><Relationship Id="rId80" Type="http://schemas.openxmlformats.org/officeDocument/2006/relationships/customXml" Target="../ink/ink1537.xml"/><Relationship Id="rId176" Type="http://schemas.openxmlformats.org/officeDocument/2006/relationships/image" Target="../media/image1533.png"/><Relationship Id="rId341" Type="http://schemas.openxmlformats.org/officeDocument/2006/relationships/customXml" Target="../ink/ink1669.xml"/><Relationship Id="rId383" Type="http://schemas.openxmlformats.org/officeDocument/2006/relationships/customXml" Target="../ink/ink1691.xml"/><Relationship Id="rId439" Type="http://schemas.openxmlformats.org/officeDocument/2006/relationships/customXml" Target="../ink/ink1719.xml"/><Relationship Id="rId201" Type="http://schemas.openxmlformats.org/officeDocument/2006/relationships/image" Target="../media/image1545.png"/><Relationship Id="rId243" Type="http://schemas.openxmlformats.org/officeDocument/2006/relationships/image" Target="../media/image1565.png"/><Relationship Id="rId285" Type="http://schemas.openxmlformats.org/officeDocument/2006/relationships/image" Target="../media/image1585.png"/><Relationship Id="rId450" Type="http://schemas.openxmlformats.org/officeDocument/2006/relationships/image" Target="../media/image1664.png"/><Relationship Id="rId506" Type="http://schemas.openxmlformats.org/officeDocument/2006/relationships/image" Target="../media/image1691.png"/><Relationship Id="rId38" Type="http://schemas.openxmlformats.org/officeDocument/2006/relationships/customXml" Target="../ink/ink1516.xml"/><Relationship Id="rId103" Type="http://schemas.openxmlformats.org/officeDocument/2006/relationships/image" Target="../media/image249.png"/><Relationship Id="rId310" Type="http://schemas.openxmlformats.org/officeDocument/2006/relationships/customXml" Target="../ink/ink1653.xml"/><Relationship Id="rId492" Type="http://schemas.openxmlformats.org/officeDocument/2006/relationships/image" Target="../media/image1684.png"/><Relationship Id="rId548" Type="http://schemas.openxmlformats.org/officeDocument/2006/relationships/image" Target="../media/image1710.png"/><Relationship Id="rId91" Type="http://schemas.openxmlformats.org/officeDocument/2006/relationships/image" Target="../media/image1492.png"/><Relationship Id="rId145" Type="http://schemas.openxmlformats.org/officeDocument/2006/relationships/customXml" Target="../ink/ink1570.xml"/><Relationship Id="rId187" Type="http://schemas.openxmlformats.org/officeDocument/2006/relationships/image" Target="../media/image1538.png"/><Relationship Id="rId352" Type="http://schemas.openxmlformats.org/officeDocument/2006/relationships/image" Target="../media/image1616.png"/><Relationship Id="rId394" Type="http://schemas.openxmlformats.org/officeDocument/2006/relationships/image" Target="../media/image1636.png"/><Relationship Id="rId408" Type="http://schemas.openxmlformats.org/officeDocument/2006/relationships/image" Target="../media/image1643.png"/><Relationship Id="rId212" Type="http://schemas.openxmlformats.org/officeDocument/2006/relationships/customXml" Target="../ink/ink1604.xml"/><Relationship Id="rId254" Type="http://schemas.openxmlformats.org/officeDocument/2006/relationships/customXml" Target="../ink/ink1625.xml"/><Relationship Id="rId49" Type="http://schemas.openxmlformats.org/officeDocument/2006/relationships/image" Target="../media/image1471.png"/><Relationship Id="rId114" Type="http://schemas.openxmlformats.org/officeDocument/2006/relationships/customXml" Target="../ink/ink1554.xml"/><Relationship Id="rId296" Type="http://schemas.openxmlformats.org/officeDocument/2006/relationships/customXml" Target="../ink/ink1646.xml"/><Relationship Id="rId461" Type="http://schemas.openxmlformats.org/officeDocument/2006/relationships/customXml" Target="../ink/ink1730.xml"/><Relationship Id="rId517" Type="http://schemas.openxmlformats.org/officeDocument/2006/relationships/customXml" Target="../ink/ink1758.xml"/><Relationship Id="rId559" Type="http://schemas.openxmlformats.org/officeDocument/2006/relationships/customXml" Target="../ink/ink1779.xml"/><Relationship Id="rId60" Type="http://schemas.openxmlformats.org/officeDocument/2006/relationships/customXml" Target="../ink/ink1527.xml"/><Relationship Id="rId156" Type="http://schemas.openxmlformats.org/officeDocument/2006/relationships/image" Target="../media/image1523.png"/><Relationship Id="rId198" Type="http://schemas.openxmlformats.org/officeDocument/2006/relationships/customXml" Target="../ink/ink1597.xml"/><Relationship Id="rId321" Type="http://schemas.openxmlformats.org/officeDocument/2006/relationships/customXml" Target="../ink/ink1659.xml"/><Relationship Id="rId363" Type="http://schemas.openxmlformats.org/officeDocument/2006/relationships/image" Target="../media/image1621.png"/><Relationship Id="rId419" Type="http://schemas.openxmlformats.org/officeDocument/2006/relationships/customXml" Target="../ink/ink1709.xml"/><Relationship Id="rId570" Type="http://schemas.openxmlformats.org/officeDocument/2006/relationships/image" Target="../media/image1721.png"/><Relationship Id="rId223" Type="http://schemas.openxmlformats.org/officeDocument/2006/relationships/image" Target="../media/image1555.png"/><Relationship Id="rId430" Type="http://schemas.openxmlformats.org/officeDocument/2006/relationships/image" Target="../media/image1654.png"/><Relationship Id="rId18" Type="http://schemas.openxmlformats.org/officeDocument/2006/relationships/customXml" Target="../ink/ink1506.xml"/><Relationship Id="rId265" Type="http://schemas.openxmlformats.org/officeDocument/2006/relationships/image" Target="../media/image1575.png"/><Relationship Id="rId472" Type="http://schemas.openxmlformats.org/officeDocument/2006/relationships/image" Target="../media/image1674.png"/><Relationship Id="rId528" Type="http://schemas.openxmlformats.org/officeDocument/2006/relationships/image" Target="../media/image1701.png"/><Relationship Id="rId125" Type="http://schemas.openxmlformats.org/officeDocument/2006/relationships/image" Target="../media/image1508.png"/><Relationship Id="rId167" Type="http://schemas.openxmlformats.org/officeDocument/2006/relationships/customXml" Target="../ink/ink1581.xml"/><Relationship Id="rId332" Type="http://schemas.openxmlformats.org/officeDocument/2006/relationships/image" Target="../media/image1606.png"/><Relationship Id="rId374" Type="http://schemas.openxmlformats.org/officeDocument/2006/relationships/image" Target="../media/image1626.png"/><Relationship Id="rId71" Type="http://schemas.openxmlformats.org/officeDocument/2006/relationships/image" Target="../media/image1482.png"/><Relationship Id="rId234" Type="http://schemas.openxmlformats.org/officeDocument/2006/relationships/customXml" Target="../ink/ink1615.xml"/><Relationship Id="rId2" Type="http://schemas.openxmlformats.org/officeDocument/2006/relationships/customXml" Target="../ink/ink1498.xml"/><Relationship Id="rId29" Type="http://schemas.openxmlformats.org/officeDocument/2006/relationships/image" Target="../media/image1461.png"/><Relationship Id="rId276" Type="http://schemas.openxmlformats.org/officeDocument/2006/relationships/customXml" Target="../ink/ink1636.xml"/><Relationship Id="rId441" Type="http://schemas.openxmlformats.org/officeDocument/2006/relationships/customXml" Target="../ink/ink1720.xml"/><Relationship Id="rId483" Type="http://schemas.openxmlformats.org/officeDocument/2006/relationships/customXml" Target="../ink/ink1741.xml"/><Relationship Id="rId539" Type="http://schemas.openxmlformats.org/officeDocument/2006/relationships/customXml" Target="../ink/ink1769.xml"/><Relationship Id="rId40" Type="http://schemas.openxmlformats.org/officeDocument/2006/relationships/customXml" Target="../ink/ink1517.xml"/><Relationship Id="rId136" Type="http://schemas.openxmlformats.org/officeDocument/2006/relationships/customXml" Target="../ink/ink1565.xml"/><Relationship Id="rId178" Type="http://schemas.openxmlformats.org/officeDocument/2006/relationships/image" Target="../media/image1534.png"/><Relationship Id="rId301" Type="http://schemas.openxmlformats.org/officeDocument/2006/relationships/image" Target="../media/image1359.png"/><Relationship Id="rId343" Type="http://schemas.openxmlformats.org/officeDocument/2006/relationships/customXml" Target="../ink/ink1670.xml"/><Relationship Id="rId550" Type="http://schemas.openxmlformats.org/officeDocument/2006/relationships/image" Target="../media/image1711.png"/><Relationship Id="rId82" Type="http://schemas.openxmlformats.org/officeDocument/2006/relationships/customXml" Target="../ink/ink1538.xml"/><Relationship Id="rId203" Type="http://schemas.openxmlformats.org/officeDocument/2006/relationships/image" Target="../media/image1546.png"/><Relationship Id="rId385" Type="http://schemas.openxmlformats.org/officeDocument/2006/relationships/customXml" Target="../ink/ink1692.xml"/><Relationship Id="rId245" Type="http://schemas.openxmlformats.org/officeDocument/2006/relationships/image" Target="../media/image1566.png"/><Relationship Id="rId287" Type="http://schemas.openxmlformats.org/officeDocument/2006/relationships/image" Target="../media/image1586.png"/><Relationship Id="rId410" Type="http://schemas.openxmlformats.org/officeDocument/2006/relationships/image" Target="../media/image1644.png"/><Relationship Id="rId452" Type="http://schemas.openxmlformats.org/officeDocument/2006/relationships/image" Target="../media/image1665.png"/><Relationship Id="rId494" Type="http://schemas.openxmlformats.org/officeDocument/2006/relationships/image" Target="../media/image1685.png"/><Relationship Id="rId508" Type="http://schemas.openxmlformats.org/officeDocument/2006/relationships/image" Target="../media/image323.png"/><Relationship Id="rId105" Type="http://schemas.openxmlformats.org/officeDocument/2006/relationships/image" Target="../media/image1498.png"/><Relationship Id="rId147" Type="http://schemas.openxmlformats.org/officeDocument/2006/relationships/customXml" Target="../ink/ink1571.xml"/><Relationship Id="rId312" Type="http://schemas.openxmlformats.org/officeDocument/2006/relationships/customXml" Target="../ink/ink1654.xml"/><Relationship Id="rId354" Type="http://schemas.openxmlformats.org/officeDocument/2006/relationships/image" Target="../media/image1617.png"/><Relationship Id="rId51" Type="http://schemas.openxmlformats.org/officeDocument/2006/relationships/image" Target="../media/image1472.png"/><Relationship Id="rId93" Type="http://schemas.openxmlformats.org/officeDocument/2006/relationships/image" Target="../media/image1493.png"/><Relationship Id="rId189" Type="http://schemas.openxmlformats.org/officeDocument/2006/relationships/image" Target="../media/image1539.png"/><Relationship Id="rId396" Type="http://schemas.openxmlformats.org/officeDocument/2006/relationships/image" Target="../media/image1637.png"/><Relationship Id="rId561" Type="http://schemas.openxmlformats.org/officeDocument/2006/relationships/customXml" Target="../ink/ink1780.xml"/><Relationship Id="rId214" Type="http://schemas.openxmlformats.org/officeDocument/2006/relationships/customXml" Target="../ink/ink1605.xml"/><Relationship Id="rId256" Type="http://schemas.openxmlformats.org/officeDocument/2006/relationships/customXml" Target="../ink/ink1626.xml"/><Relationship Id="rId298" Type="http://schemas.openxmlformats.org/officeDocument/2006/relationships/customXml" Target="../ink/ink1647.xml"/><Relationship Id="rId421" Type="http://schemas.openxmlformats.org/officeDocument/2006/relationships/customXml" Target="../ink/ink1710.xml"/><Relationship Id="rId463" Type="http://schemas.openxmlformats.org/officeDocument/2006/relationships/customXml" Target="../ink/ink1731.xml"/><Relationship Id="rId519" Type="http://schemas.openxmlformats.org/officeDocument/2006/relationships/customXml" Target="../ink/ink1759.xml"/><Relationship Id="rId116" Type="http://schemas.openxmlformats.org/officeDocument/2006/relationships/customXml" Target="../ink/ink1555.xml"/><Relationship Id="rId158" Type="http://schemas.openxmlformats.org/officeDocument/2006/relationships/image" Target="../media/image1524.png"/><Relationship Id="rId323" Type="http://schemas.openxmlformats.org/officeDocument/2006/relationships/customXml" Target="../ink/ink1660.xml"/><Relationship Id="rId530" Type="http://schemas.openxmlformats.org/officeDocument/2006/relationships/image" Target="../media/image1702.png"/><Relationship Id="rId20" Type="http://schemas.openxmlformats.org/officeDocument/2006/relationships/customXml" Target="../ink/ink1507.xml"/><Relationship Id="rId62" Type="http://schemas.openxmlformats.org/officeDocument/2006/relationships/customXml" Target="../ink/ink1528.xml"/><Relationship Id="rId365" Type="http://schemas.openxmlformats.org/officeDocument/2006/relationships/image" Target="../media/image1622.png"/><Relationship Id="rId572" Type="http://schemas.openxmlformats.org/officeDocument/2006/relationships/image" Target="../media/image1722.png"/><Relationship Id="rId225" Type="http://schemas.openxmlformats.org/officeDocument/2006/relationships/image" Target="../media/image1556.png"/><Relationship Id="rId267" Type="http://schemas.openxmlformats.org/officeDocument/2006/relationships/image" Target="../media/image1576.png"/><Relationship Id="rId432" Type="http://schemas.openxmlformats.org/officeDocument/2006/relationships/image" Target="../media/image1655.png"/><Relationship Id="rId474" Type="http://schemas.openxmlformats.org/officeDocument/2006/relationships/image" Target="../media/image1675.png"/><Relationship Id="rId127" Type="http://schemas.openxmlformats.org/officeDocument/2006/relationships/image" Target="../media/image1509.png"/><Relationship Id="rId31" Type="http://schemas.openxmlformats.org/officeDocument/2006/relationships/image" Target="../media/image1462.png"/><Relationship Id="rId73" Type="http://schemas.openxmlformats.org/officeDocument/2006/relationships/image" Target="../media/image1483.png"/><Relationship Id="rId169" Type="http://schemas.openxmlformats.org/officeDocument/2006/relationships/customXml" Target="../ink/ink1582.xml"/><Relationship Id="rId334" Type="http://schemas.openxmlformats.org/officeDocument/2006/relationships/image" Target="../media/image1607.png"/><Relationship Id="rId376" Type="http://schemas.openxmlformats.org/officeDocument/2006/relationships/image" Target="../media/image1627.png"/><Relationship Id="rId541" Type="http://schemas.openxmlformats.org/officeDocument/2006/relationships/customXml" Target="../ink/ink1770.xml"/><Relationship Id="rId4" Type="http://schemas.openxmlformats.org/officeDocument/2006/relationships/customXml" Target="../ink/ink1499.xml"/><Relationship Id="rId180" Type="http://schemas.openxmlformats.org/officeDocument/2006/relationships/image" Target="../media/image1535.png"/><Relationship Id="rId236" Type="http://schemas.openxmlformats.org/officeDocument/2006/relationships/customXml" Target="../ink/ink1616.xml"/><Relationship Id="rId278" Type="http://schemas.openxmlformats.org/officeDocument/2006/relationships/customXml" Target="../ink/ink1637.xml"/><Relationship Id="rId401" Type="http://schemas.openxmlformats.org/officeDocument/2006/relationships/customXml" Target="../ink/ink1700.xml"/><Relationship Id="rId443" Type="http://schemas.openxmlformats.org/officeDocument/2006/relationships/customXml" Target="../ink/ink1721.xml"/><Relationship Id="rId303" Type="http://schemas.openxmlformats.org/officeDocument/2006/relationships/image" Target="../media/image1592.png"/><Relationship Id="rId485" Type="http://schemas.openxmlformats.org/officeDocument/2006/relationships/customXml" Target="../ink/ink1742.xml"/><Relationship Id="rId42" Type="http://schemas.openxmlformats.org/officeDocument/2006/relationships/customXml" Target="../ink/ink1518.xml"/><Relationship Id="rId84" Type="http://schemas.openxmlformats.org/officeDocument/2006/relationships/customXml" Target="../ink/ink1539.xml"/><Relationship Id="rId138" Type="http://schemas.openxmlformats.org/officeDocument/2006/relationships/customXml" Target="../ink/ink1566.xml"/><Relationship Id="rId345" Type="http://schemas.openxmlformats.org/officeDocument/2006/relationships/customXml" Target="../ink/ink1671.xml"/><Relationship Id="rId387" Type="http://schemas.openxmlformats.org/officeDocument/2006/relationships/customXml" Target="../ink/ink1693.xml"/><Relationship Id="rId510" Type="http://schemas.openxmlformats.org/officeDocument/2006/relationships/image" Target="../media/image1692.png"/><Relationship Id="rId552" Type="http://schemas.openxmlformats.org/officeDocument/2006/relationships/image" Target="../media/image1712.png"/><Relationship Id="rId191" Type="http://schemas.openxmlformats.org/officeDocument/2006/relationships/image" Target="../media/image1540.png"/><Relationship Id="rId205" Type="http://schemas.openxmlformats.org/officeDocument/2006/relationships/image" Target="../media/image1547.png"/><Relationship Id="rId247" Type="http://schemas.openxmlformats.org/officeDocument/2006/relationships/image" Target="../media/image1567.png"/><Relationship Id="rId412" Type="http://schemas.openxmlformats.org/officeDocument/2006/relationships/image" Target="../media/image1645.png"/><Relationship Id="rId107" Type="http://schemas.openxmlformats.org/officeDocument/2006/relationships/image" Target="../media/image1499.png"/><Relationship Id="rId289" Type="http://schemas.openxmlformats.org/officeDocument/2006/relationships/image" Target="../media/image1587.png"/><Relationship Id="rId454" Type="http://schemas.openxmlformats.org/officeDocument/2006/relationships/image" Target="../media/image1666.png"/><Relationship Id="rId496" Type="http://schemas.openxmlformats.org/officeDocument/2006/relationships/image" Target="../media/image1686.png"/><Relationship Id="rId11" Type="http://schemas.openxmlformats.org/officeDocument/2006/relationships/image" Target="../media/image1452.png"/><Relationship Id="rId53" Type="http://schemas.openxmlformats.org/officeDocument/2006/relationships/image" Target="../media/image1473.png"/><Relationship Id="rId149" Type="http://schemas.openxmlformats.org/officeDocument/2006/relationships/customXml" Target="../ink/ink1572.xml"/><Relationship Id="rId314" Type="http://schemas.openxmlformats.org/officeDocument/2006/relationships/image" Target="../media/image1597.png"/><Relationship Id="rId356" Type="http://schemas.openxmlformats.org/officeDocument/2006/relationships/image" Target="../media/image1618.png"/><Relationship Id="rId398" Type="http://schemas.openxmlformats.org/officeDocument/2006/relationships/image" Target="../media/image1638.png"/><Relationship Id="rId521" Type="http://schemas.openxmlformats.org/officeDocument/2006/relationships/customXml" Target="../ink/ink1760.xml"/><Relationship Id="rId563" Type="http://schemas.openxmlformats.org/officeDocument/2006/relationships/customXml" Target="../ink/ink1781.xml"/><Relationship Id="rId95" Type="http://schemas.openxmlformats.org/officeDocument/2006/relationships/image" Target="../media/image1494.png"/><Relationship Id="rId160" Type="http://schemas.openxmlformats.org/officeDocument/2006/relationships/image" Target="../media/image1525.png"/><Relationship Id="rId216" Type="http://schemas.openxmlformats.org/officeDocument/2006/relationships/customXml" Target="../ink/ink1606.xml"/><Relationship Id="rId423" Type="http://schemas.openxmlformats.org/officeDocument/2006/relationships/customXml" Target="../ink/ink1711.xml"/><Relationship Id="rId258" Type="http://schemas.openxmlformats.org/officeDocument/2006/relationships/customXml" Target="../ink/ink1627.xml"/><Relationship Id="rId465" Type="http://schemas.openxmlformats.org/officeDocument/2006/relationships/customXml" Target="../ink/ink1732.xml"/><Relationship Id="rId22" Type="http://schemas.openxmlformats.org/officeDocument/2006/relationships/customXml" Target="../ink/ink1508.xml"/><Relationship Id="rId64" Type="http://schemas.openxmlformats.org/officeDocument/2006/relationships/customXml" Target="../ink/ink1529.xml"/><Relationship Id="rId118" Type="http://schemas.openxmlformats.org/officeDocument/2006/relationships/customXml" Target="../ink/ink1556.xml"/><Relationship Id="rId325" Type="http://schemas.openxmlformats.org/officeDocument/2006/relationships/customXml" Target="../ink/ink1661.xml"/><Relationship Id="rId367" Type="http://schemas.openxmlformats.org/officeDocument/2006/relationships/image" Target="../media/image1623.png"/><Relationship Id="rId532" Type="http://schemas.openxmlformats.org/officeDocument/2006/relationships/image" Target="../media/image1703.png"/><Relationship Id="rId574" Type="http://schemas.openxmlformats.org/officeDocument/2006/relationships/image" Target="../media/image1723.png"/><Relationship Id="rId171" Type="http://schemas.openxmlformats.org/officeDocument/2006/relationships/customXml" Target="../ink/ink1583.xml"/><Relationship Id="rId227" Type="http://schemas.openxmlformats.org/officeDocument/2006/relationships/image" Target="../media/image1557.png"/><Relationship Id="rId269" Type="http://schemas.openxmlformats.org/officeDocument/2006/relationships/image" Target="../media/image1577.png"/><Relationship Id="rId434" Type="http://schemas.openxmlformats.org/officeDocument/2006/relationships/image" Target="../media/image1656.png"/><Relationship Id="rId476" Type="http://schemas.openxmlformats.org/officeDocument/2006/relationships/image" Target="../media/image1676.png"/><Relationship Id="rId33" Type="http://schemas.openxmlformats.org/officeDocument/2006/relationships/image" Target="../media/image1463.png"/><Relationship Id="rId129" Type="http://schemas.openxmlformats.org/officeDocument/2006/relationships/image" Target="../media/image1510.png"/><Relationship Id="rId280" Type="http://schemas.openxmlformats.org/officeDocument/2006/relationships/customXml" Target="../ink/ink1638.xml"/><Relationship Id="rId336" Type="http://schemas.openxmlformats.org/officeDocument/2006/relationships/image" Target="../media/image1608.png"/><Relationship Id="rId501" Type="http://schemas.openxmlformats.org/officeDocument/2006/relationships/customXml" Target="../ink/ink1750.xml"/><Relationship Id="rId543" Type="http://schemas.openxmlformats.org/officeDocument/2006/relationships/customXml" Target="../ink/ink1771.xml"/><Relationship Id="rId75" Type="http://schemas.openxmlformats.org/officeDocument/2006/relationships/image" Target="../media/image1484.png"/><Relationship Id="rId140" Type="http://schemas.openxmlformats.org/officeDocument/2006/relationships/customXml" Target="../ink/ink1567.xml"/><Relationship Id="rId182" Type="http://schemas.openxmlformats.org/officeDocument/2006/relationships/image" Target="../media/image1536.png"/><Relationship Id="rId378" Type="http://schemas.openxmlformats.org/officeDocument/2006/relationships/image" Target="../media/image1628.png"/><Relationship Id="rId403" Type="http://schemas.openxmlformats.org/officeDocument/2006/relationships/customXml" Target="../ink/ink1701.xml"/><Relationship Id="rId6" Type="http://schemas.openxmlformats.org/officeDocument/2006/relationships/customXml" Target="../ink/ink1500.xml"/><Relationship Id="rId238" Type="http://schemas.openxmlformats.org/officeDocument/2006/relationships/customXml" Target="../ink/ink1617.xml"/><Relationship Id="rId445" Type="http://schemas.openxmlformats.org/officeDocument/2006/relationships/customXml" Target="../ink/ink1722.xml"/><Relationship Id="rId487" Type="http://schemas.openxmlformats.org/officeDocument/2006/relationships/customXml" Target="../ink/ink1743.xml"/><Relationship Id="rId291" Type="http://schemas.openxmlformats.org/officeDocument/2006/relationships/image" Target="../media/image1588.png"/><Relationship Id="rId305" Type="http://schemas.openxmlformats.org/officeDocument/2006/relationships/image" Target="../media/image1593.png"/><Relationship Id="rId347" Type="http://schemas.openxmlformats.org/officeDocument/2006/relationships/customXml" Target="../ink/ink1672.xml"/><Relationship Id="rId512" Type="http://schemas.openxmlformats.org/officeDocument/2006/relationships/image" Target="../media/image1693.png"/><Relationship Id="rId44" Type="http://schemas.openxmlformats.org/officeDocument/2006/relationships/customXml" Target="../ink/ink1519.xml"/><Relationship Id="rId86" Type="http://schemas.openxmlformats.org/officeDocument/2006/relationships/customXml" Target="../ink/ink1540.xml"/><Relationship Id="rId151" Type="http://schemas.openxmlformats.org/officeDocument/2006/relationships/customXml" Target="../ink/ink1573.xml"/><Relationship Id="rId389" Type="http://schemas.openxmlformats.org/officeDocument/2006/relationships/customXml" Target="../ink/ink1694.xml"/><Relationship Id="rId554" Type="http://schemas.openxmlformats.org/officeDocument/2006/relationships/image" Target="../media/image1713.png"/><Relationship Id="rId193" Type="http://schemas.openxmlformats.org/officeDocument/2006/relationships/image" Target="../media/image1541.png"/><Relationship Id="rId207" Type="http://schemas.openxmlformats.org/officeDocument/2006/relationships/image" Target="../media/image1548.png"/><Relationship Id="rId249" Type="http://schemas.openxmlformats.org/officeDocument/2006/relationships/image" Target="../media/image201.png"/><Relationship Id="rId414" Type="http://schemas.openxmlformats.org/officeDocument/2006/relationships/image" Target="../media/image1646.png"/><Relationship Id="rId456" Type="http://schemas.openxmlformats.org/officeDocument/2006/relationships/image" Target="../media/image1667.png"/><Relationship Id="rId498" Type="http://schemas.openxmlformats.org/officeDocument/2006/relationships/image" Target="../media/image1687.png"/><Relationship Id="rId13" Type="http://schemas.openxmlformats.org/officeDocument/2006/relationships/image" Target="../media/image1453.png"/><Relationship Id="rId109" Type="http://schemas.openxmlformats.org/officeDocument/2006/relationships/image" Target="../media/image1500.png"/><Relationship Id="rId260" Type="http://schemas.openxmlformats.org/officeDocument/2006/relationships/customXml" Target="../ink/ink1628.xml"/><Relationship Id="rId316" Type="http://schemas.openxmlformats.org/officeDocument/2006/relationships/image" Target="../media/image1598.png"/><Relationship Id="rId523" Type="http://schemas.openxmlformats.org/officeDocument/2006/relationships/customXml" Target="../ink/ink1761.xml"/><Relationship Id="rId55" Type="http://schemas.openxmlformats.org/officeDocument/2006/relationships/image" Target="../media/image1474.png"/><Relationship Id="rId97" Type="http://schemas.openxmlformats.org/officeDocument/2006/relationships/image" Target="../media/image1495.png"/><Relationship Id="rId120" Type="http://schemas.openxmlformats.org/officeDocument/2006/relationships/customXml" Target="../ink/ink1557.xml"/><Relationship Id="rId358" Type="http://schemas.openxmlformats.org/officeDocument/2006/relationships/image" Target="../media/image1619.png"/><Relationship Id="rId565" Type="http://schemas.openxmlformats.org/officeDocument/2006/relationships/customXml" Target="../ink/ink1782.xml"/><Relationship Id="rId162" Type="http://schemas.openxmlformats.org/officeDocument/2006/relationships/image" Target="../media/image1526.png"/><Relationship Id="rId218" Type="http://schemas.openxmlformats.org/officeDocument/2006/relationships/customXml" Target="../ink/ink1607.xml"/><Relationship Id="rId425" Type="http://schemas.openxmlformats.org/officeDocument/2006/relationships/customXml" Target="../ink/ink1712.xml"/><Relationship Id="rId467" Type="http://schemas.openxmlformats.org/officeDocument/2006/relationships/customXml" Target="../ink/ink1733.xml"/><Relationship Id="rId271" Type="http://schemas.openxmlformats.org/officeDocument/2006/relationships/image" Target="../media/image1578.png"/><Relationship Id="rId24" Type="http://schemas.openxmlformats.org/officeDocument/2006/relationships/customXml" Target="../ink/ink1509.xml"/><Relationship Id="rId66" Type="http://schemas.openxmlformats.org/officeDocument/2006/relationships/customXml" Target="../ink/ink1530.xml"/><Relationship Id="rId131" Type="http://schemas.openxmlformats.org/officeDocument/2006/relationships/image" Target="../media/image1511.png"/><Relationship Id="rId327" Type="http://schemas.openxmlformats.org/officeDocument/2006/relationships/customXml" Target="../ink/ink1662.xml"/><Relationship Id="rId369" Type="http://schemas.openxmlformats.org/officeDocument/2006/relationships/customXml" Target="../ink/ink1684.xml"/><Relationship Id="rId534" Type="http://schemas.openxmlformats.org/officeDocument/2006/relationships/image" Target="../media/image1704.png"/><Relationship Id="rId576" Type="http://schemas.openxmlformats.org/officeDocument/2006/relationships/image" Target="../media/image1724.png"/><Relationship Id="rId173" Type="http://schemas.openxmlformats.org/officeDocument/2006/relationships/customXml" Target="../ink/ink1584.xml"/><Relationship Id="rId229" Type="http://schemas.openxmlformats.org/officeDocument/2006/relationships/image" Target="../media/image1558.png"/><Relationship Id="rId380" Type="http://schemas.openxmlformats.org/officeDocument/2006/relationships/image" Target="../media/image1629.png"/><Relationship Id="rId436" Type="http://schemas.openxmlformats.org/officeDocument/2006/relationships/image" Target="../media/image1657.png"/><Relationship Id="rId240" Type="http://schemas.openxmlformats.org/officeDocument/2006/relationships/customXml" Target="../ink/ink1618.xml"/><Relationship Id="rId478" Type="http://schemas.openxmlformats.org/officeDocument/2006/relationships/image" Target="../media/image1677.png"/><Relationship Id="rId35" Type="http://schemas.openxmlformats.org/officeDocument/2006/relationships/image" Target="../media/image1464.png"/><Relationship Id="rId77" Type="http://schemas.openxmlformats.org/officeDocument/2006/relationships/image" Target="../media/image1485.png"/><Relationship Id="rId100" Type="http://schemas.openxmlformats.org/officeDocument/2006/relationships/customXml" Target="../ink/ink1547.xml"/><Relationship Id="rId282" Type="http://schemas.openxmlformats.org/officeDocument/2006/relationships/customXml" Target="../ink/ink1639.xml"/><Relationship Id="rId338" Type="http://schemas.openxmlformats.org/officeDocument/2006/relationships/image" Target="../media/image1609.png"/><Relationship Id="rId503" Type="http://schemas.openxmlformats.org/officeDocument/2006/relationships/customXml" Target="../ink/ink1751.xml"/><Relationship Id="rId545" Type="http://schemas.openxmlformats.org/officeDocument/2006/relationships/customXml" Target="../ink/ink1772.xml"/><Relationship Id="rId8" Type="http://schemas.openxmlformats.org/officeDocument/2006/relationships/customXml" Target="../ink/ink1501.xml"/><Relationship Id="rId142" Type="http://schemas.openxmlformats.org/officeDocument/2006/relationships/customXml" Target="../ink/ink1568.xml"/><Relationship Id="rId184" Type="http://schemas.openxmlformats.org/officeDocument/2006/relationships/customXml" Target="../ink/ink1590.xml"/><Relationship Id="rId391" Type="http://schemas.openxmlformats.org/officeDocument/2006/relationships/customXml" Target="../ink/ink1695.xml"/><Relationship Id="rId405" Type="http://schemas.openxmlformats.org/officeDocument/2006/relationships/customXml" Target="../ink/ink1702.xml"/><Relationship Id="rId447" Type="http://schemas.openxmlformats.org/officeDocument/2006/relationships/customXml" Target="../ink/ink1723.xml"/><Relationship Id="rId251" Type="http://schemas.openxmlformats.org/officeDocument/2006/relationships/image" Target="../media/image1568.png"/><Relationship Id="rId489" Type="http://schemas.openxmlformats.org/officeDocument/2006/relationships/customXml" Target="../ink/ink1744.xml"/><Relationship Id="rId46" Type="http://schemas.openxmlformats.org/officeDocument/2006/relationships/customXml" Target="../ink/ink1520.xml"/><Relationship Id="rId293" Type="http://schemas.openxmlformats.org/officeDocument/2006/relationships/image" Target="../media/image1589.png"/><Relationship Id="rId307" Type="http://schemas.openxmlformats.org/officeDocument/2006/relationships/image" Target="../media/image1594.png"/><Relationship Id="rId349" Type="http://schemas.openxmlformats.org/officeDocument/2006/relationships/customXml" Target="../ink/ink1673.xml"/><Relationship Id="rId514" Type="http://schemas.openxmlformats.org/officeDocument/2006/relationships/image" Target="../media/image1694.png"/><Relationship Id="rId556" Type="http://schemas.openxmlformats.org/officeDocument/2006/relationships/image" Target="../media/image1714.png"/><Relationship Id="rId88" Type="http://schemas.openxmlformats.org/officeDocument/2006/relationships/customXml" Target="../ink/ink1541.xml"/><Relationship Id="rId111" Type="http://schemas.openxmlformats.org/officeDocument/2006/relationships/image" Target="../media/image1501.png"/><Relationship Id="rId153" Type="http://schemas.openxmlformats.org/officeDocument/2006/relationships/customXml" Target="../ink/ink1574.xml"/><Relationship Id="rId195" Type="http://schemas.openxmlformats.org/officeDocument/2006/relationships/image" Target="../media/image1542.png"/><Relationship Id="rId209" Type="http://schemas.openxmlformats.org/officeDocument/2006/relationships/image" Target="../media/image1549.png"/><Relationship Id="rId360" Type="http://schemas.openxmlformats.org/officeDocument/2006/relationships/customXml" Target="../ink/ink1679.xml"/><Relationship Id="rId416" Type="http://schemas.openxmlformats.org/officeDocument/2006/relationships/image" Target="../media/image1647.png"/><Relationship Id="rId220" Type="http://schemas.openxmlformats.org/officeDocument/2006/relationships/customXml" Target="../ink/ink1608.xml"/><Relationship Id="rId458" Type="http://schemas.openxmlformats.org/officeDocument/2006/relationships/image" Target="../media/image1668.png"/><Relationship Id="rId15" Type="http://schemas.openxmlformats.org/officeDocument/2006/relationships/image" Target="../media/image1454.png"/><Relationship Id="rId57" Type="http://schemas.openxmlformats.org/officeDocument/2006/relationships/image" Target="../media/image1475.png"/><Relationship Id="rId262" Type="http://schemas.openxmlformats.org/officeDocument/2006/relationships/customXml" Target="../ink/ink1629.xml"/><Relationship Id="rId318" Type="http://schemas.openxmlformats.org/officeDocument/2006/relationships/image" Target="../media/image1599.png"/><Relationship Id="rId525" Type="http://schemas.openxmlformats.org/officeDocument/2006/relationships/customXml" Target="../ink/ink1762.xml"/><Relationship Id="rId567" Type="http://schemas.openxmlformats.org/officeDocument/2006/relationships/customXml" Target="../ink/ink1783.xml"/><Relationship Id="rId99" Type="http://schemas.openxmlformats.org/officeDocument/2006/relationships/image" Target="../media/image1496.png"/><Relationship Id="rId122" Type="http://schemas.openxmlformats.org/officeDocument/2006/relationships/customXml" Target="../ink/ink1558.xml"/><Relationship Id="rId164" Type="http://schemas.openxmlformats.org/officeDocument/2006/relationships/image" Target="../media/image1527.png"/><Relationship Id="rId371" Type="http://schemas.openxmlformats.org/officeDocument/2006/relationships/customXml" Target="../ink/ink1685.xml"/><Relationship Id="rId427" Type="http://schemas.openxmlformats.org/officeDocument/2006/relationships/customXml" Target="../ink/ink1713.xml"/><Relationship Id="rId469" Type="http://schemas.openxmlformats.org/officeDocument/2006/relationships/customXml" Target="../ink/ink1734.xml"/><Relationship Id="rId26" Type="http://schemas.openxmlformats.org/officeDocument/2006/relationships/customXml" Target="../ink/ink1510.xml"/><Relationship Id="rId231" Type="http://schemas.openxmlformats.org/officeDocument/2006/relationships/image" Target="../media/image1559.png"/><Relationship Id="rId273" Type="http://schemas.openxmlformats.org/officeDocument/2006/relationships/image" Target="../media/image1579.png"/><Relationship Id="rId329" Type="http://schemas.openxmlformats.org/officeDocument/2006/relationships/customXml" Target="../ink/ink1663.xml"/><Relationship Id="rId480" Type="http://schemas.openxmlformats.org/officeDocument/2006/relationships/image" Target="../media/image1678.png"/><Relationship Id="rId536" Type="http://schemas.openxmlformats.org/officeDocument/2006/relationships/image" Target="../media/image1705.png"/><Relationship Id="rId68" Type="http://schemas.openxmlformats.org/officeDocument/2006/relationships/customXml" Target="../ink/ink1531.xml"/><Relationship Id="rId133" Type="http://schemas.openxmlformats.org/officeDocument/2006/relationships/image" Target="../media/image1512.png"/><Relationship Id="rId175" Type="http://schemas.openxmlformats.org/officeDocument/2006/relationships/customXml" Target="../ink/ink1585.xml"/><Relationship Id="rId340" Type="http://schemas.openxmlformats.org/officeDocument/2006/relationships/image" Target="../media/image1610.png"/><Relationship Id="rId578" Type="http://schemas.openxmlformats.org/officeDocument/2006/relationships/image" Target="../media/image1725.png"/><Relationship Id="rId200" Type="http://schemas.openxmlformats.org/officeDocument/2006/relationships/customXml" Target="../ink/ink1598.xml"/><Relationship Id="rId382" Type="http://schemas.openxmlformats.org/officeDocument/2006/relationships/image" Target="../media/image1630.png"/><Relationship Id="rId438" Type="http://schemas.openxmlformats.org/officeDocument/2006/relationships/image" Target="../media/image1658.png"/><Relationship Id="rId242" Type="http://schemas.openxmlformats.org/officeDocument/2006/relationships/customXml" Target="../ink/ink1619.xml"/><Relationship Id="rId284" Type="http://schemas.openxmlformats.org/officeDocument/2006/relationships/customXml" Target="../ink/ink1640.xml"/><Relationship Id="rId491" Type="http://schemas.openxmlformats.org/officeDocument/2006/relationships/customXml" Target="../ink/ink1745.xml"/><Relationship Id="rId505" Type="http://schemas.openxmlformats.org/officeDocument/2006/relationships/customXml" Target="../ink/ink1752.xml"/><Relationship Id="rId37" Type="http://schemas.openxmlformats.org/officeDocument/2006/relationships/image" Target="../media/image1465.png"/><Relationship Id="rId79" Type="http://schemas.openxmlformats.org/officeDocument/2006/relationships/image" Target="../media/image1486.png"/><Relationship Id="rId102" Type="http://schemas.openxmlformats.org/officeDocument/2006/relationships/customXml" Target="../ink/ink1548.xml"/><Relationship Id="rId144" Type="http://schemas.openxmlformats.org/officeDocument/2006/relationships/customXml" Target="../ink/ink1569.xml"/><Relationship Id="rId547" Type="http://schemas.openxmlformats.org/officeDocument/2006/relationships/customXml" Target="../ink/ink1773.xml"/><Relationship Id="rId90" Type="http://schemas.openxmlformats.org/officeDocument/2006/relationships/customXml" Target="../ink/ink1542.xml"/><Relationship Id="rId186" Type="http://schemas.openxmlformats.org/officeDocument/2006/relationships/customXml" Target="../ink/ink1591.xml"/><Relationship Id="rId351" Type="http://schemas.openxmlformats.org/officeDocument/2006/relationships/customXml" Target="../ink/ink1674.xml"/><Relationship Id="rId393" Type="http://schemas.openxmlformats.org/officeDocument/2006/relationships/customXml" Target="../ink/ink1696.xml"/><Relationship Id="rId407" Type="http://schemas.openxmlformats.org/officeDocument/2006/relationships/customXml" Target="../ink/ink1703.xml"/><Relationship Id="rId449" Type="http://schemas.openxmlformats.org/officeDocument/2006/relationships/customXml" Target="../ink/ink1724.xml"/><Relationship Id="rId211" Type="http://schemas.openxmlformats.org/officeDocument/2006/relationships/image" Target="../media/image1550.png"/><Relationship Id="rId253" Type="http://schemas.openxmlformats.org/officeDocument/2006/relationships/image" Target="../media/image1569.png"/><Relationship Id="rId295" Type="http://schemas.openxmlformats.org/officeDocument/2006/relationships/image" Target="../media/image742.png"/><Relationship Id="rId309" Type="http://schemas.openxmlformats.org/officeDocument/2006/relationships/image" Target="../media/image1595.png"/><Relationship Id="rId460" Type="http://schemas.openxmlformats.org/officeDocument/2006/relationships/image" Target="../media/image1669.png"/><Relationship Id="rId516" Type="http://schemas.openxmlformats.org/officeDocument/2006/relationships/image" Target="../media/image1695.png"/><Relationship Id="rId48" Type="http://schemas.openxmlformats.org/officeDocument/2006/relationships/customXml" Target="../ink/ink1521.xml"/><Relationship Id="rId113" Type="http://schemas.openxmlformats.org/officeDocument/2006/relationships/image" Target="../media/image1502.png"/><Relationship Id="rId320" Type="http://schemas.openxmlformats.org/officeDocument/2006/relationships/image" Target="../media/image1600.png"/><Relationship Id="rId558" Type="http://schemas.openxmlformats.org/officeDocument/2006/relationships/image" Target="../media/image1715.png"/><Relationship Id="rId155" Type="http://schemas.openxmlformats.org/officeDocument/2006/relationships/customXml" Target="../ink/ink1575.xml"/><Relationship Id="rId197" Type="http://schemas.openxmlformats.org/officeDocument/2006/relationships/image" Target="../media/image1543.png"/><Relationship Id="rId362" Type="http://schemas.openxmlformats.org/officeDocument/2006/relationships/customXml" Target="../ink/ink1680.xml"/><Relationship Id="rId418" Type="http://schemas.openxmlformats.org/officeDocument/2006/relationships/image" Target="../media/image1648.png"/><Relationship Id="rId222" Type="http://schemas.openxmlformats.org/officeDocument/2006/relationships/customXml" Target="../ink/ink1609.xml"/><Relationship Id="rId264" Type="http://schemas.openxmlformats.org/officeDocument/2006/relationships/customXml" Target="../ink/ink1630.xml"/><Relationship Id="rId471" Type="http://schemas.openxmlformats.org/officeDocument/2006/relationships/customXml" Target="../ink/ink1735.xml"/><Relationship Id="rId17" Type="http://schemas.openxmlformats.org/officeDocument/2006/relationships/image" Target="../media/image1455.png"/><Relationship Id="rId59" Type="http://schemas.openxmlformats.org/officeDocument/2006/relationships/image" Target="../media/image1476.png"/><Relationship Id="rId124" Type="http://schemas.openxmlformats.org/officeDocument/2006/relationships/customXml" Target="../ink/ink1559.xml"/><Relationship Id="rId527" Type="http://schemas.openxmlformats.org/officeDocument/2006/relationships/customXml" Target="../ink/ink1763.xml"/><Relationship Id="rId569" Type="http://schemas.openxmlformats.org/officeDocument/2006/relationships/customXml" Target="../ink/ink1784.xml"/><Relationship Id="rId70" Type="http://schemas.openxmlformats.org/officeDocument/2006/relationships/customXml" Target="../ink/ink1532.xml"/><Relationship Id="rId166" Type="http://schemas.openxmlformats.org/officeDocument/2006/relationships/image" Target="../media/image1528.png"/><Relationship Id="rId331" Type="http://schemas.openxmlformats.org/officeDocument/2006/relationships/customXml" Target="../ink/ink1664.xml"/><Relationship Id="rId373" Type="http://schemas.openxmlformats.org/officeDocument/2006/relationships/customXml" Target="../ink/ink1686.xml"/><Relationship Id="rId429" Type="http://schemas.openxmlformats.org/officeDocument/2006/relationships/customXml" Target="../ink/ink1714.xml"/><Relationship Id="rId580" Type="http://schemas.openxmlformats.org/officeDocument/2006/relationships/image" Target="../media/image1726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560.png"/><Relationship Id="rId440" Type="http://schemas.openxmlformats.org/officeDocument/2006/relationships/image" Target="../media/image1659.png"/><Relationship Id="rId28" Type="http://schemas.openxmlformats.org/officeDocument/2006/relationships/customXml" Target="../ink/ink1511.xml"/><Relationship Id="rId275" Type="http://schemas.openxmlformats.org/officeDocument/2006/relationships/image" Target="../media/image1580.png"/><Relationship Id="rId300" Type="http://schemas.openxmlformats.org/officeDocument/2006/relationships/customXml" Target="../ink/ink1648.xml"/><Relationship Id="rId482" Type="http://schemas.openxmlformats.org/officeDocument/2006/relationships/image" Target="../media/image1679.png"/><Relationship Id="rId538" Type="http://schemas.openxmlformats.org/officeDocument/2006/relationships/image" Target="../media/image897.png"/><Relationship Id="rId81" Type="http://schemas.openxmlformats.org/officeDocument/2006/relationships/image" Target="../media/image1487.png"/><Relationship Id="rId135" Type="http://schemas.openxmlformats.org/officeDocument/2006/relationships/image" Target="../media/image1513.png"/><Relationship Id="rId177" Type="http://schemas.openxmlformats.org/officeDocument/2006/relationships/customXml" Target="../ink/ink1586.xml"/><Relationship Id="rId342" Type="http://schemas.openxmlformats.org/officeDocument/2006/relationships/image" Target="../media/image1611.png"/><Relationship Id="rId384" Type="http://schemas.openxmlformats.org/officeDocument/2006/relationships/image" Target="../media/image1631.png"/><Relationship Id="rId202" Type="http://schemas.openxmlformats.org/officeDocument/2006/relationships/customXml" Target="../ink/ink1599.xml"/><Relationship Id="rId244" Type="http://schemas.openxmlformats.org/officeDocument/2006/relationships/customXml" Target="../ink/ink1620.xml"/><Relationship Id="rId39" Type="http://schemas.openxmlformats.org/officeDocument/2006/relationships/image" Target="../media/image1466.png"/><Relationship Id="rId286" Type="http://schemas.openxmlformats.org/officeDocument/2006/relationships/customXml" Target="../ink/ink1641.xml"/><Relationship Id="rId451" Type="http://schemas.openxmlformats.org/officeDocument/2006/relationships/customXml" Target="../ink/ink1725.xml"/><Relationship Id="rId493" Type="http://schemas.openxmlformats.org/officeDocument/2006/relationships/customXml" Target="../ink/ink1746.xml"/><Relationship Id="rId507" Type="http://schemas.openxmlformats.org/officeDocument/2006/relationships/customXml" Target="../ink/ink1753.xml"/><Relationship Id="rId549" Type="http://schemas.openxmlformats.org/officeDocument/2006/relationships/customXml" Target="../ink/ink1774.xml"/><Relationship Id="rId50" Type="http://schemas.openxmlformats.org/officeDocument/2006/relationships/customXml" Target="../ink/ink1522.xml"/><Relationship Id="rId104" Type="http://schemas.openxmlformats.org/officeDocument/2006/relationships/customXml" Target="../ink/ink1549.xml"/><Relationship Id="rId146" Type="http://schemas.openxmlformats.org/officeDocument/2006/relationships/image" Target="../media/image1518.png"/><Relationship Id="rId188" Type="http://schemas.openxmlformats.org/officeDocument/2006/relationships/customXml" Target="../ink/ink1592.xml"/><Relationship Id="rId311" Type="http://schemas.openxmlformats.org/officeDocument/2006/relationships/image" Target="../media/image1596.png"/><Relationship Id="rId353" Type="http://schemas.openxmlformats.org/officeDocument/2006/relationships/customXml" Target="../ink/ink1675.xml"/><Relationship Id="rId395" Type="http://schemas.openxmlformats.org/officeDocument/2006/relationships/customXml" Target="../ink/ink1697.xml"/><Relationship Id="rId409" Type="http://schemas.openxmlformats.org/officeDocument/2006/relationships/customXml" Target="../ink/ink1704.xml"/><Relationship Id="rId560" Type="http://schemas.openxmlformats.org/officeDocument/2006/relationships/image" Target="../media/image1716.png"/><Relationship Id="rId92" Type="http://schemas.openxmlformats.org/officeDocument/2006/relationships/customXml" Target="../ink/ink1543.xml"/><Relationship Id="rId213" Type="http://schemas.openxmlformats.org/officeDocument/2006/relationships/image" Target="../media/image1551.png"/><Relationship Id="rId420" Type="http://schemas.openxmlformats.org/officeDocument/2006/relationships/image" Target="../media/image1649.png"/><Relationship Id="rId255" Type="http://schemas.openxmlformats.org/officeDocument/2006/relationships/image" Target="../media/image1570.png"/><Relationship Id="rId297" Type="http://schemas.openxmlformats.org/officeDocument/2006/relationships/image" Target="../media/image1590.png"/><Relationship Id="rId462" Type="http://schemas.openxmlformats.org/officeDocument/2006/relationships/image" Target="../media/image1670.png"/><Relationship Id="rId518" Type="http://schemas.openxmlformats.org/officeDocument/2006/relationships/image" Target="../media/image1696.png"/><Relationship Id="rId115" Type="http://schemas.openxmlformats.org/officeDocument/2006/relationships/image" Target="../media/image1503.png"/><Relationship Id="rId157" Type="http://schemas.openxmlformats.org/officeDocument/2006/relationships/customXml" Target="../ink/ink1576.xml"/><Relationship Id="rId322" Type="http://schemas.openxmlformats.org/officeDocument/2006/relationships/image" Target="../media/image1601.png"/><Relationship Id="rId364" Type="http://schemas.openxmlformats.org/officeDocument/2006/relationships/customXml" Target="../ink/ink1681.xml"/><Relationship Id="rId61" Type="http://schemas.openxmlformats.org/officeDocument/2006/relationships/image" Target="../media/image1477.png"/><Relationship Id="rId199" Type="http://schemas.openxmlformats.org/officeDocument/2006/relationships/image" Target="../media/image1544.png"/><Relationship Id="rId571" Type="http://schemas.openxmlformats.org/officeDocument/2006/relationships/customXml" Target="../ink/ink1785.xml"/><Relationship Id="rId19" Type="http://schemas.openxmlformats.org/officeDocument/2006/relationships/image" Target="../media/image1456.png"/><Relationship Id="rId224" Type="http://schemas.openxmlformats.org/officeDocument/2006/relationships/customXml" Target="../ink/ink1610.xml"/><Relationship Id="rId266" Type="http://schemas.openxmlformats.org/officeDocument/2006/relationships/customXml" Target="../ink/ink1631.xml"/><Relationship Id="rId431" Type="http://schemas.openxmlformats.org/officeDocument/2006/relationships/customXml" Target="../ink/ink1715.xml"/><Relationship Id="rId473" Type="http://schemas.openxmlformats.org/officeDocument/2006/relationships/customXml" Target="../ink/ink1736.xml"/><Relationship Id="rId529" Type="http://schemas.openxmlformats.org/officeDocument/2006/relationships/customXml" Target="../ink/ink1764.xml"/><Relationship Id="rId30" Type="http://schemas.openxmlformats.org/officeDocument/2006/relationships/customXml" Target="../ink/ink1512.xml"/><Relationship Id="rId126" Type="http://schemas.openxmlformats.org/officeDocument/2006/relationships/customXml" Target="../ink/ink1560.xml"/><Relationship Id="rId168" Type="http://schemas.openxmlformats.org/officeDocument/2006/relationships/image" Target="../media/image1529.png"/><Relationship Id="rId333" Type="http://schemas.openxmlformats.org/officeDocument/2006/relationships/customXml" Target="../ink/ink1665.xml"/><Relationship Id="rId540" Type="http://schemas.openxmlformats.org/officeDocument/2006/relationships/image" Target="../media/image1706.png"/><Relationship Id="rId72" Type="http://schemas.openxmlformats.org/officeDocument/2006/relationships/customXml" Target="../ink/ink1533.xml"/><Relationship Id="rId375" Type="http://schemas.openxmlformats.org/officeDocument/2006/relationships/customXml" Target="../ink/ink1687.xml"/><Relationship Id="rId3" Type="http://schemas.openxmlformats.org/officeDocument/2006/relationships/image" Target="../media/image1448.png"/><Relationship Id="rId235" Type="http://schemas.openxmlformats.org/officeDocument/2006/relationships/image" Target="../media/image1561.png"/><Relationship Id="rId277" Type="http://schemas.openxmlformats.org/officeDocument/2006/relationships/image" Target="../media/image1581.png"/><Relationship Id="rId400" Type="http://schemas.openxmlformats.org/officeDocument/2006/relationships/image" Target="../media/image1639.png"/><Relationship Id="rId442" Type="http://schemas.openxmlformats.org/officeDocument/2006/relationships/image" Target="../media/image1660.png"/><Relationship Id="rId484" Type="http://schemas.openxmlformats.org/officeDocument/2006/relationships/image" Target="../media/image1680.png"/><Relationship Id="rId137" Type="http://schemas.openxmlformats.org/officeDocument/2006/relationships/image" Target="../media/image1514.png"/><Relationship Id="rId302" Type="http://schemas.openxmlformats.org/officeDocument/2006/relationships/customXml" Target="../ink/ink1649.xml"/><Relationship Id="rId344" Type="http://schemas.openxmlformats.org/officeDocument/2006/relationships/image" Target="../media/image1612.png"/><Relationship Id="rId41" Type="http://schemas.openxmlformats.org/officeDocument/2006/relationships/image" Target="../media/image1467.png"/><Relationship Id="rId83" Type="http://schemas.openxmlformats.org/officeDocument/2006/relationships/image" Target="../media/image1488.png"/><Relationship Id="rId179" Type="http://schemas.openxmlformats.org/officeDocument/2006/relationships/customXml" Target="../ink/ink1587.xml"/><Relationship Id="rId386" Type="http://schemas.openxmlformats.org/officeDocument/2006/relationships/image" Target="../media/image1632.png"/><Relationship Id="rId551" Type="http://schemas.openxmlformats.org/officeDocument/2006/relationships/customXml" Target="../ink/ink1775.xml"/><Relationship Id="rId190" Type="http://schemas.openxmlformats.org/officeDocument/2006/relationships/customXml" Target="../ink/ink1593.xml"/><Relationship Id="rId204" Type="http://schemas.openxmlformats.org/officeDocument/2006/relationships/customXml" Target="../ink/ink1600.xml"/><Relationship Id="rId246" Type="http://schemas.openxmlformats.org/officeDocument/2006/relationships/customXml" Target="../ink/ink1621.xml"/><Relationship Id="rId288" Type="http://schemas.openxmlformats.org/officeDocument/2006/relationships/customXml" Target="../ink/ink1642.xml"/><Relationship Id="rId411" Type="http://schemas.openxmlformats.org/officeDocument/2006/relationships/customXml" Target="../ink/ink1705.xml"/><Relationship Id="rId453" Type="http://schemas.openxmlformats.org/officeDocument/2006/relationships/customXml" Target="../ink/ink1726.xml"/><Relationship Id="rId509" Type="http://schemas.openxmlformats.org/officeDocument/2006/relationships/customXml" Target="../ink/ink1754.xml"/><Relationship Id="rId106" Type="http://schemas.openxmlformats.org/officeDocument/2006/relationships/customXml" Target="../ink/ink1550.xml"/><Relationship Id="rId313" Type="http://schemas.openxmlformats.org/officeDocument/2006/relationships/customXml" Target="../ink/ink1655.xml"/><Relationship Id="rId495" Type="http://schemas.openxmlformats.org/officeDocument/2006/relationships/customXml" Target="../ink/ink1747.xml"/><Relationship Id="rId10" Type="http://schemas.openxmlformats.org/officeDocument/2006/relationships/customXml" Target="../ink/ink1502.xml"/><Relationship Id="rId52" Type="http://schemas.openxmlformats.org/officeDocument/2006/relationships/customXml" Target="../ink/ink1523.xml"/><Relationship Id="rId94" Type="http://schemas.openxmlformats.org/officeDocument/2006/relationships/customXml" Target="../ink/ink1544.xml"/><Relationship Id="rId148" Type="http://schemas.openxmlformats.org/officeDocument/2006/relationships/image" Target="../media/image1519.png"/><Relationship Id="rId355" Type="http://schemas.openxmlformats.org/officeDocument/2006/relationships/customXml" Target="../ink/ink1676.xml"/><Relationship Id="rId397" Type="http://schemas.openxmlformats.org/officeDocument/2006/relationships/customXml" Target="../ink/ink1698.xml"/><Relationship Id="rId520" Type="http://schemas.openxmlformats.org/officeDocument/2006/relationships/image" Target="../media/image1697.png"/><Relationship Id="rId562" Type="http://schemas.openxmlformats.org/officeDocument/2006/relationships/image" Target="../media/image1717.png"/><Relationship Id="rId215" Type="http://schemas.openxmlformats.org/officeDocument/2006/relationships/image" Target="../media/image198.png"/><Relationship Id="rId257" Type="http://schemas.openxmlformats.org/officeDocument/2006/relationships/image" Target="../media/image1571.png"/><Relationship Id="rId422" Type="http://schemas.openxmlformats.org/officeDocument/2006/relationships/image" Target="../media/image1650.png"/><Relationship Id="rId464" Type="http://schemas.openxmlformats.org/officeDocument/2006/relationships/image" Target="../media/image1671.png"/><Relationship Id="rId299" Type="http://schemas.openxmlformats.org/officeDocument/2006/relationships/image" Target="../media/image1591.png"/><Relationship Id="rId63" Type="http://schemas.openxmlformats.org/officeDocument/2006/relationships/image" Target="../media/image1478.png"/><Relationship Id="rId159" Type="http://schemas.openxmlformats.org/officeDocument/2006/relationships/customXml" Target="../ink/ink1577.xml"/><Relationship Id="rId366" Type="http://schemas.openxmlformats.org/officeDocument/2006/relationships/customXml" Target="../ink/ink1682.xml"/><Relationship Id="rId573" Type="http://schemas.openxmlformats.org/officeDocument/2006/relationships/customXml" Target="../ink/ink1786.xml"/><Relationship Id="rId226" Type="http://schemas.openxmlformats.org/officeDocument/2006/relationships/customXml" Target="../ink/ink1611.xml"/><Relationship Id="rId433" Type="http://schemas.openxmlformats.org/officeDocument/2006/relationships/customXml" Target="../ink/ink1716.xml"/><Relationship Id="rId74" Type="http://schemas.openxmlformats.org/officeDocument/2006/relationships/customXml" Target="../ink/ink1534.xml"/><Relationship Id="rId377" Type="http://schemas.openxmlformats.org/officeDocument/2006/relationships/customXml" Target="../ink/ink1688.xml"/><Relationship Id="rId500" Type="http://schemas.openxmlformats.org/officeDocument/2006/relationships/image" Target="../media/image1688.png"/><Relationship Id="rId5" Type="http://schemas.openxmlformats.org/officeDocument/2006/relationships/image" Target="../media/image1449.png"/><Relationship Id="rId237" Type="http://schemas.openxmlformats.org/officeDocument/2006/relationships/image" Target="../media/image1562.png"/><Relationship Id="rId444" Type="http://schemas.openxmlformats.org/officeDocument/2006/relationships/image" Target="../media/image1661.png"/><Relationship Id="rId290" Type="http://schemas.openxmlformats.org/officeDocument/2006/relationships/customXml" Target="../ink/ink1643.xml"/><Relationship Id="rId304" Type="http://schemas.openxmlformats.org/officeDocument/2006/relationships/customXml" Target="../ink/ink1650.xml"/><Relationship Id="rId388" Type="http://schemas.openxmlformats.org/officeDocument/2006/relationships/image" Target="../media/image1633.png"/><Relationship Id="rId511" Type="http://schemas.openxmlformats.org/officeDocument/2006/relationships/customXml" Target="../ink/ink1755.xml"/><Relationship Id="rId85" Type="http://schemas.openxmlformats.org/officeDocument/2006/relationships/image" Target="../media/image1489.png"/><Relationship Id="rId150" Type="http://schemas.openxmlformats.org/officeDocument/2006/relationships/image" Target="../media/image1520.png"/><Relationship Id="rId248" Type="http://schemas.openxmlformats.org/officeDocument/2006/relationships/customXml" Target="../ink/ink1622.xml"/><Relationship Id="rId455" Type="http://schemas.openxmlformats.org/officeDocument/2006/relationships/customXml" Target="../ink/ink1727.xml"/><Relationship Id="rId12" Type="http://schemas.openxmlformats.org/officeDocument/2006/relationships/customXml" Target="../ink/ink1503.xml"/><Relationship Id="rId108" Type="http://schemas.openxmlformats.org/officeDocument/2006/relationships/customXml" Target="../ink/ink1551.xml"/><Relationship Id="rId315" Type="http://schemas.openxmlformats.org/officeDocument/2006/relationships/customXml" Target="../ink/ink1656.xml"/><Relationship Id="rId522" Type="http://schemas.openxmlformats.org/officeDocument/2006/relationships/image" Target="../media/image1698.png"/><Relationship Id="rId96" Type="http://schemas.openxmlformats.org/officeDocument/2006/relationships/customXml" Target="../ink/ink1545.xml"/><Relationship Id="rId161" Type="http://schemas.openxmlformats.org/officeDocument/2006/relationships/customXml" Target="../ink/ink1578.xml"/><Relationship Id="rId399" Type="http://schemas.openxmlformats.org/officeDocument/2006/relationships/customXml" Target="../ink/ink1699.xml"/><Relationship Id="rId259" Type="http://schemas.openxmlformats.org/officeDocument/2006/relationships/image" Target="../media/image1572.png"/><Relationship Id="rId466" Type="http://schemas.openxmlformats.org/officeDocument/2006/relationships/image" Target="../media/image1672.png"/><Relationship Id="rId23" Type="http://schemas.openxmlformats.org/officeDocument/2006/relationships/image" Target="../media/image1458.png"/><Relationship Id="rId119" Type="http://schemas.openxmlformats.org/officeDocument/2006/relationships/image" Target="../media/image1505.png"/><Relationship Id="rId326" Type="http://schemas.openxmlformats.org/officeDocument/2006/relationships/image" Target="../media/image1603.png"/><Relationship Id="rId533" Type="http://schemas.openxmlformats.org/officeDocument/2006/relationships/customXml" Target="../ink/ink1766.xml"/><Relationship Id="rId172" Type="http://schemas.openxmlformats.org/officeDocument/2006/relationships/image" Target="../media/image1531.png"/><Relationship Id="rId477" Type="http://schemas.openxmlformats.org/officeDocument/2006/relationships/customXml" Target="../ink/ink1738.xml"/><Relationship Id="rId337" Type="http://schemas.openxmlformats.org/officeDocument/2006/relationships/customXml" Target="../ink/ink166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48.xml"/><Relationship Id="rId299" Type="http://schemas.openxmlformats.org/officeDocument/2006/relationships/image" Target="../media/image1870.png"/><Relationship Id="rId21" Type="http://schemas.openxmlformats.org/officeDocument/2006/relationships/image" Target="../media/image1736.png"/><Relationship Id="rId63" Type="http://schemas.openxmlformats.org/officeDocument/2006/relationships/image" Target="../media/image1757.png"/><Relationship Id="rId159" Type="http://schemas.openxmlformats.org/officeDocument/2006/relationships/image" Target="../media/image1803.png"/><Relationship Id="rId324" Type="http://schemas.openxmlformats.org/officeDocument/2006/relationships/customXml" Target="../ink/ink1953.xml"/><Relationship Id="rId366" Type="http://schemas.openxmlformats.org/officeDocument/2006/relationships/customXml" Target="../ink/ink1974.xml"/><Relationship Id="rId170" Type="http://schemas.openxmlformats.org/officeDocument/2006/relationships/customXml" Target="../ink/ink1875.xml"/><Relationship Id="rId226" Type="http://schemas.openxmlformats.org/officeDocument/2006/relationships/image" Target="../media/image1835.png"/><Relationship Id="rId433" Type="http://schemas.openxmlformats.org/officeDocument/2006/relationships/customXml" Target="../ink/ink2008.xml"/><Relationship Id="rId268" Type="http://schemas.openxmlformats.org/officeDocument/2006/relationships/customXml" Target="../ink/ink1925.xml"/><Relationship Id="rId475" Type="http://schemas.openxmlformats.org/officeDocument/2006/relationships/image" Target="../media/image1955.png"/><Relationship Id="rId32" Type="http://schemas.openxmlformats.org/officeDocument/2006/relationships/customXml" Target="../ink/ink1805.xml"/><Relationship Id="rId74" Type="http://schemas.openxmlformats.org/officeDocument/2006/relationships/customXml" Target="../ink/ink1826.xml"/><Relationship Id="rId128" Type="http://schemas.openxmlformats.org/officeDocument/2006/relationships/image" Target="../media/image1788.png"/><Relationship Id="rId335" Type="http://schemas.openxmlformats.org/officeDocument/2006/relationships/image" Target="../media/image1888.png"/><Relationship Id="rId377" Type="http://schemas.openxmlformats.org/officeDocument/2006/relationships/image" Target="../media/image1909.png"/><Relationship Id="rId5" Type="http://schemas.openxmlformats.org/officeDocument/2006/relationships/image" Target="../media/image1728.png"/><Relationship Id="rId181" Type="http://schemas.openxmlformats.org/officeDocument/2006/relationships/customXml" Target="../ink/ink1881.xml"/><Relationship Id="rId237" Type="http://schemas.openxmlformats.org/officeDocument/2006/relationships/image" Target="../media/image1840.png"/><Relationship Id="rId402" Type="http://schemas.openxmlformats.org/officeDocument/2006/relationships/customXml" Target="../ink/ink1992.xml"/><Relationship Id="rId279" Type="http://schemas.openxmlformats.org/officeDocument/2006/relationships/image" Target="../media/image1861.png"/><Relationship Id="rId444" Type="http://schemas.openxmlformats.org/officeDocument/2006/relationships/image" Target="../media/image1940.png"/><Relationship Id="rId486" Type="http://schemas.openxmlformats.org/officeDocument/2006/relationships/customXml" Target="../ink/ink2035.xml"/><Relationship Id="rId43" Type="http://schemas.openxmlformats.org/officeDocument/2006/relationships/image" Target="../media/image1747.png"/><Relationship Id="rId139" Type="http://schemas.openxmlformats.org/officeDocument/2006/relationships/customXml" Target="../ink/ink1859.xml"/><Relationship Id="rId290" Type="http://schemas.openxmlformats.org/officeDocument/2006/relationships/customXml" Target="../ink/ink1936.xml"/><Relationship Id="rId304" Type="http://schemas.openxmlformats.org/officeDocument/2006/relationships/customXml" Target="../ink/ink1943.xml"/><Relationship Id="rId346" Type="http://schemas.openxmlformats.org/officeDocument/2006/relationships/customXml" Target="../ink/ink1964.xml"/><Relationship Id="rId388" Type="http://schemas.openxmlformats.org/officeDocument/2006/relationships/customXml" Target="../ink/ink1985.xml"/><Relationship Id="rId85" Type="http://schemas.openxmlformats.org/officeDocument/2006/relationships/image" Target="../media/image1767.png"/><Relationship Id="rId150" Type="http://schemas.openxmlformats.org/officeDocument/2006/relationships/image" Target="../media/image1799.png"/><Relationship Id="rId192" Type="http://schemas.openxmlformats.org/officeDocument/2006/relationships/image" Target="../media/image1818.png"/><Relationship Id="rId206" Type="http://schemas.openxmlformats.org/officeDocument/2006/relationships/image" Target="../media/image1825.png"/><Relationship Id="rId413" Type="http://schemas.openxmlformats.org/officeDocument/2006/relationships/image" Target="../media/image1925.png"/><Relationship Id="rId248" Type="http://schemas.openxmlformats.org/officeDocument/2006/relationships/customXml" Target="../ink/ink1915.xml"/><Relationship Id="rId455" Type="http://schemas.openxmlformats.org/officeDocument/2006/relationships/customXml" Target="../ink/ink2019.xml"/><Relationship Id="rId12" Type="http://schemas.openxmlformats.org/officeDocument/2006/relationships/customXml" Target="../ink/ink1795.xml"/><Relationship Id="rId108" Type="http://schemas.openxmlformats.org/officeDocument/2006/relationships/customXml" Target="../ink/ink1843.xml"/><Relationship Id="rId315" Type="http://schemas.openxmlformats.org/officeDocument/2006/relationships/image" Target="../media/image1878.png"/><Relationship Id="rId357" Type="http://schemas.openxmlformats.org/officeDocument/2006/relationships/image" Target="../media/image1899.png"/><Relationship Id="rId54" Type="http://schemas.openxmlformats.org/officeDocument/2006/relationships/customXml" Target="../ink/ink1816.xml"/><Relationship Id="rId96" Type="http://schemas.openxmlformats.org/officeDocument/2006/relationships/customXml" Target="../ink/ink1837.xml"/><Relationship Id="rId161" Type="http://schemas.openxmlformats.org/officeDocument/2006/relationships/image" Target="../media/image1804.png"/><Relationship Id="rId217" Type="http://schemas.openxmlformats.org/officeDocument/2006/relationships/customXml" Target="../ink/ink1899.xml"/><Relationship Id="rId399" Type="http://schemas.openxmlformats.org/officeDocument/2006/relationships/image" Target="../media/image1918.png"/><Relationship Id="rId259" Type="http://schemas.openxmlformats.org/officeDocument/2006/relationships/image" Target="../media/image1851.png"/><Relationship Id="rId424" Type="http://schemas.openxmlformats.org/officeDocument/2006/relationships/customXml" Target="../ink/ink2003.xml"/><Relationship Id="rId466" Type="http://schemas.openxmlformats.org/officeDocument/2006/relationships/customXml" Target="../ink/ink2025.xml"/><Relationship Id="rId23" Type="http://schemas.openxmlformats.org/officeDocument/2006/relationships/image" Target="../media/image1737.png"/><Relationship Id="rId119" Type="http://schemas.openxmlformats.org/officeDocument/2006/relationships/customXml" Target="../ink/ink1849.xml"/><Relationship Id="rId270" Type="http://schemas.openxmlformats.org/officeDocument/2006/relationships/customXml" Target="../ink/ink1926.xml"/><Relationship Id="rId326" Type="http://schemas.openxmlformats.org/officeDocument/2006/relationships/customXml" Target="../ink/ink1954.xml"/><Relationship Id="rId65" Type="http://schemas.openxmlformats.org/officeDocument/2006/relationships/image" Target="../media/image1758.png"/><Relationship Id="rId130" Type="http://schemas.openxmlformats.org/officeDocument/2006/relationships/image" Target="../media/image1789.png"/><Relationship Id="rId368" Type="http://schemas.openxmlformats.org/officeDocument/2006/relationships/customXml" Target="../ink/ink1975.xml"/><Relationship Id="rId172" Type="http://schemas.openxmlformats.org/officeDocument/2006/relationships/image" Target="../media/image1809.png"/><Relationship Id="rId228" Type="http://schemas.openxmlformats.org/officeDocument/2006/relationships/image" Target="../media/image1836.png"/><Relationship Id="rId435" Type="http://schemas.openxmlformats.org/officeDocument/2006/relationships/customXml" Target="../ink/ink2009.xml"/><Relationship Id="rId477" Type="http://schemas.openxmlformats.org/officeDocument/2006/relationships/image" Target="../media/image1956.png"/><Relationship Id="rId281" Type="http://schemas.openxmlformats.org/officeDocument/2006/relationships/image" Target="../media/image1862.png"/><Relationship Id="rId337" Type="http://schemas.openxmlformats.org/officeDocument/2006/relationships/image" Target="../media/image1889.png"/><Relationship Id="rId34" Type="http://schemas.openxmlformats.org/officeDocument/2006/relationships/customXml" Target="../ink/ink1806.xml"/><Relationship Id="rId76" Type="http://schemas.openxmlformats.org/officeDocument/2006/relationships/customXml" Target="../ink/ink1827.xml"/><Relationship Id="rId141" Type="http://schemas.openxmlformats.org/officeDocument/2006/relationships/customXml" Target="../ink/ink1860.xml"/><Relationship Id="rId379" Type="http://schemas.openxmlformats.org/officeDocument/2006/relationships/image" Target="../media/image1910.png"/><Relationship Id="rId7" Type="http://schemas.openxmlformats.org/officeDocument/2006/relationships/image" Target="../media/image1729.png"/><Relationship Id="rId183" Type="http://schemas.openxmlformats.org/officeDocument/2006/relationships/customXml" Target="../ink/ink1882.xml"/><Relationship Id="rId239" Type="http://schemas.openxmlformats.org/officeDocument/2006/relationships/image" Target="../media/image1841.png"/><Relationship Id="rId390" Type="http://schemas.openxmlformats.org/officeDocument/2006/relationships/customXml" Target="../ink/ink1986.xml"/><Relationship Id="rId404" Type="http://schemas.openxmlformats.org/officeDocument/2006/relationships/customXml" Target="../ink/ink1993.xml"/><Relationship Id="rId446" Type="http://schemas.openxmlformats.org/officeDocument/2006/relationships/image" Target="../media/image1941.png"/><Relationship Id="rId250" Type="http://schemas.openxmlformats.org/officeDocument/2006/relationships/customXml" Target="../ink/ink1916.xml"/><Relationship Id="rId292" Type="http://schemas.openxmlformats.org/officeDocument/2006/relationships/customXml" Target="../ink/ink1937.xml"/><Relationship Id="rId306" Type="http://schemas.openxmlformats.org/officeDocument/2006/relationships/customXml" Target="../ink/ink1944.xml"/><Relationship Id="rId488" Type="http://schemas.openxmlformats.org/officeDocument/2006/relationships/customXml" Target="../ink/ink2036.xml"/><Relationship Id="rId45" Type="http://schemas.openxmlformats.org/officeDocument/2006/relationships/image" Target="../media/image1748.png"/><Relationship Id="rId87" Type="http://schemas.openxmlformats.org/officeDocument/2006/relationships/image" Target="../media/image1768.png"/><Relationship Id="rId110" Type="http://schemas.openxmlformats.org/officeDocument/2006/relationships/customXml" Target="../ink/ink1844.xml"/><Relationship Id="rId348" Type="http://schemas.openxmlformats.org/officeDocument/2006/relationships/customXml" Target="../ink/ink1965.xml"/><Relationship Id="rId152" Type="http://schemas.openxmlformats.org/officeDocument/2006/relationships/image" Target="../media/image1800.png"/><Relationship Id="rId194" Type="http://schemas.openxmlformats.org/officeDocument/2006/relationships/image" Target="../media/image1819.png"/><Relationship Id="rId208" Type="http://schemas.openxmlformats.org/officeDocument/2006/relationships/image" Target="../media/image1826.png"/><Relationship Id="rId415" Type="http://schemas.openxmlformats.org/officeDocument/2006/relationships/image" Target="../media/image1926.png"/><Relationship Id="rId457" Type="http://schemas.openxmlformats.org/officeDocument/2006/relationships/customXml" Target="../ink/ink2020.xml"/><Relationship Id="rId261" Type="http://schemas.openxmlformats.org/officeDocument/2006/relationships/image" Target="../media/image1852.png"/><Relationship Id="rId14" Type="http://schemas.openxmlformats.org/officeDocument/2006/relationships/customXml" Target="../ink/ink1796.xml"/><Relationship Id="rId56" Type="http://schemas.openxmlformats.org/officeDocument/2006/relationships/customXml" Target="../ink/ink1817.xml"/><Relationship Id="rId317" Type="http://schemas.openxmlformats.org/officeDocument/2006/relationships/image" Target="../media/image1879.png"/><Relationship Id="rId359" Type="http://schemas.openxmlformats.org/officeDocument/2006/relationships/image" Target="../media/image1900.png"/><Relationship Id="rId98" Type="http://schemas.openxmlformats.org/officeDocument/2006/relationships/customXml" Target="../ink/ink1838.xml"/><Relationship Id="rId121" Type="http://schemas.openxmlformats.org/officeDocument/2006/relationships/customXml" Target="../ink/ink1850.xml"/><Relationship Id="rId163" Type="http://schemas.openxmlformats.org/officeDocument/2006/relationships/image" Target="../media/image1805.png"/><Relationship Id="rId219" Type="http://schemas.openxmlformats.org/officeDocument/2006/relationships/customXml" Target="../ink/ink1900.xml"/><Relationship Id="rId370" Type="http://schemas.openxmlformats.org/officeDocument/2006/relationships/customXml" Target="../ink/ink1976.xml"/><Relationship Id="rId426" Type="http://schemas.openxmlformats.org/officeDocument/2006/relationships/customXml" Target="../ink/ink2004.xml"/><Relationship Id="rId230" Type="http://schemas.openxmlformats.org/officeDocument/2006/relationships/customXml" Target="../ink/ink1906.xml"/><Relationship Id="rId468" Type="http://schemas.openxmlformats.org/officeDocument/2006/relationships/customXml" Target="../ink/ink2026.xml"/><Relationship Id="rId25" Type="http://schemas.openxmlformats.org/officeDocument/2006/relationships/image" Target="../media/image1738.png"/><Relationship Id="rId67" Type="http://schemas.openxmlformats.org/officeDocument/2006/relationships/image" Target="../media/image1759.png"/><Relationship Id="rId272" Type="http://schemas.openxmlformats.org/officeDocument/2006/relationships/customXml" Target="../ink/ink1927.xml"/><Relationship Id="rId328" Type="http://schemas.openxmlformats.org/officeDocument/2006/relationships/customXml" Target="../ink/ink1955.xml"/><Relationship Id="rId132" Type="http://schemas.openxmlformats.org/officeDocument/2006/relationships/image" Target="../media/image1790.png"/><Relationship Id="rId174" Type="http://schemas.openxmlformats.org/officeDocument/2006/relationships/image" Target="../media/image1810.png"/><Relationship Id="rId381" Type="http://schemas.openxmlformats.org/officeDocument/2006/relationships/image" Target="../media/image1911.png"/><Relationship Id="rId241" Type="http://schemas.openxmlformats.org/officeDocument/2006/relationships/image" Target="../media/image1842.png"/><Relationship Id="rId437" Type="http://schemas.openxmlformats.org/officeDocument/2006/relationships/customXml" Target="../ink/ink2010.xml"/><Relationship Id="rId479" Type="http://schemas.openxmlformats.org/officeDocument/2006/relationships/image" Target="../media/image1957.png"/><Relationship Id="rId36" Type="http://schemas.openxmlformats.org/officeDocument/2006/relationships/customXml" Target="../ink/ink1807.xml"/><Relationship Id="rId283" Type="http://schemas.openxmlformats.org/officeDocument/2006/relationships/image" Target="../media/image1863.png"/><Relationship Id="rId339" Type="http://schemas.openxmlformats.org/officeDocument/2006/relationships/image" Target="../media/image1890.png"/><Relationship Id="rId78" Type="http://schemas.openxmlformats.org/officeDocument/2006/relationships/customXml" Target="../ink/ink1828.xml"/><Relationship Id="rId101" Type="http://schemas.openxmlformats.org/officeDocument/2006/relationships/image" Target="../media/image1775.png"/><Relationship Id="rId143" Type="http://schemas.openxmlformats.org/officeDocument/2006/relationships/customXml" Target="../ink/ink1861.xml"/><Relationship Id="rId185" Type="http://schemas.openxmlformats.org/officeDocument/2006/relationships/customXml" Target="../ink/ink1883.xml"/><Relationship Id="rId350" Type="http://schemas.openxmlformats.org/officeDocument/2006/relationships/customXml" Target="../ink/ink1966.xml"/><Relationship Id="rId406" Type="http://schemas.openxmlformats.org/officeDocument/2006/relationships/customXml" Target="../ink/ink1994.xml"/><Relationship Id="rId9" Type="http://schemas.openxmlformats.org/officeDocument/2006/relationships/image" Target="../media/image1730.png"/><Relationship Id="rId210" Type="http://schemas.openxmlformats.org/officeDocument/2006/relationships/image" Target="../media/image1827.png"/><Relationship Id="rId392" Type="http://schemas.openxmlformats.org/officeDocument/2006/relationships/customXml" Target="../ink/ink1987.xml"/><Relationship Id="rId448" Type="http://schemas.openxmlformats.org/officeDocument/2006/relationships/image" Target="../media/image1942.png"/><Relationship Id="rId252" Type="http://schemas.openxmlformats.org/officeDocument/2006/relationships/customXml" Target="../ink/ink1917.xml"/><Relationship Id="rId294" Type="http://schemas.openxmlformats.org/officeDocument/2006/relationships/customXml" Target="../ink/ink1938.xml"/><Relationship Id="rId308" Type="http://schemas.openxmlformats.org/officeDocument/2006/relationships/customXml" Target="../ink/ink1945.xml"/><Relationship Id="rId47" Type="http://schemas.openxmlformats.org/officeDocument/2006/relationships/image" Target="../media/image1749.png"/><Relationship Id="rId89" Type="http://schemas.openxmlformats.org/officeDocument/2006/relationships/image" Target="../media/image1769.png"/><Relationship Id="rId112" Type="http://schemas.openxmlformats.org/officeDocument/2006/relationships/customXml" Target="../ink/ink1845.xml"/><Relationship Id="rId154" Type="http://schemas.openxmlformats.org/officeDocument/2006/relationships/customXml" Target="../ink/ink1867.xml"/><Relationship Id="rId361" Type="http://schemas.openxmlformats.org/officeDocument/2006/relationships/image" Target="../media/image1901.png"/><Relationship Id="rId196" Type="http://schemas.openxmlformats.org/officeDocument/2006/relationships/image" Target="../media/image1820.png"/><Relationship Id="rId417" Type="http://schemas.openxmlformats.org/officeDocument/2006/relationships/image" Target="../media/image1927.png"/><Relationship Id="rId459" Type="http://schemas.openxmlformats.org/officeDocument/2006/relationships/customXml" Target="../ink/ink2021.xml"/><Relationship Id="rId16" Type="http://schemas.openxmlformats.org/officeDocument/2006/relationships/customXml" Target="../ink/ink1797.xml"/><Relationship Id="rId221" Type="http://schemas.openxmlformats.org/officeDocument/2006/relationships/customXml" Target="../ink/ink1901.xml"/><Relationship Id="rId263" Type="http://schemas.openxmlformats.org/officeDocument/2006/relationships/image" Target="../media/image1853.png"/><Relationship Id="rId319" Type="http://schemas.openxmlformats.org/officeDocument/2006/relationships/image" Target="../media/image1880.png"/><Relationship Id="rId470" Type="http://schemas.openxmlformats.org/officeDocument/2006/relationships/customXml" Target="../ink/ink2027.xml"/><Relationship Id="rId58" Type="http://schemas.openxmlformats.org/officeDocument/2006/relationships/customXml" Target="../ink/ink1818.xml"/><Relationship Id="rId123" Type="http://schemas.openxmlformats.org/officeDocument/2006/relationships/customXml" Target="../ink/ink1851.xml"/><Relationship Id="rId330" Type="http://schemas.openxmlformats.org/officeDocument/2006/relationships/customXml" Target="../ink/ink1956.xml"/><Relationship Id="rId165" Type="http://schemas.openxmlformats.org/officeDocument/2006/relationships/image" Target="../media/image1806.png"/><Relationship Id="rId372" Type="http://schemas.openxmlformats.org/officeDocument/2006/relationships/customXml" Target="../ink/ink1977.xml"/><Relationship Id="rId428" Type="http://schemas.openxmlformats.org/officeDocument/2006/relationships/image" Target="../media/image1932.png"/><Relationship Id="rId232" Type="http://schemas.openxmlformats.org/officeDocument/2006/relationships/customXml" Target="../ink/ink1907.xml"/><Relationship Id="rId274" Type="http://schemas.openxmlformats.org/officeDocument/2006/relationships/customXml" Target="../ink/ink1928.xml"/><Relationship Id="rId481" Type="http://schemas.openxmlformats.org/officeDocument/2006/relationships/image" Target="../media/image1958.png"/><Relationship Id="rId27" Type="http://schemas.openxmlformats.org/officeDocument/2006/relationships/image" Target="../media/image1739.png"/><Relationship Id="rId69" Type="http://schemas.openxmlformats.org/officeDocument/2006/relationships/image" Target="../media/image1760.png"/><Relationship Id="rId134" Type="http://schemas.openxmlformats.org/officeDocument/2006/relationships/image" Target="../media/image1791.png"/><Relationship Id="rId80" Type="http://schemas.openxmlformats.org/officeDocument/2006/relationships/customXml" Target="../ink/ink1829.xml"/><Relationship Id="rId176" Type="http://schemas.openxmlformats.org/officeDocument/2006/relationships/image" Target="../media/image1811.png"/><Relationship Id="rId341" Type="http://schemas.openxmlformats.org/officeDocument/2006/relationships/image" Target="../media/image1891.png"/><Relationship Id="rId383" Type="http://schemas.openxmlformats.org/officeDocument/2006/relationships/image" Target="../media/image1912.png"/><Relationship Id="rId439" Type="http://schemas.openxmlformats.org/officeDocument/2006/relationships/customXml" Target="../ink/ink2011.xml"/><Relationship Id="rId201" Type="http://schemas.openxmlformats.org/officeDocument/2006/relationships/customXml" Target="../ink/ink1891.xml"/><Relationship Id="rId243" Type="http://schemas.openxmlformats.org/officeDocument/2006/relationships/image" Target="../media/image1843.png"/><Relationship Id="rId285" Type="http://schemas.openxmlformats.org/officeDocument/2006/relationships/image" Target="../media/image1864.png"/><Relationship Id="rId450" Type="http://schemas.openxmlformats.org/officeDocument/2006/relationships/image" Target="../media/image1943.png"/><Relationship Id="rId38" Type="http://schemas.openxmlformats.org/officeDocument/2006/relationships/customXml" Target="../ink/ink1808.xml"/><Relationship Id="rId103" Type="http://schemas.openxmlformats.org/officeDocument/2006/relationships/image" Target="../media/image1776.png"/><Relationship Id="rId310" Type="http://schemas.openxmlformats.org/officeDocument/2006/relationships/customXml" Target="../ink/ink1946.xml"/><Relationship Id="rId91" Type="http://schemas.openxmlformats.org/officeDocument/2006/relationships/image" Target="../media/image1770.png"/><Relationship Id="rId145" Type="http://schemas.openxmlformats.org/officeDocument/2006/relationships/customXml" Target="../ink/ink1862.xml"/><Relationship Id="rId187" Type="http://schemas.openxmlformats.org/officeDocument/2006/relationships/customXml" Target="../ink/ink1884.xml"/><Relationship Id="rId352" Type="http://schemas.openxmlformats.org/officeDocument/2006/relationships/customXml" Target="../ink/ink1967.xml"/><Relationship Id="rId394" Type="http://schemas.openxmlformats.org/officeDocument/2006/relationships/customXml" Target="../ink/ink1988.xml"/><Relationship Id="rId408" Type="http://schemas.openxmlformats.org/officeDocument/2006/relationships/customXml" Target="../ink/ink1995.xml"/><Relationship Id="rId212" Type="http://schemas.openxmlformats.org/officeDocument/2006/relationships/image" Target="../media/image1828.png"/><Relationship Id="rId254" Type="http://schemas.openxmlformats.org/officeDocument/2006/relationships/customXml" Target="../ink/ink1918.xml"/><Relationship Id="rId49" Type="http://schemas.openxmlformats.org/officeDocument/2006/relationships/image" Target="../media/image1750.png"/><Relationship Id="rId114" Type="http://schemas.openxmlformats.org/officeDocument/2006/relationships/customXml" Target="../ink/ink1846.xml"/><Relationship Id="rId296" Type="http://schemas.openxmlformats.org/officeDocument/2006/relationships/customXml" Target="../ink/ink1939.xml"/><Relationship Id="rId461" Type="http://schemas.openxmlformats.org/officeDocument/2006/relationships/customXml" Target="../ink/ink2022.xml"/><Relationship Id="rId60" Type="http://schemas.openxmlformats.org/officeDocument/2006/relationships/customXml" Target="../ink/ink1819.xml"/><Relationship Id="rId156" Type="http://schemas.openxmlformats.org/officeDocument/2006/relationships/customXml" Target="../ink/ink1868.xml"/><Relationship Id="rId198" Type="http://schemas.openxmlformats.org/officeDocument/2006/relationships/image" Target="../media/image1821.png"/><Relationship Id="rId321" Type="http://schemas.openxmlformats.org/officeDocument/2006/relationships/image" Target="../media/image1881.png"/><Relationship Id="rId363" Type="http://schemas.openxmlformats.org/officeDocument/2006/relationships/image" Target="../media/image1902.png"/><Relationship Id="rId419" Type="http://schemas.openxmlformats.org/officeDocument/2006/relationships/image" Target="../media/image1928.png"/><Relationship Id="rId223" Type="http://schemas.openxmlformats.org/officeDocument/2006/relationships/customXml" Target="../ink/ink1902.xml"/><Relationship Id="rId430" Type="http://schemas.openxmlformats.org/officeDocument/2006/relationships/image" Target="../media/image1933.png"/><Relationship Id="rId18" Type="http://schemas.openxmlformats.org/officeDocument/2006/relationships/customXml" Target="../ink/ink1798.xml"/><Relationship Id="rId265" Type="http://schemas.openxmlformats.org/officeDocument/2006/relationships/image" Target="../media/image1854.png"/><Relationship Id="rId472" Type="http://schemas.openxmlformats.org/officeDocument/2006/relationships/customXml" Target="../ink/ink2028.xml"/><Relationship Id="rId125" Type="http://schemas.openxmlformats.org/officeDocument/2006/relationships/customXml" Target="../ink/ink1852.xml"/><Relationship Id="rId167" Type="http://schemas.openxmlformats.org/officeDocument/2006/relationships/image" Target="../media/image1807.png"/><Relationship Id="rId332" Type="http://schemas.openxmlformats.org/officeDocument/2006/relationships/customXml" Target="../ink/ink1957.xml"/><Relationship Id="rId374" Type="http://schemas.openxmlformats.org/officeDocument/2006/relationships/customXml" Target="../ink/ink1978.xml"/><Relationship Id="rId71" Type="http://schemas.openxmlformats.org/officeDocument/2006/relationships/image" Target="../media/image249.png"/><Relationship Id="rId234" Type="http://schemas.openxmlformats.org/officeDocument/2006/relationships/customXml" Target="../ink/ink1908.xml"/><Relationship Id="rId2" Type="http://schemas.openxmlformats.org/officeDocument/2006/relationships/customXml" Target="../ink/ink1790.xml"/><Relationship Id="rId29" Type="http://schemas.openxmlformats.org/officeDocument/2006/relationships/image" Target="../media/image1740.png"/><Relationship Id="rId276" Type="http://schemas.openxmlformats.org/officeDocument/2006/relationships/customXml" Target="../ink/ink1929.xml"/><Relationship Id="rId441" Type="http://schemas.openxmlformats.org/officeDocument/2006/relationships/customXml" Target="../ink/ink2012.xml"/><Relationship Id="rId483" Type="http://schemas.openxmlformats.org/officeDocument/2006/relationships/image" Target="../media/image1959.png"/><Relationship Id="rId40" Type="http://schemas.openxmlformats.org/officeDocument/2006/relationships/customXml" Target="../ink/ink1809.xml"/><Relationship Id="rId136" Type="http://schemas.openxmlformats.org/officeDocument/2006/relationships/image" Target="../media/image1792.png"/><Relationship Id="rId178" Type="http://schemas.openxmlformats.org/officeDocument/2006/relationships/image" Target="../media/image1812.png"/><Relationship Id="rId301" Type="http://schemas.openxmlformats.org/officeDocument/2006/relationships/image" Target="../media/image1871.png"/><Relationship Id="rId343" Type="http://schemas.openxmlformats.org/officeDocument/2006/relationships/image" Target="../media/image1892.png"/><Relationship Id="rId82" Type="http://schemas.openxmlformats.org/officeDocument/2006/relationships/customXml" Target="../ink/ink1830.xml"/><Relationship Id="rId203" Type="http://schemas.openxmlformats.org/officeDocument/2006/relationships/customXml" Target="../ink/ink1892.xml"/><Relationship Id="rId385" Type="http://schemas.openxmlformats.org/officeDocument/2006/relationships/image" Target="../media/image1913.png"/><Relationship Id="rId245" Type="http://schemas.openxmlformats.org/officeDocument/2006/relationships/image" Target="../media/image1844.png"/><Relationship Id="rId287" Type="http://schemas.openxmlformats.org/officeDocument/2006/relationships/image" Target="../media/image1865.png"/><Relationship Id="rId410" Type="http://schemas.openxmlformats.org/officeDocument/2006/relationships/customXml" Target="../ink/ink1996.xml"/><Relationship Id="rId452" Type="http://schemas.openxmlformats.org/officeDocument/2006/relationships/image" Target="../media/image1944.png"/><Relationship Id="rId105" Type="http://schemas.openxmlformats.org/officeDocument/2006/relationships/image" Target="../media/image1777.png"/><Relationship Id="rId147" Type="http://schemas.openxmlformats.org/officeDocument/2006/relationships/customXml" Target="../ink/ink1863.xml"/><Relationship Id="rId312" Type="http://schemas.openxmlformats.org/officeDocument/2006/relationships/customXml" Target="../ink/ink1947.xml"/><Relationship Id="rId354" Type="http://schemas.openxmlformats.org/officeDocument/2006/relationships/customXml" Target="../ink/ink1968.xml"/><Relationship Id="rId51" Type="http://schemas.openxmlformats.org/officeDocument/2006/relationships/image" Target="../media/image1751.png"/><Relationship Id="rId93" Type="http://schemas.openxmlformats.org/officeDocument/2006/relationships/image" Target="../media/image1771.png"/><Relationship Id="rId189" Type="http://schemas.openxmlformats.org/officeDocument/2006/relationships/customXml" Target="../ink/ink1885.xml"/><Relationship Id="rId396" Type="http://schemas.openxmlformats.org/officeDocument/2006/relationships/customXml" Target="../ink/ink1989.xml"/><Relationship Id="rId214" Type="http://schemas.openxmlformats.org/officeDocument/2006/relationships/image" Target="../media/image1829.png"/><Relationship Id="rId256" Type="http://schemas.openxmlformats.org/officeDocument/2006/relationships/customXml" Target="../ink/ink1919.xml"/><Relationship Id="rId298" Type="http://schemas.openxmlformats.org/officeDocument/2006/relationships/customXml" Target="../ink/ink1940.xml"/><Relationship Id="rId421" Type="http://schemas.openxmlformats.org/officeDocument/2006/relationships/image" Target="../media/image1929.png"/><Relationship Id="rId463" Type="http://schemas.openxmlformats.org/officeDocument/2006/relationships/customXml" Target="../ink/ink2023.xml"/><Relationship Id="rId116" Type="http://schemas.openxmlformats.org/officeDocument/2006/relationships/customXml" Target="../ink/ink1847.xml"/><Relationship Id="rId158" Type="http://schemas.openxmlformats.org/officeDocument/2006/relationships/customXml" Target="../ink/ink1869.xml"/><Relationship Id="rId323" Type="http://schemas.openxmlformats.org/officeDocument/2006/relationships/image" Target="../media/image1882.png"/><Relationship Id="rId20" Type="http://schemas.openxmlformats.org/officeDocument/2006/relationships/customXml" Target="../ink/ink1799.xml"/><Relationship Id="rId41" Type="http://schemas.openxmlformats.org/officeDocument/2006/relationships/image" Target="../media/image1746.png"/><Relationship Id="rId62" Type="http://schemas.openxmlformats.org/officeDocument/2006/relationships/customXml" Target="../ink/ink1820.xml"/><Relationship Id="rId83" Type="http://schemas.openxmlformats.org/officeDocument/2006/relationships/image" Target="../media/image1766.png"/><Relationship Id="rId179" Type="http://schemas.openxmlformats.org/officeDocument/2006/relationships/customXml" Target="../ink/ink1880.xml"/><Relationship Id="rId365" Type="http://schemas.openxmlformats.org/officeDocument/2006/relationships/image" Target="../media/image1903.png"/><Relationship Id="rId386" Type="http://schemas.openxmlformats.org/officeDocument/2006/relationships/customXml" Target="../ink/ink1984.xml"/><Relationship Id="rId190" Type="http://schemas.openxmlformats.org/officeDocument/2006/relationships/image" Target="../media/image1817.png"/><Relationship Id="rId204" Type="http://schemas.openxmlformats.org/officeDocument/2006/relationships/image" Target="../media/image1824.png"/><Relationship Id="rId225" Type="http://schemas.openxmlformats.org/officeDocument/2006/relationships/customXml" Target="../ink/ink1903.xml"/><Relationship Id="rId246" Type="http://schemas.openxmlformats.org/officeDocument/2006/relationships/customXml" Target="../ink/ink1914.xml"/><Relationship Id="rId267" Type="http://schemas.openxmlformats.org/officeDocument/2006/relationships/image" Target="../media/image1855.png"/><Relationship Id="rId288" Type="http://schemas.openxmlformats.org/officeDocument/2006/relationships/customXml" Target="../ink/ink1935.xml"/><Relationship Id="rId411" Type="http://schemas.openxmlformats.org/officeDocument/2006/relationships/image" Target="../media/image1924.png"/><Relationship Id="rId432" Type="http://schemas.openxmlformats.org/officeDocument/2006/relationships/image" Target="../media/image1934.png"/><Relationship Id="rId453" Type="http://schemas.openxmlformats.org/officeDocument/2006/relationships/customXml" Target="../ink/ink2018.xml"/><Relationship Id="rId474" Type="http://schemas.openxmlformats.org/officeDocument/2006/relationships/customXml" Target="../ink/ink2029.xml"/><Relationship Id="rId106" Type="http://schemas.openxmlformats.org/officeDocument/2006/relationships/customXml" Target="../ink/ink1842.xml"/><Relationship Id="rId127" Type="http://schemas.openxmlformats.org/officeDocument/2006/relationships/customXml" Target="../ink/ink1853.xml"/><Relationship Id="rId313" Type="http://schemas.openxmlformats.org/officeDocument/2006/relationships/image" Target="../media/image1877.png"/><Relationship Id="rId10" Type="http://schemas.openxmlformats.org/officeDocument/2006/relationships/customXml" Target="../ink/ink1794.xml"/><Relationship Id="rId31" Type="http://schemas.openxmlformats.org/officeDocument/2006/relationships/image" Target="../media/image1741.png"/><Relationship Id="rId52" Type="http://schemas.openxmlformats.org/officeDocument/2006/relationships/customXml" Target="../ink/ink1815.xml"/><Relationship Id="rId73" Type="http://schemas.openxmlformats.org/officeDocument/2006/relationships/image" Target="../media/image1761.png"/><Relationship Id="rId94" Type="http://schemas.openxmlformats.org/officeDocument/2006/relationships/customXml" Target="../ink/ink1836.xml"/><Relationship Id="rId148" Type="http://schemas.openxmlformats.org/officeDocument/2006/relationships/image" Target="../media/image1798.png"/><Relationship Id="rId169" Type="http://schemas.openxmlformats.org/officeDocument/2006/relationships/image" Target="../media/image1808.png"/><Relationship Id="rId334" Type="http://schemas.openxmlformats.org/officeDocument/2006/relationships/customXml" Target="../ink/ink1958.xml"/><Relationship Id="rId355" Type="http://schemas.openxmlformats.org/officeDocument/2006/relationships/image" Target="../media/image1898.png"/><Relationship Id="rId376" Type="http://schemas.openxmlformats.org/officeDocument/2006/relationships/customXml" Target="../ink/ink1979.xml"/><Relationship Id="rId397" Type="http://schemas.openxmlformats.org/officeDocument/2006/relationships/image" Target="../media/image1917.png"/><Relationship Id="rId4" Type="http://schemas.openxmlformats.org/officeDocument/2006/relationships/customXml" Target="../ink/ink1791.xml"/><Relationship Id="rId180" Type="http://schemas.openxmlformats.org/officeDocument/2006/relationships/image" Target="../media/image1813.png"/><Relationship Id="rId215" Type="http://schemas.openxmlformats.org/officeDocument/2006/relationships/customXml" Target="../ink/ink1898.xml"/><Relationship Id="rId236" Type="http://schemas.openxmlformats.org/officeDocument/2006/relationships/customXml" Target="../ink/ink1909.xml"/><Relationship Id="rId257" Type="http://schemas.openxmlformats.org/officeDocument/2006/relationships/image" Target="../media/image1850.png"/><Relationship Id="rId278" Type="http://schemas.openxmlformats.org/officeDocument/2006/relationships/customXml" Target="../ink/ink1930.xml"/><Relationship Id="rId401" Type="http://schemas.openxmlformats.org/officeDocument/2006/relationships/image" Target="../media/image1919.png"/><Relationship Id="rId422" Type="http://schemas.openxmlformats.org/officeDocument/2006/relationships/customXml" Target="../ink/ink2002.xml"/><Relationship Id="rId443" Type="http://schemas.openxmlformats.org/officeDocument/2006/relationships/customXml" Target="../ink/ink2013.xml"/><Relationship Id="rId464" Type="http://schemas.openxmlformats.org/officeDocument/2006/relationships/customXml" Target="../ink/ink2024.xml"/><Relationship Id="rId303" Type="http://schemas.openxmlformats.org/officeDocument/2006/relationships/image" Target="../media/image1872.png"/><Relationship Id="rId485" Type="http://schemas.openxmlformats.org/officeDocument/2006/relationships/image" Target="../media/image1960.png"/><Relationship Id="rId42" Type="http://schemas.openxmlformats.org/officeDocument/2006/relationships/customXml" Target="../ink/ink1810.xml"/><Relationship Id="rId84" Type="http://schemas.openxmlformats.org/officeDocument/2006/relationships/customXml" Target="../ink/ink1831.xml"/><Relationship Id="rId138" Type="http://schemas.openxmlformats.org/officeDocument/2006/relationships/image" Target="../media/image1793.png"/><Relationship Id="rId345" Type="http://schemas.openxmlformats.org/officeDocument/2006/relationships/image" Target="../media/image1893.png"/><Relationship Id="rId387" Type="http://schemas.openxmlformats.org/officeDocument/2006/relationships/image" Target="../media/image1914.png"/><Relationship Id="rId191" Type="http://schemas.openxmlformats.org/officeDocument/2006/relationships/customXml" Target="../ink/ink1886.xml"/><Relationship Id="rId205" Type="http://schemas.openxmlformats.org/officeDocument/2006/relationships/customXml" Target="../ink/ink1893.xml"/><Relationship Id="rId247" Type="http://schemas.openxmlformats.org/officeDocument/2006/relationships/image" Target="../media/image1845.png"/><Relationship Id="rId412" Type="http://schemas.openxmlformats.org/officeDocument/2006/relationships/customXml" Target="../ink/ink1997.xml"/><Relationship Id="rId107" Type="http://schemas.openxmlformats.org/officeDocument/2006/relationships/image" Target="../media/image1778.png"/><Relationship Id="rId289" Type="http://schemas.openxmlformats.org/officeDocument/2006/relationships/image" Target="../media/image1866.png"/><Relationship Id="rId454" Type="http://schemas.openxmlformats.org/officeDocument/2006/relationships/image" Target="../media/image1945.png"/><Relationship Id="rId11" Type="http://schemas.openxmlformats.org/officeDocument/2006/relationships/image" Target="../media/image1731.png"/><Relationship Id="rId53" Type="http://schemas.openxmlformats.org/officeDocument/2006/relationships/image" Target="../media/image1752.png"/><Relationship Id="rId149" Type="http://schemas.openxmlformats.org/officeDocument/2006/relationships/customXml" Target="../ink/ink1864.xml"/><Relationship Id="rId314" Type="http://schemas.openxmlformats.org/officeDocument/2006/relationships/customXml" Target="../ink/ink1948.xml"/><Relationship Id="rId356" Type="http://schemas.openxmlformats.org/officeDocument/2006/relationships/customXml" Target="../ink/ink1969.xml"/><Relationship Id="rId398" Type="http://schemas.openxmlformats.org/officeDocument/2006/relationships/customXml" Target="../ink/ink1990.xml"/><Relationship Id="rId95" Type="http://schemas.openxmlformats.org/officeDocument/2006/relationships/image" Target="../media/image1772.png"/><Relationship Id="rId160" Type="http://schemas.openxmlformats.org/officeDocument/2006/relationships/customXml" Target="../ink/ink1870.xml"/><Relationship Id="rId216" Type="http://schemas.openxmlformats.org/officeDocument/2006/relationships/image" Target="../media/image1830.png"/><Relationship Id="rId423" Type="http://schemas.openxmlformats.org/officeDocument/2006/relationships/image" Target="../media/image1930.png"/><Relationship Id="rId258" Type="http://schemas.openxmlformats.org/officeDocument/2006/relationships/customXml" Target="../ink/ink1920.xml"/><Relationship Id="rId465" Type="http://schemas.openxmlformats.org/officeDocument/2006/relationships/image" Target="../media/image1950.png"/><Relationship Id="rId22" Type="http://schemas.openxmlformats.org/officeDocument/2006/relationships/customXml" Target="../ink/ink1800.xml"/><Relationship Id="rId64" Type="http://schemas.openxmlformats.org/officeDocument/2006/relationships/customXml" Target="../ink/ink1821.xml"/><Relationship Id="rId118" Type="http://schemas.openxmlformats.org/officeDocument/2006/relationships/image" Target="../media/image1783.png"/><Relationship Id="rId325" Type="http://schemas.openxmlformats.org/officeDocument/2006/relationships/image" Target="../media/image1883.png"/><Relationship Id="rId367" Type="http://schemas.openxmlformats.org/officeDocument/2006/relationships/image" Target="../media/image1904.png"/><Relationship Id="rId171" Type="http://schemas.openxmlformats.org/officeDocument/2006/relationships/customXml" Target="../ink/ink1876.xml"/><Relationship Id="rId227" Type="http://schemas.openxmlformats.org/officeDocument/2006/relationships/customXml" Target="../ink/ink1904.xml"/><Relationship Id="rId269" Type="http://schemas.openxmlformats.org/officeDocument/2006/relationships/image" Target="../media/image1856.png"/><Relationship Id="rId434" Type="http://schemas.openxmlformats.org/officeDocument/2006/relationships/image" Target="../media/image1935.png"/><Relationship Id="rId476" Type="http://schemas.openxmlformats.org/officeDocument/2006/relationships/customXml" Target="../ink/ink2030.xml"/><Relationship Id="rId33" Type="http://schemas.openxmlformats.org/officeDocument/2006/relationships/image" Target="../media/image1742.png"/><Relationship Id="rId129" Type="http://schemas.openxmlformats.org/officeDocument/2006/relationships/customXml" Target="../ink/ink1854.xml"/><Relationship Id="rId280" Type="http://schemas.openxmlformats.org/officeDocument/2006/relationships/customXml" Target="../ink/ink1931.xml"/><Relationship Id="rId336" Type="http://schemas.openxmlformats.org/officeDocument/2006/relationships/customXml" Target="../ink/ink1959.xml"/><Relationship Id="rId75" Type="http://schemas.openxmlformats.org/officeDocument/2006/relationships/image" Target="../media/image1762.png"/><Relationship Id="rId140" Type="http://schemas.openxmlformats.org/officeDocument/2006/relationships/image" Target="../media/image1794.png"/><Relationship Id="rId182" Type="http://schemas.openxmlformats.org/officeDocument/2006/relationships/image" Target="../media/image1814.png"/><Relationship Id="rId378" Type="http://schemas.openxmlformats.org/officeDocument/2006/relationships/customXml" Target="../ink/ink1980.xml"/><Relationship Id="rId403" Type="http://schemas.openxmlformats.org/officeDocument/2006/relationships/image" Target="../media/image1920.png"/><Relationship Id="rId6" Type="http://schemas.openxmlformats.org/officeDocument/2006/relationships/customXml" Target="../ink/ink1792.xml"/><Relationship Id="rId238" Type="http://schemas.openxmlformats.org/officeDocument/2006/relationships/customXml" Target="../ink/ink1910.xml"/><Relationship Id="rId445" Type="http://schemas.openxmlformats.org/officeDocument/2006/relationships/customXml" Target="../ink/ink2014.xml"/><Relationship Id="rId487" Type="http://schemas.openxmlformats.org/officeDocument/2006/relationships/image" Target="../media/image1961.png"/><Relationship Id="rId291" Type="http://schemas.openxmlformats.org/officeDocument/2006/relationships/image" Target="../media/image1867.png"/><Relationship Id="rId305" Type="http://schemas.openxmlformats.org/officeDocument/2006/relationships/image" Target="../media/image1873.png"/><Relationship Id="rId347" Type="http://schemas.openxmlformats.org/officeDocument/2006/relationships/image" Target="../media/image1894.png"/><Relationship Id="rId44" Type="http://schemas.openxmlformats.org/officeDocument/2006/relationships/customXml" Target="../ink/ink1811.xml"/><Relationship Id="rId86" Type="http://schemas.openxmlformats.org/officeDocument/2006/relationships/customXml" Target="../ink/ink1832.xml"/><Relationship Id="rId151" Type="http://schemas.openxmlformats.org/officeDocument/2006/relationships/customXml" Target="../ink/ink1865.xml"/><Relationship Id="rId389" Type="http://schemas.openxmlformats.org/officeDocument/2006/relationships/image" Target="../media/image1915.png"/><Relationship Id="rId193" Type="http://schemas.openxmlformats.org/officeDocument/2006/relationships/customXml" Target="../ink/ink1887.xml"/><Relationship Id="rId207" Type="http://schemas.openxmlformats.org/officeDocument/2006/relationships/customXml" Target="../ink/ink1894.xml"/><Relationship Id="rId249" Type="http://schemas.openxmlformats.org/officeDocument/2006/relationships/image" Target="../media/image1846.png"/><Relationship Id="rId414" Type="http://schemas.openxmlformats.org/officeDocument/2006/relationships/customXml" Target="../ink/ink1998.xml"/><Relationship Id="rId456" Type="http://schemas.openxmlformats.org/officeDocument/2006/relationships/image" Target="../media/image1946.png"/><Relationship Id="rId13" Type="http://schemas.openxmlformats.org/officeDocument/2006/relationships/image" Target="../media/image1732.png"/><Relationship Id="rId109" Type="http://schemas.openxmlformats.org/officeDocument/2006/relationships/image" Target="../media/image1779.png"/><Relationship Id="rId260" Type="http://schemas.openxmlformats.org/officeDocument/2006/relationships/customXml" Target="../ink/ink1921.xml"/><Relationship Id="rId316" Type="http://schemas.openxmlformats.org/officeDocument/2006/relationships/customXml" Target="../ink/ink1949.xml"/><Relationship Id="rId55" Type="http://schemas.openxmlformats.org/officeDocument/2006/relationships/image" Target="../media/image1753.png"/><Relationship Id="rId97" Type="http://schemas.openxmlformats.org/officeDocument/2006/relationships/image" Target="../media/image1773.png"/><Relationship Id="rId120" Type="http://schemas.openxmlformats.org/officeDocument/2006/relationships/image" Target="../media/image1784.png"/><Relationship Id="rId358" Type="http://schemas.openxmlformats.org/officeDocument/2006/relationships/customXml" Target="../ink/ink1970.xml"/><Relationship Id="rId162" Type="http://schemas.openxmlformats.org/officeDocument/2006/relationships/customXml" Target="../ink/ink1871.xml"/><Relationship Id="rId218" Type="http://schemas.openxmlformats.org/officeDocument/2006/relationships/image" Target="../media/image1831.png"/><Relationship Id="rId425" Type="http://schemas.openxmlformats.org/officeDocument/2006/relationships/image" Target="../media/image1931.png"/><Relationship Id="rId467" Type="http://schemas.openxmlformats.org/officeDocument/2006/relationships/image" Target="../media/image1951.png"/><Relationship Id="rId271" Type="http://schemas.openxmlformats.org/officeDocument/2006/relationships/image" Target="../media/image1857.png"/><Relationship Id="rId24" Type="http://schemas.openxmlformats.org/officeDocument/2006/relationships/customXml" Target="../ink/ink1801.xml"/><Relationship Id="rId66" Type="http://schemas.openxmlformats.org/officeDocument/2006/relationships/customXml" Target="../ink/ink1822.xml"/><Relationship Id="rId131" Type="http://schemas.openxmlformats.org/officeDocument/2006/relationships/customXml" Target="../ink/ink1855.xml"/><Relationship Id="rId327" Type="http://schemas.openxmlformats.org/officeDocument/2006/relationships/image" Target="../media/image1884.png"/><Relationship Id="rId369" Type="http://schemas.openxmlformats.org/officeDocument/2006/relationships/image" Target="../media/image1905.png"/><Relationship Id="rId173" Type="http://schemas.openxmlformats.org/officeDocument/2006/relationships/customXml" Target="../ink/ink1877.xml"/><Relationship Id="rId229" Type="http://schemas.openxmlformats.org/officeDocument/2006/relationships/customXml" Target="../ink/ink1905.xml"/><Relationship Id="rId380" Type="http://schemas.openxmlformats.org/officeDocument/2006/relationships/customXml" Target="../ink/ink1981.xml"/><Relationship Id="rId436" Type="http://schemas.openxmlformats.org/officeDocument/2006/relationships/image" Target="../media/image1936.png"/><Relationship Id="rId240" Type="http://schemas.openxmlformats.org/officeDocument/2006/relationships/customXml" Target="../ink/ink1911.xml"/><Relationship Id="rId478" Type="http://schemas.openxmlformats.org/officeDocument/2006/relationships/customXml" Target="../ink/ink2031.xml"/><Relationship Id="rId35" Type="http://schemas.openxmlformats.org/officeDocument/2006/relationships/image" Target="../media/image1743.png"/><Relationship Id="rId77" Type="http://schemas.openxmlformats.org/officeDocument/2006/relationships/image" Target="../media/image1763.png"/><Relationship Id="rId100" Type="http://schemas.openxmlformats.org/officeDocument/2006/relationships/customXml" Target="../ink/ink1839.xml"/><Relationship Id="rId282" Type="http://schemas.openxmlformats.org/officeDocument/2006/relationships/customXml" Target="../ink/ink1932.xml"/><Relationship Id="rId338" Type="http://schemas.openxmlformats.org/officeDocument/2006/relationships/customXml" Target="../ink/ink1960.xml"/><Relationship Id="rId8" Type="http://schemas.openxmlformats.org/officeDocument/2006/relationships/customXml" Target="../ink/ink1793.xml"/><Relationship Id="rId142" Type="http://schemas.openxmlformats.org/officeDocument/2006/relationships/image" Target="../media/image1795.png"/><Relationship Id="rId184" Type="http://schemas.openxmlformats.org/officeDocument/2006/relationships/image" Target="../media/image1815.png"/><Relationship Id="rId391" Type="http://schemas.openxmlformats.org/officeDocument/2006/relationships/image" Target="../media/image920.png"/><Relationship Id="rId405" Type="http://schemas.openxmlformats.org/officeDocument/2006/relationships/image" Target="../media/image1921.png"/><Relationship Id="rId447" Type="http://schemas.openxmlformats.org/officeDocument/2006/relationships/customXml" Target="../ink/ink2015.xml"/><Relationship Id="rId251" Type="http://schemas.openxmlformats.org/officeDocument/2006/relationships/image" Target="../media/image1847.png"/><Relationship Id="rId489" Type="http://schemas.openxmlformats.org/officeDocument/2006/relationships/image" Target="../media/image1962.png"/><Relationship Id="rId46" Type="http://schemas.openxmlformats.org/officeDocument/2006/relationships/customXml" Target="../ink/ink1812.xml"/><Relationship Id="rId293" Type="http://schemas.openxmlformats.org/officeDocument/2006/relationships/image" Target="../media/image957.png"/><Relationship Id="rId307" Type="http://schemas.openxmlformats.org/officeDocument/2006/relationships/image" Target="../media/image1874.png"/><Relationship Id="rId349" Type="http://schemas.openxmlformats.org/officeDocument/2006/relationships/image" Target="../media/image1895.png"/><Relationship Id="rId88" Type="http://schemas.openxmlformats.org/officeDocument/2006/relationships/customXml" Target="../ink/ink1833.xml"/><Relationship Id="rId111" Type="http://schemas.openxmlformats.org/officeDocument/2006/relationships/image" Target="../media/image1780.png"/><Relationship Id="rId153" Type="http://schemas.openxmlformats.org/officeDocument/2006/relationships/customXml" Target="../ink/ink1866.xml"/><Relationship Id="rId195" Type="http://schemas.openxmlformats.org/officeDocument/2006/relationships/customXml" Target="../ink/ink1888.xml"/><Relationship Id="rId209" Type="http://schemas.openxmlformats.org/officeDocument/2006/relationships/customXml" Target="../ink/ink1895.xml"/><Relationship Id="rId360" Type="http://schemas.openxmlformats.org/officeDocument/2006/relationships/customXml" Target="../ink/ink1971.xml"/><Relationship Id="rId416" Type="http://schemas.openxmlformats.org/officeDocument/2006/relationships/customXml" Target="../ink/ink1999.xml"/><Relationship Id="rId220" Type="http://schemas.openxmlformats.org/officeDocument/2006/relationships/image" Target="../media/image1832.png"/><Relationship Id="rId458" Type="http://schemas.openxmlformats.org/officeDocument/2006/relationships/image" Target="../media/image1947.png"/><Relationship Id="rId15" Type="http://schemas.openxmlformats.org/officeDocument/2006/relationships/image" Target="../media/image1733.png"/><Relationship Id="rId57" Type="http://schemas.openxmlformats.org/officeDocument/2006/relationships/image" Target="../media/image1754.png"/><Relationship Id="rId262" Type="http://schemas.openxmlformats.org/officeDocument/2006/relationships/customXml" Target="../ink/ink1922.xml"/><Relationship Id="rId318" Type="http://schemas.openxmlformats.org/officeDocument/2006/relationships/customXml" Target="../ink/ink1950.xml"/><Relationship Id="rId99" Type="http://schemas.openxmlformats.org/officeDocument/2006/relationships/image" Target="../media/image1774.png"/><Relationship Id="rId122" Type="http://schemas.openxmlformats.org/officeDocument/2006/relationships/image" Target="../media/image1785.png"/><Relationship Id="rId164" Type="http://schemas.openxmlformats.org/officeDocument/2006/relationships/customXml" Target="../ink/ink1872.xml"/><Relationship Id="rId371" Type="http://schemas.openxmlformats.org/officeDocument/2006/relationships/image" Target="../media/image1906.png"/><Relationship Id="rId427" Type="http://schemas.openxmlformats.org/officeDocument/2006/relationships/customXml" Target="../ink/ink2005.xml"/><Relationship Id="rId469" Type="http://schemas.openxmlformats.org/officeDocument/2006/relationships/image" Target="../media/image1952.png"/><Relationship Id="rId26" Type="http://schemas.openxmlformats.org/officeDocument/2006/relationships/customXml" Target="../ink/ink1802.xml"/><Relationship Id="rId231" Type="http://schemas.openxmlformats.org/officeDocument/2006/relationships/image" Target="../media/image1837.png"/><Relationship Id="rId273" Type="http://schemas.openxmlformats.org/officeDocument/2006/relationships/image" Target="../media/image1858.png"/><Relationship Id="rId329" Type="http://schemas.openxmlformats.org/officeDocument/2006/relationships/image" Target="../media/image1885.png"/><Relationship Id="rId480" Type="http://schemas.openxmlformats.org/officeDocument/2006/relationships/customXml" Target="../ink/ink2032.xml"/><Relationship Id="rId68" Type="http://schemas.openxmlformats.org/officeDocument/2006/relationships/customXml" Target="../ink/ink1823.xml"/><Relationship Id="rId133" Type="http://schemas.openxmlformats.org/officeDocument/2006/relationships/customXml" Target="../ink/ink1856.xml"/><Relationship Id="rId175" Type="http://schemas.openxmlformats.org/officeDocument/2006/relationships/customXml" Target="../ink/ink1878.xml"/><Relationship Id="rId340" Type="http://schemas.openxmlformats.org/officeDocument/2006/relationships/customXml" Target="../ink/ink1961.xml"/><Relationship Id="rId200" Type="http://schemas.openxmlformats.org/officeDocument/2006/relationships/image" Target="../media/image1822.png"/><Relationship Id="rId382" Type="http://schemas.openxmlformats.org/officeDocument/2006/relationships/customXml" Target="../ink/ink1982.xml"/><Relationship Id="rId438" Type="http://schemas.openxmlformats.org/officeDocument/2006/relationships/image" Target="../media/image1937.png"/><Relationship Id="rId242" Type="http://schemas.openxmlformats.org/officeDocument/2006/relationships/customXml" Target="../ink/ink1912.xml"/><Relationship Id="rId284" Type="http://schemas.openxmlformats.org/officeDocument/2006/relationships/customXml" Target="../ink/ink1933.xml"/><Relationship Id="rId37" Type="http://schemas.openxmlformats.org/officeDocument/2006/relationships/image" Target="../media/image1744.png"/><Relationship Id="rId79" Type="http://schemas.openxmlformats.org/officeDocument/2006/relationships/image" Target="../media/image1764.png"/><Relationship Id="rId102" Type="http://schemas.openxmlformats.org/officeDocument/2006/relationships/customXml" Target="../ink/ink1840.xml"/><Relationship Id="rId144" Type="http://schemas.openxmlformats.org/officeDocument/2006/relationships/image" Target="../media/image1796.png"/><Relationship Id="rId90" Type="http://schemas.openxmlformats.org/officeDocument/2006/relationships/customXml" Target="../ink/ink1834.xml"/><Relationship Id="rId186" Type="http://schemas.openxmlformats.org/officeDocument/2006/relationships/image" Target="../media/image1816.png"/><Relationship Id="rId351" Type="http://schemas.openxmlformats.org/officeDocument/2006/relationships/image" Target="../media/image1896.png"/><Relationship Id="rId393" Type="http://schemas.openxmlformats.org/officeDocument/2006/relationships/image" Target="../media/image1367.png"/><Relationship Id="rId407" Type="http://schemas.openxmlformats.org/officeDocument/2006/relationships/image" Target="../media/image1922.png"/><Relationship Id="rId449" Type="http://schemas.openxmlformats.org/officeDocument/2006/relationships/customXml" Target="../ink/ink2016.xml"/><Relationship Id="rId211" Type="http://schemas.openxmlformats.org/officeDocument/2006/relationships/customXml" Target="../ink/ink1896.xml"/><Relationship Id="rId253" Type="http://schemas.openxmlformats.org/officeDocument/2006/relationships/image" Target="../media/image1848.png"/><Relationship Id="rId295" Type="http://schemas.openxmlformats.org/officeDocument/2006/relationships/image" Target="../media/image1868.png"/><Relationship Id="rId309" Type="http://schemas.openxmlformats.org/officeDocument/2006/relationships/image" Target="../media/image1875.png"/><Relationship Id="rId460" Type="http://schemas.openxmlformats.org/officeDocument/2006/relationships/image" Target="../media/image1948.png"/><Relationship Id="rId48" Type="http://schemas.openxmlformats.org/officeDocument/2006/relationships/customXml" Target="../ink/ink1813.xml"/><Relationship Id="rId113" Type="http://schemas.openxmlformats.org/officeDocument/2006/relationships/image" Target="../media/image1781.png"/><Relationship Id="rId320" Type="http://schemas.openxmlformats.org/officeDocument/2006/relationships/customXml" Target="../ink/ink1951.xml"/><Relationship Id="rId155" Type="http://schemas.openxmlformats.org/officeDocument/2006/relationships/image" Target="../media/image1801.png"/><Relationship Id="rId197" Type="http://schemas.openxmlformats.org/officeDocument/2006/relationships/customXml" Target="../ink/ink1889.xml"/><Relationship Id="rId362" Type="http://schemas.openxmlformats.org/officeDocument/2006/relationships/customXml" Target="../ink/ink1972.xml"/><Relationship Id="rId418" Type="http://schemas.openxmlformats.org/officeDocument/2006/relationships/customXml" Target="../ink/ink2000.xml"/><Relationship Id="rId222" Type="http://schemas.openxmlformats.org/officeDocument/2006/relationships/image" Target="../media/image1833.png"/><Relationship Id="rId264" Type="http://schemas.openxmlformats.org/officeDocument/2006/relationships/customXml" Target="../ink/ink1923.xml"/><Relationship Id="rId471" Type="http://schemas.openxmlformats.org/officeDocument/2006/relationships/image" Target="../media/image1953.png"/><Relationship Id="rId17" Type="http://schemas.openxmlformats.org/officeDocument/2006/relationships/image" Target="../media/image1734.png"/><Relationship Id="rId59" Type="http://schemas.openxmlformats.org/officeDocument/2006/relationships/image" Target="../media/image1755.png"/><Relationship Id="rId124" Type="http://schemas.openxmlformats.org/officeDocument/2006/relationships/image" Target="../media/image1786.png"/><Relationship Id="rId70" Type="http://schemas.openxmlformats.org/officeDocument/2006/relationships/customXml" Target="../ink/ink1824.xml"/><Relationship Id="rId166" Type="http://schemas.openxmlformats.org/officeDocument/2006/relationships/customXml" Target="../ink/ink1873.xml"/><Relationship Id="rId331" Type="http://schemas.openxmlformats.org/officeDocument/2006/relationships/image" Target="../media/image1886.png"/><Relationship Id="rId373" Type="http://schemas.openxmlformats.org/officeDocument/2006/relationships/image" Target="../media/image1907.png"/><Relationship Id="rId429" Type="http://schemas.openxmlformats.org/officeDocument/2006/relationships/customXml" Target="../ink/ink2006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838.png"/><Relationship Id="rId440" Type="http://schemas.openxmlformats.org/officeDocument/2006/relationships/image" Target="../media/image1938.png"/><Relationship Id="rId28" Type="http://schemas.openxmlformats.org/officeDocument/2006/relationships/customXml" Target="../ink/ink1803.xml"/><Relationship Id="rId275" Type="http://schemas.openxmlformats.org/officeDocument/2006/relationships/image" Target="../media/image1859.png"/><Relationship Id="rId300" Type="http://schemas.openxmlformats.org/officeDocument/2006/relationships/customXml" Target="../ink/ink1941.xml"/><Relationship Id="rId482" Type="http://schemas.openxmlformats.org/officeDocument/2006/relationships/customXml" Target="../ink/ink2033.xml"/><Relationship Id="rId81" Type="http://schemas.openxmlformats.org/officeDocument/2006/relationships/image" Target="../media/image1765.png"/><Relationship Id="rId135" Type="http://schemas.openxmlformats.org/officeDocument/2006/relationships/customXml" Target="../ink/ink1857.xml"/><Relationship Id="rId177" Type="http://schemas.openxmlformats.org/officeDocument/2006/relationships/customXml" Target="../ink/ink1879.xml"/><Relationship Id="rId342" Type="http://schemas.openxmlformats.org/officeDocument/2006/relationships/customXml" Target="../ink/ink1962.xml"/><Relationship Id="rId384" Type="http://schemas.openxmlformats.org/officeDocument/2006/relationships/customXml" Target="../ink/ink1983.xml"/><Relationship Id="rId202" Type="http://schemas.openxmlformats.org/officeDocument/2006/relationships/image" Target="../media/image1823.png"/><Relationship Id="rId244" Type="http://schemas.openxmlformats.org/officeDocument/2006/relationships/customXml" Target="../ink/ink1913.xml"/><Relationship Id="rId39" Type="http://schemas.openxmlformats.org/officeDocument/2006/relationships/image" Target="../media/image1745.png"/><Relationship Id="rId286" Type="http://schemas.openxmlformats.org/officeDocument/2006/relationships/customXml" Target="../ink/ink1934.xml"/><Relationship Id="rId451" Type="http://schemas.openxmlformats.org/officeDocument/2006/relationships/customXml" Target="../ink/ink2017.xml"/><Relationship Id="rId50" Type="http://schemas.openxmlformats.org/officeDocument/2006/relationships/customXml" Target="../ink/ink1814.xml"/><Relationship Id="rId104" Type="http://schemas.openxmlformats.org/officeDocument/2006/relationships/customXml" Target="../ink/ink1841.xml"/><Relationship Id="rId146" Type="http://schemas.openxmlformats.org/officeDocument/2006/relationships/image" Target="../media/image1797.png"/><Relationship Id="rId188" Type="http://schemas.openxmlformats.org/officeDocument/2006/relationships/image" Target="../media/image198.png"/><Relationship Id="rId311" Type="http://schemas.openxmlformats.org/officeDocument/2006/relationships/image" Target="../media/image1876.png"/><Relationship Id="rId353" Type="http://schemas.openxmlformats.org/officeDocument/2006/relationships/image" Target="../media/image1897.png"/><Relationship Id="rId395" Type="http://schemas.openxmlformats.org/officeDocument/2006/relationships/image" Target="../media/image1916.png"/><Relationship Id="rId409" Type="http://schemas.openxmlformats.org/officeDocument/2006/relationships/image" Target="../media/image1923.png"/><Relationship Id="rId92" Type="http://schemas.openxmlformats.org/officeDocument/2006/relationships/customXml" Target="../ink/ink1835.xml"/><Relationship Id="rId213" Type="http://schemas.openxmlformats.org/officeDocument/2006/relationships/customXml" Target="../ink/ink1897.xml"/><Relationship Id="rId420" Type="http://schemas.openxmlformats.org/officeDocument/2006/relationships/customXml" Target="../ink/ink2001.xml"/><Relationship Id="rId255" Type="http://schemas.openxmlformats.org/officeDocument/2006/relationships/image" Target="../media/image1849.png"/><Relationship Id="rId297" Type="http://schemas.openxmlformats.org/officeDocument/2006/relationships/image" Target="../media/image1869.png"/><Relationship Id="rId462" Type="http://schemas.openxmlformats.org/officeDocument/2006/relationships/image" Target="../media/image1949.png"/><Relationship Id="rId115" Type="http://schemas.openxmlformats.org/officeDocument/2006/relationships/image" Target="../media/image1782.png"/><Relationship Id="rId157" Type="http://schemas.openxmlformats.org/officeDocument/2006/relationships/image" Target="../media/image1802.png"/><Relationship Id="rId322" Type="http://schemas.openxmlformats.org/officeDocument/2006/relationships/customXml" Target="../ink/ink1952.xml"/><Relationship Id="rId364" Type="http://schemas.openxmlformats.org/officeDocument/2006/relationships/customXml" Target="../ink/ink1973.xml"/><Relationship Id="rId61" Type="http://schemas.openxmlformats.org/officeDocument/2006/relationships/image" Target="../media/image1756.png"/><Relationship Id="rId199" Type="http://schemas.openxmlformats.org/officeDocument/2006/relationships/customXml" Target="../ink/ink1890.xml"/><Relationship Id="rId19" Type="http://schemas.openxmlformats.org/officeDocument/2006/relationships/image" Target="../media/image1735.png"/><Relationship Id="rId224" Type="http://schemas.openxmlformats.org/officeDocument/2006/relationships/image" Target="../media/image1834.png"/><Relationship Id="rId266" Type="http://schemas.openxmlformats.org/officeDocument/2006/relationships/customXml" Target="../ink/ink1924.xml"/><Relationship Id="rId431" Type="http://schemas.openxmlformats.org/officeDocument/2006/relationships/customXml" Target="../ink/ink2007.xml"/><Relationship Id="rId473" Type="http://schemas.openxmlformats.org/officeDocument/2006/relationships/image" Target="../media/image1954.png"/><Relationship Id="rId30" Type="http://schemas.openxmlformats.org/officeDocument/2006/relationships/customXml" Target="../ink/ink1804.xml"/><Relationship Id="rId126" Type="http://schemas.openxmlformats.org/officeDocument/2006/relationships/image" Target="../media/image1787.png"/><Relationship Id="rId168" Type="http://schemas.openxmlformats.org/officeDocument/2006/relationships/customXml" Target="../ink/ink1874.xml"/><Relationship Id="rId333" Type="http://schemas.openxmlformats.org/officeDocument/2006/relationships/image" Target="../media/image1887.png"/><Relationship Id="rId72" Type="http://schemas.openxmlformats.org/officeDocument/2006/relationships/customXml" Target="../ink/ink1825.xml"/><Relationship Id="rId375" Type="http://schemas.openxmlformats.org/officeDocument/2006/relationships/image" Target="../media/image1908.png"/><Relationship Id="rId3" Type="http://schemas.openxmlformats.org/officeDocument/2006/relationships/image" Target="../media/image1727.png"/><Relationship Id="rId235" Type="http://schemas.openxmlformats.org/officeDocument/2006/relationships/image" Target="../media/image1839.png"/><Relationship Id="rId277" Type="http://schemas.openxmlformats.org/officeDocument/2006/relationships/image" Target="../media/image1860.png"/><Relationship Id="rId400" Type="http://schemas.openxmlformats.org/officeDocument/2006/relationships/customXml" Target="../ink/ink1991.xml"/><Relationship Id="rId442" Type="http://schemas.openxmlformats.org/officeDocument/2006/relationships/image" Target="../media/image1939.png"/><Relationship Id="rId484" Type="http://schemas.openxmlformats.org/officeDocument/2006/relationships/customXml" Target="../ink/ink2034.xml"/><Relationship Id="rId137" Type="http://schemas.openxmlformats.org/officeDocument/2006/relationships/customXml" Target="../ink/ink1858.xml"/><Relationship Id="rId302" Type="http://schemas.openxmlformats.org/officeDocument/2006/relationships/customXml" Target="../ink/ink1942.xml"/><Relationship Id="rId344" Type="http://schemas.openxmlformats.org/officeDocument/2006/relationships/customXml" Target="../ink/ink1963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95.xml"/><Relationship Id="rId21" Type="http://schemas.openxmlformats.org/officeDocument/2006/relationships/image" Target="../media/image1972.png"/><Relationship Id="rId324" Type="http://schemas.openxmlformats.org/officeDocument/2006/relationships/customXml" Target="../ink/ink2199.xml"/><Relationship Id="rId531" Type="http://schemas.openxmlformats.org/officeDocument/2006/relationships/image" Target="../media/image2215.png"/><Relationship Id="rId170" Type="http://schemas.openxmlformats.org/officeDocument/2006/relationships/image" Target="../media/image2044.png"/><Relationship Id="rId268" Type="http://schemas.openxmlformats.org/officeDocument/2006/relationships/customXml" Target="../ink/ink2171.xml"/><Relationship Id="rId475" Type="http://schemas.openxmlformats.org/officeDocument/2006/relationships/image" Target="../media/image2191.png"/><Relationship Id="rId32" Type="http://schemas.openxmlformats.org/officeDocument/2006/relationships/customXml" Target="../ink/ink2052.xml"/><Relationship Id="rId128" Type="http://schemas.openxmlformats.org/officeDocument/2006/relationships/image" Target="../media/image2023.png"/><Relationship Id="rId335" Type="http://schemas.openxmlformats.org/officeDocument/2006/relationships/image" Target="../media/image2125.png"/><Relationship Id="rId542" Type="http://schemas.openxmlformats.org/officeDocument/2006/relationships/image" Target="../media/image2220.png"/><Relationship Id="rId181" Type="http://schemas.openxmlformats.org/officeDocument/2006/relationships/customXml" Target="../ink/ink2127.xml"/><Relationship Id="rId402" Type="http://schemas.openxmlformats.org/officeDocument/2006/relationships/customXml" Target="../ink/ink2238.xml"/><Relationship Id="rId279" Type="http://schemas.openxmlformats.org/officeDocument/2006/relationships/image" Target="../media/image2097.png"/><Relationship Id="rId486" Type="http://schemas.openxmlformats.org/officeDocument/2006/relationships/image" Target="../media/image2196.png"/><Relationship Id="rId43" Type="http://schemas.openxmlformats.org/officeDocument/2006/relationships/image" Target="../media/image1983.png"/><Relationship Id="rId139" Type="http://schemas.openxmlformats.org/officeDocument/2006/relationships/customXml" Target="../ink/ink2106.xml"/><Relationship Id="rId346" Type="http://schemas.openxmlformats.org/officeDocument/2006/relationships/customXml" Target="../ink/ink2210.xml"/><Relationship Id="rId553" Type="http://schemas.openxmlformats.org/officeDocument/2006/relationships/image" Target="../media/image2225.png"/><Relationship Id="rId192" Type="http://schemas.openxmlformats.org/officeDocument/2006/relationships/image" Target="../media/image2054.png"/><Relationship Id="rId206" Type="http://schemas.openxmlformats.org/officeDocument/2006/relationships/image" Target="../media/image2061.png"/><Relationship Id="rId413" Type="http://schemas.openxmlformats.org/officeDocument/2006/relationships/image" Target="../media/image2162.png"/><Relationship Id="rId497" Type="http://schemas.openxmlformats.org/officeDocument/2006/relationships/customXml" Target="../ink/ink2286.xml"/><Relationship Id="rId357" Type="http://schemas.openxmlformats.org/officeDocument/2006/relationships/image" Target="../media/image762.png"/><Relationship Id="rId54" Type="http://schemas.openxmlformats.org/officeDocument/2006/relationships/customXml" Target="../ink/ink2063.xml"/><Relationship Id="rId217" Type="http://schemas.openxmlformats.org/officeDocument/2006/relationships/customXml" Target="../ink/ink2145.xml"/><Relationship Id="rId424" Type="http://schemas.openxmlformats.org/officeDocument/2006/relationships/customXml" Target="../ink/ink2249.xml"/><Relationship Id="rId23" Type="http://schemas.openxmlformats.org/officeDocument/2006/relationships/image" Target="../media/image1973.png"/><Relationship Id="rId119" Type="http://schemas.openxmlformats.org/officeDocument/2006/relationships/customXml" Target="../ink/ink2096.xml"/><Relationship Id="rId270" Type="http://schemas.openxmlformats.org/officeDocument/2006/relationships/customXml" Target="../ink/ink2172.xml"/><Relationship Id="rId326" Type="http://schemas.openxmlformats.org/officeDocument/2006/relationships/customXml" Target="../ink/ink2200.xml"/><Relationship Id="rId533" Type="http://schemas.openxmlformats.org/officeDocument/2006/relationships/customXml" Target="../ink/ink2305.xml"/><Relationship Id="rId65" Type="http://schemas.openxmlformats.org/officeDocument/2006/relationships/image" Target="../media/image1993.png"/><Relationship Id="rId130" Type="http://schemas.openxmlformats.org/officeDocument/2006/relationships/image" Target="../media/image2024.png"/><Relationship Id="rId368" Type="http://schemas.openxmlformats.org/officeDocument/2006/relationships/customXml" Target="../ink/ink2221.xml"/><Relationship Id="rId172" Type="http://schemas.openxmlformats.org/officeDocument/2006/relationships/image" Target="../media/image2045.png"/><Relationship Id="rId228" Type="http://schemas.openxmlformats.org/officeDocument/2006/relationships/image" Target="../media/image2072.png"/><Relationship Id="rId435" Type="http://schemas.openxmlformats.org/officeDocument/2006/relationships/image" Target="../media/image2173.png"/><Relationship Id="rId477" Type="http://schemas.openxmlformats.org/officeDocument/2006/relationships/image" Target="../media/image2192.png"/><Relationship Id="rId281" Type="http://schemas.openxmlformats.org/officeDocument/2006/relationships/image" Target="../media/image2098.png"/><Relationship Id="rId337" Type="http://schemas.openxmlformats.org/officeDocument/2006/relationships/image" Target="../media/image2126.png"/><Relationship Id="rId502" Type="http://schemas.openxmlformats.org/officeDocument/2006/relationships/image" Target="../media/image2203.png"/><Relationship Id="rId34" Type="http://schemas.openxmlformats.org/officeDocument/2006/relationships/customXml" Target="../ink/ink2053.xml"/><Relationship Id="rId76" Type="http://schemas.openxmlformats.org/officeDocument/2006/relationships/customXml" Target="../ink/ink2074.xml"/><Relationship Id="rId141" Type="http://schemas.openxmlformats.org/officeDocument/2006/relationships/customXml" Target="../ink/ink2107.xml"/><Relationship Id="rId379" Type="http://schemas.openxmlformats.org/officeDocument/2006/relationships/image" Target="../media/image2145.png"/><Relationship Id="rId544" Type="http://schemas.openxmlformats.org/officeDocument/2006/relationships/image" Target="../media/image2221.png"/><Relationship Id="rId7" Type="http://schemas.openxmlformats.org/officeDocument/2006/relationships/image" Target="../media/image1965.png"/><Relationship Id="rId183" Type="http://schemas.openxmlformats.org/officeDocument/2006/relationships/customXml" Target="../ink/ink2128.xml"/><Relationship Id="rId239" Type="http://schemas.openxmlformats.org/officeDocument/2006/relationships/image" Target="../media/image2077.png"/><Relationship Id="rId390" Type="http://schemas.openxmlformats.org/officeDocument/2006/relationships/customXml" Target="../ink/ink2232.xml"/><Relationship Id="rId404" Type="http://schemas.openxmlformats.org/officeDocument/2006/relationships/customXml" Target="../ink/ink2239.xml"/><Relationship Id="rId446" Type="http://schemas.openxmlformats.org/officeDocument/2006/relationships/customXml" Target="../ink/ink2260.xml"/><Relationship Id="rId250" Type="http://schemas.openxmlformats.org/officeDocument/2006/relationships/customXml" Target="../ink/ink2162.xml"/><Relationship Id="rId292" Type="http://schemas.openxmlformats.org/officeDocument/2006/relationships/customXml" Target="../ink/ink2183.xml"/><Relationship Id="rId306" Type="http://schemas.openxmlformats.org/officeDocument/2006/relationships/customXml" Target="../ink/ink2190.xml"/><Relationship Id="rId488" Type="http://schemas.openxmlformats.org/officeDocument/2006/relationships/image" Target="../media/image2197.png"/><Relationship Id="rId45" Type="http://schemas.openxmlformats.org/officeDocument/2006/relationships/image" Target="../media/image1984.png"/><Relationship Id="rId87" Type="http://schemas.openxmlformats.org/officeDocument/2006/relationships/image" Target="../media/image2004.png"/><Relationship Id="rId110" Type="http://schemas.openxmlformats.org/officeDocument/2006/relationships/customXml" Target="../ink/ink2091.xml"/><Relationship Id="rId348" Type="http://schemas.openxmlformats.org/officeDocument/2006/relationships/customXml" Target="../ink/ink2211.xml"/><Relationship Id="rId513" Type="http://schemas.openxmlformats.org/officeDocument/2006/relationships/customXml" Target="../ink/ink2294.xml"/><Relationship Id="rId555" Type="http://schemas.openxmlformats.org/officeDocument/2006/relationships/image" Target="../media/image2226.png"/><Relationship Id="rId152" Type="http://schemas.openxmlformats.org/officeDocument/2006/relationships/image" Target="../media/image2035.png"/><Relationship Id="rId194" Type="http://schemas.openxmlformats.org/officeDocument/2006/relationships/image" Target="../media/image2055.png"/><Relationship Id="rId208" Type="http://schemas.openxmlformats.org/officeDocument/2006/relationships/image" Target="../media/image2062.png"/><Relationship Id="rId415" Type="http://schemas.openxmlformats.org/officeDocument/2006/relationships/image" Target="../media/image2163.png"/><Relationship Id="rId457" Type="http://schemas.openxmlformats.org/officeDocument/2006/relationships/image" Target="../media/image2183.png"/><Relationship Id="rId261" Type="http://schemas.openxmlformats.org/officeDocument/2006/relationships/image" Target="../media/image2088.png"/><Relationship Id="rId499" Type="http://schemas.openxmlformats.org/officeDocument/2006/relationships/customXml" Target="../ink/ink2287.xml"/><Relationship Id="rId14" Type="http://schemas.openxmlformats.org/officeDocument/2006/relationships/customXml" Target="../ink/ink2043.xml"/><Relationship Id="rId56" Type="http://schemas.openxmlformats.org/officeDocument/2006/relationships/customXml" Target="../ink/ink2064.xml"/><Relationship Id="rId317" Type="http://schemas.openxmlformats.org/officeDocument/2006/relationships/image" Target="../media/image2116.png"/><Relationship Id="rId359" Type="http://schemas.openxmlformats.org/officeDocument/2006/relationships/image" Target="../media/image2136.png"/><Relationship Id="rId524" Type="http://schemas.openxmlformats.org/officeDocument/2006/relationships/customXml" Target="../ink/ink2300.xml"/><Relationship Id="rId98" Type="http://schemas.openxmlformats.org/officeDocument/2006/relationships/customXml" Target="../ink/ink2085.xml"/><Relationship Id="rId121" Type="http://schemas.openxmlformats.org/officeDocument/2006/relationships/customXml" Target="../ink/ink2097.xml"/><Relationship Id="rId163" Type="http://schemas.openxmlformats.org/officeDocument/2006/relationships/customXml" Target="../ink/ink2118.xml"/><Relationship Id="rId219" Type="http://schemas.openxmlformats.org/officeDocument/2006/relationships/customXml" Target="../ink/ink2146.xml"/><Relationship Id="rId370" Type="http://schemas.openxmlformats.org/officeDocument/2006/relationships/customXml" Target="../ink/ink2222.xml"/><Relationship Id="rId426" Type="http://schemas.openxmlformats.org/officeDocument/2006/relationships/customXml" Target="../ink/ink2250.xml"/><Relationship Id="rId230" Type="http://schemas.openxmlformats.org/officeDocument/2006/relationships/image" Target="../media/image2073.png"/><Relationship Id="rId468" Type="http://schemas.openxmlformats.org/officeDocument/2006/relationships/customXml" Target="../ink/ink2271.xml"/><Relationship Id="rId25" Type="http://schemas.openxmlformats.org/officeDocument/2006/relationships/image" Target="../media/image1974.png"/><Relationship Id="rId67" Type="http://schemas.openxmlformats.org/officeDocument/2006/relationships/image" Target="../media/image1994.png"/><Relationship Id="rId272" Type="http://schemas.openxmlformats.org/officeDocument/2006/relationships/customXml" Target="../ink/ink2173.xml"/><Relationship Id="rId328" Type="http://schemas.openxmlformats.org/officeDocument/2006/relationships/customXml" Target="../ink/ink2201.xml"/><Relationship Id="rId535" Type="http://schemas.openxmlformats.org/officeDocument/2006/relationships/customXml" Target="../ink/ink2306.xml"/><Relationship Id="rId132" Type="http://schemas.openxmlformats.org/officeDocument/2006/relationships/image" Target="../media/image2025.png"/><Relationship Id="rId174" Type="http://schemas.openxmlformats.org/officeDocument/2006/relationships/image" Target="../media/image742.png"/><Relationship Id="rId381" Type="http://schemas.openxmlformats.org/officeDocument/2006/relationships/image" Target="../media/image2146.png"/><Relationship Id="rId241" Type="http://schemas.openxmlformats.org/officeDocument/2006/relationships/image" Target="../media/image2078.png"/><Relationship Id="rId437" Type="http://schemas.openxmlformats.org/officeDocument/2006/relationships/image" Target="../media/image2174.png"/><Relationship Id="rId479" Type="http://schemas.openxmlformats.org/officeDocument/2006/relationships/image" Target="../media/image2193.png"/><Relationship Id="rId36" Type="http://schemas.openxmlformats.org/officeDocument/2006/relationships/customXml" Target="../ink/ink2054.xml"/><Relationship Id="rId283" Type="http://schemas.openxmlformats.org/officeDocument/2006/relationships/image" Target="../media/image2099.png"/><Relationship Id="rId339" Type="http://schemas.openxmlformats.org/officeDocument/2006/relationships/image" Target="../media/image2127.png"/><Relationship Id="rId490" Type="http://schemas.openxmlformats.org/officeDocument/2006/relationships/image" Target="../media/image2198.png"/><Relationship Id="rId504" Type="http://schemas.openxmlformats.org/officeDocument/2006/relationships/image" Target="../media/image2204.png"/><Relationship Id="rId546" Type="http://schemas.openxmlformats.org/officeDocument/2006/relationships/customXml" Target="../ink/ink2312.xml"/><Relationship Id="rId78" Type="http://schemas.openxmlformats.org/officeDocument/2006/relationships/customXml" Target="../ink/ink2075.xml"/><Relationship Id="rId101" Type="http://schemas.openxmlformats.org/officeDocument/2006/relationships/image" Target="../media/image2011.png"/><Relationship Id="rId143" Type="http://schemas.openxmlformats.org/officeDocument/2006/relationships/customXml" Target="../ink/ink2108.xml"/><Relationship Id="rId185" Type="http://schemas.openxmlformats.org/officeDocument/2006/relationships/customXml" Target="../ink/ink2129.xml"/><Relationship Id="rId350" Type="http://schemas.openxmlformats.org/officeDocument/2006/relationships/customXml" Target="../ink/ink2212.xml"/><Relationship Id="rId406" Type="http://schemas.openxmlformats.org/officeDocument/2006/relationships/customXml" Target="../ink/ink2240.xml"/><Relationship Id="rId9" Type="http://schemas.openxmlformats.org/officeDocument/2006/relationships/image" Target="../media/image1966.png"/><Relationship Id="rId210" Type="http://schemas.openxmlformats.org/officeDocument/2006/relationships/image" Target="../media/image2063.png"/><Relationship Id="rId392" Type="http://schemas.openxmlformats.org/officeDocument/2006/relationships/customXml" Target="../ink/ink2233.xml"/><Relationship Id="rId448" Type="http://schemas.openxmlformats.org/officeDocument/2006/relationships/customXml" Target="../ink/ink2261.xml"/><Relationship Id="rId252" Type="http://schemas.openxmlformats.org/officeDocument/2006/relationships/customXml" Target="../ink/ink2163.xml"/><Relationship Id="rId294" Type="http://schemas.openxmlformats.org/officeDocument/2006/relationships/customXml" Target="../ink/ink2184.xml"/><Relationship Id="rId308" Type="http://schemas.openxmlformats.org/officeDocument/2006/relationships/customXml" Target="../ink/ink2191.xml"/><Relationship Id="rId515" Type="http://schemas.openxmlformats.org/officeDocument/2006/relationships/image" Target="../media/image2208.png"/><Relationship Id="rId47" Type="http://schemas.openxmlformats.org/officeDocument/2006/relationships/image" Target="../media/image1985.png"/><Relationship Id="rId89" Type="http://schemas.openxmlformats.org/officeDocument/2006/relationships/image" Target="../media/image2005.png"/><Relationship Id="rId112" Type="http://schemas.openxmlformats.org/officeDocument/2006/relationships/customXml" Target="../ink/ink2092.xml"/><Relationship Id="rId154" Type="http://schemas.openxmlformats.org/officeDocument/2006/relationships/image" Target="../media/image2036.png"/><Relationship Id="rId361" Type="http://schemas.openxmlformats.org/officeDocument/2006/relationships/image" Target="../media/image2137.png"/><Relationship Id="rId557" Type="http://schemas.openxmlformats.org/officeDocument/2006/relationships/image" Target="../media/image2227.png"/><Relationship Id="rId196" Type="http://schemas.openxmlformats.org/officeDocument/2006/relationships/image" Target="../media/image2056.png"/><Relationship Id="rId417" Type="http://schemas.openxmlformats.org/officeDocument/2006/relationships/image" Target="../media/image2164.png"/><Relationship Id="rId459" Type="http://schemas.openxmlformats.org/officeDocument/2006/relationships/image" Target="../media/image2184.png"/><Relationship Id="rId16" Type="http://schemas.openxmlformats.org/officeDocument/2006/relationships/customXml" Target="../ink/ink2044.xml"/><Relationship Id="rId221" Type="http://schemas.openxmlformats.org/officeDocument/2006/relationships/customXml" Target="../ink/ink2147.xml"/><Relationship Id="rId263" Type="http://schemas.openxmlformats.org/officeDocument/2006/relationships/image" Target="../media/image2089.png"/><Relationship Id="rId319" Type="http://schemas.openxmlformats.org/officeDocument/2006/relationships/image" Target="../media/image2117.png"/><Relationship Id="rId470" Type="http://schemas.openxmlformats.org/officeDocument/2006/relationships/customXml" Target="../ink/ink2272.xml"/><Relationship Id="rId526" Type="http://schemas.openxmlformats.org/officeDocument/2006/relationships/customXml" Target="../ink/ink2301.xml"/><Relationship Id="rId58" Type="http://schemas.openxmlformats.org/officeDocument/2006/relationships/customXml" Target="../ink/ink2065.xml"/><Relationship Id="rId123" Type="http://schemas.openxmlformats.org/officeDocument/2006/relationships/customXml" Target="../ink/ink2098.xml"/><Relationship Id="rId330" Type="http://schemas.openxmlformats.org/officeDocument/2006/relationships/customXml" Target="../ink/ink2202.xml"/><Relationship Id="rId165" Type="http://schemas.openxmlformats.org/officeDocument/2006/relationships/customXml" Target="../ink/ink2119.xml"/><Relationship Id="rId372" Type="http://schemas.openxmlformats.org/officeDocument/2006/relationships/customXml" Target="../ink/ink2223.xml"/><Relationship Id="rId428" Type="http://schemas.openxmlformats.org/officeDocument/2006/relationships/customXml" Target="../ink/ink2251.xml"/><Relationship Id="rId232" Type="http://schemas.openxmlformats.org/officeDocument/2006/relationships/customXml" Target="../ink/ink2153.xml"/><Relationship Id="rId274" Type="http://schemas.openxmlformats.org/officeDocument/2006/relationships/customXml" Target="../ink/ink2174.xml"/><Relationship Id="rId481" Type="http://schemas.openxmlformats.org/officeDocument/2006/relationships/image" Target="../media/image2194.png"/><Relationship Id="rId27" Type="http://schemas.openxmlformats.org/officeDocument/2006/relationships/image" Target="../media/image1975.png"/><Relationship Id="rId69" Type="http://schemas.openxmlformats.org/officeDocument/2006/relationships/image" Target="../media/image1995.png"/><Relationship Id="rId134" Type="http://schemas.openxmlformats.org/officeDocument/2006/relationships/image" Target="../media/image2026.png"/><Relationship Id="rId537" Type="http://schemas.openxmlformats.org/officeDocument/2006/relationships/customXml" Target="../ink/ink2307.xml"/><Relationship Id="rId80" Type="http://schemas.openxmlformats.org/officeDocument/2006/relationships/customXml" Target="../ink/ink2076.xml"/><Relationship Id="rId176" Type="http://schemas.openxmlformats.org/officeDocument/2006/relationships/image" Target="../media/image2046.png"/><Relationship Id="rId341" Type="http://schemas.openxmlformats.org/officeDocument/2006/relationships/image" Target="../media/image2128.png"/><Relationship Id="rId383" Type="http://schemas.openxmlformats.org/officeDocument/2006/relationships/image" Target="../media/image2147.png"/><Relationship Id="rId439" Type="http://schemas.openxmlformats.org/officeDocument/2006/relationships/image" Target="../media/image2175.png"/><Relationship Id="rId201" Type="http://schemas.openxmlformats.org/officeDocument/2006/relationships/customXml" Target="../ink/ink2137.xml"/><Relationship Id="rId243" Type="http://schemas.openxmlformats.org/officeDocument/2006/relationships/image" Target="../media/image2079.png"/><Relationship Id="rId285" Type="http://schemas.openxmlformats.org/officeDocument/2006/relationships/image" Target="../media/image2100.png"/><Relationship Id="rId450" Type="http://schemas.openxmlformats.org/officeDocument/2006/relationships/customXml" Target="../ink/ink2262.xml"/><Relationship Id="rId506" Type="http://schemas.openxmlformats.org/officeDocument/2006/relationships/image" Target="../media/image2205.png"/><Relationship Id="rId38" Type="http://schemas.openxmlformats.org/officeDocument/2006/relationships/customXml" Target="../ink/ink2055.xml"/><Relationship Id="rId103" Type="http://schemas.openxmlformats.org/officeDocument/2006/relationships/image" Target="../media/image619.png"/><Relationship Id="rId310" Type="http://schemas.openxmlformats.org/officeDocument/2006/relationships/customXml" Target="../ink/ink2192.xml"/><Relationship Id="rId492" Type="http://schemas.openxmlformats.org/officeDocument/2006/relationships/image" Target="../media/image1937.png"/><Relationship Id="rId548" Type="http://schemas.openxmlformats.org/officeDocument/2006/relationships/customXml" Target="../ink/ink2313.xml"/><Relationship Id="rId91" Type="http://schemas.openxmlformats.org/officeDocument/2006/relationships/image" Target="../media/image2006.png"/><Relationship Id="rId145" Type="http://schemas.openxmlformats.org/officeDocument/2006/relationships/customXml" Target="../ink/ink2109.xml"/><Relationship Id="rId187" Type="http://schemas.openxmlformats.org/officeDocument/2006/relationships/customXml" Target="../ink/ink2130.xml"/><Relationship Id="rId352" Type="http://schemas.openxmlformats.org/officeDocument/2006/relationships/customXml" Target="../ink/ink2213.xml"/><Relationship Id="rId394" Type="http://schemas.openxmlformats.org/officeDocument/2006/relationships/customXml" Target="../ink/ink2234.xml"/><Relationship Id="rId408" Type="http://schemas.openxmlformats.org/officeDocument/2006/relationships/customXml" Target="../ink/ink2241.xml"/><Relationship Id="rId212" Type="http://schemas.openxmlformats.org/officeDocument/2006/relationships/image" Target="../media/image2064.png"/><Relationship Id="rId254" Type="http://schemas.openxmlformats.org/officeDocument/2006/relationships/customXml" Target="../ink/ink2164.xml"/><Relationship Id="rId49" Type="http://schemas.openxmlformats.org/officeDocument/2006/relationships/image" Target="../media/image1986.png"/><Relationship Id="rId114" Type="http://schemas.openxmlformats.org/officeDocument/2006/relationships/image" Target="../media/image2016.png"/><Relationship Id="rId296" Type="http://schemas.openxmlformats.org/officeDocument/2006/relationships/customXml" Target="../ink/ink2185.xml"/><Relationship Id="rId461" Type="http://schemas.openxmlformats.org/officeDocument/2006/relationships/image" Target="../media/image2185.png"/><Relationship Id="rId517" Type="http://schemas.openxmlformats.org/officeDocument/2006/relationships/image" Target="../media/image2209.png"/><Relationship Id="rId559" Type="http://schemas.openxmlformats.org/officeDocument/2006/relationships/image" Target="../media/image2228.png"/><Relationship Id="rId60" Type="http://schemas.openxmlformats.org/officeDocument/2006/relationships/customXml" Target="../ink/ink2066.xml"/><Relationship Id="rId156" Type="http://schemas.openxmlformats.org/officeDocument/2006/relationships/image" Target="../media/image2037.png"/><Relationship Id="rId198" Type="http://schemas.openxmlformats.org/officeDocument/2006/relationships/image" Target="../media/image2057.png"/><Relationship Id="rId321" Type="http://schemas.openxmlformats.org/officeDocument/2006/relationships/image" Target="../media/image2118.png"/><Relationship Id="rId363" Type="http://schemas.openxmlformats.org/officeDocument/2006/relationships/image" Target="../media/image2138.png"/><Relationship Id="rId419" Type="http://schemas.openxmlformats.org/officeDocument/2006/relationships/image" Target="../media/image2165.png"/><Relationship Id="rId223" Type="http://schemas.openxmlformats.org/officeDocument/2006/relationships/customXml" Target="../ink/ink2148.xml"/><Relationship Id="rId430" Type="http://schemas.openxmlformats.org/officeDocument/2006/relationships/customXml" Target="../ink/ink2252.xml"/><Relationship Id="rId18" Type="http://schemas.openxmlformats.org/officeDocument/2006/relationships/customXml" Target="../ink/ink2045.xml"/><Relationship Id="rId265" Type="http://schemas.openxmlformats.org/officeDocument/2006/relationships/image" Target="../media/image2090.png"/><Relationship Id="rId472" Type="http://schemas.openxmlformats.org/officeDocument/2006/relationships/customXml" Target="../ink/ink2273.xml"/><Relationship Id="rId528" Type="http://schemas.openxmlformats.org/officeDocument/2006/relationships/customXml" Target="../ink/ink2302.xml"/><Relationship Id="rId125" Type="http://schemas.openxmlformats.org/officeDocument/2006/relationships/customXml" Target="../ink/ink2099.xml"/><Relationship Id="rId167" Type="http://schemas.openxmlformats.org/officeDocument/2006/relationships/customXml" Target="../ink/ink2120.xml"/><Relationship Id="rId332" Type="http://schemas.openxmlformats.org/officeDocument/2006/relationships/customXml" Target="../ink/ink2203.xml"/><Relationship Id="rId374" Type="http://schemas.openxmlformats.org/officeDocument/2006/relationships/customXml" Target="../ink/ink2224.xml"/><Relationship Id="rId71" Type="http://schemas.openxmlformats.org/officeDocument/2006/relationships/image" Target="../media/image1996.png"/><Relationship Id="rId234" Type="http://schemas.openxmlformats.org/officeDocument/2006/relationships/customXml" Target="../ink/ink2154.xml"/><Relationship Id="rId2" Type="http://schemas.openxmlformats.org/officeDocument/2006/relationships/customXml" Target="../ink/ink2037.xml"/><Relationship Id="rId29" Type="http://schemas.openxmlformats.org/officeDocument/2006/relationships/image" Target="../media/image1976.png"/><Relationship Id="rId276" Type="http://schemas.openxmlformats.org/officeDocument/2006/relationships/customXml" Target="../ink/ink2175.xml"/><Relationship Id="rId441" Type="http://schemas.openxmlformats.org/officeDocument/2006/relationships/image" Target="../media/image1155.png"/><Relationship Id="rId483" Type="http://schemas.openxmlformats.org/officeDocument/2006/relationships/image" Target="../media/image2195.png"/><Relationship Id="rId539" Type="http://schemas.openxmlformats.org/officeDocument/2006/relationships/customXml" Target="../ink/ink2308.xml"/><Relationship Id="rId40" Type="http://schemas.openxmlformats.org/officeDocument/2006/relationships/customXml" Target="../ink/ink2056.xml"/><Relationship Id="rId136" Type="http://schemas.openxmlformats.org/officeDocument/2006/relationships/image" Target="../media/image2027.png"/><Relationship Id="rId178" Type="http://schemas.openxmlformats.org/officeDocument/2006/relationships/image" Target="../media/image2047.png"/><Relationship Id="rId301" Type="http://schemas.openxmlformats.org/officeDocument/2006/relationships/image" Target="../media/image2108.png"/><Relationship Id="rId343" Type="http://schemas.openxmlformats.org/officeDocument/2006/relationships/image" Target="../media/image2129.png"/><Relationship Id="rId550" Type="http://schemas.openxmlformats.org/officeDocument/2006/relationships/customXml" Target="../ink/ink2314.xml"/><Relationship Id="rId82" Type="http://schemas.openxmlformats.org/officeDocument/2006/relationships/customXml" Target="../ink/ink2077.xml"/><Relationship Id="rId203" Type="http://schemas.openxmlformats.org/officeDocument/2006/relationships/customXml" Target="../ink/ink2138.xml"/><Relationship Id="rId385" Type="http://schemas.openxmlformats.org/officeDocument/2006/relationships/image" Target="../media/image2148.png"/><Relationship Id="rId245" Type="http://schemas.openxmlformats.org/officeDocument/2006/relationships/image" Target="../media/image2080.png"/><Relationship Id="rId287" Type="http://schemas.openxmlformats.org/officeDocument/2006/relationships/image" Target="../media/image2101.png"/><Relationship Id="rId410" Type="http://schemas.openxmlformats.org/officeDocument/2006/relationships/customXml" Target="../ink/ink2242.xml"/><Relationship Id="rId452" Type="http://schemas.openxmlformats.org/officeDocument/2006/relationships/customXml" Target="../ink/ink2263.xml"/><Relationship Id="rId494" Type="http://schemas.openxmlformats.org/officeDocument/2006/relationships/image" Target="../media/image2199.png"/><Relationship Id="rId508" Type="http://schemas.openxmlformats.org/officeDocument/2006/relationships/image" Target="../media/image1775.png"/><Relationship Id="rId105" Type="http://schemas.openxmlformats.org/officeDocument/2006/relationships/image" Target="../media/image2012.png"/><Relationship Id="rId147" Type="http://schemas.openxmlformats.org/officeDocument/2006/relationships/customXml" Target="../ink/ink2110.xml"/><Relationship Id="rId312" Type="http://schemas.openxmlformats.org/officeDocument/2006/relationships/customXml" Target="../ink/ink2193.xml"/><Relationship Id="rId354" Type="http://schemas.openxmlformats.org/officeDocument/2006/relationships/customXml" Target="../ink/ink2214.xml"/><Relationship Id="rId51" Type="http://schemas.openxmlformats.org/officeDocument/2006/relationships/image" Target="../media/image1987.png"/><Relationship Id="rId93" Type="http://schemas.openxmlformats.org/officeDocument/2006/relationships/image" Target="../media/image2007.png"/><Relationship Id="rId189" Type="http://schemas.openxmlformats.org/officeDocument/2006/relationships/customXml" Target="../ink/ink2131.xml"/><Relationship Id="rId396" Type="http://schemas.openxmlformats.org/officeDocument/2006/relationships/customXml" Target="../ink/ink2235.xml"/><Relationship Id="rId561" Type="http://schemas.openxmlformats.org/officeDocument/2006/relationships/image" Target="../media/image2229.png"/><Relationship Id="rId214" Type="http://schemas.openxmlformats.org/officeDocument/2006/relationships/image" Target="../media/image2065.png"/><Relationship Id="rId256" Type="http://schemas.openxmlformats.org/officeDocument/2006/relationships/customXml" Target="../ink/ink2165.xml"/><Relationship Id="rId298" Type="http://schemas.openxmlformats.org/officeDocument/2006/relationships/customXml" Target="../ink/ink2186.xml"/><Relationship Id="rId421" Type="http://schemas.openxmlformats.org/officeDocument/2006/relationships/image" Target="../media/image2166.png"/><Relationship Id="rId463" Type="http://schemas.openxmlformats.org/officeDocument/2006/relationships/image" Target="../media/image2186.png"/><Relationship Id="rId519" Type="http://schemas.openxmlformats.org/officeDocument/2006/relationships/image" Target="../media/image2210.png"/><Relationship Id="rId116" Type="http://schemas.openxmlformats.org/officeDocument/2006/relationships/image" Target="../media/image2017.png"/><Relationship Id="rId158" Type="http://schemas.openxmlformats.org/officeDocument/2006/relationships/image" Target="../media/image2038.png"/><Relationship Id="rId323" Type="http://schemas.openxmlformats.org/officeDocument/2006/relationships/image" Target="../media/image2119.png"/><Relationship Id="rId530" Type="http://schemas.openxmlformats.org/officeDocument/2006/relationships/customXml" Target="../ink/ink2303.xml"/><Relationship Id="rId20" Type="http://schemas.openxmlformats.org/officeDocument/2006/relationships/customXml" Target="../ink/ink2046.xml"/><Relationship Id="rId62" Type="http://schemas.openxmlformats.org/officeDocument/2006/relationships/customXml" Target="../ink/ink2067.xml"/><Relationship Id="rId365" Type="http://schemas.openxmlformats.org/officeDocument/2006/relationships/image" Target="../media/image2139.png"/><Relationship Id="rId225" Type="http://schemas.openxmlformats.org/officeDocument/2006/relationships/customXml" Target="../ink/ink2149.xml"/><Relationship Id="rId267" Type="http://schemas.openxmlformats.org/officeDocument/2006/relationships/image" Target="../media/image2091.png"/><Relationship Id="rId432" Type="http://schemas.openxmlformats.org/officeDocument/2006/relationships/customXml" Target="../ink/ink2253.xml"/><Relationship Id="rId474" Type="http://schemas.openxmlformats.org/officeDocument/2006/relationships/customXml" Target="../ink/ink2274.xml"/><Relationship Id="rId127" Type="http://schemas.openxmlformats.org/officeDocument/2006/relationships/customXml" Target="../ink/ink2100.xml"/><Relationship Id="rId31" Type="http://schemas.openxmlformats.org/officeDocument/2006/relationships/image" Target="../media/image1977.png"/><Relationship Id="rId73" Type="http://schemas.openxmlformats.org/officeDocument/2006/relationships/image" Target="../media/image1997.png"/><Relationship Id="rId169" Type="http://schemas.openxmlformats.org/officeDocument/2006/relationships/customXml" Target="../ink/ink2121.xml"/><Relationship Id="rId334" Type="http://schemas.openxmlformats.org/officeDocument/2006/relationships/customXml" Target="../ink/ink2204.xml"/><Relationship Id="rId376" Type="http://schemas.openxmlformats.org/officeDocument/2006/relationships/customXml" Target="../ink/ink2225.xml"/><Relationship Id="rId541" Type="http://schemas.openxmlformats.org/officeDocument/2006/relationships/customXml" Target="../ink/ink2309.xml"/><Relationship Id="rId4" Type="http://schemas.openxmlformats.org/officeDocument/2006/relationships/customXml" Target="../ink/ink2038.xml"/><Relationship Id="rId180" Type="http://schemas.openxmlformats.org/officeDocument/2006/relationships/image" Target="../media/image2048.png"/><Relationship Id="rId236" Type="http://schemas.openxmlformats.org/officeDocument/2006/relationships/customXml" Target="../ink/ink2155.xml"/><Relationship Id="rId278" Type="http://schemas.openxmlformats.org/officeDocument/2006/relationships/customXml" Target="../ink/ink2176.xml"/><Relationship Id="rId401" Type="http://schemas.openxmlformats.org/officeDocument/2006/relationships/image" Target="../media/image2156.png"/><Relationship Id="rId443" Type="http://schemas.openxmlformats.org/officeDocument/2006/relationships/image" Target="../media/image2176.png"/><Relationship Id="rId303" Type="http://schemas.openxmlformats.org/officeDocument/2006/relationships/image" Target="../media/image2109.png"/><Relationship Id="rId485" Type="http://schemas.openxmlformats.org/officeDocument/2006/relationships/customXml" Target="../ink/ink2280.xml"/><Relationship Id="rId42" Type="http://schemas.openxmlformats.org/officeDocument/2006/relationships/customXml" Target="../ink/ink2057.xml"/><Relationship Id="rId84" Type="http://schemas.openxmlformats.org/officeDocument/2006/relationships/customXml" Target="../ink/ink2078.xml"/><Relationship Id="rId138" Type="http://schemas.openxmlformats.org/officeDocument/2006/relationships/image" Target="../media/image2028.png"/><Relationship Id="rId345" Type="http://schemas.openxmlformats.org/officeDocument/2006/relationships/image" Target="../media/image2130.png"/><Relationship Id="rId387" Type="http://schemas.openxmlformats.org/officeDocument/2006/relationships/image" Target="../media/image2149.png"/><Relationship Id="rId510" Type="http://schemas.openxmlformats.org/officeDocument/2006/relationships/image" Target="../media/image2206.png"/><Relationship Id="rId552" Type="http://schemas.openxmlformats.org/officeDocument/2006/relationships/customXml" Target="../ink/ink2315.xml"/><Relationship Id="rId191" Type="http://schemas.openxmlformats.org/officeDocument/2006/relationships/customXml" Target="../ink/ink2132.xml"/><Relationship Id="rId205" Type="http://schemas.openxmlformats.org/officeDocument/2006/relationships/customXml" Target="../ink/ink2139.xml"/><Relationship Id="rId247" Type="http://schemas.openxmlformats.org/officeDocument/2006/relationships/image" Target="../media/image2081.png"/><Relationship Id="rId412" Type="http://schemas.openxmlformats.org/officeDocument/2006/relationships/customXml" Target="../ink/ink2243.xml"/><Relationship Id="rId107" Type="http://schemas.openxmlformats.org/officeDocument/2006/relationships/image" Target="../media/image2013.png"/><Relationship Id="rId289" Type="http://schemas.openxmlformats.org/officeDocument/2006/relationships/image" Target="../media/image2102.png"/><Relationship Id="rId454" Type="http://schemas.openxmlformats.org/officeDocument/2006/relationships/customXml" Target="../ink/ink2264.xml"/><Relationship Id="rId496" Type="http://schemas.openxmlformats.org/officeDocument/2006/relationships/image" Target="../media/image2200.png"/><Relationship Id="rId11" Type="http://schemas.openxmlformats.org/officeDocument/2006/relationships/image" Target="../media/image1967.png"/><Relationship Id="rId53" Type="http://schemas.openxmlformats.org/officeDocument/2006/relationships/image" Target="../media/image1988.png"/><Relationship Id="rId149" Type="http://schemas.openxmlformats.org/officeDocument/2006/relationships/customXml" Target="../ink/ink2111.xml"/><Relationship Id="rId314" Type="http://schemas.openxmlformats.org/officeDocument/2006/relationships/customXml" Target="../ink/ink2194.xml"/><Relationship Id="rId356" Type="http://schemas.openxmlformats.org/officeDocument/2006/relationships/customXml" Target="../ink/ink2215.xml"/><Relationship Id="rId398" Type="http://schemas.openxmlformats.org/officeDocument/2006/relationships/customXml" Target="../ink/ink2236.xml"/><Relationship Id="rId521" Type="http://schemas.openxmlformats.org/officeDocument/2006/relationships/image" Target="../media/image2211.png"/><Relationship Id="rId563" Type="http://schemas.openxmlformats.org/officeDocument/2006/relationships/image" Target="../media/image2230.png"/><Relationship Id="rId95" Type="http://schemas.openxmlformats.org/officeDocument/2006/relationships/image" Target="../media/image2008.png"/><Relationship Id="rId160" Type="http://schemas.openxmlformats.org/officeDocument/2006/relationships/image" Target="../media/image2039.png"/><Relationship Id="rId216" Type="http://schemas.openxmlformats.org/officeDocument/2006/relationships/image" Target="../media/image2066.png"/><Relationship Id="rId423" Type="http://schemas.openxmlformats.org/officeDocument/2006/relationships/image" Target="../media/image2167.png"/><Relationship Id="rId258" Type="http://schemas.openxmlformats.org/officeDocument/2006/relationships/customXml" Target="../ink/ink2166.xml"/><Relationship Id="rId465" Type="http://schemas.openxmlformats.org/officeDocument/2006/relationships/image" Target="../media/image2187.png"/><Relationship Id="rId22" Type="http://schemas.openxmlformats.org/officeDocument/2006/relationships/customXml" Target="../ink/ink2047.xml"/><Relationship Id="rId64" Type="http://schemas.openxmlformats.org/officeDocument/2006/relationships/customXml" Target="../ink/ink2068.xml"/><Relationship Id="rId118" Type="http://schemas.openxmlformats.org/officeDocument/2006/relationships/image" Target="../media/image2018.png"/><Relationship Id="rId325" Type="http://schemas.openxmlformats.org/officeDocument/2006/relationships/image" Target="../media/image2120.png"/><Relationship Id="rId367" Type="http://schemas.openxmlformats.org/officeDocument/2006/relationships/image" Target="../media/image2140.png"/><Relationship Id="rId532" Type="http://schemas.openxmlformats.org/officeDocument/2006/relationships/customXml" Target="../ink/ink2304.xml"/><Relationship Id="rId171" Type="http://schemas.openxmlformats.org/officeDocument/2006/relationships/customXml" Target="../ink/ink2122.xml"/><Relationship Id="rId227" Type="http://schemas.openxmlformats.org/officeDocument/2006/relationships/customXml" Target="../ink/ink2150.xml"/><Relationship Id="rId269" Type="http://schemas.openxmlformats.org/officeDocument/2006/relationships/image" Target="../media/image2092.png"/><Relationship Id="rId434" Type="http://schemas.openxmlformats.org/officeDocument/2006/relationships/customXml" Target="../ink/ink2254.xml"/><Relationship Id="rId476" Type="http://schemas.openxmlformats.org/officeDocument/2006/relationships/customXml" Target="../ink/ink2275.xml"/><Relationship Id="rId33" Type="http://schemas.openxmlformats.org/officeDocument/2006/relationships/image" Target="../media/image1978.png"/><Relationship Id="rId129" Type="http://schemas.openxmlformats.org/officeDocument/2006/relationships/customXml" Target="../ink/ink2101.xml"/><Relationship Id="rId280" Type="http://schemas.openxmlformats.org/officeDocument/2006/relationships/customXml" Target="../ink/ink2177.xml"/><Relationship Id="rId336" Type="http://schemas.openxmlformats.org/officeDocument/2006/relationships/customXml" Target="../ink/ink2205.xml"/><Relationship Id="rId501" Type="http://schemas.openxmlformats.org/officeDocument/2006/relationships/customXml" Target="../ink/ink2288.xml"/><Relationship Id="rId543" Type="http://schemas.openxmlformats.org/officeDocument/2006/relationships/customXml" Target="../ink/ink2310.xml"/><Relationship Id="rId75" Type="http://schemas.openxmlformats.org/officeDocument/2006/relationships/image" Target="../media/image1998.png"/><Relationship Id="rId140" Type="http://schemas.openxmlformats.org/officeDocument/2006/relationships/image" Target="../media/image2029.png"/><Relationship Id="rId182" Type="http://schemas.openxmlformats.org/officeDocument/2006/relationships/image" Target="../media/image2049.png"/><Relationship Id="rId378" Type="http://schemas.openxmlformats.org/officeDocument/2006/relationships/customXml" Target="../ink/ink2226.xml"/><Relationship Id="rId403" Type="http://schemas.openxmlformats.org/officeDocument/2006/relationships/image" Target="../media/image2157.png"/><Relationship Id="rId6" Type="http://schemas.openxmlformats.org/officeDocument/2006/relationships/customXml" Target="../ink/ink2039.xml"/><Relationship Id="rId238" Type="http://schemas.openxmlformats.org/officeDocument/2006/relationships/customXml" Target="../ink/ink2156.xml"/><Relationship Id="rId445" Type="http://schemas.openxmlformats.org/officeDocument/2006/relationships/image" Target="../media/image2177.png"/><Relationship Id="rId487" Type="http://schemas.openxmlformats.org/officeDocument/2006/relationships/customXml" Target="../ink/ink2281.xml"/><Relationship Id="rId291" Type="http://schemas.openxmlformats.org/officeDocument/2006/relationships/image" Target="../media/image2103.png"/><Relationship Id="rId305" Type="http://schemas.openxmlformats.org/officeDocument/2006/relationships/image" Target="../media/image2110.png"/><Relationship Id="rId347" Type="http://schemas.openxmlformats.org/officeDocument/2006/relationships/image" Target="../media/image2131.png"/><Relationship Id="rId512" Type="http://schemas.openxmlformats.org/officeDocument/2006/relationships/image" Target="../media/image2207.png"/><Relationship Id="rId44" Type="http://schemas.openxmlformats.org/officeDocument/2006/relationships/customXml" Target="../ink/ink2058.xml"/><Relationship Id="rId86" Type="http://schemas.openxmlformats.org/officeDocument/2006/relationships/customXml" Target="../ink/ink2079.xml"/><Relationship Id="rId151" Type="http://schemas.openxmlformats.org/officeDocument/2006/relationships/customXml" Target="../ink/ink2112.xml"/><Relationship Id="rId389" Type="http://schemas.openxmlformats.org/officeDocument/2006/relationships/image" Target="../media/image2150.png"/><Relationship Id="rId554" Type="http://schemas.openxmlformats.org/officeDocument/2006/relationships/customXml" Target="../ink/ink2316.xml"/><Relationship Id="rId193" Type="http://schemas.openxmlformats.org/officeDocument/2006/relationships/customXml" Target="../ink/ink2133.xml"/><Relationship Id="rId207" Type="http://schemas.openxmlformats.org/officeDocument/2006/relationships/customXml" Target="../ink/ink2140.xml"/><Relationship Id="rId249" Type="http://schemas.openxmlformats.org/officeDocument/2006/relationships/image" Target="../media/image2082.png"/><Relationship Id="rId414" Type="http://schemas.openxmlformats.org/officeDocument/2006/relationships/customXml" Target="../ink/ink2244.xml"/><Relationship Id="rId456" Type="http://schemas.openxmlformats.org/officeDocument/2006/relationships/customXml" Target="../ink/ink2265.xml"/><Relationship Id="rId498" Type="http://schemas.openxmlformats.org/officeDocument/2006/relationships/image" Target="../media/image2201.png"/><Relationship Id="rId13" Type="http://schemas.openxmlformats.org/officeDocument/2006/relationships/image" Target="../media/image1968.png"/><Relationship Id="rId109" Type="http://schemas.openxmlformats.org/officeDocument/2006/relationships/image" Target="../media/image2014.png"/><Relationship Id="rId260" Type="http://schemas.openxmlformats.org/officeDocument/2006/relationships/customXml" Target="../ink/ink2167.xml"/><Relationship Id="rId316" Type="http://schemas.openxmlformats.org/officeDocument/2006/relationships/customXml" Target="../ink/ink2195.xml"/><Relationship Id="rId523" Type="http://schemas.openxmlformats.org/officeDocument/2006/relationships/image" Target="../media/image2212.png"/><Relationship Id="rId55" Type="http://schemas.openxmlformats.org/officeDocument/2006/relationships/image" Target="../media/image1989.png"/><Relationship Id="rId97" Type="http://schemas.openxmlformats.org/officeDocument/2006/relationships/image" Target="../media/image2009.png"/><Relationship Id="rId120" Type="http://schemas.openxmlformats.org/officeDocument/2006/relationships/image" Target="../media/image2019.png"/><Relationship Id="rId358" Type="http://schemas.openxmlformats.org/officeDocument/2006/relationships/customXml" Target="../ink/ink2216.xml"/><Relationship Id="rId162" Type="http://schemas.openxmlformats.org/officeDocument/2006/relationships/image" Target="../media/image2040.png"/><Relationship Id="rId218" Type="http://schemas.openxmlformats.org/officeDocument/2006/relationships/image" Target="../media/image2067.png"/><Relationship Id="rId425" Type="http://schemas.openxmlformats.org/officeDocument/2006/relationships/image" Target="../media/image2168.png"/><Relationship Id="rId467" Type="http://schemas.openxmlformats.org/officeDocument/2006/relationships/image" Target="../media/image2188.png"/><Relationship Id="rId271" Type="http://schemas.openxmlformats.org/officeDocument/2006/relationships/image" Target="../media/image2093.png"/><Relationship Id="rId24" Type="http://schemas.openxmlformats.org/officeDocument/2006/relationships/customXml" Target="../ink/ink2048.xml"/><Relationship Id="rId66" Type="http://schemas.openxmlformats.org/officeDocument/2006/relationships/customXml" Target="../ink/ink2069.xml"/><Relationship Id="rId131" Type="http://schemas.openxmlformats.org/officeDocument/2006/relationships/customXml" Target="../ink/ink2102.xml"/><Relationship Id="rId327" Type="http://schemas.openxmlformats.org/officeDocument/2006/relationships/image" Target="../media/image2121.png"/><Relationship Id="rId369" Type="http://schemas.openxmlformats.org/officeDocument/2006/relationships/image" Target="../media/image2141.png"/><Relationship Id="rId534" Type="http://schemas.openxmlformats.org/officeDocument/2006/relationships/image" Target="../media/image2216.png"/><Relationship Id="rId173" Type="http://schemas.openxmlformats.org/officeDocument/2006/relationships/customXml" Target="../ink/ink2123.xml"/><Relationship Id="rId229" Type="http://schemas.openxmlformats.org/officeDocument/2006/relationships/customXml" Target="../ink/ink2151.xml"/><Relationship Id="rId380" Type="http://schemas.openxmlformats.org/officeDocument/2006/relationships/customXml" Target="../ink/ink2227.xml"/><Relationship Id="rId436" Type="http://schemas.openxmlformats.org/officeDocument/2006/relationships/customXml" Target="../ink/ink2255.xml"/><Relationship Id="rId240" Type="http://schemas.openxmlformats.org/officeDocument/2006/relationships/customXml" Target="../ink/ink2157.xml"/><Relationship Id="rId478" Type="http://schemas.openxmlformats.org/officeDocument/2006/relationships/customXml" Target="../ink/ink2276.xml"/><Relationship Id="rId35" Type="http://schemas.openxmlformats.org/officeDocument/2006/relationships/image" Target="../media/image1979.png"/><Relationship Id="rId77" Type="http://schemas.openxmlformats.org/officeDocument/2006/relationships/image" Target="../media/image1999.png"/><Relationship Id="rId100" Type="http://schemas.openxmlformats.org/officeDocument/2006/relationships/customXml" Target="../ink/ink2086.xml"/><Relationship Id="rId282" Type="http://schemas.openxmlformats.org/officeDocument/2006/relationships/customXml" Target="../ink/ink2178.xml"/><Relationship Id="rId338" Type="http://schemas.openxmlformats.org/officeDocument/2006/relationships/customXml" Target="../ink/ink2206.xml"/><Relationship Id="rId503" Type="http://schemas.openxmlformats.org/officeDocument/2006/relationships/customXml" Target="../ink/ink2289.xml"/><Relationship Id="rId545" Type="http://schemas.openxmlformats.org/officeDocument/2006/relationships/customXml" Target="../ink/ink2311.xml"/><Relationship Id="rId8" Type="http://schemas.openxmlformats.org/officeDocument/2006/relationships/customXml" Target="../ink/ink2040.xml"/><Relationship Id="rId142" Type="http://schemas.openxmlformats.org/officeDocument/2006/relationships/image" Target="../media/image2030.png"/><Relationship Id="rId184" Type="http://schemas.openxmlformats.org/officeDocument/2006/relationships/image" Target="../media/image2050.png"/><Relationship Id="rId391" Type="http://schemas.openxmlformats.org/officeDocument/2006/relationships/image" Target="../media/image2151.png"/><Relationship Id="rId405" Type="http://schemas.openxmlformats.org/officeDocument/2006/relationships/image" Target="../media/image2158.png"/><Relationship Id="rId447" Type="http://schemas.openxmlformats.org/officeDocument/2006/relationships/image" Target="../media/image2178.png"/><Relationship Id="rId251" Type="http://schemas.openxmlformats.org/officeDocument/2006/relationships/image" Target="../media/image2083.png"/><Relationship Id="rId489" Type="http://schemas.openxmlformats.org/officeDocument/2006/relationships/customXml" Target="../ink/ink2282.xml"/><Relationship Id="rId46" Type="http://schemas.openxmlformats.org/officeDocument/2006/relationships/customXml" Target="../ink/ink2059.xml"/><Relationship Id="rId293" Type="http://schemas.openxmlformats.org/officeDocument/2006/relationships/image" Target="../media/image2104.png"/><Relationship Id="rId307" Type="http://schemas.openxmlformats.org/officeDocument/2006/relationships/image" Target="../media/image2111.png"/><Relationship Id="rId349" Type="http://schemas.openxmlformats.org/officeDocument/2006/relationships/image" Target="../media/image2132.png"/><Relationship Id="rId514" Type="http://schemas.openxmlformats.org/officeDocument/2006/relationships/customXml" Target="../ink/ink2295.xml"/><Relationship Id="rId556" Type="http://schemas.openxmlformats.org/officeDocument/2006/relationships/customXml" Target="../ink/ink2317.xml"/><Relationship Id="rId88" Type="http://schemas.openxmlformats.org/officeDocument/2006/relationships/customXml" Target="../ink/ink2080.xml"/><Relationship Id="rId111" Type="http://schemas.openxmlformats.org/officeDocument/2006/relationships/image" Target="../media/image2015.png"/><Relationship Id="rId153" Type="http://schemas.openxmlformats.org/officeDocument/2006/relationships/customXml" Target="../ink/ink2113.xml"/><Relationship Id="rId195" Type="http://schemas.openxmlformats.org/officeDocument/2006/relationships/customXml" Target="../ink/ink2134.xml"/><Relationship Id="rId209" Type="http://schemas.openxmlformats.org/officeDocument/2006/relationships/customXml" Target="../ink/ink2141.xml"/><Relationship Id="rId360" Type="http://schemas.openxmlformats.org/officeDocument/2006/relationships/customXml" Target="../ink/ink2217.xml"/><Relationship Id="rId416" Type="http://schemas.openxmlformats.org/officeDocument/2006/relationships/customXml" Target="../ink/ink2245.xml"/><Relationship Id="rId220" Type="http://schemas.openxmlformats.org/officeDocument/2006/relationships/image" Target="../media/image2068.png"/><Relationship Id="rId458" Type="http://schemas.openxmlformats.org/officeDocument/2006/relationships/customXml" Target="../ink/ink2266.xml"/><Relationship Id="rId15" Type="http://schemas.openxmlformats.org/officeDocument/2006/relationships/image" Target="../media/image1969.png"/><Relationship Id="rId57" Type="http://schemas.openxmlformats.org/officeDocument/2006/relationships/image" Target="../media/image1990.png"/><Relationship Id="rId262" Type="http://schemas.openxmlformats.org/officeDocument/2006/relationships/customXml" Target="../ink/ink2168.xml"/><Relationship Id="rId318" Type="http://schemas.openxmlformats.org/officeDocument/2006/relationships/customXml" Target="../ink/ink2196.xml"/><Relationship Id="rId525" Type="http://schemas.openxmlformats.org/officeDocument/2006/relationships/image" Target="../media/image1297.png"/><Relationship Id="rId99" Type="http://schemas.openxmlformats.org/officeDocument/2006/relationships/image" Target="../media/image2010.png"/><Relationship Id="rId122" Type="http://schemas.openxmlformats.org/officeDocument/2006/relationships/image" Target="../media/image2020.png"/><Relationship Id="rId164" Type="http://schemas.openxmlformats.org/officeDocument/2006/relationships/image" Target="../media/image2041.png"/><Relationship Id="rId371" Type="http://schemas.openxmlformats.org/officeDocument/2006/relationships/image" Target="../media/image2142.png"/><Relationship Id="rId427" Type="http://schemas.openxmlformats.org/officeDocument/2006/relationships/image" Target="../media/image2169.png"/><Relationship Id="rId469" Type="http://schemas.openxmlformats.org/officeDocument/2006/relationships/image" Target="../media/image2189.png"/><Relationship Id="rId26" Type="http://schemas.openxmlformats.org/officeDocument/2006/relationships/customXml" Target="../ink/ink2049.xml"/><Relationship Id="rId231" Type="http://schemas.openxmlformats.org/officeDocument/2006/relationships/customXml" Target="../ink/ink2152.xml"/><Relationship Id="rId273" Type="http://schemas.openxmlformats.org/officeDocument/2006/relationships/image" Target="../media/image2094.png"/><Relationship Id="rId329" Type="http://schemas.openxmlformats.org/officeDocument/2006/relationships/image" Target="../media/image2122.png"/><Relationship Id="rId480" Type="http://schemas.openxmlformats.org/officeDocument/2006/relationships/customXml" Target="../ink/ink2277.xml"/><Relationship Id="rId536" Type="http://schemas.openxmlformats.org/officeDocument/2006/relationships/image" Target="../media/image2217.png"/><Relationship Id="rId68" Type="http://schemas.openxmlformats.org/officeDocument/2006/relationships/customXml" Target="../ink/ink2070.xml"/><Relationship Id="rId133" Type="http://schemas.openxmlformats.org/officeDocument/2006/relationships/customXml" Target="../ink/ink2103.xml"/><Relationship Id="rId175" Type="http://schemas.openxmlformats.org/officeDocument/2006/relationships/customXml" Target="../ink/ink2124.xml"/><Relationship Id="rId340" Type="http://schemas.openxmlformats.org/officeDocument/2006/relationships/customXml" Target="../ink/ink2207.xml"/><Relationship Id="rId200" Type="http://schemas.openxmlformats.org/officeDocument/2006/relationships/image" Target="../media/image2058.png"/><Relationship Id="rId382" Type="http://schemas.openxmlformats.org/officeDocument/2006/relationships/customXml" Target="../ink/ink2228.xml"/><Relationship Id="rId438" Type="http://schemas.openxmlformats.org/officeDocument/2006/relationships/customXml" Target="../ink/ink2256.xml"/><Relationship Id="rId242" Type="http://schemas.openxmlformats.org/officeDocument/2006/relationships/customXml" Target="../ink/ink2158.xml"/><Relationship Id="rId284" Type="http://schemas.openxmlformats.org/officeDocument/2006/relationships/customXml" Target="../ink/ink2179.xml"/><Relationship Id="rId491" Type="http://schemas.openxmlformats.org/officeDocument/2006/relationships/customXml" Target="../ink/ink2283.xml"/><Relationship Id="rId505" Type="http://schemas.openxmlformats.org/officeDocument/2006/relationships/customXml" Target="../ink/ink2290.xml"/><Relationship Id="rId37" Type="http://schemas.openxmlformats.org/officeDocument/2006/relationships/image" Target="../media/image1980.png"/><Relationship Id="rId79" Type="http://schemas.openxmlformats.org/officeDocument/2006/relationships/image" Target="../media/image2000.png"/><Relationship Id="rId102" Type="http://schemas.openxmlformats.org/officeDocument/2006/relationships/customXml" Target="../ink/ink2087.xml"/><Relationship Id="rId144" Type="http://schemas.openxmlformats.org/officeDocument/2006/relationships/image" Target="../media/image2031.png"/><Relationship Id="rId547" Type="http://schemas.openxmlformats.org/officeDocument/2006/relationships/image" Target="../media/image2222.png"/><Relationship Id="rId90" Type="http://schemas.openxmlformats.org/officeDocument/2006/relationships/customXml" Target="../ink/ink2081.xml"/><Relationship Id="rId186" Type="http://schemas.openxmlformats.org/officeDocument/2006/relationships/image" Target="../media/image2051.png"/><Relationship Id="rId351" Type="http://schemas.openxmlformats.org/officeDocument/2006/relationships/image" Target="../media/image2133.png"/><Relationship Id="rId393" Type="http://schemas.openxmlformats.org/officeDocument/2006/relationships/image" Target="../media/image2152.png"/><Relationship Id="rId407" Type="http://schemas.openxmlformats.org/officeDocument/2006/relationships/image" Target="../media/image2159.png"/><Relationship Id="rId449" Type="http://schemas.openxmlformats.org/officeDocument/2006/relationships/image" Target="../media/image2179.png"/><Relationship Id="rId211" Type="http://schemas.openxmlformats.org/officeDocument/2006/relationships/customXml" Target="../ink/ink2142.xml"/><Relationship Id="rId253" Type="http://schemas.openxmlformats.org/officeDocument/2006/relationships/image" Target="../media/image2084.png"/><Relationship Id="rId295" Type="http://schemas.openxmlformats.org/officeDocument/2006/relationships/image" Target="../media/image2105.png"/><Relationship Id="rId309" Type="http://schemas.openxmlformats.org/officeDocument/2006/relationships/image" Target="../media/image2112.png"/><Relationship Id="rId460" Type="http://schemas.openxmlformats.org/officeDocument/2006/relationships/customXml" Target="../ink/ink2267.xml"/><Relationship Id="rId516" Type="http://schemas.openxmlformats.org/officeDocument/2006/relationships/customXml" Target="../ink/ink2296.xml"/><Relationship Id="rId48" Type="http://schemas.openxmlformats.org/officeDocument/2006/relationships/customXml" Target="../ink/ink2060.xml"/><Relationship Id="rId113" Type="http://schemas.openxmlformats.org/officeDocument/2006/relationships/customXml" Target="../ink/ink2093.xml"/><Relationship Id="rId320" Type="http://schemas.openxmlformats.org/officeDocument/2006/relationships/customXml" Target="../ink/ink2197.xml"/><Relationship Id="rId558" Type="http://schemas.openxmlformats.org/officeDocument/2006/relationships/customXml" Target="../ink/ink2318.xml"/><Relationship Id="rId155" Type="http://schemas.openxmlformats.org/officeDocument/2006/relationships/customXml" Target="../ink/ink2114.xml"/><Relationship Id="rId197" Type="http://schemas.openxmlformats.org/officeDocument/2006/relationships/customXml" Target="../ink/ink2135.xml"/><Relationship Id="rId362" Type="http://schemas.openxmlformats.org/officeDocument/2006/relationships/customXml" Target="../ink/ink2218.xml"/><Relationship Id="rId418" Type="http://schemas.openxmlformats.org/officeDocument/2006/relationships/customXml" Target="../ink/ink2246.xml"/><Relationship Id="rId222" Type="http://schemas.openxmlformats.org/officeDocument/2006/relationships/image" Target="../media/image2069.png"/><Relationship Id="rId264" Type="http://schemas.openxmlformats.org/officeDocument/2006/relationships/customXml" Target="../ink/ink2169.xml"/><Relationship Id="rId471" Type="http://schemas.openxmlformats.org/officeDocument/2006/relationships/image" Target="../media/image1521.png"/><Relationship Id="rId17" Type="http://schemas.openxmlformats.org/officeDocument/2006/relationships/image" Target="../media/image1970.png"/><Relationship Id="rId59" Type="http://schemas.openxmlformats.org/officeDocument/2006/relationships/image" Target="../media/image1991.png"/><Relationship Id="rId124" Type="http://schemas.openxmlformats.org/officeDocument/2006/relationships/image" Target="../media/image2021.png"/><Relationship Id="rId527" Type="http://schemas.openxmlformats.org/officeDocument/2006/relationships/image" Target="../media/image2213.png"/><Relationship Id="rId70" Type="http://schemas.openxmlformats.org/officeDocument/2006/relationships/customXml" Target="../ink/ink2071.xml"/><Relationship Id="rId166" Type="http://schemas.openxmlformats.org/officeDocument/2006/relationships/image" Target="../media/image2042.png"/><Relationship Id="rId331" Type="http://schemas.openxmlformats.org/officeDocument/2006/relationships/image" Target="../media/image2123.png"/><Relationship Id="rId373" Type="http://schemas.openxmlformats.org/officeDocument/2006/relationships/image" Target="../media/image2143.png"/><Relationship Id="rId429" Type="http://schemas.openxmlformats.org/officeDocument/2006/relationships/image" Target="../media/image2170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074.png"/><Relationship Id="rId440" Type="http://schemas.openxmlformats.org/officeDocument/2006/relationships/customXml" Target="../ink/ink2257.xml"/><Relationship Id="rId28" Type="http://schemas.openxmlformats.org/officeDocument/2006/relationships/customXml" Target="../ink/ink2050.xml"/><Relationship Id="rId275" Type="http://schemas.openxmlformats.org/officeDocument/2006/relationships/image" Target="../media/image2095.png"/><Relationship Id="rId300" Type="http://schemas.openxmlformats.org/officeDocument/2006/relationships/customXml" Target="../ink/ink2187.xml"/><Relationship Id="rId482" Type="http://schemas.openxmlformats.org/officeDocument/2006/relationships/customXml" Target="../ink/ink2278.xml"/><Relationship Id="rId538" Type="http://schemas.openxmlformats.org/officeDocument/2006/relationships/image" Target="../media/image2218.png"/><Relationship Id="rId81" Type="http://schemas.openxmlformats.org/officeDocument/2006/relationships/image" Target="../media/image2001.png"/><Relationship Id="rId135" Type="http://schemas.openxmlformats.org/officeDocument/2006/relationships/customXml" Target="../ink/ink2104.xml"/><Relationship Id="rId177" Type="http://schemas.openxmlformats.org/officeDocument/2006/relationships/customXml" Target="../ink/ink2125.xml"/><Relationship Id="rId342" Type="http://schemas.openxmlformats.org/officeDocument/2006/relationships/customXml" Target="../ink/ink2208.xml"/><Relationship Id="rId384" Type="http://schemas.openxmlformats.org/officeDocument/2006/relationships/customXml" Target="../ink/ink2229.xml"/><Relationship Id="rId202" Type="http://schemas.openxmlformats.org/officeDocument/2006/relationships/image" Target="../media/image2059.png"/><Relationship Id="rId244" Type="http://schemas.openxmlformats.org/officeDocument/2006/relationships/customXml" Target="../ink/ink2159.xml"/><Relationship Id="rId39" Type="http://schemas.openxmlformats.org/officeDocument/2006/relationships/image" Target="../media/image1981.png"/><Relationship Id="rId286" Type="http://schemas.openxmlformats.org/officeDocument/2006/relationships/customXml" Target="../ink/ink2180.xml"/><Relationship Id="rId451" Type="http://schemas.openxmlformats.org/officeDocument/2006/relationships/image" Target="../media/image2180.png"/><Relationship Id="rId493" Type="http://schemas.openxmlformats.org/officeDocument/2006/relationships/customXml" Target="../ink/ink2284.xml"/><Relationship Id="rId507" Type="http://schemas.openxmlformats.org/officeDocument/2006/relationships/customXml" Target="../ink/ink2291.xml"/><Relationship Id="rId549" Type="http://schemas.openxmlformats.org/officeDocument/2006/relationships/image" Target="../media/image2223.png"/><Relationship Id="rId50" Type="http://schemas.openxmlformats.org/officeDocument/2006/relationships/customXml" Target="../ink/ink2061.xml"/><Relationship Id="rId104" Type="http://schemas.openxmlformats.org/officeDocument/2006/relationships/customXml" Target="../ink/ink2088.xml"/><Relationship Id="rId146" Type="http://schemas.openxmlformats.org/officeDocument/2006/relationships/image" Target="../media/image2032.png"/><Relationship Id="rId188" Type="http://schemas.openxmlformats.org/officeDocument/2006/relationships/image" Target="../media/image2052.png"/><Relationship Id="rId311" Type="http://schemas.openxmlformats.org/officeDocument/2006/relationships/image" Target="../media/image2113.png"/><Relationship Id="rId353" Type="http://schemas.openxmlformats.org/officeDocument/2006/relationships/image" Target="../media/image2134.png"/><Relationship Id="rId395" Type="http://schemas.openxmlformats.org/officeDocument/2006/relationships/image" Target="../media/image2153.png"/><Relationship Id="rId409" Type="http://schemas.openxmlformats.org/officeDocument/2006/relationships/image" Target="../media/image2160.png"/><Relationship Id="rId560" Type="http://schemas.openxmlformats.org/officeDocument/2006/relationships/customXml" Target="../ink/ink2319.xml"/><Relationship Id="rId92" Type="http://schemas.openxmlformats.org/officeDocument/2006/relationships/customXml" Target="../ink/ink2082.xml"/><Relationship Id="rId213" Type="http://schemas.openxmlformats.org/officeDocument/2006/relationships/customXml" Target="../ink/ink2143.xml"/><Relationship Id="rId420" Type="http://schemas.openxmlformats.org/officeDocument/2006/relationships/customXml" Target="../ink/ink2247.xml"/><Relationship Id="rId255" Type="http://schemas.openxmlformats.org/officeDocument/2006/relationships/image" Target="../media/image2085.png"/><Relationship Id="rId297" Type="http://schemas.openxmlformats.org/officeDocument/2006/relationships/image" Target="../media/image2106.png"/><Relationship Id="rId462" Type="http://schemas.openxmlformats.org/officeDocument/2006/relationships/customXml" Target="../ink/ink2268.xml"/><Relationship Id="rId518" Type="http://schemas.openxmlformats.org/officeDocument/2006/relationships/customXml" Target="../ink/ink2297.xml"/><Relationship Id="rId115" Type="http://schemas.openxmlformats.org/officeDocument/2006/relationships/customXml" Target="../ink/ink2094.xml"/><Relationship Id="rId157" Type="http://schemas.openxmlformats.org/officeDocument/2006/relationships/customXml" Target="../ink/ink2115.xml"/><Relationship Id="rId322" Type="http://schemas.openxmlformats.org/officeDocument/2006/relationships/customXml" Target="../ink/ink2198.xml"/><Relationship Id="rId364" Type="http://schemas.openxmlformats.org/officeDocument/2006/relationships/customXml" Target="../ink/ink2219.xml"/><Relationship Id="rId61" Type="http://schemas.openxmlformats.org/officeDocument/2006/relationships/image" Target="../media/image1992.png"/><Relationship Id="rId199" Type="http://schemas.openxmlformats.org/officeDocument/2006/relationships/customXml" Target="../ink/ink2136.xml"/><Relationship Id="rId19" Type="http://schemas.openxmlformats.org/officeDocument/2006/relationships/image" Target="../media/image1971.png"/><Relationship Id="rId224" Type="http://schemas.openxmlformats.org/officeDocument/2006/relationships/image" Target="../media/image2070.png"/><Relationship Id="rId266" Type="http://schemas.openxmlformats.org/officeDocument/2006/relationships/customXml" Target="../ink/ink2170.xml"/><Relationship Id="rId431" Type="http://schemas.openxmlformats.org/officeDocument/2006/relationships/image" Target="../media/image2171.png"/><Relationship Id="rId473" Type="http://schemas.openxmlformats.org/officeDocument/2006/relationships/image" Target="../media/image2190.png"/><Relationship Id="rId529" Type="http://schemas.openxmlformats.org/officeDocument/2006/relationships/image" Target="../media/image2214.png"/><Relationship Id="rId30" Type="http://schemas.openxmlformats.org/officeDocument/2006/relationships/customXml" Target="../ink/ink2051.xml"/><Relationship Id="rId126" Type="http://schemas.openxmlformats.org/officeDocument/2006/relationships/image" Target="../media/image2022.png"/><Relationship Id="rId168" Type="http://schemas.openxmlformats.org/officeDocument/2006/relationships/image" Target="../media/image2043.png"/><Relationship Id="rId333" Type="http://schemas.openxmlformats.org/officeDocument/2006/relationships/image" Target="../media/image2124.png"/><Relationship Id="rId540" Type="http://schemas.openxmlformats.org/officeDocument/2006/relationships/image" Target="../media/image2219.png"/><Relationship Id="rId72" Type="http://schemas.openxmlformats.org/officeDocument/2006/relationships/customXml" Target="../ink/ink2072.xml"/><Relationship Id="rId375" Type="http://schemas.openxmlformats.org/officeDocument/2006/relationships/image" Target="../media/image2144.png"/><Relationship Id="rId3" Type="http://schemas.openxmlformats.org/officeDocument/2006/relationships/image" Target="../media/image1963.png"/><Relationship Id="rId235" Type="http://schemas.openxmlformats.org/officeDocument/2006/relationships/image" Target="../media/image2075.png"/><Relationship Id="rId277" Type="http://schemas.openxmlformats.org/officeDocument/2006/relationships/image" Target="../media/image2096.png"/><Relationship Id="rId400" Type="http://schemas.openxmlformats.org/officeDocument/2006/relationships/customXml" Target="../ink/ink2237.xml"/><Relationship Id="rId442" Type="http://schemas.openxmlformats.org/officeDocument/2006/relationships/customXml" Target="../ink/ink2258.xml"/><Relationship Id="rId484" Type="http://schemas.openxmlformats.org/officeDocument/2006/relationships/customXml" Target="../ink/ink2279.xml"/><Relationship Id="rId137" Type="http://schemas.openxmlformats.org/officeDocument/2006/relationships/customXml" Target="../ink/ink2105.xml"/><Relationship Id="rId302" Type="http://schemas.openxmlformats.org/officeDocument/2006/relationships/customXml" Target="../ink/ink2188.xml"/><Relationship Id="rId344" Type="http://schemas.openxmlformats.org/officeDocument/2006/relationships/customXml" Target="../ink/ink2209.xml"/><Relationship Id="rId41" Type="http://schemas.openxmlformats.org/officeDocument/2006/relationships/image" Target="../media/image1982.png"/><Relationship Id="rId83" Type="http://schemas.openxmlformats.org/officeDocument/2006/relationships/image" Target="../media/image2002.png"/><Relationship Id="rId179" Type="http://schemas.openxmlformats.org/officeDocument/2006/relationships/customXml" Target="../ink/ink2126.xml"/><Relationship Id="rId386" Type="http://schemas.openxmlformats.org/officeDocument/2006/relationships/customXml" Target="../ink/ink2230.xml"/><Relationship Id="rId551" Type="http://schemas.openxmlformats.org/officeDocument/2006/relationships/image" Target="../media/image2224.png"/><Relationship Id="rId190" Type="http://schemas.openxmlformats.org/officeDocument/2006/relationships/image" Target="../media/image2053.png"/><Relationship Id="rId204" Type="http://schemas.openxmlformats.org/officeDocument/2006/relationships/image" Target="../media/image2060.png"/><Relationship Id="rId246" Type="http://schemas.openxmlformats.org/officeDocument/2006/relationships/customXml" Target="../ink/ink2160.xml"/><Relationship Id="rId288" Type="http://schemas.openxmlformats.org/officeDocument/2006/relationships/customXml" Target="../ink/ink2181.xml"/><Relationship Id="rId411" Type="http://schemas.openxmlformats.org/officeDocument/2006/relationships/image" Target="../media/image2161.png"/><Relationship Id="rId453" Type="http://schemas.openxmlformats.org/officeDocument/2006/relationships/image" Target="../media/image2181.png"/><Relationship Id="rId509" Type="http://schemas.openxmlformats.org/officeDocument/2006/relationships/customXml" Target="../ink/ink2292.xml"/><Relationship Id="rId106" Type="http://schemas.openxmlformats.org/officeDocument/2006/relationships/customXml" Target="../ink/ink2089.xml"/><Relationship Id="rId313" Type="http://schemas.openxmlformats.org/officeDocument/2006/relationships/image" Target="../media/image2114.png"/><Relationship Id="rId495" Type="http://schemas.openxmlformats.org/officeDocument/2006/relationships/customXml" Target="../ink/ink2285.xml"/><Relationship Id="rId10" Type="http://schemas.openxmlformats.org/officeDocument/2006/relationships/customXml" Target="../ink/ink2041.xml"/><Relationship Id="rId52" Type="http://schemas.openxmlformats.org/officeDocument/2006/relationships/customXml" Target="../ink/ink2062.xml"/><Relationship Id="rId94" Type="http://schemas.openxmlformats.org/officeDocument/2006/relationships/customXml" Target="../ink/ink2083.xml"/><Relationship Id="rId148" Type="http://schemas.openxmlformats.org/officeDocument/2006/relationships/image" Target="../media/image2033.png"/><Relationship Id="rId355" Type="http://schemas.openxmlformats.org/officeDocument/2006/relationships/image" Target="../media/image2135.png"/><Relationship Id="rId397" Type="http://schemas.openxmlformats.org/officeDocument/2006/relationships/image" Target="../media/image2154.png"/><Relationship Id="rId520" Type="http://schemas.openxmlformats.org/officeDocument/2006/relationships/customXml" Target="../ink/ink2298.xml"/><Relationship Id="rId562" Type="http://schemas.openxmlformats.org/officeDocument/2006/relationships/customXml" Target="../ink/ink2320.xml"/><Relationship Id="rId215" Type="http://schemas.openxmlformats.org/officeDocument/2006/relationships/customXml" Target="../ink/ink2144.xml"/><Relationship Id="rId257" Type="http://schemas.openxmlformats.org/officeDocument/2006/relationships/image" Target="../media/image2086.png"/><Relationship Id="rId422" Type="http://schemas.openxmlformats.org/officeDocument/2006/relationships/customXml" Target="../ink/ink2248.xml"/><Relationship Id="rId464" Type="http://schemas.openxmlformats.org/officeDocument/2006/relationships/customXml" Target="../ink/ink2269.xml"/><Relationship Id="rId299" Type="http://schemas.openxmlformats.org/officeDocument/2006/relationships/image" Target="../media/image2107.png"/><Relationship Id="rId63" Type="http://schemas.openxmlformats.org/officeDocument/2006/relationships/image" Target="../media/image249.png"/><Relationship Id="rId159" Type="http://schemas.openxmlformats.org/officeDocument/2006/relationships/customXml" Target="../ink/ink2116.xml"/><Relationship Id="rId366" Type="http://schemas.openxmlformats.org/officeDocument/2006/relationships/customXml" Target="../ink/ink2220.xml"/><Relationship Id="rId226" Type="http://schemas.openxmlformats.org/officeDocument/2006/relationships/image" Target="../media/image2071.png"/><Relationship Id="rId433" Type="http://schemas.openxmlformats.org/officeDocument/2006/relationships/image" Target="../media/image2172.png"/><Relationship Id="rId74" Type="http://schemas.openxmlformats.org/officeDocument/2006/relationships/customXml" Target="../ink/ink2073.xml"/><Relationship Id="rId377" Type="http://schemas.openxmlformats.org/officeDocument/2006/relationships/image" Target="../media/image1200.png"/><Relationship Id="rId500" Type="http://schemas.openxmlformats.org/officeDocument/2006/relationships/image" Target="../media/image2202.png"/><Relationship Id="rId5" Type="http://schemas.openxmlformats.org/officeDocument/2006/relationships/image" Target="../media/image1964.png"/><Relationship Id="rId237" Type="http://schemas.openxmlformats.org/officeDocument/2006/relationships/image" Target="../media/image2076.png"/><Relationship Id="rId444" Type="http://schemas.openxmlformats.org/officeDocument/2006/relationships/customXml" Target="../ink/ink2259.xml"/><Relationship Id="rId290" Type="http://schemas.openxmlformats.org/officeDocument/2006/relationships/customXml" Target="../ink/ink2182.xml"/><Relationship Id="rId304" Type="http://schemas.openxmlformats.org/officeDocument/2006/relationships/customXml" Target="../ink/ink2189.xml"/><Relationship Id="rId388" Type="http://schemas.openxmlformats.org/officeDocument/2006/relationships/customXml" Target="../ink/ink2231.xml"/><Relationship Id="rId511" Type="http://schemas.openxmlformats.org/officeDocument/2006/relationships/customXml" Target="../ink/ink2293.xml"/><Relationship Id="rId85" Type="http://schemas.openxmlformats.org/officeDocument/2006/relationships/image" Target="../media/image2003.png"/><Relationship Id="rId150" Type="http://schemas.openxmlformats.org/officeDocument/2006/relationships/image" Target="../media/image2034.png"/><Relationship Id="rId248" Type="http://schemas.openxmlformats.org/officeDocument/2006/relationships/customXml" Target="../ink/ink2161.xml"/><Relationship Id="rId455" Type="http://schemas.openxmlformats.org/officeDocument/2006/relationships/image" Target="../media/image2182.png"/><Relationship Id="rId12" Type="http://schemas.openxmlformats.org/officeDocument/2006/relationships/customXml" Target="../ink/ink2042.xml"/><Relationship Id="rId108" Type="http://schemas.openxmlformats.org/officeDocument/2006/relationships/customXml" Target="../ink/ink2090.xml"/><Relationship Id="rId315" Type="http://schemas.openxmlformats.org/officeDocument/2006/relationships/image" Target="../media/image2115.png"/><Relationship Id="rId522" Type="http://schemas.openxmlformats.org/officeDocument/2006/relationships/customXml" Target="../ink/ink2299.xml"/><Relationship Id="rId96" Type="http://schemas.openxmlformats.org/officeDocument/2006/relationships/customXml" Target="../ink/ink2084.xml"/><Relationship Id="rId161" Type="http://schemas.openxmlformats.org/officeDocument/2006/relationships/customXml" Target="../ink/ink2117.xml"/><Relationship Id="rId399" Type="http://schemas.openxmlformats.org/officeDocument/2006/relationships/image" Target="../media/image2155.png"/><Relationship Id="rId259" Type="http://schemas.openxmlformats.org/officeDocument/2006/relationships/image" Target="../media/image2087.png"/><Relationship Id="rId466" Type="http://schemas.openxmlformats.org/officeDocument/2006/relationships/customXml" Target="../ink/ink22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CDF6D258-0495-310C-1C92-7B1F1CF0E418}"/>
              </a:ext>
            </a:extLst>
          </p:cNvPr>
          <p:cNvGrpSpPr/>
          <p:nvPr/>
        </p:nvGrpSpPr>
        <p:grpSpPr>
          <a:xfrm>
            <a:off x="477542" y="172061"/>
            <a:ext cx="2138040" cy="631800"/>
            <a:chOff x="477542" y="172061"/>
            <a:chExt cx="2138040" cy="63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098C59ED-5390-EA60-5636-5E2BFDA299A5}"/>
                    </a:ext>
                  </a:extLst>
                </p14:cNvPr>
                <p14:cNvContentPartPr/>
                <p14:nvPr/>
              </p14:nvContentPartPr>
              <p14:xfrm>
                <a:off x="591662" y="274661"/>
                <a:ext cx="6480" cy="26964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098C59ED-5390-EA60-5636-5E2BFDA299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4022" y="257021"/>
                  <a:ext cx="421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FE573333-816A-C4B3-C006-74EB9969F82C}"/>
                    </a:ext>
                  </a:extLst>
                </p14:cNvPr>
                <p14:cNvContentPartPr/>
                <p14:nvPr/>
              </p14:nvContentPartPr>
              <p14:xfrm>
                <a:off x="477542" y="172061"/>
                <a:ext cx="2138040" cy="63180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FE573333-816A-C4B3-C006-74EB9969F8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9542" y="154061"/>
                  <a:ext cx="2173680" cy="66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DDE811A-A5AE-B18E-5B9D-1737FAFF7284}"/>
              </a:ext>
            </a:extLst>
          </p:cNvPr>
          <p:cNvGrpSpPr/>
          <p:nvPr/>
        </p:nvGrpSpPr>
        <p:grpSpPr>
          <a:xfrm>
            <a:off x="3212102" y="1449341"/>
            <a:ext cx="1271880" cy="543600"/>
            <a:chOff x="3212102" y="1449341"/>
            <a:chExt cx="127188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D38B230-8ACB-0DCB-F708-3C22A8F820CC}"/>
                    </a:ext>
                  </a:extLst>
                </p14:cNvPr>
                <p14:cNvContentPartPr/>
                <p14:nvPr/>
              </p14:nvContentPartPr>
              <p14:xfrm>
                <a:off x="3280142" y="1449341"/>
                <a:ext cx="208080" cy="5436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D38B230-8ACB-0DCB-F708-3C22A8F820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62142" y="1431341"/>
                  <a:ext cx="2437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6079B075-6B7D-18DF-CBA3-C58FA5B23E4B}"/>
                    </a:ext>
                  </a:extLst>
                </p14:cNvPr>
                <p14:cNvContentPartPr/>
                <p14:nvPr/>
              </p14:nvContentPartPr>
              <p14:xfrm>
                <a:off x="3212102" y="1724381"/>
                <a:ext cx="227520" cy="147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6079B075-6B7D-18DF-CBA3-C58FA5B23E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94102" y="1706381"/>
                  <a:ext cx="263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BDAD3CC-4834-71D0-CD5C-7F4F07AA9331}"/>
                    </a:ext>
                  </a:extLst>
                </p14:cNvPr>
                <p14:cNvContentPartPr/>
                <p14:nvPr/>
              </p14:nvContentPartPr>
              <p14:xfrm>
                <a:off x="3626822" y="1475261"/>
                <a:ext cx="93600" cy="3200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BDAD3CC-4834-71D0-CD5C-7F4F07AA93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09182" y="1457261"/>
                  <a:ext cx="129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E2A009C-A57E-D340-97A3-944E50997483}"/>
                    </a:ext>
                  </a:extLst>
                </p14:cNvPr>
                <p14:cNvContentPartPr/>
                <p14:nvPr/>
              </p14:nvContentPartPr>
              <p14:xfrm>
                <a:off x="3788462" y="1590101"/>
                <a:ext cx="117000" cy="1702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E2A009C-A57E-D340-97A3-944E5099748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0462" y="1572461"/>
                  <a:ext cx="152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4631EA80-D086-5902-4110-5724B80C0C67}"/>
                    </a:ext>
                  </a:extLst>
                </p14:cNvPr>
                <p14:cNvContentPartPr/>
                <p14:nvPr/>
              </p14:nvContentPartPr>
              <p14:xfrm>
                <a:off x="3763622" y="1633661"/>
                <a:ext cx="230040" cy="1771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4631EA80-D086-5902-4110-5724B80C0C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45622" y="1616021"/>
                  <a:ext cx="265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86091691-C926-B76E-8C85-9A9A79E8E1B4}"/>
                    </a:ext>
                  </a:extLst>
                </p14:cNvPr>
                <p14:cNvContentPartPr/>
                <p14:nvPr/>
              </p14:nvContentPartPr>
              <p14:xfrm>
                <a:off x="4067822" y="1519901"/>
                <a:ext cx="99720" cy="2818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86091691-C926-B76E-8C85-9A9A79E8E1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49822" y="1501901"/>
                  <a:ext cx="1353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5511D6C-C7AB-D18C-AA8C-FFB9621DB03D}"/>
                    </a:ext>
                  </a:extLst>
                </p14:cNvPr>
                <p14:cNvContentPartPr/>
                <p14:nvPr/>
              </p14:nvContentPartPr>
              <p14:xfrm>
                <a:off x="4330982" y="1629341"/>
                <a:ext cx="153000" cy="1108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5511D6C-C7AB-D18C-AA8C-FFB9621DB0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13342" y="1611341"/>
                  <a:ext cx="1886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A5EB326-641D-7148-E042-0045EF5B9F01}"/>
              </a:ext>
            </a:extLst>
          </p:cNvPr>
          <p:cNvGrpSpPr/>
          <p:nvPr/>
        </p:nvGrpSpPr>
        <p:grpSpPr>
          <a:xfrm>
            <a:off x="4702502" y="1248101"/>
            <a:ext cx="826200" cy="501120"/>
            <a:chOff x="4702502" y="1248101"/>
            <a:chExt cx="82620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7816EF55-0D2A-C4D8-FCDD-7D905D1B4C1B}"/>
                    </a:ext>
                  </a:extLst>
                </p14:cNvPr>
                <p14:cNvContentPartPr/>
                <p14:nvPr/>
              </p14:nvContentPartPr>
              <p14:xfrm>
                <a:off x="4702502" y="1461221"/>
                <a:ext cx="183240" cy="2646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7816EF55-0D2A-C4D8-FCDD-7D905D1B4C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84502" y="1443581"/>
                  <a:ext cx="218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87DFE93C-EC05-3F0E-CB51-DF3ACAA11F89}"/>
                    </a:ext>
                  </a:extLst>
                </p14:cNvPr>
                <p14:cNvContentPartPr/>
                <p14:nvPr/>
              </p14:nvContentPartPr>
              <p14:xfrm>
                <a:off x="4934702" y="1525301"/>
                <a:ext cx="184320" cy="2005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87DFE93C-EC05-3F0E-CB51-DF3ACAA11F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16702" y="1507661"/>
                  <a:ext cx="219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2019B723-EE5A-68D4-0799-F05BD1699770}"/>
                    </a:ext>
                  </a:extLst>
                </p14:cNvPr>
                <p14:cNvContentPartPr/>
                <p14:nvPr/>
              </p14:nvContentPartPr>
              <p14:xfrm>
                <a:off x="4969262" y="1553381"/>
                <a:ext cx="226440" cy="1958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2019B723-EE5A-68D4-0799-F05BD16997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51622" y="1535381"/>
                  <a:ext cx="262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AA968930-4068-7333-CA9D-3EDA486D9DBE}"/>
                    </a:ext>
                  </a:extLst>
                </p14:cNvPr>
                <p14:cNvContentPartPr/>
                <p14:nvPr/>
              </p14:nvContentPartPr>
              <p14:xfrm>
                <a:off x="5133422" y="1248101"/>
                <a:ext cx="119520" cy="3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AA968930-4068-7333-CA9D-3EDA486D9D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15422" y="1230461"/>
                  <a:ext cx="155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57BD60F-6C6E-B59B-3567-B27791350BC8}"/>
                    </a:ext>
                  </a:extLst>
                </p14:cNvPr>
                <p14:cNvContentPartPr/>
                <p14:nvPr/>
              </p14:nvContentPartPr>
              <p14:xfrm>
                <a:off x="5108582" y="1274021"/>
                <a:ext cx="145440" cy="2091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57BD60F-6C6E-B59B-3567-B27791350B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0942" y="1256021"/>
                  <a:ext cx="181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5B3DF60D-EF30-4ADC-E41F-6C83E76AE2F0}"/>
                    </a:ext>
                  </a:extLst>
                </p14:cNvPr>
                <p14:cNvContentPartPr/>
                <p14:nvPr/>
              </p14:nvContentPartPr>
              <p14:xfrm>
                <a:off x="5444822" y="1531061"/>
                <a:ext cx="20160" cy="2160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5B3DF60D-EF30-4ADC-E41F-6C83E76AE2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27182" y="1513061"/>
                  <a:ext cx="558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BC7D2B8-3EE7-C1DA-B7B8-E73B5B5FF204}"/>
                    </a:ext>
                  </a:extLst>
                </p14:cNvPr>
                <p14:cNvContentPartPr/>
                <p14:nvPr/>
              </p14:nvContentPartPr>
              <p14:xfrm>
                <a:off x="5396582" y="1610261"/>
                <a:ext cx="132120" cy="93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BC7D2B8-3EE7-C1DA-B7B8-E73B5B5FF2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78582" y="1592621"/>
                  <a:ext cx="16776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12EE9480-1CE8-1A5A-6E72-4D839AE994BF}"/>
                  </a:ext>
                </a:extLst>
              </p14:cNvPr>
              <p14:cNvContentPartPr/>
              <p14:nvPr/>
            </p14:nvContentPartPr>
            <p14:xfrm>
              <a:off x="5782862" y="1233701"/>
              <a:ext cx="575280" cy="49860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12EE9480-1CE8-1A5A-6E72-4D839AE994B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64862" y="1215701"/>
                <a:ext cx="610920" cy="53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F76C067-F1E9-95ED-177F-21117FA08004}"/>
              </a:ext>
            </a:extLst>
          </p:cNvPr>
          <p:cNvGrpSpPr/>
          <p:nvPr/>
        </p:nvGrpSpPr>
        <p:grpSpPr>
          <a:xfrm>
            <a:off x="3269342" y="2296421"/>
            <a:ext cx="235080" cy="262440"/>
            <a:chOff x="3269342" y="2296421"/>
            <a:chExt cx="23508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E614F4AC-7BD6-309D-BC1A-3EAFD52A25AB}"/>
                    </a:ext>
                  </a:extLst>
                </p14:cNvPr>
                <p14:cNvContentPartPr/>
                <p14:nvPr/>
              </p14:nvContentPartPr>
              <p14:xfrm>
                <a:off x="3334862" y="2303261"/>
                <a:ext cx="5400" cy="1868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E614F4AC-7BD6-309D-BC1A-3EAFD52A25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222" y="2285621"/>
                  <a:ext cx="41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1244157A-703E-EF11-533F-4FAD3F493FBB}"/>
                    </a:ext>
                  </a:extLst>
                </p14:cNvPr>
                <p14:cNvContentPartPr/>
                <p14:nvPr/>
              </p14:nvContentPartPr>
              <p14:xfrm>
                <a:off x="3415862" y="2296421"/>
                <a:ext cx="5400" cy="2016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1244157A-703E-EF11-533F-4FAD3F493FB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97862" y="2278781"/>
                  <a:ext cx="41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502D58C-8D9E-F393-C859-27B7CEBB608B}"/>
                    </a:ext>
                  </a:extLst>
                </p14:cNvPr>
                <p14:cNvContentPartPr/>
                <p14:nvPr/>
              </p14:nvContentPartPr>
              <p14:xfrm>
                <a:off x="3269342" y="2445461"/>
                <a:ext cx="235080" cy="1134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502D58C-8D9E-F393-C859-27B7CEBB60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51342" y="2427821"/>
                  <a:ext cx="27072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EEEB114-F269-99DC-4769-39E2435AAD49}"/>
              </a:ext>
            </a:extLst>
          </p:cNvPr>
          <p:cNvGrpSpPr/>
          <p:nvPr/>
        </p:nvGrpSpPr>
        <p:grpSpPr>
          <a:xfrm>
            <a:off x="3274022" y="2957381"/>
            <a:ext cx="185400" cy="505080"/>
            <a:chOff x="3274022" y="2957381"/>
            <a:chExt cx="18540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C656EAD-7713-358D-D4F0-C3AC170AD731}"/>
                    </a:ext>
                  </a:extLst>
                </p14:cNvPr>
                <p14:cNvContentPartPr/>
                <p14:nvPr/>
              </p14:nvContentPartPr>
              <p14:xfrm>
                <a:off x="3307142" y="2957381"/>
                <a:ext cx="152280" cy="5050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C656EAD-7713-358D-D4F0-C3AC170AD7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89502" y="2939741"/>
                  <a:ext cx="1879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6C552925-F6AA-902C-B30C-B9CD24E6D168}"/>
                    </a:ext>
                  </a:extLst>
                </p14:cNvPr>
                <p14:cNvContentPartPr/>
                <p14:nvPr/>
              </p14:nvContentPartPr>
              <p14:xfrm>
                <a:off x="3274022" y="3209741"/>
                <a:ext cx="149400" cy="61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6C552925-F6AA-902C-B30C-B9CD24E6D1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56382" y="3191741"/>
                  <a:ext cx="1850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FAE352CF-EC00-295C-98C0-2DC3B4A576CB}"/>
                  </a:ext>
                </a:extLst>
              </p14:cNvPr>
              <p14:cNvContentPartPr/>
              <p14:nvPr/>
            </p14:nvContentPartPr>
            <p14:xfrm>
              <a:off x="3567422" y="2867741"/>
              <a:ext cx="27720" cy="14904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FAE352CF-EC00-295C-98C0-2DC3B4A576C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49422" y="2849741"/>
                <a:ext cx="63360" cy="18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Agrupar 40">
            <a:extLst>
              <a:ext uri="{FF2B5EF4-FFF2-40B4-BE49-F238E27FC236}">
                <a16:creationId xmlns:a16="http://schemas.microsoft.com/office/drawing/2014/main" id="{C8E75570-F7DA-8A61-2D5C-2EC329C83C7B}"/>
              </a:ext>
            </a:extLst>
          </p:cNvPr>
          <p:cNvGrpSpPr/>
          <p:nvPr/>
        </p:nvGrpSpPr>
        <p:grpSpPr>
          <a:xfrm>
            <a:off x="3715382" y="2935781"/>
            <a:ext cx="723960" cy="345960"/>
            <a:chOff x="3715382" y="2935781"/>
            <a:chExt cx="72396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AD88A18B-1678-604B-4572-CC6C241404BB}"/>
                    </a:ext>
                  </a:extLst>
                </p14:cNvPr>
                <p14:cNvContentPartPr/>
                <p14:nvPr/>
              </p14:nvContentPartPr>
              <p14:xfrm>
                <a:off x="3715382" y="2935781"/>
                <a:ext cx="73440" cy="2844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AD88A18B-1678-604B-4572-CC6C241404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97382" y="2918141"/>
                  <a:ext cx="1090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B08FB7A6-36ED-49D7-4ADF-6C7B4009BF92}"/>
                    </a:ext>
                  </a:extLst>
                </p14:cNvPr>
                <p14:cNvContentPartPr/>
                <p14:nvPr/>
              </p14:nvContentPartPr>
              <p14:xfrm>
                <a:off x="3872702" y="3094541"/>
                <a:ext cx="102240" cy="11664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B08FB7A6-36ED-49D7-4ADF-6C7B4009BF9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5062" y="3076901"/>
                  <a:ext cx="137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72EE89DF-C110-3F5B-4EA0-36DF49E37146}"/>
                    </a:ext>
                  </a:extLst>
                </p14:cNvPr>
                <p14:cNvContentPartPr/>
                <p14:nvPr/>
              </p14:nvContentPartPr>
              <p14:xfrm>
                <a:off x="3867662" y="3096701"/>
                <a:ext cx="161640" cy="1065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72EE89DF-C110-3F5B-4EA0-36DF49E3714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50022" y="3079061"/>
                  <a:ext cx="197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E4DBCF81-5289-DBD9-A914-11A7FFA0F2DD}"/>
                    </a:ext>
                  </a:extLst>
                </p14:cNvPr>
                <p14:cNvContentPartPr/>
                <p14:nvPr/>
              </p14:nvContentPartPr>
              <p14:xfrm>
                <a:off x="4109942" y="2972861"/>
                <a:ext cx="105840" cy="3088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E4DBCF81-5289-DBD9-A914-11A7FFA0F2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92302" y="2954861"/>
                  <a:ext cx="1414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0F3109C1-E334-4AFF-9F56-23DE8C12CDC1}"/>
                    </a:ext>
                  </a:extLst>
                </p14:cNvPr>
                <p14:cNvContentPartPr/>
                <p14:nvPr/>
              </p14:nvContentPartPr>
              <p14:xfrm>
                <a:off x="4333502" y="3188501"/>
                <a:ext cx="105840" cy="93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0F3109C1-E334-4AFF-9F56-23DE8C12CD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15502" y="3170501"/>
                  <a:ext cx="141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62145711-15B3-6576-EAFB-CAD95CB72BCD}"/>
                    </a:ext>
                  </a:extLst>
                </p14:cNvPr>
                <p14:cNvContentPartPr/>
                <p14:nvPr/>
              </p14:nvContentPartPr>
              <p14:xfrm>
                <a:off x="4323422" y="3098861"/>
                <a:ext cx="107280" cy="126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62145711-15B3-6576-EAFB-CAD95CB72B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05782" y="3081221"/>
                  <a:ext cx="1429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A1B863E7-58E8-E4CD-A5D4-F3C21F8D1B90}"/>
              </a:ext>
            </a:extLst>
          </p:cNvPr>
          <p:cNvGrpSpPr/>
          <p:nvPr/>
        </p:nvGrpSpPr>
        <p:grpSpPr>
          <a:xfrm>
            <a:off x="50222" y="2188421"/>
            <a:ext cx="923040" cy="468360"/>
            <a:chOff x="50222" y="2188421"/>
            <a:chExt cx="92304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366251B6-0E89-B69F-9A82-05E433A6C9F1}"/>
                    </a:ext>
                  </a:extLst>
                </p14:cNvPr>
                <p14:cNvContentPartPr/>
                <p14:nvPr/>
              </p14:nvContentPartPr>
              <p14:xfrm>
                <a:off x="109622" y="2280221"/>
                <a:ext cx="85680" cy="3765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366251B6-0E89-B69F-9A82-05E433A6C9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982" y="2262581"/>
                  <a:ext cx="12132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BC78AB1-ED56-187B-D32E-23CEC758635C}"/>
                    </a:ext>
                  </a:extLst>
                </p14:cNvPr>
                <p14:cNvContentPartPr/>
                <p14:nvPr/>
              </p14:nvContentPartPr>
              <p14:xfrm>
                <a:off x="50222" y="2488661"/>
                <a:ext cx="122040" cy="25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BC78AB1-ED56-187B-D32E-23CEC75863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582" y="2471021"/>
                  <a:ext cx="15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AE704E0A-E3AF-8F9B-BFF5-6BC93AF3A4B4}"/>
                    </a:ext>
                  </a:extLst>
                </p14:cNvPr>
                <p14:cNvContentPartPr/>
                <p14:nvPr/>
              </p14:nvContentPartPr>
              <p14:xfrm>
                <a:off x="271262" y="2339981"/>
                <a:ext cx="293400" cy="1681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AE704E0A-E3AF-8F9B-BFF5-6BC93AF3A4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3622" y="2322341"/>
                  <a:ext cx="329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262455CF-B58C-384C-46DB-D90640F548D1}"/>
                    </a:ext>
                  </a:extLst>
                </p14:cNvPr>
                <p14:cNvContentPartPr/>
                <p14:nvPr/>
              </p14:nvContentPartPr>
              <p14:xfrm>
                <a:off x="457742" y="2380301"/>
                <a:ext cx="118440" cy="1357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262455CF-B58C-384C-46DB-D90640F548D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9742" y="2362661"/>
                  <a:ext cx="154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79D35D9-93A4-B218-564B-D15F5AA62CEE}"/>
                    </a:ext>
                  </a:extLst>
                </p14:cNvPr>
                <p14:cNvContentPartPr/>
                <p14:nvPr/>
              </p14:nvContentPartPr>
              <p14:xfrm>
                <a:off x="536942" y="2188421"/>
                <a:ext cx="128160" cy="1184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79D35D9-93A4-B218-564B-D15F5AA62C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9302" y="2170781"/>
                  <a:ext cx="163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25EB8D9C-CCAB-B96E-DF6B-D8293B22E17B}"/>
                    </a:ext>
                  </a:extLst>
                </p14:cNvPr>
                <p14:cNvContentPartPr/>
                <p14:nvPr/>
              </p14:nvContentPartPr>
              <p14:xfrm>
                <a:off x="765542" y="2499821"/>
                <a:ext cx="153000" cy="147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25EB8D9C-CCAB-B96E-DF6B-D8293B22E17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7902" y="2482181"/>
                  <a:ext cx="188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E744AAA2-0B8F-D082-686F-BF9C9DDDCC16}"/>
                    </a:ext>
                  </a:extLst>
                </p14:cNvPr>
                <p14:cNvContentPartPr/>
                <p14:nvPr/>
              </p14:nvContentPartPr>
              <p14:xfrm>
                <a:off x="755462" y="2446181"/>
                <a:ext cx="141840" cy="612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E744AAA2-0B8F-D082-686F-BF9C9DDDCC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22" y="2428541"/>
                  <a:ext cx="177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9BB6BE63-9871-54BC-5A54-5BC68CDE619D}"/>
                    </a:ext>
                  </a:extLst>
                </p14:cNvPr>
                <p14:cNvContentPartPr/>
                <p14:nvPr/>
              </p14:nvContentPartPr>
              <p14:xfrm>
                <a:off x="879662" y="2388221"/>
                <a:ext cx="93600" cy="2329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9BB6BE63-9871-54BC-5A54-5BC68CDE61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2022" y="2370221"/>
                  <a:ext cx="12924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F449DAF4-1746-CFA6-573B-AE87450DFEA7}"/>
              </a:ext>
            </a:extLst>
          </p:cNvPr>
          <p:cNvGrpSpPr/>
          <p:nvPr/>
        </p:nvGrpSpPr>
        <p:grpSpPr>
          <a:xfrm>
            <a:off x="1187822" y="2125421"/>
            <a:ext cx="1396080" cy="505440"/>
            <a:chOff x="1187822" y="2125421"/>
            <a:chExt cx="139608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9D84D2A6-7F61-7BD9-DCB7-2E489A9A1780}"/>
                    </a:ext>
                  </a:extLst>
                </p14:cNvPr>
                <p14:cNvContentPartPr/>
                <p14:nvPr/>
              </p14:nvContentPartPr>
              <p14:xfrm>
                <a:off x="1221302" y="2300741"/>
                <a:ext cx="96120" cy="3301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9D84D2A6-7F61-7BD9-DCB7-2E489A9A17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3302" y="2283101"/>
                  <a:ext cx="1317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687B8703-6421-BFE3-F38E-664435158B72}"/>
                    </a:ext>
                  </a:extLst>
                </p14:cNvPr>
                <p14:cNvContentPartPr/>
                <p14:nvPr/>
              </p14:nvContentPartPr>
              <p14:xfrm>
                <a:off x="1187822" y="2477501"/>
                <a:ext cx="124560" cy="104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687B8703-6421-BFE3-F38E-664435158B7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69822" y="2459861"/>
                  <a:ext cx="160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51EBAD3A-4791-CA10-0A1B-605ABD4525CB}"/>
                    </a:ext>
                  </a:extLst>
                </p14:cNvPr>
                <p14:cNvContentPartPr/>
                <p14:nvPr/>
              </p14:nvContentPartPr>
              <p14:xfrm>
                <a:off x="1385102" y="2184821"/>
                <a:ext cx="38880" cy="1321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51EBAD3A-4791-CA10-0A1B-605ABD4525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67462" y="2166821"/>
                  <a:ext cx="74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CB6CB360-D3B3-D5C4-A5B4-3096C6CDCF44}"/>
                    </a:ext>
                  </a:extLst>
                </p14:cNvPr>
                <p14:cNvContentPartPr/>
                <p14:nvPr/>
              </p14:nvContentPartPr>
              <p14:xfrm>
                <a:off x="1464662" y="2454101"/>
                <a:ext cx="78480" cy="25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CB6CB360-D3B3-D5C4-A5B4-3096C6CDCF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47022" y="2436461"/>
                  <a:ext cx="11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A72D99E2-2A8D-961D-9942-8AAAC95519EB}"/>
                    </a:ext>
                  </a:extLst>
                </p14:cNvPr>
                <p14:cNvContentPartPr/>
                <p14:nvPr/>
              </p14:nvContentPartPr>
              <p14:xfrm>
                <a:off x="1443782" y="2392541"/>
                <a:ext cx="99720" cy="46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A72D99E2-2A8D-961D-9942-8AAAC95519E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25782" y="2374901"/>
                  <a:ext cx="135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6B4B53EC-687C-17F9-AFB0-6FA30190CF08}"/>
                    </a:ext>
                  </a:extLst>
                </p14:cNvPr>
                <p14:cNvContentPartPr/>
                <p14:nvPr/>
              </p14:nvContentPartPr>
              <p14:xfrm>
                <a:off x="1644662" y="2346821"/>
                <a:ext cx="189000" cy="1490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6B4B53EC-687C-17F9-AFB0-6FA30190CF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27022" y="2329181"/>
                  <a:ext cx="224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308BF19D-F6B2-D1D7-ABA1-D1CAA06BDB5A}"/>
                    </a:ext>
                  </a:extLst>
                </p14:cNvPr>
                <p14:cNvContentPartPr/>
                <p14:nvPr/>
              </p14:nvContentPartPr>
              <p14:xfrm>
                <a:off x="1944182" y="2437541"/>
                <a:ext cx="12600" cy="36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308BF19D-F6B2-D1D7-ABA1-D1CAA06BDB5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26182" y="2419541"/>
                  <a:ext cx="48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4B2909B7-0624-038B-9081-9E51A5387E65}"/>
                    </a:ext>
                  </a:extLst>
                </p14:cNvPr>
                <p14:cNvContentPartPr/>
                <p14:nvPr/>
              </p14:nvContentPartPr>
              <p14:xfrm>
                <a:off x="2053262" y="2313341"/>
                <a:ext cx="102240" cy="1443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4B2909B7-0624-038B-9081-9E51A5387E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35622" y="2295341"/>
                  <a:ext cx="137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1951CEE7-F16F-C9E1-9943-176489D8E78B}"/>
                    </a:ext>
                  </a:extLst>
                </p14:cNvPr>
                <p14:cNvContentPartPr/>
                <p14:nvPr/>
              </p14:nvContentPartPr>
              <p14:xfrm>
                <a:off x="2027342" y="2355821"/>
                <a:ext cx="160560" cy="975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1951CEE7-F16F-C9E1-9943-176489D8E78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09342" y="2337821"/>
                  <a:ext cx="196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5DBB719-7599-0174-9980-F0FFC1773371}"/>
                    </a:ext>
                  </a:extLst>
                </p14:cNvPr>
                <p14:cNvContentPartPr/>
                <p14:nvPr/>
              </p14:nvContentPartPr>
              <p14:xfrm>
                <a:off x="2159102" y="2151701"/>
                <a:ext cx="168120" cy="1227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5DBB719-7599-0174-9980-F0FFC17733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41102" y="2134061"/>
                  <a:ext cx="203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A86DE1F-BEFB-F725-641A-1EE823FB9D0D}"/>
                    </a:ext>
                  </a:extLst>
                </p14:cNvPr>
                <p14:cNvContentPartPr/>
                <p14:nvPr/>
              </p14:nvContentPartPr>
              <p14:xfrm>
                <a:off x="2378702" y="2195981"/>
                <a:ext cx="69840" cy="136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A86DE1F-BEFB-F725-641A-1EE823FB9D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61062" y="2177981"/>
                  <a:ext cx="105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E7098DDC-6F8F-C028-067B-43E83AE81CF3}"/>
                    </a:ext>
                  </a:extLst>
                </p14:cNvPr>
                <p14:cNvContentPartPr/>
                <p14:nvPr/>
              </p14:nvContentPartPr>
              <p14:xfrm>
                <a:off x="2516582" y="2125421"/>
                <a:ext cx="67320" cy="1310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E7098DDC-6F8F-C028-067B-43E83AE81C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98942" y="2107781"/>
                  <a:ext cx="10296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F3D1507B-E395-4D6D-44F5-A84C108803F9}"/>
              </a:ext>
            </a:extLst>
          </p:cNvPr>
          <p:cNvGrpSpPr/>
          <p:nvPr/>
        </p:nvGrpSpPr>
        <p:grpSpPr>
          <a:xfrm>
            <a:off x="2913662" y="1630421"/>
            <a:ext cx="257760" cy="1524960"/>
            <a:chOff x="2913662" y="1630421"/>
            <a:chExt cx="257760" cy="15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28D598BF-4433-73B8-43AF-70A9321FF7F7}"/>
                    </a:ext>
                  </a:extLst>
                </p14:cNvPr>
                <p14:cNvContentPartPr/>
                <p14:nvPr/>
              </p14:nvContentPartPr>
              <p14:xfrm>
                <a:off x="2926622" y="1630421"/>
                <a:ext cx="244800" cy="15249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28D598BF-4433-73B8-43AF-70A9321FF7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8982" y="1612781"/>
                  <a:ext cx="280440" cy="15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2C517588-B0DB-1EFA-4BEB-D8F5CBBE7B33}"/>
                    </a:ext>
                  </a:extLst>
                </p14:cNvPr>
                <p14:cNvContentPartPr/>
                <p14:nvPr/>
              </p14:nvContentPartPr>
              <p14:xfrm>
                <a:off x="2913662" y="2986181"/>
                <a:ext cx="195840" cy="13968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2C517588-B0DB-1EFA-4BEB-D8F5CBBE7B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95662" y="2968181"/>
                  <a:ext cx="23148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D90CD074-610D-6BB7-0FF0-6521C92A6117}"/>
              </a:ext>
            </a:extLst>
          </p:cNvPr>
          <p:cNvGrpSpPr/>
          <p:nvPr/>
        </p:nvGrpSpPr>
        <p:grpSpPr>
          <a:xfrm>
            <a:off x="1238942" y="3008861"/>
            <a:ext cx="829800" cy="339480"/>
            <a:chOff x="1238942" y="3008861"/>
            <a:chExt cx="82980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066BA49-3497-2541-6B97-F249C2F572B8}"/>
                    </a:ext>
                  </a:extLst>
                </p14:cNvPr>
                <p14:cNvContentPartPr/>
                <p14:nvPr/>
              </p14:nvContentPartPr>
              <p14:xfrm>
                <a:off x="1238942" y="3008861"/>
                <a:ext cx="557280" cy="3394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066BA49-3497-2541-6B97-F249C2F572B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20942" y="2990861"/>
                  <a:ext cx="5929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907D144C-A150-DF26-2FDE-996B63C957BF}"/>
                    </a:ext>
                  </a:extLst>
                </p14:cNvPr>
                <p14:cNvContentPartPr/>
                <p14:nvPr/>
              </p14:nvContentPartPr>
              <p14:xfrm>
                <a:off x="1739342" y="3029741"/>
                <a:ext cx="360" cy="3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907D144C-A150-DF26-2FDE-996B63C957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21342" y="30121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36ED3809-808B-B4CC-C73B-E84C9DD3ED1E}"/>
                    </a:ext>
                  </a:extLst>
                </p14:cNvPr>
                <p14:cNvContentPartPr/>
                <p14:nvPr/>
              </p14:nvContentPartPr>
              <p14:xfrm>
                <a:off x="1828622" y="3019661"/>
                <a:ext cx="240120" cy="1357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36ED3809-808B-B4CC-C73B-E84C9DD3ED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10622" y="3001661"/>
                  <a:ext cx="27576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CBB642DD-50C5-B171-1B6F-9A2165219315}"/>
              </a:ext>
            </a:extLst>
          </p:cNvPr>
          <p:cNvGrpSpPr/>
          <p:nvPr/>
        </p:nvGrpSpPr>
        <p:grpSpPr>
          <a:xfrm>
            <a:off x="2095382" y="2834261"/>
            <a:ext cx="352440" cy="322200"/>
            <a:chOff x="2095382" y="2834261"/>
            <a:chExt cx="35244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0AFA78F9-F300-37F9-0BD0-70C522659823}"/>
                    </a:ext>
                  </a:extLst>
                </p14:cNvPr>
                <p14:cNvContentPartPr/>
                <p14:nvPr/>
              </p14:nvContentPartPr>
              <p14:xfrm>
                <a:off x="2095382" y="2981501"/>
                <a:ext cx="115920" cy="997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0AFA78F9-F300-37F9-0BD0-70C5226598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77742" y="2963861"/>
                  <a:ext cx="151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C95CE55-1151-DBED-6B9B-29CBB07D90E5}"/>
                    </a:ext>
                  </a:extLst>
                </p14:cNvPr>
                <p14:cNvContentPartPr/>
                <p14:nvPr/>
              </p14:nvContentPartPr>
              <p14:xfrm>
                <a:off x="2138942" y="2981861"/>
                <a:ext cx="360" cy="3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C95CE55-1151-DBED-6B9B-29CBB07D90E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21302" y="2963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4698AFCE-A75E-D55B-8E68-3E9285C95FA1}"/>
                    </a:ext>
                  </a:extLst>
                </p14:cNvPr>
                <p14:cNvContentPartPr/>
                <p14:nvPr/>
              </p14:nvContentPartPr>
              <p14:xfrm>
                <a:off x="2138942" y="2950541"/>
                <a:ext cx="198720" cy="939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4698AFCE-A75E-D55B-8E68-3E9285C95FA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121302" y="2932541"/>
                  <a:ext cx="234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1DDB70A-EA83-7B21-E110-D3E0BDF48BF0}"/>
                    </a:ext>
                  </a:extLst>
                </p14:cNvPr>
                <p14:cNvContentPartPr/>
                <p14:nvPr/>
              </p14:nvContentPartPr>
              <p14:xfrm>
                <a:off x="2270702" y="2834261"/>
                <a:ext cx="177120" cy="1728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1DDB70A-EA83-7B21-E110-D3E0BDF48BF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253062" y="2816261"/>
                  <a:ext cx="212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EA5A1A27-AD76-A0C4-D890-7B1FDF5F42DD}"/>
                    </a:ext>
                  </a:extLst>
                </p14:cNvPr>
                <p14:cNvContentPartPr/>
                <p14:nvPr/>
              </p14:nvContentPartPr>
              <p14:xfrm>
                <a:off x="2171342" y="3092381"/>
                <a:ext cx="10440" cy="640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EA5A1A27-AD76-A0C4-D890-7B1FDF5F42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153702" y="3074381"/>
                  <a:ext cx="4608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96E15C6E-6A58-91C7-1466-834630787E73}"/>
              </a:ext>
            </a:extLst>
          </p:cNvPr>
          <p:cNvGrpSpPr/>
          <p:nvPr/>
        </p:nvGrpSpPr>
        <p:grpSpPr>
          <a:xfrm>
            <a:off x="1331462" y="3293621"/>
            <a:ext cx="1708560" cy="712440"/>
            <a:chOff x="1331462" y="3293621"/>
            <a:chExt cx="170856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7F5477BE-E460-367D-EA6F-8DBC8634ABA7}"/>
                    </a:ext>
                  </a:extLst>
                </p14:cNvPr>
                <p14:cNvContentPartPr/>
                <p14:nvPr/>
              </p14:nvContentPartPr>
              <p14:xfrm>
                <a:off x="1331462" y="3477941"/>
                <a:ext cx="388080" cy="1576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7F5477BE-E460-367D-EA6F-8DBC8634ABA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13462" y="3460301"/>
                  <a:ext cx="423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74C6AF34-28F3-A678-E723-EC8BF75C82B6}"/>
                    </a:ext>
                  </a:extLst>
                </p14:cNvPr>
                <p14:cNvContentPartPr/>
                <p14:nvPr/>
              </p14:nvContentPartPr>
              <p14:xfrm>
                <a:off x="1400942" y="3746861"/>
                <a:ext cx="300240" cy="25920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74C6AF34-28F3-A678-E723-EC8BF75C82B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82942" y="3728861"/>
                  <a:ext cx="335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041E616-336A-98E3-5758-FF25559B5B8D}"/>
                    </a:ext>
                  </a:extLst>
                </p14:cNvPr>
                <p14:cNvContentPartPr/>
                <p14:nvPr/>
              </p14:nvContentPartPr>
              <p14:xfrm>
                <a:off x="1639982" y="3760541"/>
                <a:ext cx="360" cy="3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041E616-336A-98E3-5758-FF25559B5B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21982" y="3742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A7D9D6A-A7A5-D10D-F85C-61FC2C4A48C4}"/>
                    </a:ext>
                  </a:extLst>
                </p14:cNvPr>
                <p14:cNvContentPartPr/>
                <p14:nvPr/>
              </p14:nvContentPartPr>
              <p14:xfrm>
                <a:off x="1719902" y="3689261"/>
                <a:ext cx="115200" cy="2988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A7D9D6A-A7A5-D10D-F85C-61FC2C4A48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01902" y="3671261"/>
                  <a:ext cx="1508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B9043087-D412-A3BF-2EA5-347CAB92BB7C}"/>
                    </a:ext>
                  </a:extLst>
                </p14:cNvPr>
                <p14:cNvContentPartPr/>
                <p14:nvPr/>
              </p14:nvContentPartPr>
              <p14:xfrm>
                <a:off x="1762742" y="3671261"/>
                <a:ext cx="467280" cy="2264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B9043087-D412-A3BF-2EA5-347CAB92BB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45102" y="3653261"/>
                  <a:ext cx="502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5634798A-FD31-49A3-D7DD-D97B2E0C3913}"/>
                    </a:ext>
                  </a:extLst>
                </p14:cNvPr>
                <p14:cNvContentPartPr/>
                <p14:nvPr/>
              </p14:nvContentPartPr>
              <p14:xfrm>
                <a:off x="2258462" y="3597101"/>
                <a:ext cx="192960" cy="1134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5634798A-FD31-49A3-D7DD-D97B2E0C391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40462" y="3579461"/>
                  <a:ext cx="228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F238FC8-BE3E-3E68-7DB1-23981CC2F904}"/>
                    </a:ext>
                  </a:extLst>
                </p14:cNvPr>
                <p14:cNvContentPartPr/>
                <p14:nvPr/>
              </p14:nvContentPartPr>
              <p14:xfrm>
                <a:off x="2448902" y="3545981"/>
                <a:ext cx="189720" cy="1080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F238FC8-BE3E-3E68-7DB1-23981CC2F90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31262" y="3528341"/>
                  <a:ext cx="225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8B167BCA-F1E3-7A2E-6425-D5E18F74F6BB}"/>
                    </a:ext>
                  </a:extLst>
                </p14:cNvPr>
                <p14:cNvContentPartPr/>
                <p14:nvPr/>
              </p14:nvContentPartPr>
              <p14:xfrm>
                <a:off x="2646902" y="3500621"/>
                <a:ext cx="86040" cy="950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8B167BCA-F1E3-7A2E-6425-D5E18F74F6B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29262" y="3482981"/>
                  <a:ext cx="121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BDAEC7C7-3E41-9B1B-EE54-9D8B3612B450}"/>
                    </a:ext>
                  </a:extLst>
                </p14:cNvPr>
                <p14:cNvContentPartPr/>
                <p14:nvPr/>
              </p14:nvContentPartPr>
              <p14:xfrm>
                <a:off x="2747342" y="3436541"/>
                <a:ext cx="101160" cy="1062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BDAEC7C7-3E41-9B1B-EE54-9D8B3612B4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29702" y="3418901"/>
                  <a:ext cx="136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5822568E-0A51-DED5-6063-262C42DBE39A}"/>
                    </a:ext>
                  </a:extLst>
                </p14:cNvPr>
                <p14:cNvContentPartPr/>
                <p14:nvPr/>
              </p14:nvContentPartPr>
              <p14:xfrm>
                <a:off x="2878022" y="3403061"/>
                <a:ext cx="69480" cy="1134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5822568E-0A51-DED5-6063-262C42DBE39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60022" y="3385061"/>
                  <a:ext cx="105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1EBFD7A4-9570-7EBA-9A22-0054FAF64BC6}"/>
                    </a:ext>
                  </a:extLst>
                </p14:cNvPr>
                <p14:cNvContentPartPr/>
                <p14:nvPr/>
              </p14:nvContentPartPr>
              <p14:xfrm>
                <a:off x="2878022" y="3383981"/>
                <a:ext cx="162000" cy="900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1EBFD7A4-9570-7EBA-9A22-0054FAF64BC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60022" y="3366341"/>
                  <a:ext cx="197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35610E00-70AC-F875-AD51-16776D2BD9F2}"/>
                    </a:ext>
                  </a:extLst>
                </p14:cNvPr>
                <p14:cNvContentPartPr/>
                <p14:nvPr/>
              </p14:nvContentPartPr>
              <p14:xfrm>
                <a:off x="2804582" y="3293621"/>
                <a:ext cx="135720" cy="3880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35610E00-70AC-F875-AD51-16776D2BD9F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86942" y="3275621"/>
                  <a:ext cx="1713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08786AAC-DB8E-D30B-4093-E241E9044A73}"/>
                    </a:ext>
                  </a:extLst>
                </p14:cNvPr>
                <p14:cNvContentPartPr/>
                <p14:nvPr/>
              </p14:nvContentPartPr>
              <p14:xfrm>
                <a:off x="2496782" y="3481181"/>
                <a:ext cx="3960" cy="252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08786AAC-DB8E-D30B-4093-E241E9044A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78782" y="3463541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88C00BD0-5464-453D-3411-F40BD853088C}"/>
              </a:ext>
            </a:extLst>
          </p:cNvPr>
          <p:cNvGrpSpPr/>
          <p:nvPr/>
        </p:nvGrpSpPr>
        <p:grpSpPr>
          <a:xfrm>
            <a:off x="4637702" y="2720141"/>
            <a:ext cx="815040" cy="505440"/>
            <a:chOff x="4637702" y="2720141"/>
            <a:chExt cx="81504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A869B6F-F580-BE9D-99C5-F9D8261234EB}"/>
                    </a:ext>
                  </a:extLst>
                </p14:cNvPr>
                <p14:cNvContentPartPr/>
                <p14:nvPr/>
              </p14:nvContentPartPr>
              <p14:xfrm>
                <a:off x="4637702" y="2948021"/>
                <a:ext cx="81360" cy="2440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A869B6F-F580-BE9D-99C5-F9D8261234E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19702" y="2930381"/>
                  <a:ext cx="1170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849CC7C1-28BD-9C53-8EE9-00A9A8F26048}"/>
                    </a:ext>
                  </a:extLst>
                </p14:cNvPr>
                <p14:cNvContentPartPr/>
                <p14:nvPr/>
              </p14:nvContentPartPr>
              <p14:xfrm>
                <a:off x="4805462" y="2930381"/>
                <a:ext cx="119520" cy="295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849CC7C1-28BD-9C53-8EE9-00A9A8F2604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87462" y="2912381"/>
                  <a:ext cx="155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9E584518-4337-21EC-8EB5-6DC801A9EA0C}"/>
                    </a:ext>
                  </a:extLst>
                </p14:cNvPr>
                <p14:cNvContentPartPr/>
                <p14:nvPr/>
              </p14:nvContentPartPr>
              <p14:xfrm>
                <a:off x="4805822" y="2952701"/>
                <a:ext cx="118440" cy="24228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9E584518-4337-21EC-8EB5-6DC801A9EA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182" y="2934701"/>
                  <a:ext cx="1540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6FFDC1A1-C826-AF42-4B5D-D30EAC5D8C1F}"/>
                    </a:ext>
                  </a:extLst>
                </p14:cNvPr>
                <p14:cNvContentPartPr/>
                <p14:nvPr/>
              </p14:nvContentPartPr>
              <p14:xfrm>
                <a:off x="4999142" y="3003101"/>
                <a:ext cx="119520" cy="1735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6FFDC1A1-C826-AF42-4B5D-D30EAC5D8C1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81502" y="2985101"/>
                  <a:ext cx="155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00259004-32F8-FE5C-0883-F590C0FC914E}"/>
                    </a:ext>
                  </a:extLst>
                </p14:cNvPr>
                <p14:cNvContentPartPr/>
                <p14:nvPr/>
              </p14:nvContentPartPr>
              <p14:xfrm>
                <a:off x="4990502" y="3050981"/>
                <a:ext cx="170640" cy="1368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00259004-32F8-FE5C-0883-F590C0FC914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72502" y="3032981"/>
                  <a:ext cx="206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81C43A4-C776-2143-99A9-E380CA98D688}"/>
                    </a:ext>
                  </a:extLst>
                </p14:cNvPr>
                <p14:cNvContentPartPr/>
                <p14:nvPr/>
              </p14:nvContentPartPr>
              <p14:xfrm>
                <a:off x="5104262" y="2720141"/>
                <a:ext cx="91440" cy="23400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81C43A4-C776-2143-99A9-E380CA98D68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86622" y="2702501"/>
                  <a:ext cx="127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75138677-B61B-E14E-A275-2BEB6FB2CEC3}"/>
                    </a:ext>
                  </a:extLst>
                </p14:cNvPr>
                <p14:cNvContentPartPr/>
                <p14:nvPr/>
              </p14:nvContentPartPr>
              <p14:xfrm>
                <a:off x="5381822" y="3038381"/>
                <a:ext cx="25200" cy="1872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75138677-B61B-E14E-A275-2BEB6FB2CE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63822" y="3020741"/>
                  <a:ext cx="60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974694C1-0546-FCD1-C76B-30256D0E9A1B}"/>
                    </a:ext>
                  </a:extLst>
                </p14:cNvPr>
                <p14:cNvContentPartPr/>
                <p14:nvPr/>
              </p14:nvContentPartPr>
              <p14:xfrm>
                <a:off x="5334302" y="3126941"/>
                <a:ext cx="118440" cy="82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974694C1-0546-FCD1-C76B-30256D0E9A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16662" y="3109301"/>
                  <a:ext cx="15408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B6EC7B22-04C7-A6BC-B280-E555B33CB654}"/>
              </a:ext>
            </a:extLst>
          </p:cNvPr>
          <p:cNvGrpSpPr/>
          <p:nvPr/>
        </p:nvGrpSpPr>
        <p:grpSpPr>
          <a:xfrm>
            <a:off x="5674862" y="2768741"/>
            <a:ext cx="650880" cy="439560"/>
            <a:chOff x="5674862" y="2768741"/>
            <a:chExt cx="65088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101A5E52-A295-0830-E70E-23E0C09838B8}"/>
                    </a:ext>
                  </a:extLst>
                </p14:cNvPr>
                <p14:cNvContentPartPr/>
                <p14:nvPr/>
              </p14:nvContentPartPr>
              <p14:xfrm>
                <a:off x="5674862" y="2958101"/>
                <a:ext cx="190440" cy="2502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101A5E52-A295-0830-E70E-23E0C09838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56862" y="2940461"/>
                  <a:ext cx="226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9E1DD275-4507-CADE-4460-23377BEF9B3D}"/>
                    </a:ext>
                  </a:extLst>
                </p14:cNvPr>
                <p14:cNvContentPartPr/>
                <p14:nvPr/>
              </p14:nvContentPartPr>
              <p14:xfrm>
                <a:off x="5878262" y="2933981"/>
                <a:ext cx="145800" cy="2635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9E1DD275-4507-CADE-4460-23377BEF9B3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60262" y="2915981"/>
                  <a:ext cx="181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BC127F9-3DAD-D261-6166-8EB01D6C5E70}"/>
                    </a:ext>
                  </a:extLst>
                </p14:cNvPr>
                <p14:cNvContentPartPr/>
                <p14:nvPr/>
              </p14:nvContentPartPr>
              <p14:xfrm>
                <a:off x="6092102" y="3012461"/>
                <a:ext cx="110880" cy="1663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BC127F9-3DAD-D261-6166-8EB01D6C5E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74102" y="2994461"/>
                  <a:ext cx="146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10DF958-025B-DFA5-E3A4-9ECBC5B1EE23}"/>
                    </a:ext>
                  </a:extLst>
                </p14:cNvPr>
                <p14:cNvContentPartPr/>
                <p14:nvPr/>
              </p14:nvContentPartPr>
              <p14:xfrm>
                <a:off x="6083462" y="3052061"/>
                <a:ext cx="164160" cy="1177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10DF958-025B-DFA5-E3A4-9ECBC5B1EE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65462" y="3034421"/>
                  <a:ext cx="199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389097F5-A0B9-317A-41CC-52921EB8E49D}"/>
                    </a:ext>
                  </a:extLst>
                </p14:cNvPr>
                <p14:cNvContentPartPr/>
                <p14:nvPr/>
              </p14:nvContentPartPr>
              <p14:xfrm>
                <a:off x="6219902" y="2768741"/>
                <a:ext cx="105840" cy="22176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389097F5-A0B9-317A-41CC-52921EB8E49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02262" y="2751101"/>
                  <a:ext cx="14148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A5924A66-8670-CDB0-7EDF-B06FA7AED6DC}"/>
                  </a:ext>
                </a:extLst>
              </p14:cNvPr>
              <p14:cNvContentPartPr/>
              <p14:nvPr/>
            </p14:nvContentPartPr>
            <p14:xfrm>
              <a:off x="6624902" y="2018141"/>
              <a:ext cx="209880" cy="108684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A5924A66-8670-CDB0-7EDF-B06FA7AED6D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606902" y="2000501"/>
                <a:ext cx="245520" cy="11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15387308-8684-DC5E-7B46-3B35D51B4FE4}"/>
              </a:ext>
            </a:extLst>
          </p:cNvPr>
          <p:cNvGrpSpPr/>
          <p:nvPr/>
        </p:nvGrpSpPr>
        <p:grpSpPr>
          <a:xfrm>
            <a:off x="6499262" y="1810421"/>
            <a:ext cx="160920" cy="236160"/>
            <a:chOff x="6499262" y="1810421"/>
            <a:chExt cx="16092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0FF19C82-AD12-F688-8BEA-F56BA6E234C8}"/>
                    </a:ext>
                  </a:extLst>
                </p14:cNvPr>
                <p14:cNvContentPartPr/>
                <p14:nvPr/>
              </p14:nvContentPartPr>
              <p14:xfrm>
                <a:off x="6529502" y="1876661"/>
                <a:ext cx="130680" cy="1699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0FF19C82-AD12-F688-8BEA-F56BA6E234C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11862" y="1859021"/>
                  <a:ext cx="166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EACAF1C7-5E61-C1F2-C76A-5A36EA65F940}"/>
                    </a:ext>
                  </a:extLst>
                </p14:cNvPr>
                <p14:cNvContentPartPr/>
                <p14:nvPr/>
              </p14:nvContentPartPr>
              <p14:xfrm>
                <a:off x="6499262" y="1810421"/>
                <a:ext cx="150480" cy="2059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EACAF1C7-5E61-C1F2-C76A-5A36EA65F94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81622" y="1792421"/>
                  <a:ext cx="18612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85CA41BB-DD38-C3A4-CFFC-C14C9A22D394}"/>
              </a:ext>
            </a:extLst>
          </p:cNvPr>
          <p:cNvGrpSpPr/>
          <p:nvPr/>
        </p:nvGrpSpPr>
        <p:grpSpPr>
          <a:xfrm>
            <a:off x="7018382" y="2228381"/>
            <a:ext cx="1266120" cy="721080"/>
            <a:chOff x="7018382" y="2228381"/>
            <a:chExt cx="1266120" cy="72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4B67A00-AA42-DC05-F34E-41AC592F3006}"/>
                    </a:ext>
                  </a:extLst>
                </p14:cNvPr>
                <p14:cNvContentPartPr/>
                <p14:nvPr/>
              </p14:nvContentPartPr>
              <p14:xfrm>
                <a:off x="7018382" y="2848661"/>
                <a:ext cx="53640" cy="1008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4B67A00-AA42-DC05-F34E-41AC592F30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00742" y="2831021"/>
                  <a:ext cx="89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259F35E5-61C3-AAD2-4CFA-8901BFAA7562}"/>
                    </a:ext>
                  </a:extLst>
                </p14:cNvPr>
                <p14:cNvContentPartPr/>
                <p14:nvPr/>
              </p14:nvContentPartPr>
              <p14:xfrm>
                <a:off x="7025942" y="2720141"/>
                <a:ext cx="1440" cy="194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259F35E5-61C3-AAD2-4CFA-8901BFAA75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07942" y="2702501"/>
                  <a:ext cx="37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4EA005C6-F31D-25E2-7B36-590B1CCF37FA}"/>
                    </a:ext>
                  </a:extLst>
                </p14:cNvPr>
                <p14:cNvContentPartPr/>
                <p14:nvPr/>
              </p14:nvContentPartPr>
              <p14:xfrm>
                <a:off x="7114142" y="2772701"/>
                <a:ext cx="176760" cy="1134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4EA005C6-F31D-25E2-7B36-590B1CCF37F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96142" y="2754701"/>
                  <a:ext cx="2124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86925E2-EB67-E3EA-03F4-E18CF0AB9616}"/>
                    </a:ext>
                  </a:extLst>
                </p14:cNvPr>
                <p14:cNvContentPartPr/>
                <p14:nvPr/>
              </p14:nvContentPartPr>
              <p14:xfrm>
                <a:off x="7158782" y="2603861"/>
                <a:ext cx="174240" cy="2394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86925E2-EB67-E3EA-03F4-E18CF0AB961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41142" y="2586221"/>
                  <a:ext cx="2098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57D7A6BE-D4AF-454C-1726-02451A74D7A1}"/>
                    </a:ext>
                  </a:extLst>
                </p14:cNvPr>
                <p14:cNvContentPartPr/>
                <p14:nvPr/>
              </p14:nvContentPartPr>
              <p14:xfrm>
                <a:off x="7351382" y="2685221"/>
                <a:ext cx="120960" cy="1148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57D7A6BE-D4AF-454C-1726-02451A74D7A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33382" y="2667581"/>
                  <a:ext cx="156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9A1DD477-0A94-38D6-19C7-C80DF680E320}"/>
                    </a:ext>
                  </a:extLst>
                </p14:cNvPr>
                <p14:cNvContentPartPr/>
                <p14:nvPr/>
              </p14:nvContentPartPr>
              <p14:xfrm>
                <a:off x="7510142" y="2661101"/>
                <a:ext cx="154440" cy="28656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9A1DD477-0A94-38D6-19C7-C80DF680E32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92502" y="2643461"/>
                  <a:ext cx="1900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DECBFD44-8E45-99C1-6FF2-8F4E67620830}"/>
                    </a:ext>
                  </a:extLst>
                </p14:cNvPr>
                <p14:cNvContentPartPr/>
                <p14:nvPr/>
              </p14:nvContentPartPr>
              <p14:xfrm>
                <a:off x="7682942" y="2519981"/>
                <a:ext cx="191520" cy="1378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DECBFD44-8E45-99C1-6FF2-8F4E6762083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64942" y="2501981"/>
                  <a:ext cx="227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557396A5-DC90-C674-3838-A475D5A9EA20}"/>
                    </a:ext>
                  </a:extLst>
                </p14:cNvPr>
                <p14:cNvContentPartPr/>
                <p14:nvPr/>
              </p14:nvContentPartPr>
              <p14:xfrm>
                <a:off x="7879502" y="2412701"/>
                <a:ext cx="138960" cy="1497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557396A5-DC90-C674-3838-A475D5A9EA2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61502" y="2395061"/>
                  <a:ext cx="174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8D6C35E4-45CF-9E63-DDDD-C3F420F10161}"/>
                    </a:ext>
                  </a:extLst>
                </p14:cNvPr>
                <p14:cNvContentPartPr/>
                <p14:nvPr/>
              </p14:nvContentPartPr>
              <p14:xfrm>
                <a:off x="8034302" y="2366981"/>
                <a:ext cx="113400" cy="14940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8D6C35E4-45CF-9E63-DDDD-C3F420F101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16662" y="2348981"/>
                  <a:ext cx="149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58FF867-56AF-7CEF-A463-1A4730600B98}"/>
                    </a:ext>
                  </a:extLst>
                </p14:cNvPr>
                <p14:cNvContentPartPr/>
                <p14:nvPr/>
              </p14:nvContentPartPr>
              <p14:xfrm>
                <a:off x="8163542" y="2313341"/>
                <a:ext cx="120960" cy="1404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58FF867-56AF-7CEF-A463-1A4730600B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45542" y="2295341"/>
                  <a:ext cx="156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B7FF5900-6130-795A-7083-9F4E769AFDDC}"/>
                    </a:ext>
                  </a:extLst>
                </p14:cNvPr>
                <p14:cNvContentPartPr/>
                <p14:nvPr/>
              </p14:nvContentPartPr>
              <p14:xfrm>
                <a:off x="7861862" y="2228381"/>
                <a:ext cx="331920" cy="5425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B7FF5900-6130-795A-7083-9F4E769AFDD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43862" y="2210741"/>
                  <a:ext cx="367560" cy="57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98549B68-CB43-B3B3-9C0A-8E4354F4638C}"/>
                  </a:ext>
                </a:extLst>
              </p14:cNvPr>
              <p14:cNvContentPartPr/>
              <p14:nvPr/>
            </p14:nvContentPartPr>
            <p14:xfrm>
              <a:off x="3203462" y="887741"/>
              <a:ext cx="2646720" cy="27612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98549B68-CB43-B3B3-9C0A-8E4354F4638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185462" y="869741"/>
                <a:ext cx="2682360" cy="31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2867143D-F529-3664-98C9-4C7DB76809D2}"/>
              </a:ext>
            </a:extLst>
          </p:cNvPr>
          <p:cNvGrpSpPr/>
          <p:nvPr/>
        </p:nvGrpSpPr>
        <p:grpSpPr>
          <a:xfrm>
            <a:off x="3632942" y="307781"/>
            <a:ext cx="2962440" cy="415440"/>
            <a:chOff x="3632942" y="307781"/>
            <a:chExt cx="296244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202366A2-1BBE-7F0C-F1A7-3447C960E1A0}"/>
                    </a:ext>
                  </a:extLst>
                </p14:cNvPr>
                <p14:cNvContentPartPr/>
                <p14:nvPr/>
              </p14:nvContentPartPr>
              <p14:xfrm>
                <a:off x="3722582" y="307781"/>
                <a:ext cx="123480" cy="3607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202366A2-1BBE-7F0C-F1A7-3447C960E1A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704582" y="290141"/>
                  <a:ext cx="1591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ED8AFE79-2AB0-8C57-FE5A-67B7A6690DBE}"/>
                    </a:ext>
                  </a:extLst>
                </p14:cNvPr>
                <p14:cNvContentPartPr/>
                <p14:nvPr/>
              </p14:nvContentPartPr>
              <p14:xfrm>
                <a:off x="3632942" y="482021"/>
                <a:ext cx="442440" cy="806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ED8AFE79-2AB0-8C57-FE5A-67B7A6690DB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15302" y="464021"/>
                  <a:ext cx="478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9C63C8AE-01AA-1EE2-D41A-F673FAF4665C}"/>
                    </a:ext>
                  </a:extLst>
                </p14:cNvPr>
                <p14:cNvContentPartPr/>
                <p14:nvPr/>
              </p14:nvContentPartPr>
              <p14:xfrm>
                <a:off x="4085102" y="473741"/>
                <a:ext cx="226440" cy="849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9C63C8AE-01AA-1EE2-D41A-F673FAF466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67462" y="455741"/>
                  <a:ext cx="262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1CE4389-7A21-3803-3624-C363FA267DDD}"/>
                    </a:ext>
                  </a:extLst>
                </p14:cNvPr>
                <p14:cNvContentPartPr/>
                <p14:nvPr/>
              </p14:nvContentPartPr>
              <p14:xfrm>
                <a:off x="4321262" y="464741"/>
                <a:ext cx="171720" cy="10836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1CE4389-7A21-3803-3624-C363FA267D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03262" y="447101"/>
                  <a:ext cx="207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02B7800B-204B-8F21-6BD3-A9D167C72AA9}"/>
                    </a:ext>
                  </a:extLst>
                </p14:cNvPr>
                <p14:cNvContentPartPr/>
                <p14:nvPr/>
              </p14:nvContentPartPr>
              <p14:xfrm>
                <a:off x="4528622" y="452501"/>
                <a:ext cx="254880" cy="1198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02B7800B-204B-8F21-6BD3-A9D167C72AA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10982" y="434501"/>
                  <a:ext cx="290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CBDE770A-2794-5648-9609-867FCEDFE549}"/>
                    </a:ext>
                  </a:extLst>
                </p14:cNvPr>
                <p14:cNvContentPartPr/>
                <p14:nvPr/>
              </p14:nvContentPartPr>
              <p14:xfrm>
                <a:off x="4568222" y="340541"/>
                <a:ext cx="109800" cy="662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CBDE770A-2794-5648-9609-867FCEDFE54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50222" y="322901"/>
                  <a:ext cx="145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4618B945-8BA0-0847-8607-852FAD46FAA5}"/>
                    </a:ext>
                  </a:extLst>
                </p14:cNvPr>
                <p14:cNvContentPartPr/>
                <p14:nvPr/>
              </p14:nvContentPartPr>
              <p14:xfrm>
                <a:off x="4364462" y="473741"/>
                <a:ext cx="651240" cy="2494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4618B945-8BA0-0847-8607-852FAD46FAA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346822" y="455741"/>
                  <a:ext cx="686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BDEC5C6E-2EA5-38A3-493C-05CBDA6F35F5}"/>
                    </a:ext>
                  </a:extLst>
                </p14:cNvPr>
                <p14:cNvContentPartPr/>
                <p14:nvPr/>
              </p14:nvContentPartPr>
              <p14:xfrm>
                <a:off x="5013902" y="412181"/>
                <a:ext cx="114480" cy="1321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BDEC5C6E-2EA5-38A3-493C-05CBDA6F35F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96262" y="394181"/>
                  <a:ext cx="150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10BA1CAB-FAB7-82AD-9DEE-6EBA61F0A760}"/>
                    </a:ext>
                  </a:extLst>
                </p14:cNvPr>
                <p14:cNvContentPartPr/>
                <p14:nvPr/>
              </p14:nvContentPartPr>
              <p14:xfrm>
                <a:off x="5179862" y="411461"/>
                <a:ext cx="111600" cy="1152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10BA1CAB-FAB7-82AD-9DEE-6EBA61F0A76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62222" y="393821"/>
                  <a:ext cx="147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579DD815-E2AE-5AAC-ACFB-2B7E99376EC6}"/>
                    </a:ext>
                  </a:extLst>
                </p14:cNvPr>
                <p14:cNvContentPartPr/>
                <p14:nvPr/>
              </p14:nvContentPartPr>
              <p14:xfrm>
                <a:off x="5335742" y="318221"/>
                <a:ext cx="63720" cy="19584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579DD815-E2AE-5AAC-ACFB-2B7E99376EC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17742" y="300581"/>
                  <a:ext cx="99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435FD2B7-A7EC-2667-E650-14BB23434084}"/>
                    </a:ext>
                  </a:extLst>
                </p14:cNvPr>
                <p14:cNvContentPartPr/>
                <p14:nvPr/>
              </p14:nvContentPartPr>
              <p14:xfrm>
                <a:off x="5402702" y="442421"/>
                <a:ext cx="442440" cy="10260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435FD2B7-A7EC-2667-E650-14BB2343408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85062" y="424421"/>
                  <a:ext cx="478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4F2F777C-A93D-2930-B480-5B01E2FC7741}"/>
                    </a:ext>
                  </a:extLst>
                </p14:cNvPr>
                <p14:cNvContentPartPr/>
                <p14:nvPr/>
              </p14:nvContentPartPr>
              <p14:xfrm>
                <a:off x="5812742" y="312821"/>
                <a:ext cx="360" cy="36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4F2F777C-A93D-2930-B480-5B01E2FC774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94742" y="294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4867969D-BF70-C1D1-132B-87055B858017}"/>
                    </a:ext>
                  </a:extLst>
                </p14:cNvPr>
                <p14:cNvContentPartPr/>
                <p14:nvPr/>
              </p14:nvContentPartPr>
              <p14:xfrm>
                <a:off x="5844782" y="335141"/>
                <a:ext cx="191520" cy="2059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4867969D-BF70-C1D1-132B-87055B8580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27142" y="317141"/>
                  <a:ext cx="227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50A38FE-C2B3-414D-D9E8-C6A2CA039D35}"/>
                    </a:ext>
                  </a:extLst>
                </p14:cNvPr>
                <p14:cNvContentPartPr/>
                <p14:nvPr/>
              </p14:nvContentPartPr>
              <p14:xfrm>
                <a:off x="6109382" y="447821"/>
                <a:ext cx="21600" cy="9432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50A38FE-C2B3-414D-D9E8-C6A2CA039D3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91742" y="430181"/>
                  <a:ext cx="57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3AAD82FC-AFD0-9DE5-9C8B-F74D9A5F694D}"/>
                    </a:ext>
                  </a:extLst>
                </p14:cNvPr>
                <p14:cNvContentPartPr/>
                <p14:nvPr/>
              </p14:nvContentPartPr>
              <p14:xfrm>
                <a:off x="6207662" y="414341"/>
                <a:ext cx="180360" cy="1393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3AAD82FC-AFD0-9DE5-9C8B-F74D9A5F694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189662" y="396701"/>
                  <a:ext cx="216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9CF7972F-FB40-08B5-4570-3117EC8B3700}"/>
                    </a:ext>
                  </a:extLst>
                </p14:cNvPr>
                <p14:cNvContentPartPr/>
                <p14:nvPr/>
              </p14:nvContentPartPr>
              <p14:xfrm>
                <a:off x="6381182" y="464741"/>
                <a:ext cx="214200" cy="878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9CF7972F-FB40-08B5-4570-3117EC8B370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63182" y="446741"/>
                  <a:ext cx="249840" cy="1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1C203648-E77F-C0B8-3DBA-B53EBA08592A}"/>
                  </a:ext>
                </a:extLst>
              </p14:cNvPr>
              <p14:cNvContentPartPr/>
              <p14:nvPr/>
            </p14:nvContentPartPr>
            <p14:xfrm>
              <a:off x="3565982" y="3423221"/>
              <a:ext cx="2680200" cy="21780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1C203648-E77F-C0B8-3DBA-B53EBA08592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548342" y="3405221"/>
                <a:ext cx="271584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8B3238CA-C222-4518-86AA-EDA62537106D}"/>
              </a:ext>
            </a:extLst>
          </p:cNvPr>
          <p:cNvGrpSpPr/>
          <p:nvPr/>
        </p:nvGrpSpPr>
        <p:grpSpPr>
          <a:xfrm>
            <a:off x="4106342" y="3755141"/>
            <a:ext cx="2837880" cy="1099080"/>
            <a:chOff x="4106342" y="3755141"/>
            <a:chExt cx="2837880" cy="10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492F8291-2A7B-E167-1C61-6A86C40F5CE1}"/>
                    </a:ext>
                  </a:extLst>
                </p14:cNvPr>
                <p14:cNvContentPartPr/>
                <p14:nvPr/>
              </p14:nvContentPartPr>
              <p14:xfrm>
                <a:off x="4171502" y="3806261"/>
                <a:ext cx="141480" cy="3715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492F8291-2A7B-E167-1C61-6A86C40F5CE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53502" y="3788621"/>
                  <a:ext cx="1771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EA7605A0-BC70-D3A8-3436-3A1D1FD8F187}"/>
                    </a:ext>
                  </a:extLst>
                </p14:cNvPr>
                <p14:cNvContentPartPr/>
                <p14:nvPr/>
              </p14:nvContentPartPr>
              <p14:xfrm>
                <a:off x="4106342" y="3985541"/>
                <a:ext cx="543240" cy="878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EA7605A0-BC70-D3A8-3436-3A1D1FD8F18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88342" y="3967541"/>
                  <a:ext cx="578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3799D3C4-F4D6-4BD3-754A-7B60D266C3EF}"/>
                    </a:ext>
                  </a:extLst>
                </p14:cNvPr>
                <p14:cNvContentPartPr/>
                <p14:nvPr/>
              </p14:nvContentPartPr>
              <p14:xfrm>
                <a:off x="4654982" y="3955301"/>
                <a:ext cx="222480" cy="784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3799D3C4-F4D6-4BD3-754A-7B60D266C3E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37342" y="3937661"/>
                  <a:ext cx="258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D8515732-D309-093D-02FE-536AD1A2C0D7}"/>
                    </a:ext>
                  </a:extLst>
                </p14:cNvPr>
                <p14:cNvContentPartPr/>
                <p14:nvPr/>
              </p14:nvContentPartPr>
              <p14:xfrm>
                <a:off x="4909862" y="3909221"/>
                <a:ext cx="136800" cy="1234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D8515732-D309-093D-02FE-536AD1A2C0D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92222" y="3891581"/>
                  <a:ext cx="172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5264275E-320E-4B13-FED8-254807636403}"/>
                    </a:ext>
                  </a:extLst>
                </p14:cNvPr>
                <p14:cNvContentPartPr/>
                <p14:nvPr/>
              </p14:nvContentPartPr>
              <p14:xfrm>
                <a:off x="5138102" y="3886901"/>
                <a:ext cx="113400" cy="14580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5264275E-320E-4B13-FED8-25480763640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120462" y="3869261"/>
                  <a:ext cx="149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F77451F1-43B9-06F0-7A95-4C65014F84B3}"/>
                    </a:ext>
                  </a:extLst>
                </p14:cNvPr>
                <p14:cNvContentPartPr/>
                <p14:nvPr/>
              </p14:nvContentPartPr>
              <p14:xfrm>
                <a:off x="5277422" y="3887981"/>
                <a:ext cx="124920" cy="1256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F77451F1-43B9-06F0-7A95-4C65014F84B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59422" y="3870341"/>
                  <a:ext cx="1605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693258EE-E3A3-7007-0D9E-F9487F8FB829}"/>
                    </a:ext>
                  </a:extLst>
                </p14:cNvPr>
                <p14:cNvContentPartPr/>
                <p14:nvPr/>
              </p14:nvContentPartPr>
              <p14:xfrm>
                <a:off x="5275982" y="3817781"/>
                <a:ext cx="110880" cy="5400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693258EE-E3A3-7007-0D9E-F9487F8FB82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58342" y="3799781"/>
                  <a:ext cx="146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A8C9F0F1-3708-E7D9-C044-92CF1BAD83FE}"/>
                    </a:ext>
                  </a:extLst>
                </p14:cNvPr>
                <p14:cNvContentPartPr/>
                <p14:nvPr/>
              </p14:nvContentPartPr>
              <p14:xfrm>
                <a:off x="4944422" y="4057901"/>
                <a:ext cx="1440" cy="14904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A8C9F0F1-3708-E7D9-C044-92CF1BAD83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926782" y="4040261"/>
                  <a:ext cx="37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B0E6AF0D-13E1-3CF1-1AB5-8E3EF4AEAA76}"/>
                    </a:ext>
                  </a:extLst>
                </p14:cNvPr>
                <p14:cNvContentPartPr/>
                <p14:nvPr/>
              </p14:nvContentPartPr>
              <p14:xfrm>
                <a:off x="5593862" y="3755141"/>
                <a:ext cx="611280" cy="2786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B0E6AF0D-13E1-3CF1-1AB5-8E3EF4AEAA7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76222" y="3737501"/>
                  <a:ext cx="6469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61E31463-9912-88FB-F65E-13F05C6BE2AB}"/>
                    </a:ext>
                  </a:extLst>
                </p14:cNvPr>
                <p14:cNvContentPartPr/>
                <p14:nvPr/>
              </p14:nvContentPartPr>
              <p14:xfrm>
                <a:off x="6223502" y="3827861"/>
                <a:ext cx="98640" cy="2037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61E31463-9912-88FB-F65E-13F05C6BE2A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05862" y="3809861"/>
                  <a:ext cx="134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35A356C6-609C-5E18-58BE-3B755242FE53}"/>
                    </a:ext>
                  </a:extLst>
                </p14:cNvPr>
                <p14:cNvContentPartPr/>
                <p14:nvPr/>
              </p14:nvContentPartPr>
              <p14:xfrm>
                <a:off x="6360302" y="3890141"/>
                <a:ext cx="238680" cy="15120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35A356C6-609C-5E18-58BE-3B755242FE5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42302" y="3872501"/>
                  <a:ext cx="274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57FC3323-3B2B-ED56-F012-EF3658283202}"/>
                    </a:ext>
                  </a:extLst>
                </p14:cNvPr>
                <p14:cNvContentPartPr/>
                <p14:nvPr/>
              </p14:nvContentPartPr>
              <p14:xfrm>
                <a:off x="6632102" y="3757301"/>
                <a:ext cx="312120" cy="28368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57FC3323-3B2B-ED56-F012-EF365828320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14462" y="3739661"/>
                  <a:ext cx="3477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3207BF89-1ACC-AAEA-E6FC-76223A058369}"/>
                    </a:ext>
                  </a:extLst>
                </p14:cNvPr>
                <p14:cNvContentPartPr/>
                <p14:nvPr/>
              </p14:nvContentPartPr>
              <p14:xfrm>
                <a:off x="5269862" y="4264901"/>
                <a:ext cx="443880" cy="17424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3207BF89-1ACC-AAEA-E6FC-76223A05836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52222" y="4246901"/>
                  <a:ext cx="479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A75EE6B5-0D12-9B29-C823-6B015E3A23A0}"/>
                    </a:ext>
                  </a:extLst>
                </p14:cNvPr>
                <p14:cNvContentPartPr/>
                <p14:nvPr/>
              </p14:nvContentPartPr>
              <p14:xfrm>
                <a:off x="4608542" y="4524461"/>
                <a:ext cx="617040" cy="31644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A75EE6B5-0D12-9B29-C823-6B015E3A23A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90902" y="4506461"/>
                  <a:ext cx="6526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911A7C30-8518-A9CC-4ABF-2ED7F9A1B912}"/>
                    </a:ext>
                  </a:extLst>
                </p14:cNvPr>
                <p14:cNvContentPartPr/>
                <p14:nvPr/>
              </p14:nvContentPartPr>
              <p14:xfrm>
                <a:off x="5221622" y="4636781"/>
                <a:ext cx="360" cy="3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911A7C30-8518-A9CC-4ABF-2ED7F9A1B91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203622" y="46191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9935A014-8113-1687-EACA-F26564223861}"/>
                    </a:ext>
                  </a:extLst>
                </p14:cNvPr>
                <p14:cNvContentPartPr/>
                <p14:nvPr/>
              </p14:nvContentPartPr>
              <p14:xfrm>
                <a:off x="5271302" y="4699781"/>
                <a:ext cx="306000" cy="15444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9935A014-8113-1687-EACA-F2656422386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253302" y="4682141"/>
                  <a:ext cx="341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45FB1D9C-3815-91B1-016C-20AA2622B62C}"/>
                    </a:ext>
                  </a:extLst>
                </p14:cNvPr>
                <p14:cNvContentPartPr/>
                <p14:nvPr/>
              </p14:nvContentPartPr>
              <p14:xfrm>
                <a:off x="5621222" y="4589261"/>
                <a:ext cx="199080" cy="2584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45FB1D9C-3815-91B1-016C-20AA2622B62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03582" y="4571261"/>
                  <a:ext cx="2347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F8D3DE63-549A-F661-7713-F75536B556C6}"/>
                    </a:ext>
                  </a:extLst>
                </p14:cNvPr>
                <p14:cNvContentPartPr/>
                <p14:nvPr/>
              </p14:nvContentPartPr>
              <p14:xfrm>
                <a:off x="5770262" y="4745501"/>
                <a:ext cx="216360" cy="10260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F8D3DE63-549A-F661-7713-F75536B556C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752622" y="4727501"/>
                  <a:ext cx="25200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341DBE91-BB6B-4455-BDCE-E19C4A86E8F6}"/>
              </a:ext>
            </a:extLst>
          </p:cNvPr>
          <p:cNvGrpSpPr/>
          <p:nvPr/>
        </p:nvGrpSpPr>
        <p:grpSpPr>
          <a:xfrm>
            <a:off x="4806542" y="5052941"/>
            <a:ext cx="1801440" cy="698040"/>
            <a:chOff x="4806542" y="5052941"/>
            <a:chExt cx="1801440" cy="69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12717EC1-C7E7-FD74-DF22-DF769B71C56B}"/>
                    </a:ext>
                  </a:extLst>
                </p14:cNvPr>
                <p14:cNvContentPartPr/>
                <p14:nvPr/>
              </p14:nvContentPartPr>
              <p14:xfrm>
                <a:off x="5361662" y="5052941"/>
                <a:ext cx="369360" cy="15480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12717EC1-C7E7-FD74-DF22-DF769B71C56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344022" y="5034941"/>
                  <a:ext cx="405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68DF3EF-E462-308D-76B4-74A089FCD7F0}"/>
                    </a:ext>
                  </a:extLst>
                </p14:cNvPr>
                <p14:cNvContentPartPr/>
                <p14:nvPr/>
              </p14:nvContentPartPr>
              <p14:xfrm>
                <a:off x="4806542" y="5338781"/>
                <a:ext cx="313560" cy="26316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68DF3EF-E462-308D-76B4-74A089FCD7F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788902" y="5321141"/>
                  <a:ext cx="349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9FC704BF-0005-2455-AA0D-1DA10D68290E}"/>
                    </a:ext>
                  </a:extLst>
                </p14:cNvPr>
                <p14:cNvContentPartPr/>
                <p14:nvPr/>
              </p14:nvContentPartPr>
              <p14:xfrm>
                <a:off x="5092382" y="5387021"/>
                <a:ext cx="360" cy="3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9FC704BF-0005-2455-AA0D-1DA10D68290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74382" y="53690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8C553C53-D2CB-1923-0073-8293AD8C010D}"/>
                    </a:ext>
                  </a:extLst>
                </p14:cNvPr>
                <p14:cNvContentPartPr/>
                <p14:nvPr/>
              </p14:nvContentPartPr>
              <p14:xfrm>
                <a:off x="5128382" y="5426981"/>
                <a:ext cx="68760" cy="32400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8C553C53-D2CB-1923-0073-8293AD8C010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10382" y="5409341"/>
                  <a:ext cx="104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AFACFC31-8A16-95A3-D555-00659856BBFC}"/>
                    </a:ext>
                  </a:extLst>
                </p14:cNvPr>
                <p14:cNvContentPartPr/>
                <p14:nvPr/>
              </p14:nvContentPartPr>
              <p14:xfrm>
                <a:off x="5119742" y="5487101"/>
                <a:ext cx="585360" cy="15552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AFACFC31-8A16-95A3-D555-00659856BBF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01742" y="5469101"/>
                  <a:ext cx="621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DE2C8CE4-E7CA-7F0E-7B9E-3A5029D30F2E}"/>
                    </a:ext>
                  </a:extLst>
                </p14:cNvPr>
                <p14:cNvContentPartPr/>
                <p14:nvPr/>
              </p14:nvContentPartPr>
              <p14:xfrm>
                <a:off x="5723102" y="5511221"/>
                <a:ext cx="216360" cy="9936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DE2C8CE4-E7CA-7F0E-7B9E-3A5029D30F2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705462" y="5493221"/>
                  <a:ext cx="252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27684A98-A44B-9C31-9E51-EDED26927183}"/>
                    </a:ext>
                  </a:extLst>
                </p14:cNvPr>
                <p14:cNvContentPartPr/>
                <p14:nvPr/>
              </p14:nvContentPartPr>
              <p14:xfrm>
                <a:off x="5967542" y="5461901"/>
                <a:ext cx="262800" cy="14436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27684A98-A44B-9C31-9E51-EDED2692718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949542" y="5443901"/>
                  <a:ext cx="298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CFCFCB71-F2E9-7545-0F6E-71B07A372865}"/>
                    </a:ext>
                  </a:extLst>
                </p14:cNvPr>
                <p14:cNvContentPartPr/>
                <p14:nvPr/>
              </p14:nvContentPartPr>
              <p14:xfrm>
                <a:off x="6299102" y="5323301"/>
                <a:ext cx="308880" cy="30636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CFCFCB71-F2E9-7545-0F6E-71B07A37286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281102" y="5305301"/>
                  <a:ext cx="3445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06789484-7601-2099-25CC-3DB6F20635E4}"/>
                    </a:ext>
                  </a:extLst>
                </p14:cNvPr>
                <p14:cNvContentPartPr/>
                <p14:nvPr/>
              </p14:nvContentPartPr>
              <p14:xfrm>
                <a:off x="6124142" y="5289821"/>
                <a:ext cx="360" cy="36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06789484-7601-2099-25CC-3DB6F20635E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106502" y="5271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E0063D2A-A76B-2C85-6749-64D90FAEBC19}"/>
              </a:ext>
            </a:extLst>
          </p:cNvPr>
          <p:cNvGrpSpPr/>
          <p:nvPr/>
        </p:nvGrpSpPr>
        <p:grpSpPr>
          <a:xfrm>
            <a:off x="6783662" y="254861"/>
            <a:ext cx="2648160" cy="382680"/>
            <a:chOff x="6783662" y="254861"/>
            <a:chExt cx="264816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6E72F5C1-5B94-C873-A6F4-AA3C3D35F2E9}"/>
                    </a:ext>
                  </a:extLst>
                </p14:cNvPr>
                <p14:cNvContentPartPr/>
                <p14:nvPr/>
              </p14:nvContentPartPr>
              <p14:xfrm>
                <a:off x="6799862" y="568781"/>
                <a:ext cx="360" cy="36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6E72F5C1-5B94-C873-A6F4-AA3C3D35F2E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782222" y="5507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6924DEA8-B42B-2F21-1419-1352510D1F64}"/>
                    </a:ext>
                  </a:extLst>
                </p14:cNvPr>
                <p14:cNvContentPartPr/>
                <p14:nvPr/>
              </p14:nvContentPartPr>
              <p14:xfrm>
                <a:off x="6783662" y="531701"/>
                <a:ext cx="19080" cy="370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6924DEA8-B42B-2F21-1419-1352510D1F6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66022" y="514061"/>
                  <a:ext cx="54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4FC567E1-C97D-C341-9794-23ED0B325AA0}"/>
                    </a:ext>
                  </a:extLst>
                </p14:cNvPr>
                <p14:cNvContentPartPr/>
                <p14:nvPr/>
              </p14:nvContentPartPr>
              <p14:xfrm>
                <a:off x="6783662" y="521621"/>
                <a:ext cx="93600" cy="36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4FC567E1-C97D-C341-9794-23ED0B325AA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66022" y="503981"/>
                  <a:ext cx="129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796E4C0F-CB09-2BE6-505A-406C568156FA}"/>
                    </a:ext>
                  </a:extLst>
                </p14:cNvPr>
                <p14:cNvContentPartPr/>
                <p14:nvPr/>
              </p14:nvContentPartPr>
              <p14:xfrm>
                <a:off x="6793742" y="394181"/>
                <a:ext cx="394200" cy="1580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796E4C0F-CB09-2BE6-505A-406C568156F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75742" y="376541"/>
                  <a:ext cx="429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FDF18BCB-C088-86E6-68E0-B803A446C2C0}"/>
                    </a:ext>
                  </a:extLst>
                </p14:cNvPr>
                <p14:cNvContentPartPr/>
                <p14:nvPr/>
              </p14:nvContentPartPr>
              <p14:xfrm>
                <a:off x="7382342" y="436661"/>
                <a:ext cx="133560" cy="1260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FDF18BCB-C088-86E6-68E0-B803A446C2C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364342" y="419021"/>
                  <a:ext cx="169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54740D9B-95E0-D7E5-5FD7-6C32450F1E23}"/>
                    </a:ext>
                  </a:extLst>
                </p14:cNvPr>
                <p14:cNvContentPartPr/>
                <p14:nvPr/>
              </p14:nvContentPartPr>
              <p14:xfrm>
                <a:off x="7547582" y="446741"/>
                <a:ext cx="196560" cy="14436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54740D9B-95E0-D7E5-5FD7-6C32450F1E2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29582" y="429101"/>
                  <a:ext cx="232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21881F29-7D7B-91A6-56DC-257CFF75B307}"/>
                    </a:ext>
                  </a:extLst>
                </p14:cNvPr>
                <p14:cNvContentPartPr/>
                <p14:nvPr/>
              </p14:nvContentPartPr>
              <p14:xfrm>
                <a:off x="7794542" y="353141"/>
                <a:ext cx="7920" cy="21276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21881F29-7D7B-91A6-56DC-257CFF75B30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776902" y="335141"/>
                  <a:ext cx="43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7CAF33E1-597F-63AB-6E2E-1DE6F205B638}"/>
                    </a:ext>
                  </a:extLst>
                </p14:cNvPr>
                <p14:cNvContentPartPr/>
                <p14:nvPr/>
              </p14:nvContentPartPr>
              <p14:xfrm>
                <a:off x="7659182" y="337301"/>
                <a:ext cx="192960" cy="3600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7CAF33E1-597F-63AB-6E2E-1DE6F205B63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641542" y="319661"/>
                  <a:ext cx="228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31B349DF-65D2-13CD-B6F7-DCE801078861}"/>
                    </a:ext>
                  </a:extLst>
                </p14:cNvPr>
                <p14:cNvContentPartPr/>
                <p14:nvPr/>
              </p14:nvContentPartPr>
              <p14:xfrm>
                <a:off x="7880222" y="354221"/>
                <a:ext cx="64800" cy="21060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31B349DF-65D2-13CD-B6F7-DCE80107886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62582" y="336221"/>
                  <a:ext cx="100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919636AD-3CC5-0CB2-B3B0-A44F2C84E836}"/>
                    </a:ext>
                  </a:extLst>
                </p14:cNvPr>
                <p14:cNvContentPartPr/>
                <p14:nvPr/>
              </p14:nvContentPartPr>
              <p14:xfrm>
                <a:off x="8001902" y="506141"/>
                <a:ext cx="105840" cy="360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919636AD-3CC5-0CB2-B3B0-A44F2C84E83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84262" y="488141"/>
                  <a:ext cx="141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F3ED6AB-3ACE-8B95-D239-3C79AB915B36}"/>
                    </a:ext>
                  </a:extLst>
                </p14:cNvPr>
                <p14:cNvContentPartPr/>
                <p14:nvPr/>
              </p14:nvContentPartPr>
              <p14:xfrm>
                <a:off x="8138702" y="312821"/>
                <a:ext cx="632160" cy="28908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F3ED6AB-3ACE-8B95-D239-3C79AB915B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121062" y="294821"/>
                  <a:ext cx="667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71AC34BE-B08E-93B4-1D13-BC85FEC3D4D1}"/>
                    </a:ext>
                  </a:extLst>
                </p14:cNvPr>
                <p14:cNvContentPartPr/>
                <p14:nvPr/>
              </p14:nvContentPartPr>
              <p14:xfrm>
                <a:off x="8775902" y="351701"/>
                <a:ext cx="360" cy="3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71AC34BE-B08E-93B4-1D13-BC85FEC3D4D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57902" y="3340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BA4C0B85-A569-D375-C8F1-64DAD9ED482D}"/>
                    </a:ext>
                  </a:extLst>
                </p14:cNvPr>
                <p14:cNvContentPartPr/>
                <p14:nvPr/>
              </p14:nvContentPartPr>
              <p14:xfrm>
                <a:off x="8754662" y="436301"/>
                <a:ext cx="218880" cy="18720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BA4C0B85-A569-D375-C8F1-64DAD9ED482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736662" y="418661"/>
                  <a:ext cx="254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B7394DB9-045A-BFF7-7E62-A41F007ECFD1}"/>
                    </a:ext>
                  </a:extLst>
                </p14:cNvPr>
                <p14:cNvContentPartPr/>
                <p14:nvPr/>
              </p14:nvContentPartPr>
              <p14:xfrm>
                <a:off x="8964182" y="496061"/>
                <a:ext cx="151200" cy="1310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B7394DB9-045A-BFF7-7E62-A41F007ECFD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946182" y="478061"/>
                  <a:ext cx="186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ADEA3FC5-216F-9D63-E87C-21AC4667C820}"/>
                    </a:ext>
                  </a:extLst>
                </p14:cNvPr>
                <p14:cNvContentPartPr/>
                <p14:nvPr/>
              </p14:nvContentPartPr>
              <p14:xfrm>
                <a:off x="9109262" y="254861"/>
                <a:ext cx="193320" cy="35316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ADEA3FC5-216F-9D63-E87C-21AC4667C82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091622" y="237221"/>
                  <a:ext cx="2289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C2E5B870-9990-EB2F-087A-FE51673F2FD1}"/>
                    </a:ext>
                  </a:extLst>
                </p14:cNvPr>
                <p14:cNvContentPartPr/>
                <p14:nvPr/>
              </p14:nvContentPartPr>
              <p14:xfrm>
                <a:off x="9316982" y="484901"/>
                <a:ext cx="114840" cy="1526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C2E5B870-9990-EB2F-087A-FE51673F2FD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298982" y="466901"/>
                  <a:ext cx="1504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A6DF0A68-FD3C-7A2B-FD83-7DEBBBC5D262}"/>
              </a:ext>
            </a:extLst>
          </p:cNvPr>
          <p:cNvGrpSpPr/>
          <p:nvPr/>
        </p:nvGrpSpPr>
        <p:grpSpPr>
          <a:xfrm>
            <a:off x="9025382" y="2076821"/>
            <a:ext cx="1031040" cy="509760"/>
            <a:chOff x="9025382" y="2076821"/>
            <a:chExt cx="103104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F27BAA60-5A20-0615-E4CE-61741180948E}"/>
                    </a:ext>
                  </a:extLst>
                </p14:cNvPr>
                <p14:cNvContentPartPr/>
                <p14:nvPr/>
              </p14:nvContentPartPr>
              <p14:xfrm>
                <a:off x="9058862" y="2292821"/>
                <a:ext cx="146520" cy="25092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F27BAA60-5A20-0615-E4CE-61741180948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041222" y="2275181"/>
                  <a:ext cx="182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0A24AB56-FAC2-3F48-FDB0-A0A7C56009F9}"/>
                    </a:ext>
                  </a:extLst>
                </p14:cNvPr>
                <p14:cNvContentPartPr/>
                <p14:nvPr/>
              </p14:nvContentPartPr>
              <p14:xfrm>
                <a:off x="9025382" y="2345741"/>
                <a:ext cx="193680" cy="20772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0A24AB56-FAC2-3F48-FDB0-A0A7C56009F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007382" y="2327741"/>
                  <a:ext cx="229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4FEB0371-12D6-3160-88F5-9FE5FBF60080}"/>
                    </a:ext>
                  </a:extLst>
                </p14:cNvPr>
                <p14:cNvContentPartPr/>
                <p14:nvPr/>
              </p14:nvContentPartPr>
              <p14:xfrm>
                <a:off x="9210062" y="2076821"/>
                <a:ext cx="124920" cy="18324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4FEB0371-12D6-3160-88F5-9FE5FBF6008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192422" y="2059181"/>
                  <a:ext cx="160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497B9B19-3EBA-869A-43CA-E4EBD03D740F}"/>
                    </a:ext>
                  </a:extLst>
                </p14:cNvPr>
                <p14:cNvContentPartPr/>
                <p14:nvPr/>
              </p14:nvContentPartPr>
              <p14:xfrm>
                <a:off x="9334262" y="2211461"/>
                <a:ext cx="163440" cy="37512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497B9B19-3EBA-869A-43CA-E4EBD03D740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316622" y="2193821"/>
                  <a:ext cx="1990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3A8204A2-A34F-6C5B-7A91-19D8CDB93218}"/>
                    </a:ext>
                  </a:extLst>
                </p14:cNvPr>
                <p14:cNvContentPartPr/>
                <p14:nvPr/>
              </p14:nvContentPartPr>
              <p14:xfrm>
                <a:off x="9540902" y="2375981"/>
                <a:ext cx="118440" cy="16020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3A8204A2-A34F-6C5B-7A91-19D8CDB9321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522902" y="2357981"/>
                  <a:ext cx="154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3DEC77EA-3D1C-DD71-2223-C55D366957D9}"/>
                    </a:ext>
                  </a:extLst>
                </p14:cNvPr>
                <p14:cNvContentPartPr/>
                <p14:nvPr/>
              </p14:nvContentPartPr>
              <p14:xfrm>
                <a:off x="9543062" y="2411621"/>
                <a:ext cx="173160" cy="15696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3DEC77EA-3D1C-DD71-2223-C55D366957D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525422" y="2393981"/>
                  <a:ext cx="208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4934631E-531B-2A39-1723-2E6F531E2BF2}"/>
                    </a:ext>
                  </a:extLst>
                </p14:cNvPr>
                <p14:cNvContentPartPr/>
                <p14:nvPr/>
              </p14:nvContentPartPr>
              <p14:xfrm>
                <a:off x="9917102" y="2574701"/>
                <a:ext cx="139320" cy="972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4934631E-531B-2A39-1723-2E6F531E2BF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99102" y="2557061"/>
                  <a:ext cx="174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8A954E46-1B89-D5D0-E1F3-9A1E3B40D4A2}"/>
                    </a:ext>
                  </a:extLst>
                </p14:cNvPr>
                <p14:cNvContentPartPr/>
                <p14:nvPr/>
              </p14:nvContentPartPr>
              <p14:xfrm>
                <a:off x="9881102" y="2505581"/>
                <a:ext cx="118440" cy="144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8A954E46-1B89-D5D0-E1F3-9A1E3B40D4A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863102" y="2487581"/>
                  <a:ext cx="154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4DBC594F-3757-EC42-6F5E-AA675BC39659}"/>
              </a:ext>
            </a:extLst>
          </p:cNvPr>
          <p:cNvGrpSpPr/>
          <p:nvPr/>
        </p:nvGrpSpPr>
        <p:grpSpPr>
          <a:xfrm>
            <a:off x="10433702" y="2036141"/>
            <a:ext cx="521640" cy="226080"/>
            <a:chOff x="10433702" y="2036141"/>
            <a:chExt cx="52164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9147715C-7695-F7B8-CAFE-6B4BF6C1510B}"/>
                    </a:ext>
                  </a:extLst>
                </p14:cNvPr>
                <p14:cNvContentPartPr/>
                <p14:nvPr/>
              </p14:nvContentPartPr>
              <p14:xfrm>
                <a:off x="10433702" y="2092301"/>
                <a:ext cx="163080" cy="16992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9147715C-7695-F7B8-CAFE-6B4BF6C1510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15702" y="2074301"/>
                  <a:ext cx="198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AB24E758-8971-E2F2-24EE-7B96005F57B2}"/>
                    </a:ext>
                  </a:extLst>
                </p14:cNvPr>
                <p14:cNvContentPartPr/>
                <p14:nvPr/>
              </p14:nvContentPartPr>
              <p14:xfrm>
                <a:off x="10699382" y="2061701"/>
                <a:ext cx="7560" cy="1965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AB24E758-8971-E2F2-24EE-7B96005F57B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681742" y="2044061"/>
                  <a:ext cx="43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1939146A-FB04-F803-B0F2-055E2F93FCAD}"/>
                    </a:ext>
                  </a:extLst>
                </p14:cNvPr>
                <p14:cNvContentPartPr/>
                <p14:nvPr/>
              </p14:nvContentPartPr>
              <p14:xfrm>
                <a:off x="10670942" y="2153501"/>
                <a:ext cx="97200" cy="36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1939146A-FB04-F803-B0F2-055E2F93FCA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652942" y="2135861"/>
                  <a:ext cx="132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26E505ED-FCBB-CEB8-7BAA-7143EF1E918E}"/>
                    </a:ext>
                  </a:extLst>
                </p14:cNvPr>
                <p14:cNvContentPartPr/>
                <p14:nvPr/>
              </p14:nvContentPartPr>
              <p14:xfrm>
                <a:off x="10857422" y="2036141"/>
                <a:ext cx="97920" cy="18468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26E505ED-FCBB-CEB8-7BAA-7143EF1E918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839782" y="2018501"/>
                  <a:ext cx="13356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Agrupar 218">
            <a:extLst>
              <a:ext uri="{FF2B5EF4-FFF2-40B4-BE49-F238E27FC236}">
                <a16:creationId xmlns:a16="http://schemas.microsoft.com/office/drawing/2014/main" id="{F28FB29E-9B8D-5F8F-BE09-11C8CE7F0DE3}"/>
              </a:ext>
            </a:extLst>
          </p:cNvPr>
          <p:cNvGrpSpPr/>
          <p:nvPr/>
        </p:nvGrpSpPr>
        <p:grpSpPr>
          <a:xfrm>
            <a:off x="10272062" y="2401901"/>
            <a:ext cx="551880" cy="278280"/>
            <a:chOff x="10272062" y="2401901"/>
            <a:chExt cx="55188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77791293-4828-1846-57FB-B505FE6B0384}"/>
                    </a:ext>
                  </a:extLst>
                </p14:cNvPr>
                <p14:cNvContentPartPr/>
                <p14:nvPr/>
              </p14:nvContentPartPr>
              <p14:xfrm>
                <a:off x="10317062" y="2401901"/>
                <a:ext cx="113400" cy="16524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77791293-4828-1846-57FB-B505FE6B038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299062" y="2383901"/>
                  <a:ext cx="149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35BC7C85-1CB7-BEAB-ACC3-799DE786AA84}"/>
                    </a:ext>
                  </a:extLst>
                </p14:cNvPr>
                <p14:cNvContentPartPr/>
                <p14:nvPr/>
              </p14:nvContentPartPr>
              <p14:xfrm>
                <a:off x="10314542" y="2419541"/>
                <a:ext cx="194040" cy="1742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35BC7C85-1CB7-BEAB-ACC3-799DE786AA8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296542" y="2401541"/>
                  <a:ext cx="229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84CBE04E-2D1D-0F2B-D454-EA433F8C5158}"/>
                    </a:ext>
                  </a:extLst>
                </p14:cNvPr>
                <p14:cNvContentPartPr/>
                <p14:nvPr/>
              </p14:nvContentPartPr>
              <p14:xfrm>
                <a:off x="10272062" y="2665061"/>
                <a:ext cx="551880" cy="1512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84CBE04E-2D1D-0F2B-D454-EA433F8C515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254422" y="2647421"/>
                  <a:ext cx="5875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ED83A72F-A66E-3169-5690-094EE6E74B0D}"/>
              </a:ext>
            </a:extLst>
          </p:cNvPr>
          <p:cNvGrpSpPr/>
          <p:nvPr/>
        </p:nvGrpSpPr>
        <p:grpSpPr>
          <a:xfrm>
            <a:off x="10314542" y="2875661"/>
            <a:ext cx="541800" cy="200160"/>
            <a:chOff x="10314542" y="2875661"/>
            <a:chExt cx="54180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A34FF8A2-2203-B3FA-1060-753674A81076}"/>
                    </a:ext>
                  </a:extLst>
                </p14:cNvPr>
                <p14:cNvContentPartPr/>
                <p14:nvPr/>
              </p14:nvContentPartPr>
              <p14:xfrm>
                <a:off x="10314542" y="2899781"/>
                <a:ext cx="179280" cy="17604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A34FF8A2-2203-B3FA-1060-753674A8107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296542" y="2882141"/>
                  <a:ext cx="21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AC4F7A56-F3E9-4844-1F93-0F4B4F8E0A36}"/>
                    </a:ext>
                  </a:extLst>
                </p14:cNvPr>
                <p14:cNvContentPartPr/>
                <p14:nvPr/>
              </p14:nvContentPartPr>
              <p14:xfrm>
                <a:off x="10616222" y="2875661"/>
                <a:ext cx="360" cy="16236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AC4F7A56-F3E9-4844-1F93-0F4B4F8E0A3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598222" y="2857661"/>
                  <a:ext cx="36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CAB1E621-28FB-CB36-48C5-C18EB75FF8AF}"/>
                    </a:ext>
                  </a:extLst>
                </p14:cNvPr>
                <p14:cNvContentPartPr/>
                <p14:nvPr/>
              </p14:nvContentPartPr>
              <p14:xfrm>
                <a:off x="10583822" y="2949101"/>
                <a:ext cx="84960" cy="1152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CAB1E621-28FB-CB36-48C5-C18EB75FF8A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66182" y="2931461"/>
                  <a:ext cx="120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BCB7A0CD-FA34-665C-9023-E765FC0261CA}"/>
                    </a:ext>
                  </a:extLst>
                </p14:cNvPr>
                <p14:cNvContentPartPr/>
                <p14:nvPr/>
              </p14:nvContentPartPr>
              <p14:xfrm>
                <a:off x="10756622" y="2878541"/>
                <a:ext cx="99720" cy="17496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BCB7A0CD-FA34-665C-9023-E765FC0261C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738622" y="2860541"/>
                  <a:ext cx="13536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5B9EE640-13D4-1153-0C69-0A278B0E8FB3}"/>
              </a:ext>
            </a:extLst>
          </p:cNvPr>
          <p:cNvGrpSpPr/>
          <p:nvPr/>
        </p:nvGrpSpPr>
        <p:grpSpPr>
          <a:xfrm>
            <a:off x="11032382" y="2441861"/>
            <a:ext cx="541440" cy="237240"/>
            <a:chOff x="11032382" y="2441861"/>
            <a:chExt cx="54144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5E2C6A27-08AD-38B8-D24E-5CE89696AF52}"/>
                    </a:ext>
                  </a:extLst>
                </p14:cNvPr>
                <p14:cNvContentPartPr/>
                <p14:nvPr/>
              </p14:nvContentPartPr>
              <p14:xfrm>
                <a:off x="11083142" y="2456261"/>
                <a:ext cx="11520" cy="22284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5E2C6A27-08AD-38B8-D24E-5CE89696AF5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065502" y="2438621"/>
                  <a:ext cx="47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3257210A-B54A-FFC7-55AB-DEF7B5B9B13F}"/>
                    </a:ext>
                  </a:extLst>
                </p14:cNvPr>
                <p14:cNvContentPartPr/>
                <p14:nvPr/>
              </p14:nvContentPartPr>
              <p14:xfrm>
                <a:off x="11032382" y="2560301"/>
                <a:ext cx="155520" cy="612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3257210A-B54A-FFC7-55AB-DEF7B5B9B13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014382" y="2542661"/>
                  <a:ext cx="191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4E1F923B-127E-D781-553E-4028EEC038A3}"/>
                    </a:ext>
                  </a:extLst>
                </p14:cNvPr>
                <p14:cNvContentPartPr/>
                <p14:nvPr/>
              </p14:nvContentPartPr>
              <p14:xfrm>
                <a:off x="11365022" y="2441861"/>
                <a:ext cx="208800" cy="21744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4E1F923B-127E-D781-553E-4028EEC038A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47382" y="2423861"/>
                  <a:ext cx="24444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6BD4E993-EEC1-662D-6647-8E93149E3900}"/>
              </a:ext>
            </a:extLst>
          </p:cNvPr>
          <p:cNvGrpSpPr/>
          <p:nvPr/>
        </p:nvGrpSpPr>
        <p:grpSpPr>
          <a:xfrm>
            <a:off x="7351382" y="3022901"/>
            <a:ext cx="1230840" cy="763560"/>
            <a:chOff x="7351382" y="3022901"/>
            <a:chExt cx="1230840" cy="7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7E88AE9B-691C-3B1B-9631-229227ECC9D4}"/>
                    </a:ext>
                  </a:extLst>
                </p14:cNvPr>
                <p14:cNvContentPartPr/>
                <p14:nvPr/>
              </p14:nvContentPartPr>
              <p14:xfrm>
                <a:off x="7712822" y="3022901"/>
                <a:ext cx="47520" cy="17928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7E88AE9B-691C-3B1B-9631-229227ECC9D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694822" y="3005261"/>
                  <a:ext cx="83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57DE623B-0433-F2E7-AE23-BAB44FE887EE}"/>
                    </a:ext>
                  </a:extLst>
                </p14:cNvPr>
                <p14:cNvContentPartPr/>
                <p14:nvPr/>
              </p14:nvContentPartPr>
              <p14:xfrm>
                <a:off x="7788422" y="3038741"/>
                <a:ext cx="43560" cy="16740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57DE623B-0433-F2E7-AE23-BAB44FE887E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770782" y="3020741"/>
                  <a:ext cx="79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A99D7900-A554-1B88-3954-622DB3251AC4}"/>
                    </a:ext>
                  </a:extLst>
                </p14:cNvPr>
                <p14:cNvContentPartPr/>
                <p14:nvPr/>
              </p14:nvContentPartPr>
              <p14:xfrm>
                <a:off x="7695182" y="3138101"/>
                <a:ext cx="187920" cy="11016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A99D7900-A554-1B88-3954-622DB3251AC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677542" y="3120461"/>
                  <a:ext cx="223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352C2AE3-03D8-AE7F-1073-04B037482B43}"/>
                    </a:ext>
                  </a:extLst>
                </p14:cNvPr>
                <p14:cNvContentPartPr/>
                <p14:nvPr/>
              </p14:nvContentPartPr>
              <p14:xfrm>
                <a:off x="7351382" y="3590981"/>
                <a:ext cx="64800" cy="8640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352C2AE3-03D8-AE7F-1073-04B037482B4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333382" y="3572981"/>
                  <a:ext cx="100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9F789E47-1B28-658B-CF06-C572F1CD568A}"/>
                    </a:ext>
                  </a:extLst>
                </p14:cNvPr>
                <p14:cNvContentPartPr/>
                <p14:nvPr/>
              </p14:nvContentPartPr>
              <p14:xfrm>
                <a:off x="7412222" y="3544901"/>
                <a:ext cx="64800" cy="7740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9F789E47-1B28-658B-CF06-C572F1CD568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394222" y="3527261"/>
                  <a:ext cx="100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E659756C-41C2-4AFC-3FBD-A0940CC9B82E}"/>
                    </a:ext>
                  </a:extLst>
                </p14:cNvPr>
                <p14:cNvContentPartPr/>
                <p14:nvPr/>
              </p14:nvContentPartPr>
              <p14:xfrm>
                <a:off x="7543622" y="3533741"/>
                <a:ext cx="83520" cy="25272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E659756C-41C2-4AFC-3FBD-A0940CC9B82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525622" y="3516101"/>
                  <a:ext cx="119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A896ACD6-B062-7FC6-5CC4-3FE9D0BAA992}"/>
                    </a:ext>
                  </a:extLst>
                </p14:cNvPr>
                <p14:cNvContentPartPr/>
                <p14:nvPr/>
              </p14:nvContentPartPr>
              <p14:xfrm>
                <a:off x="7630742" y="3641381"/>
                <a:ext cx="88200" cy="10836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A896ACD6-B062-7FC6-5CC4-3FE9D0BAA99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612742" y="3623381"/>
                  <a:ext cx="123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42627107-15FE-2E79-291F-C15925A74598}"/>
                    </a:ext>
                  </a:extLst>
                </p14:cNvPr>
                <p14:cNvContentPartPr/>
                <p14:nvPr/>
              </p14:nvContentPartPr>
              <p14:xfrm>
                <a:off x="7748822" y="3540941"/>
                <a:ext cx="270720" cy="16020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42627107-15FE-2E79-291F-C15925A7459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730822" y="3523301"/>
                  <a:ext cx="306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709A097A-F328-4A76-EDCC-C451E6763F1C}"/>
                    </a:ext>
                  </a:extLst>
                </p14:cNvPr>
                <p14:cNvContentPartPr/>
                <p14:nvPr/>
              </p14:nvContentPartPr>
              <p14:xfrm>
                <a:off x="8031782" y="3466781"/>
                <a:ext cx="126000" cy="1591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709A097A-F328-4A76-EDCC-C451E6763F1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013782" y="3448781"/>
                  <a:ext cx="161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AEE4CE5B-BA97-077F-34B0-6C0283B9E0E9}"/>
                    </a:ext>
                  </a:extLst>
                </p14:cNvPr>
                <p14:cNvContentPartPr/>
                <p14:nvPr/>
              </p14:nvContentPartPr>
              <p14:xfrm>
                <a:off x="8194862" y="3433301"/>
                <a:ext cx="113040" cy="11124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AEE4CE5B-BA97-077F-34B0-6C0283B9E0E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77222" y="3415301"/>
                  <a:ext cx="148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D0B009BE-8234-5D48-0B82-27B1FBDD9A15}"/>
                    </a:ext>
                  </a:extLst>
                </p14:cNvPr>
                <p14:cNvContentPartPr/>
                <p14:nvPr/>
              </p14:nvContentPartPr>
              <p14:xfrm>
                <a:off x="8234102" y="3396941"/>
                <a:ext cx="179280" cy="12420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D0B009BE-8234-5D48-0B82-27B1FBDD9A1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16462" y="3378941"/>
                  <a:ext cx="214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33506BFE-5CC5-B3BC-BC71-13ACE6625F92}"/>
                    </a:ext>
                  </a:extLst>
                </p14:cNvPr>
                <p14:cNvContentPartPr/>
                <p14:nvPr/>
              </p14:nvContentPartPr>
              <p14:xfrm>
                <a:off x="8367302" y="3377501"/>
                <a:ext cx="119880" cy="9612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33506BFE-5CC5-B3BC-BC71-13ACE6625F9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349302" y="3359501"/>
                  <a:ext cx="155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1960C54D-46FE-C7A3-F5A8-003CF3F05240}"/>
                    </a:ext>
                  </a:extLst>
                </p14:cNvPr>
                <p14:cNvContentPartPr/>
                <p14:nvPr/>
              </p14:nvContentPartPr>
              <p14:xfrm>
                <a:off x="8292782" y="3295781"/>
                <a:ext cx="105840" cy="39816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1960C54D-46FE-C7A3-F5A8-003CF3F0524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274782" y="3277781"/>
                  <a:ext cx="1414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3F375C89-B3BF-810D-2F80-ACC7AE5CCBFD}"/>
                    </a:ext>
                  </a:extLst>
                </p14:cNvPr>
                <p14:cNvContentPartPr/>
                <p14:nvPr/>
              </p14:nvContentPartPr>
              <p14:xfrm>
                <a:off x="8475302" y="3157181"/>
                <a:ext cx="20160" cy="8856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3F375C89-B3BF-810D-2F80-ACC7AE5CCBF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457302" y="3139181"/>
                  <a:ext cx="55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531D44FC-1B10-334E-4B5B-9177BCCB5A96}"/>
                    </a:ext>
                  </a:extLst>
                </p14:cNvPr>
                <p14:cNvContentPartPr/>
                <p14:nvPr/>
              </p14:nvContentPartPr>
              <p14:xfrm>
                <a:off x="8557022" y="3156101"/>
                <a:ext cx="25200" cy="11196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531D44FC-1B10-334E-4B5B-9177BCCB5A9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539382" y="3138101"/>
                  <a:ext cx="608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Agrupar 245">
            <a:extLst>
              <a:ext uri="{FF2B5EF4-FFF2-40B4-BE49-F238E27FC236}">
                <a16:creationId xmlns:a16="http://schemas.microsoft.com/office/drawing/2014/main" id="{A16CCB7E-09E8-D0E0-A5C0-D98111E66E4E}"/>
              </a:ext>
            </a:extLst>
          </p:cNvPr>
          <p:cNvGrpSpPr/>
          <p:nvPr/>
        </p:nvGrpSpPr>
        <p:grpSpPr>
          <a:xfrm>
            <a:off x="10652222" y="2055221"/>
            <a:ext cx="100800" cy="239400"/>
            <a:chOff x="10652222" y="2055221"/>
            <a:chExt cx="10080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5A8922E7-A62D-1738-0531-08BCB8854A14}"/>
                    </a:ext>
                  </a:extLst>
                </p14:cNvPr>
                <p14:cNvContentPartPr/>
                <p14:nvPr/>
              </p14:nvContentPartPr>
              <p14:xfrm>
                <a:off x="10709462" y="2055221"/>
                <a:ext cx="21240" cy="23940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5A8922E7-A62D-1738-0531-08BCB8854A1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691462" y="2037221"/>
                  <a:ext cx="568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501C5222-75D9-9D7B-BBB1-DAE705EB4618}"/>
                    </a:ext>
                  </a:extLst>
                </p14:cNvPr>
                <p14:cNvContentPartPr/>
                <p14:nvPr/>
              </p14:nvContentPartPr>
              <p14:xfrm>
                <a:off x="10652222" y="2142341"/>
                <a:ext cx="100800" cy="1224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501C5222-75D9-9D7B-BBB1-DAE705EB461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634582" y="2124341"/>
                  <a:ext cx="1364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652C5AF5-446B-F69A-C3DF-F7B1A59F0916}"/>
              </a:ext>
            </a:extLst>
          </p:cNvPr>
          <p:cNvGrpSpPr/>
          <p:nvPr/>
        </p:nvGrpSpPr>
        <p:grpSpPr>
          <a:xfrm>
            <a:off x="10572662" y="2885741"/>
            <a:ext cx="104760" cy="154440"/>
            <a:chOff x="10572662" y="2885741"/>
            <a:chExt cx="10476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B1B4D5EC-0CA4-FF67-6DB3-64BF1DAB0B91}"/>
                    </a:ext>
                  </a:extLst>
                </p14:cNvPr>
                <p14:cNvContentPartPr/>
                <p14:nvPr/>
              </p14:nvContentPartPr>
              <p14:xfrm>
                <a:off x="10629902" y="2885741"/>
                <a:ext cx="6480" cy="15444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B1B4D5EC-0CA4-FF67-6DB3-64BF1DAB0B9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611902" y="2867741"/>
                  <a:ext cx="42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A165A0DC-28E4-30D5-4699-3B868690682D}"/>
                    </a:ext>
                  </a:extLst>
                </p14:cNvPr>
                <p14:cNvContentPartPr/>
                <p14:nvPr/>
              </p14:nvContentPartPr>
              <p14:xfrm>
                <a:off x="10572662" y="2929301"/>
                <a:ext cx="104760" cy="1368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A165A0DC-28E4-30D5-4699-3B868690682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555022" y="2911301"/>
                  <a:ext cx="14040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47" name="Tinta 246">
                <a:extLst>
                  <a:ext uri="{FF2B5EF4-FFF2-40B4-BE49-F238E27FC236}">
                    <a16:creationId xmlns:a16="http://schemas.microsoft.com/office/drawing/2014/main" id="{49A79C0D-B85A-0084-1F68-0BF7971BDA11}"/>
                  </a:ext>
                </a:extLst>
              </p14:cNvPr>
              <p14:cNvContentPartPr/>
              <p14:nvPr/>
            </p14:nvContentPartPr>
            <p14:xfrm>
              <a:off x="8828822" y="1938941"/>
              <a:ext cx="105120" cy="1008360"/>
            </p14:xfrm>
          </p:contentPart>
        </mc:Choice>
        <mc:Fallback>
          <p:pic>
            <p:nvPicPr>
              <p:cNvPr id="247" name="Tinta 246">
                <a:extLst>
                  <a:ext uri="{FF2B5EF4-FFF2-40B4-BE49-F238E27FC236}">
                    <a16:creationId xmlns:a16="http://schemas.microsoft.com/office/drawing/2014/main" id="{49A79C0D-B85A-0084-1F68-0BF7971BDA11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8811182" y="1920941"/>
                <a:ext cx="14076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48" name="Tinta 247">
                <a:extLst>
                  <a:ext uri="{FF2B5EF4-FFF2-40B4-BE49-F238E27FC236}">
                    <a16:creationId xmlns:a16="http://schemas.microsoft.com/office/drawing/2014/main" id="{AF219498-6682-9BC3-D451-56959FBF0774}"/>
                  </a:ext>
                </a:extLst>
              </p14:cNvPr>
              <p14:cNvContentPartPr/>
              <p14:nvPr/>
            </p14:nvContentPartPr>
            <p14:xfrm>
              <a:off x="11646902" y="2630861"/>
              <a:ext cx="96120" cy="159120"/>
            </p14:xfrm>
          </p:contentPart>
        </mc:Choice>
        <mc:Fallback>
          <p:pic>
            <p:nvPicPr>
              <p:cNvPr id="248" name="Tinta 247">
                <a:extLst>
                  <a:ext uri="{FF2B5EF4-FFF2-40B4-BE49-F238E27FC236}">
                    <a16:creationId xmlns:a16="http://schemas.microsoft.com/office/drawing/2014/main" id="{AF219498-6682-9BC3-D451-56959FBF0774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11629262" y="2612861"/>
                <a:ext cx="13176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Agrupar 254">
            <a:extLst>
              <a:ext uri="{FF2B5EF4-FFF2-40B4-BE49-F238E27FC236}">
                <a16:creationId xmlns:a16="http://schemas.microsoft.com/office/drawing/2014/main" id="{15E8A470-6ECE-64FE-09B0-FA607BA4448E}"/>
              </a:ext>
            </a:extLst>
          </p:cNvPr>
          <p:cNvGrpSpPr/>
          <p:nvPr/>
        </p:nvGrpSpPr>
        <p:grpSpPr>
          <a:xfrm>
            <a:off x="11986022" y="2467421"/>
            <a:ext cx="791280" cy="314280"/>
            <a:chOff x="11986022" y="2467421"/>
            <a:chExt cx="79128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1273D9AE-E230-3C56-0A70-27FC67F016EB}"/>
                    </a:ext>
                  </a:extLst>
                </p14:cNvPr>
                <p14:cNvContentPartPr/>
                <p14:nvPr/>
              </p14:nvContentPartPr>
              <p14:xfrm>
                <a:off x="11986022" y="2532941"/>
                <a:ext cx="204120" cy="16380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1273D9AE-E230-3C56-0A70-27FC67F016EB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968022" y="2515301"/>
                  <a:ext cx="239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F2D5AE50-44A9-69E9-D66C-38B377FC730D}"/>
                    </a:ext>
                  </a:extLst>
                </p14:cNvPr>
                <p14:cNvContentPartPr/>
                <p14:nvPr/>
              </p14:nvContentPartPr>
              <p14:xfrm>
                <a:off x="12274022" y="2645261"/>
                <a:ext cx="135720" cy="14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F2D5AE50-44A9-69E9-D66C-38B377FC730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2256382" y="2627621"/>
                  <a:ext cx="171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D5AD4711-05DA-E9AD-5A1E-32311D90654A}"/>
                    </a:ext>
                  </a:extLst>
                </p14:cNvPr>
                <p14:cNvContentPartPr/>
                <p14:nvPr/>
              </p14:nvContentPartPr>
              <p14:xfrm>
                <a:off x="12293822" y="2577221"/>
                <a:ext cx="117000" cy="360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D5AD4711-05DA-E9AD-5A1E-32311D90654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2276182" y="2559221"/>
                  <a:ext cx="152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E7390E8E-64DC-5174-92ED-A2DF2C693729}"/>
                    </a:ext>
                  </a:extLst>
                </p14:cNvPr>
                <p14:cNvContentPartPr/>
                <p14:nvPr/>
              </p14:nvContentPartPr>
              <p14:xfrm>
                <a:off x="12290222" y="2467421"/>
                <a:ext cx="93600" cy="31428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E7390E8E-64DC-5174-92ED-A2DF2C69372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2272582" y="2449781"/>
                  <a:ext cx="1292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0812C188-5E42-3FF9-3D9F-588FE8EF294C}"/>
                    </a:ext>
                  </a:extLst>
                </p14:cNvPr>
                <p14:cNvContentPartPr/>
                <p14:nvPr/>
              </p14:nvContentPartPr>
              <p14:xfrm>
                <a:off x="12505142" y="2620781"/>
                <a:ext cx="74880" cy="36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0812C188-5E42-3FF9-3D9F-588FE8EF294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2487142" y="2602781"/>
                  <a:ext cx="11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22BF400E-5B05-A585-5B61-2742A639182F}"/>
                    </a:ext>
                  </a:extLst>
                </p14:cNvPr>
                <p14:cNvContentPartPr/>
                <p14:nvPr/>
              </p14:nvContentPartPr>
              <p14:xfrm>
                <a:off x="12675422" y="2501981"/>
                <a:ext cx="101880" cy="16920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22BF400E-5B05-A585-5B61-2742A639182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2657782" y="2484341"/>
                  <a:ext cx="13752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56" name="Tinta 255">
                <a:extLst>
                  <a:ext uri="{FF2B5EF4-FFF2-40B4-BE49-F238E27FC236}">
                    <a16:creationId xmlns:a16="http://schemas.microsoft.com/office/drawing/2014/main" id="{FC7264ED-484F-3A31-EF29-2FE37F8FA584}"/>
                  </a:ext>
                </a:extLst>
              </p14:cNvPr>
              <p14:cNvContentPartPr/>
              <p14:nvPr/>
            </p14:nvContentPartPr>
            <p14:xfrm>
              <a:off x="9594902" y="453941"/>
              <a:ext cx="428040" cy="150840"/>
            </p14:xfrm>
          </p:contentPart>
        </mc:Choice>
        <mc:Fallback>
          <p:pic>
            <p:nvPicPr>
              <p:cNvPr id="256" name="Tinta 255">
                <a:extLst>
                  <a:ext uri="{FF2B5EF4-FFF2-40B4-BE49-F238E27FC236}">
                    <a16:creationId xmlns:a16="http://schemas.microsoft.com/office/drawing/2014/main" id="{FC7264ED-484F-3A31-EF29-2FE37F8FA584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9576902" y="435941"/>
                <a:ext cx="46368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Agrupar 265">
            <a:extLst>
              <a:ext uri="{FF2B5EF4-FFF2-40B4-BE49-F238E27FC236}">
                <a16:creationId xmlns:a16="http://schemas.microsoft.com/office/drawing/2014/main" id="{ED795D21-36D3-AECA-D726-1F780F1BE3FF}"/>
              </a:ext>
            </a:extLst>
          </p:cNvPr>
          <p:cNvGrpSpPr/>
          <p:nvPr/>
        </p:nvGrpSpPr>
        <p:grpSpPr>
          <a:xfrm>
            <a:off x="10312022" y="316061"/>
            <a:ext cx="1453320" cy="461160"/>
            <a:chOff x="10312022" y="316061"/>
            <a:chExt cx="145332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FD0A7D29-6FBB-1932-BD78-E3DBB3B04450}"/>
                    </a:ext>
                  </a:extLst>
                </p14:cNvPr>
                <p14:cNvContentPartPr/>
                <p14:nvPr/>
              </p14:nvContentPartPr>
              <p14:xfrm>
                <a:off x="10312022" y="462581"/>
                <a:ext cx="360" cy="11772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FD0A7D29-6FBB-1932-BD78-E3DBB3B0445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294022" y="444581"/>
                  <a:ext cx="36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F594E7E3-2A7A-328A-FE1D-5E7CA62CF1EB}"/>
                    </a:ext>
                  </a:extLst>
                </p14:cNvPr>
                <p14:cNvContentPartPr/>
                <p14:nvPr/>
              </p14:nvContentPartPr>
              <p14:xfrm>
                <a:off x="10334342" y="350621"/>
                <a:ext cx="360" cy="36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F594E7E3-2A7A-328A-FE1D-5E7CA62CF1E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16342" y="332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E06BC0BD-8548-02AF-CBE5-A1F021B8FBFE}"/>
                    </a:ext>
                  </a:extLst>
                </p14:cNvPr>
                <p14:cNvContentPartPr/>
                <p14:nvPr/>
              </p14:nvContentPartPr>
              <p14:xfrm>
                <a:off x="10385102" y="464741"/>
                <a:ext cx="198000" cy="9648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E06BC0BD-8548-02AF-CBE5-A1F021B8FBF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367462" y="446741"/>
                  <a:ext cx="233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B492C5AC-C7A4-CA76-BD6D-BB548716DBC3}"/>
                    </a:ext>
                  </a:extLst>
                </p14:cNvPr>
                <p14:cNvContentPartPr/>
                <p14:nvPr/>
              </p14:nvContentPartPr>
              <p14:xfrm>
                <a:off x="10536662" y="316061"/>
                <a:ext cx="204120" cy="24732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B492C5AC-C7A4-CA76-BD6D-BB548716DBC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519022" y="298421"/>
                  <a:ext cx="2397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E0209E7C-DB1E-7AC7-9182-FA2B98D16CF9}"/>
                    </a:ext>
                  </a:extLst>
                </p14:cNvPr>
                <p14:cNvContentPartPr/>
                <p14:nvPr/>
              </p14:nvContentPartPr>
              <p14:xfrm>
                <a:off x="10694342" y="490301"/>
                <a:ext cx="153000" cy="9864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E0209E7C-DB1E-7AC7-9182-FA2B98D16CF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676702" y="472661"/>
                  <a:ext cx="188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714B88F7-0D6D-DE14-C1ED-62EABD73B026}"/>
                    </a:ext>
                  </a:extLst>
                </p14:cNvPr>
                <p14:cNvContentPartPr/>
                <p14:nvPr/>
              </p14:nvContentPartPr>
              <p14:xfrm>
                <a:off x="10761662" y="483821"/>
                <a:ext cx="103320" cy="7200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714B88F7-0D6D-DE14-C1ED-62EABD73B02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743662" y="465821"/>
                  <a:ext cx="1389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C1C76DFF-548C-6B65-DFFE-75170CB2771F}"/>
                    </a:ext>
                  </a:extLst>
                </p14:cNvPr>
                <p14:cNvContentPartPr/>
                <p14:nvPr/>
              </p14:nvContentPartPr>
              <p14:xfrm>
                <a:off x="10914302" y="485261"/>
                <a:ext cx="122400" cy="29196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C1C76DFF-548C-6B65-DFFE-75170CB2771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96302" y="467261"/>
                  <a:ext cx="1580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0AA09CB4-E9A7-7749-3EF4-23EC5473BEA5}"/>
                    </a:ext>
                  </a:extLst>
                </p14:cNvPr>
                <p14:cNvContentPartPr/>
                <p14:nvPr/>
              </p14:nvContentPartPr>
              <p14:xfrm>
                <a:off x="11116622" y="471581"/>
                <a:ext cx="192600" cy="10476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0AA09CB4-E9A7-7749-3EF4-23EC5473BEA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98622" y="453581"/>
                  <a:ext cx="228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D0E10E5E-4B73-BA2F-2ED0-6AB22917AE38}"/>
                    </a:ext>
                  </a:extLst>
                </p14:cNvPr>
                <p14:cNvContentPartPr/>
                <p14:nvPr/>
              </p14:nvContentPartPr>
              <p14:xfrm>
                <a:off x="11330822" y="333341"/>
                <a:ext cx="434520" cy="2491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D0E10E5E-4B73-BA2F-2ED0-6AB22917AE3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312822" y="315341"/>
                  <a:ext cx="470160" cy="28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896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C3A441C-0773-4C71-91CF-260CEFF352BE}"/>
              </a:ext>
            </a:extLst>
          </p:cNvPr>
          <p:cNvGrpSpPr/>
          <p:nvPr/>
        </p:nvGrpSpPr>
        <p:grpSpPr>
          <a:xfrm>
            <a:off x="559262" y="130661"/>
            <a:ext cx="2511720" cy="605160"/>
            <a:chOff x="559262" y="130661"/>
            <a:chExt cx="2511720" cy="60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A1DD10D7-5B4B-A4E4-5535-883AC78852C2}"/>
                    </a:ext>
                  </a:extLst>
                </p14:cNvPr>
                <p14:cNvContentPartPr/>
                <p14:nvPr/>
              </p14:nvContentPartPr>
              <p14:xfrm>
                <a:off x="559262" y="252341"/>
                <a:ext cx="159840" cy="29088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A1DD10D7-5B4B-A4E4-5535-883AC78852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1622" y="234701"/>
                  <a:ext cx="195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5C0FBE7A-5D9B-3132-CC94-1F59694C1C96}"/>
                    </a:ext>
                  </a:extLst>
                </p14:cNvPr>
                <p14:cNvContentPartPr/>
                <p14:nvPr/>
              </p14:nvContentPartPr>
              <p14:xfrm>
                <a:off x="583022" y="375461"/>
                <a:ext cx="104760" cy="2052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5C0FBE7A-5D9B-3132-CC94-1F59694C1C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5022" y="357461"/>
                  <a:ext cx="140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6A732426-04F3-14E1-DE32-A1FB7E8C5A69}"/>
                    </a:ext>
                  </a:extLst>
                </p14:cNvPr>
                <p14:cNvContentPartPr/>
                <p14:nvPr/>
              </p14:nvContentPartPr>
              <p14:xfrm>
                <a:off x="576902" y="207701"/>
                <a:ext cx="181800" cy="5508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6A732426-04F3-14E1-DE32-A1FB7E8C5A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8902" y="189701"/>
                  <a:ext cx="217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919FECD5-7925-EDF3-DCFB-62B3CE662BFD}"/>
                    </a:ext>
                  </a:extLst>
                </p14:cNvPr>
                <p14:cNvContentPartPr/>
                <p14:nvPr/>
              </p14:nvContentPartPr>
              <p14:xfrm>
                <a:off x="779942" y="386621"/>
                <a:ext cx="133920" cy="1814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919FECD5-7925-EDF3-DCFB-62B3CE662B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02" y="368621"/>
                  <a:ext cx="169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299D5B2A-BF9C-235F-6FF2-4B55E0AD6296}"/>
                    </a:ext>
                  </a:extLst>
                </p14:cNvPr>
                <p14:cNvContentPartPr/>
                <p14:nvPr/>
              </p14:nvContentPartPr>
              <p14:xfrm>
                <a:off x="778142" y="434501"/>
                <a:ext cx="140760" cy="1234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299D5B2A-BF9C-235F-6FF2-4B55E0AD62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0142" y="416861"/>
                  <a:ext cx="176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8EB7B06B-8697-03A4-A547-B6B56212C278}"/>
                    </a:ext>
                  </a:extLst>
                </p14:cNvPr>
                <p14:cNvContentPartPr/>
                <p14:nvPr/>
              </p14:nvContentPartPr>
              <p14:xfrm>
                <a:off x="987662" y="446741"/>
                <a:ext cx="114840" cy="1245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8EB7B06B-8697-03A4-A547-B6B56212C2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9662" y="429101"/>
                  <a:ext cx="150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8C6FB7C1-E70D-D747-C376-EAF05AED41FE}"/>
                    </a:ext>
                  </a:extLst>
                </p14:cNvPr>
                <p14:cNvContentPartPr/>
                <p14:nvPr/>
              </p14:nvContentPartPr>
              <p14:xfrm>
                <a:off x="990182" y="483821"/>
                <a:ext cx="75960" cy="126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8C6FB7C1-E70D-D747-C376-EAF05AED41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2542" y="465821"/>
                  <a:ext cx="111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F31E5D21-DD1A-8F23-18EB-419A9B89E6CF}"/>
                    </a:ext>
                  </a:extLst>
                </p14:cNvPr>
                <p14:cNvContentPartPr/>
                <p14:nvPr/>
              </p14:nvContentPartPr>
              <p14:xfrm>
                <a:off x="1021502" y="394181"/>
                <a:ext cx="58680" cy="93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F31E5D21-DD1A-8F23-18EB-419A9B89E6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3502" y="376541"/>
                  <a:ext cx="94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6133CD7-6C6C-0CC9-8F86-2F936FDA86D9}"/>
                    </a:ext>
                  </a:extLst>
                </p14:cNvPr>
                <p14:cNvContentPartPr/>
                <p14:nvPr/>
              </p14:nvContentPartPr>
              <p14:xfrm>
                <a:off x="1167662" y="453221"/>
                <a:ext cx="196920" cy="1202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6133CD7-6C6C-0CC9-8F86-2F936FDA86D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49662" y="435581"/>
                  <a:ext cx="232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F013C717-DDB9-E939-0D62-B981E2E91CDD}"/>
                    </a:ext>
                  </a:extLst>
                </p14:cNvPr>
                <p14:cNvContentPartPr/>
                <p14:nvPr/>
              </p14:nvContentPartPr>
              <p14:xfrm>
                <a:off x="1411382" y="470141"/>
                <a:ext cx="25200" cy="1378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F013C717-DDB9-E939-0D62-B981E2E91C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93382" y="452501"/>
                  <a:ext cx="60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DEF8B41F-0F95-B600-0883-F70BC6B4C7A8}"/>
                    </a:ext>
                  </a:extLst>
                </p14:cNvPr>
                <p14:cNvContentPartPr/>
                <p14:nvPr/>
              </p14:nvContentPartPr>
              <p14:xfrm>
                <a:off x="1407782" y="424061"/>
                <a:ext cx="75960" cy="1159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DEF8B41F-0F95-B600-0883-F70BC6B4C7A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9782" y="406061"/>
                  <a:ext cx="111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65E2FD8A-D66B-E9CF-7BB4-0C9D007104FF}"/>
                    </a:ext>
                  </a:extLst>
                </p14:cNvPr>
                <p14:cNvContentPartPr/>
                <p14:nvPr/>
              </p14:nvContentPartPr>
              <p14:xfrm>
                <a:off x="1557902" y="440261"/>
                <a:ext cx="123480" cy="1346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65E2FD8A-D66B-E9CF-7BB4-0C9D007104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39902" y="422261"/>
                  <a:ext cx="159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49DFC66-8B9E-ECDF-4A02-460E09240CB3}"/>
                    </a:ext>
                  </a:extLst>
                </p14:cNvPr>
                <p14:cNvContentPartPr/>
                <p14:nvPr/>
              </p14:nvContentPartPr>
              <p14:xfrm>
                <a:off x="1683182" y="459341"/>
                <a:ext cx="186120" cy="1238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49DFC66-8B9E-ECDF-4A02-460E09240C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65542" y="441341"/>
                  <a:ext cx="221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0797BD37-E8A6-5D5D-B1CC-A8E776DED57E}"/>
                    </a:ext>
                  </a:extLst>
                </p14:cNvPr>
                <p14:cNvContentPartPr/>
                <p14:nvPr/>
              </p14:nvContentPartPr>
              <p14:xfrm>
                <a:off x="2250902" y="326141"/>
                <a:ext cx="14040" cy="2138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0797BD37-E8A6-5D5D-B1CC-A8E776DED5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32902" y="308141"/>
                  <a:ext cx="496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489DCC8F-1933-9E41-D9E4-AB092B378C7D}"/>
                    </a:ext>
                  </a:extLst>
                </p14:cNvPr>
                <p14:cNvContentPartPr/>
                <p14:nvPr/>
              </p14:nvContentPartPr>
              <p14:xfrm>
                <a:off x="2171342" y="527381"/>
                <a:ext cx="216360" cy="93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489DCC8F-1933-9E41-D9E4-AB092B378C7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53702" y="509381"/>
                  <a:ext cx="252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6FAD1898-6781-98F9-0C7E-EC0DB6B290EC}"/>
                    </a:ext>
                  </a:extLst>
                </p14:cNvPr>
                <p14:cNvContentPartPr/>
                <p14:nvPr/>
              </p14:nvContentPartPr>
              <p14:xfrm>
                <a:off x="2219942" y="323981"/>
                <a:ext cx="38880" cy="810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6FAD1898-6781-98F9-0C7E-EC0DB6B290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01942" y="305981"/>
                  <a:ext cx="74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393B5932-E6AF-A849-1511-DF2CDBD56C47}"/>
                    </a:ext>
                  </a:extLst>
                </p14:cNvPr>
                <p14:cNvContentPartPr/>
                <p14:nvPr/>
              </p14:nvContentPartPr>
              <p14:xfrm>
                <a:off x="2023742" y="167381"/>
                <a:ext cx="627840" cy="5277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393B5932-E6AF-A849-1511-DF2CDBD56C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05742" y="149741"/>
                  <a:ext cx="6634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BCE4A950-2A17-E023-470F-5CADC909A17D}"/>
                    </a:ext>
                  </a:extLst>
                </p14:cNvPr>
                <p14:cNvContentPartPr/>
                <p14:nvPr/>
              </p14:nvContentPartPr>
              <p14:xfrm>
                <a:off x="2822222" y="130661"/>
                <a:ext cx="248760" cy="6051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BCE4A950-2A17-E023-470F-5CADC909A1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04222" y="112661"/>
                  <a:ext cx="284400" cy="64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51672FBF-2C51-BAFF-022F-D73FD69DCC60}"/>
              </a:ext>
            </a:extLst>
          </p:cNvPr>
          <p:cNvGrpSpPr/>
          <p:nvPr/>
        </p:nvGrpSpPr>
        <p:grpSpPr>
          <a:xfrm>
            <a:off x="3312542" y="178541"/>
            <a:ext cx="912240" cy="365760"/>
            <a:chOff x="3312542" y="178541"/>
            <a:chExt cx="9122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686C54F-474A-DF77-DEFD-A374770BE34A}"/>
                    </a:ext>
                  </a:extLst>
                </p14:cNvPr>
                <p14:cNvContentPartPr/>
                <p14:nvPr/>
              </p14:nvContentPartPr>
              <p14:xfrm>
                <a:off x="3312542" y="267461"/>
                <a:ext cx="198720" cy="25344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686C54F-474A-DF77-DEFD-A374770BE3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94902" y="249821"/>
                  <a:ext cx="234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F0557344-F056-9222-27D6-0E8F7140A4C6}"/>
                    </a:ext>
                  </a:extLst>
                </p14:cNvPr>
                <p14:cNvContentPartPr/>
                <p14:nvPr/>
              </p14:nvContentPartPr>
              <p14:xfrm>
                <a:off x="3577142" y="178541"/>
                <a:ext cx="147240" cy="3657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F0557344-F056-9222-27D6-0E8F7140A4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59502" y="160901"/>
                  <a:ext cx="1828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93784945-3E41-608D-9DD7-C77C47726B2D}"/>
                    </a:ext>
                  </a:extLst>
                </p14:cNvPr>
                <p14:cNvContentPartPr/>
                <p14:nvPr/>
              </p14:nvContentPartPr>
              <p14:xfrm>
                <a:off x="3768302" y="198701"/>
                <a:ext cx="24120" cy="3243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93784945-3E41-608D-9DD7-C77C47726B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50662" y="181061"/>
                  <a:ext cx="59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8F8B788E-BF59-A617-5B4F-D280E0D4A6C7}"/>
                    </a:ext>
                  </a:extLst>
                </p14:cNvPr>
                <p14:cNvContentPartPr/>
                <p14:nvPr/>
              </p14:nvContentPartPr>
              <p14:xfrm>
                <a:off x="3692702" y="277901"/>
                <a:ext cx="329400" cy="26172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8F8B788E-BF59-A617-5B4F-D280E0D4A6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74702" y="260261"/>
                  <a:ext cx="3650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BFFEA7BF-E72B-7DB7-095C-8B57620F0AF9}"/>
                    </a:ext>
                  </a:extLst>
                </p14:cNvPr>
                <p14:cNvContentPartPr/>
                <p14:nvPr/>
              </p14:nvContentPartPr>
              <p14:xfrm>
                <a:off x="3922382" y="441341"/>
                <a:ext cx="109800" cy="640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BFFEA7BF-E72B-7DB7-095C-8B57620F0A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04742" y="423341"/>
                  <a:ext cx="145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2962B3AA-E0B2-6030-B3A6-6BF5E104F93C}"/>
                    </a:ext>
                  </a:extLst>
                </p14:cNvPr>
                <p14:cNvContentPartPr/>
                <p14:nvPr/>
              </p14:nvContentPartPr>
              <p14:xfrm>
                <a:off x="4092662" y="392741"/>
                <a:ext cx="132120" cy="1047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2962B3AA-E0B2-6030-B3A6-6BF5E104F9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74662" y="375101"/>
                  <a:ext cx="16776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4C1166B1-3F00-925F-1A6D-5C058BC2BE0A}"/>
                  </a:ext>
                </a:extLst>
              </p14:cNvPr>
              <p14:cNvContentPartPr/>
              <p14:nvPr/>
            </p14:nvContentPartPr>
            <p14:xfrm>
              <a:off x="4463822" y="366461"/>
              <a:ext cx="108000" cy="13320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4C1166B1-3F00-925F-1A6D-5C058BC2BE0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46182" y="348461"/>
                <a:ext cx="14364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C2BC260-C447-7BF0-3C0F-AE612D957872}"/>
              </a:ext>
            </a:extLst>
          </p:cNvPr>
          <p:cNvGrpSpPr/>
          <p:nvPr/>
        </p:nvGrpSpPr>
        <p:grpSpPr>
          <a:xfrm>
            <a:off x="4891142" y="243341"/>
            <a:ext cx="1329120" cy="483480"/>
            <a:chOff x="4891142" y="243341"/>
            <a:chExt cx="132912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542F217B-A9C4-46F3-2DD0-1EDB668D888D}"/>
                    </a:ext>
                  </a:extLst>
                </p14:cNvPr>
                <p14:cNvContentPartPr/>
                <p14:nvPr/>
              </p14:nvContentPartPr>
              <p14:xfrm>
                <a:off x="4944422" y="243341"/>
                <a:ext cx="136800" cy="34812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542F217B-A9C4-46F3-2DD0-1EDB668D88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26782" y="225701"/>
                  <a:ext cx="172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F315954E-EEC4-1368-8996-FFC2ED26A678}"/>
                    </a:ext>
                  </a:extLst>
                </p14:cNvPr>
                <p14:cNvContentPartPr/>
                <p14:nvPr/>
              </p14:nvContentPartPr>
              <p14:xfrm>
                <a:off x="4891142" y="419021"/>
                <a:ext cx="443880" cy="1134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F315954E-EEC4-1368-8996-FFC2ED26A6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73142" y="401021"/>
                  <a:ext cx="479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71A374D5-AE46-0E01-A06C-2C96984AB87A}"/>
                    </a:ext>
                  </a:extLst>
                </p14:cNvPr>
                <p14:cNvContentPartPr/>
                <p14:nvPr/>
              </p14:nvContentPartPr>
              <p14:xfrm>
                <a:off x="5374262" y="416861"/>
                <a:ext cx="177840" cy="1098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71A374D5-AE46-0E01-A06C-2C96984AB8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56262" y="398861"/>
                  <a:ext cx="213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5364A9B8-DFB8-108E-1C5D-D654CDE71C10}"/>
                    </a:ext>
                  </a:extLst>
                </p14:cNvPr>
                <p14:cNvContentPartPr/>
                <p14:nvPr/>
              </p14:nvContentPartPr>
              <p14:xfrm>
                <a:off x="5643542" y="380141"/>
                <a:ext cx="181800" cy="1519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5364A9B8-DFB8-108E-1C5D-D654CDE71C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25902" y="362141"/>
                  <a:ext cx="217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12729B8-50EF-7929-8CBD-E85421F0CA0B}"/>
                    </a:ext>
                  </a:extLst>
                </p14:cNvPr>
                <p14:cNvContentPartPr/>
                <p14:nvPr/>
              </p14:nvContentPartPr>
              <p14:xfrm>
                <a:off x="5889422" y="408941"/>
                <a:ext cx="131760" cy="1278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12729B8-50EF-7929-8CBD-E85421F0CA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71782" y="390941"/>
                  <a:ext cx="167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C40DCFAF-2EDE-D8BF-B655-0EEF750A41C9}"/>
                    </a:ext>
                  </a:extLst>
                </p14:cNvPr>
                <p14:cNvContentPartPr/>
                <p14:nvPr/>
              </p14:nvContentPartPr>
              <p14:xfrm>
                <a:off x="6073382" y="379781"/>
                <a:ext cx="146880" cy="12924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C40DCFAF-2EDE-D8BF-B655-0EEF750A41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55742" y="362141"/>
                  <a:ext cx="182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AF2AFCDC-A320-5B45-AFB7-826DB8C46090}"/>
                    </a:ext>
                  </a:extLst>
                </p14:cNvPr>
                <p14:cNvContentPartPr/>
                <p14:nvPr/>
              </p14:nvContentPartPr>
              <p14:xfrm>
                <a:off x="5974022" y="274661"/>
                <a:ext cx="124560" cy="4608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AF2AFCDC-A320-5B45-AFB7-826DB8C4609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56382" y="257021"/>
                  <a:ext cx="160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E04D496-EA95-10F7-516B-F1BA4F4EDE8B}"/>
                    </a:ext>
                  </a:extLst>
                </p14:cNvPr>
                <p14:cNvContentPartPr/>
                <p14:nvPr/>
              </p14:nvContentPartPr>
              <p14:xfrm>
                <a:off x="5728142" y="547541"/>
                <a:ext cx="43920" cy="1792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E04D496-EA95-10F7-516B-F1BA4F4EDE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10142" y="529541"/>
                  <a:ext cx="7956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762D7E8D-75AC-D867-7F50-A68E5373B418}"/>
              </a:ext>
            </a:extLst>
          </p:cNvPr>
          <p:cNvGrpSpPr/>
          <p:nvPr/>
        </p:nvGrpSpPr>
        <p:grpSpPr>
          <a:xfrm>
            <a:off x="6473342" y="239021"/>
            <a:ext cx="1922760" cy="417240"/>
            <a:chOff x="6473342" y="239021"/>
            <a:chExt cx="192276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2B1B61DE-2E5E-51E9-307C-2E03D0ED93EE}"/>
                    </a:ext>
                  </a:extLst>
                </p14:cNvPr>
                <p14:cNvContentPartPr/>
                <p14:nvPr/>
              </p14:nvContentPartPr>
              <p14:xfrm>
                <a:off x="6473342" y="386981"/>
                <a:ext cx="116640" cy="2692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2B1B61DE-2E5E-51E9-307C-2E03D0ED93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55342" y="369341"/>
                  <a:ext cx="1522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7651EF8A-AF63-EE2D-BEAA-2617E6ECA899}"/>
                    </a:ext>
                  </a:extLst>
                </p14:cNvPr>
                <p14:cNvContentPartPr/>
                <p14:nvPr/>
              </p14:nvContentPartPr>
              <p14:xfrm>
                <a:off x="6685742" y="374021"/>
                <a:ext cx="165600" cy="1461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7651EF8A-AF63-EE2D-BEAA-2617E6ECA8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67742" y="356381"/>
                  <a:ext cx="201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E6F7CAD2-9F08-8A95-D510-D94A10A3E1A9}"/>
                    </a:ext>
                  </a:extLst>
                </p14:cNvPr>
                <p14:cNvContentPartPr/>
                <p14:nvPr/>
              </p14:nvContentPartPr>
              <p14:xfrm>
                <a:off x="6886982" y="308141"/>
                <a:ext cx="104760" cy="2016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E6F7CAD2-9F08-8A95-D510-D94A10A3E1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68982" y="290501"/>
                  <a:ext cx="140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706B5AB0-976A-01A4-AFBB-FB34A726D97A}"/>
                    </a:ext>
                  </a:extLst>
                </p14:cNvPr>
                <p14:cNvContentPartPr/>
                <p14:nvPr/>
              </p14:nvContentPartPr>
              <p14:xfrm>
                <a:off x="7009742" y="389861"/>
                <a:ext cx="556560" cy="1440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706B5AB0-976A-01A4-AFBB-FB34A726D97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92102" y="371861"/>
                  <a:ext cx="592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33B05FEF-D8A0-2871-AF1A-C62AD2892BD1}"/>
                    </a:ext>
                  </a:extLst>
                </p14:cNvPr>
                <p14:cNvContentPartPr/>
                <p14:nvPr/>
              </p14:nvContentPartPr>
              <p14:xfrm>
                <a:off x="7531382" y="239021"/>
                <a:ext cx="360" cy="3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33B05FEF-D8A0-2871-AF1A-C62AD2892B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13382" y="2210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93AAE4D3-6964-53EC-F8D4-92F01378809C}"/>
                    </a:ext>
                  </a:extLst>
                </p14:cNvPr>
                <p14:cNvContentPartPr/>
                <p14:nvPr/>
              </p14:nvContentPartPr>
              <p14:xfrm>
                <a:off x="7593302" y="264581"/>
                <a:ext cx="168120" cy="2563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93AAE4D3-6964-53EC-F8D4-92F0137880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75662" y="246941"/>
                  <a:ext cx="203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231158C8-DE86-13A2-5058-26FE3602ED43}"/>
                    </a:ext>
                  </a:extLst>
                </p14:cNvPr>
                <p14:cNvContentPartPr/>
                <p14:nvPr/>
              </p14:nvContentPartPr>
              <p14:xfrm>
                <a:off x="7850702" y="359621"/>
                <a:ext cx="35280" cy="1378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231158C8-DE86-13A2-5058-26FE3602ED4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32702" y="341981"/>
                  <a:ext cx="70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FD8F763-DF2F-D5B2-A9CC-49D886E34D12}"/>
                    </a:ext>
                  </a:extLst>
                </p14:cNvPr>
                <p14:cNvContentPartPr/>
                <p14:nvPr/>
              </p14:nvContentPartPr>
              <p14:xfrm>
                <a:off x="8029262" y="286901"/>
                <a:ext cx="168120" cy="1947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FD8F763-DF2F-D5B2-A9CC-49D886E34D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11622" y="269261"/>
                  <a:ext cx="203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46F72AD5-62D5-7F26-63D1-6E2C7BB78520}"/>
                    </a:ext>
                  </a:extLst>
                </p14:cNvPr>
                <p14:cNvContentPartPr/>
                <p14:nvPr/>
              </p14:nvContentPartPr>
              <p14:xfrm>
                <a:off x="8176862" y="338381"/>
                <a:ext cx="219240" cy="13068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46F72AD5-62D5-7F26-63D1-6E2C7BB785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59222" y="320741"/>
                  <a:ext cx="25488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8013999F-55BB-646B-EEA1-8F94D0B3A49D}"/>
              </a:ext>
            </a:extLst>
          </p:cNvPr>
          <p:cNvGrpSpPr/>
          <p:nvPr/>
        </p:nvGrpSpPr>
        <p:grpSpPr>
          <a:xfrm>
            <a:off x="8710742" y="164141"/>
            <a:ext cx="524880" cy="304560"/>
            <a:chOff x="8710742" y="164141"/>
            <a:chExt cx="52488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CBF1E8EB-C8B3-B6E0-D76E-A1AED8121CBE}"/>
                    </a:ext>
                  </a:extLst>
                </p14:cNvPr>
                <p14:cNvContentPartPr/>
                <p14:nvPr/>
              </p14:nvContentPartPr>
              <p14:xfrm>
                <a:off x="8710742" y="164141"/>
                <a:ext cx="270360" cy="3045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CBF1E8EB-C8B3-B6E0-D76E-A1AED8121CB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92742" y="146501"/>
                  <a:ext cx="3060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9CECFEB4-99EB-C9D7-C8AC-7EA990DDEC4C}"/>
                    </a:ext>
                  </a:extLst>
                </p14:cNvPr>
                <p14:cNvContentPartPr/>
                <p14:nvPr/>
              </p14:nvContentPartPr>
              <p14:xfrm>
                <a:off x="8965622" y="339461"/>
                <a:ext cx="270000" cy="1209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9CECFEB4-99EB-C9D7-C8AC-7EA990DDEC4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47982" y="321821"/>
                  <a:ext cx="30564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702FCA5E-A7B2-DBB7-ADB7-3A171D94F68E}"/>
              </a:ext>
            </a:extLst>
          </p:cNvPr>
          <p:cNvGrpSpPr/>
          <p:nvPr/>
        </p:nvGrpSpPr>
        <p:grpSpPr>
          <a:xfrm>
            <a:off x="3171062" y="827621"/>
            <a:ext cx="1280520" cy="602280"/>
            <a:chOff x="3171062" y="827621"/>
            <a:chExt cx="1280520" cy="60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5F5315E9-89EF-0850-AF0F-A333EFFEC79E}"/>
                    </a:ext>
                  </a:extLst>
                </p14:cNvPr>
                <p14:cNvContentPartPr/>
                <p14:nvPr/>
              </p14:nvContentPartPr>
              <p14:xfrm>
                <a:off x="3243422" y="827621"/>
                <a:ext cx="205200" cy="44892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5F5315E9-89EF-0850-AF0F-A333EFFEC7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25422" y="809621"/>
                  <a:ext cx="24084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3D4D899F-460C-228C-770B-917A61267D2A}"/>
                    </a:ext>
                  </a:extLst>
                </p14:cNvPr>
                <p14:cNvContentPartPr/>
                <p14:nvPr/>
              </p14:nvContentPartPr>
              <p14:xfrm>
                <a:off x="3171062" y="1038581"/>
                <a:ext cx="428760" cy="1148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3D4D899F-460C-228C-770B-917A61267D2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53422" y="1020581"/>
                  <a:ext cx="464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0FFD8A83-F55F-1B93-A222-3FA4A809D5D6}"/>
                    </a:ext>
                  </a:extLst>
                </p14:cNvPr>
                <p14:cNvContentPartPr/>
                <p14:nvPr/>
              </p14:nvContentPartPr>
              <p14:xfrm>
                <a:off x="3618182" y="1051541"/>
                <a:ext cx="201240" cy="1638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0FFD8A83-F55F-1B93-A222-3FA4A809D5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00182" y="1033541"/>
                  <a:ext cx="236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A81B21F2-8126-705E-6325-1D71198FB00D}"/>
                    </a:ext>
                  </a:extLst>
                </p14:cNvPr>
                <p14:cNvContentPartPr/>
                <p14:nvPr/>
              </p14:nvContentPartPr>
              <p14:xfrm>
                <a:off x="3900062" y="1063781"/>
                <a:ext cx="165600" cy="11916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A81B21F2-8126-705E-6325-1D71198FB0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82062" y="1045781"/>
                  <a:ext cx="201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32CAC2F4-736C-DCB0-8994-60EBD0A7970E}"/>
                    </a:ext>
                  </a:extLst>
                </p14:cNvPr>
                <p14:cNvContentPartPr/>
                <p14:nvPr/>
              </p14:nvContentPartPr>
              <p14:xfrm>
                <a:off x="4148102" y="1034621"/>
                <a:ext cx="138240" cy="1548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32CAC2F4-736C-DCB0-8994-60EBD0A797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30462" y="1016981"/>
                  <a:ext cx="173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7CDEB871-C713-E462-D807-FA102E35EC35}"/>
                    </a:ext>
                  </a:extLst>
                </p14:cNvPr>
                <p14:cNvContentPartPr/>
                <p14:nvPr/>
              </p14:nvContentPartPr>
              <p14:xfrm>
                <a:off x="4316222" y="1100501"/>
                <a:ext cx="135360" cy="982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7CDEB871-C713-E462-D807-FA102E35EC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98222" y="1082861"/>
                  <a:ext cx="171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F1C7E3A5-1F3E-A8D3-F813-05C706C09DDF}"/>
                    </a:ext>
                  </a:extLst>
                </p14:cNvPr>
                <p14:cNvContentPartPr/>
                <p14:nvPr/>
              </p14:nvContentPartPr>
              <p14:xfrm>
                <a:off x="4257902" y="1010141"/>
                <a:ext cx="58680" cy="907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F1C7E3A5-1F3E-A8D3-F813-05C706C09DD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39902" y="992501"/>
                  <a:ext cx="94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933D8BA-3425-92B8-129C-97733EB8A09E}"/>
                    </a:ext>
                  </a:extLst>
                </p14:cNvPr>
                <p14:cNvContentPartPr/>
                <p14:nvPr/>
              </p14:nvContentPartPr>
              <p14:xfrm>
                <a:off x="4176902" y="915101"/>
                <a:ext cx="176760" cy="550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933D8BA-3425-92B8-129C-97733EB8A09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59262" y="897461"/>
                  <a:ext cx="212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2C32B3CF-981E-C35F-B7F1-454BBE103AF0}"/>
                    </a:ext>
                  </a:extLst>
                </p14:cNvPr>
                <p14:cNvContentPartPr/>
                <p14:nvPr/>
              </p14:nvContentPartPr>
              <p14:xfrm>
                <a:off x="3979622" y="1210301"/>
                <a:ext cx="5400" cy="2196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2C32B3CF-981E-C35F-B7F1-454BBE103A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61622" y="1192301"/>
                  <a:ext cx="410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2BDA773F-1E46-11AD-4738-8401CA99266C}"/>
              </a:ext>
            </a:extLst>
          </p:cNvPr>
          <p:cNvGrpSpPr/>
          <p:nvPr/>
        </p:nvGrpSpPr>
        <p:grpSpPr>
          <a:xfrm>
            <a:off x="4913462" y="907541"/>
            <a:ext cx="248760" cy="461880"/>
            <a:chOff x="4913462" y="907541"/>
            <a:chExt cx="24876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5546605E-F14A-F14F-919A-F4DB3C37E47A}"/>
                    </a:ext>
                  </a:extLst>
                </p14:cNvPr>
                <p14:cNvContentPartPr/>
                <p14:nvPr/>
              </p14:nvContentPartPr>
              <p14:xfrm>
                <a:off x="5011382" y="907541"/>
                <a:ext cx="150840" cy="4618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5546605E-F14A-F14F-919A-F4DB3C37E47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93382" y="889541"/>
                  <a:ext cx="1864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E7D8784E-44FA-4D76-8EF1-0C5CDCBF7C55}"/>
                    </a:ext>
                  </a:extLst>
                </p14:cNvPr>
                <p14:cNvContentPartPr/>
                <p14:nvPr/>
              </p14:nvContentPartPr>
              <p14:xfrm>
                <a:off x="4913462" y="1151981"/>
                <a:ext cx="246240" cy="720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E7D8784E-44FA-4D76-8EF1-0C5CDCBF7C5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95462" y="1134341"/>
                  <a:ext cx="28188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FDD4E7E0-4F89-FAE3-DE94-44583626E82B}"/>
                  </a:ext>
                </a:extLst>
              </p14:cNvPr>
              <p14:cNvContentPartPr/>
              <p14:nvPr/>
            </p14:nvContentPartPr>
            <p14:xfrm>
              <a:off x="5267342" y="814661"/>
              <a:ext cx="79920" cy="19368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FDD4E7E0-4F89-FAE3-DE94-44583626E82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49702" y="796661"/>
                <a:ext cx="11556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Agrupar 72">
            <a:extLst>
              <a:ext uri="{FF2B5EF4-FFF2-40B4-BE49-F238E27FC236}">
                <a16:creationId xmlns:a16="http://schemas.microsoft.com/office/drawing/2014/main" id="{785BB8B0-C20A-E052-4558-1DCF9D33EADC}"/>
              </a:ext>
            </a:extLst>
          </p:cNvPr>
          <p:cNvGrpSpPr/>
          <p:nvPr/>
        </p:nvGrpSpPr>
        <p:grpSpPr>
          <a:xfrm>
            <a:off x="5414222" y="935621"/>
            <a:ext cx="706680" cy="327600"/>
            <a:chOff x="5414222" y="935621"/>
            <a:chExt cx="70668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D5015BF9-3796-4D92-32AC-E194AB70220F}"/>
                    </a:ext>
                  </a:extLst>
                </p14:cNvPr>
                <p14:cNvContentPartPr/>
                <p14:nvPr/>
              </p14:nvContentPartPr>
              <p14:xfrm>
                <a:off x="5414222" y="935621"/>
                <a:ext cx="69840" cy="2836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D5015BF9-3796-4D92-32AC-E194AB7022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96222" y="917981"/>
                  <a:ext cx="105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F0C767E-751A-E0BD-5B49-89C7207CE93B}"/>
                    </a:ext>
                  </a:extLst>
                </p14:cNvPr>
                <p14:cNvContentPartPr/>
                <p14:nvPr/>
              </p14:nvContentPartPr>
              <p14:xfrm>
                <a:off x="5548142" y="996821"/>
                <a:ext cx="98640" cy="1814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F0C767E-751A-E0BD-5B49-89C7207CE93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30142" y="978821"/>
                  <a:ext cx="134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34DF9091-8E8C-ECD1-17BC-D01BF2E25B5B}"/>
                    </a:ext>
                  </a:extLst>
                </p14:cNvPr>
                <p14:cNvContentPartPr/>
                <p14:nvPr/>
              </p14:nvContentPartPr>
              <p14:xfrm>
                <a:off x="5520782" y="1049381"/>
                <a:ext cx="156960" cy="1868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34DF9091-8E8C-ECD1-17BC-D01BF2E25B5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02782" y="1031381"/>
                  <a:ext cx="192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FCBF6450-6EFB-0B84-56FC-62B8C632BC7B}"/>
                    </a:ext>
                  </a:extLst>
                </p14:cNvPr>
                <p14:cNvContentPartPr/>
                <p14:nvPr/>
              </p14:nvContentPartPr>
              <p14:xfrm>
                <a:off x="5756582" y="957581"/>
                <a:ext cx="102240" cy="3056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FCBF6450-6EFB-0B84-56FC-62B8C632BC7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38942" y="939941"/>
                  <a:ext cx="1378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4B231E3C-C271-BECB-2E3B-07027A29B836}"/>
                    </a:ext>
                  </a:extLst>
                </p14:cNvPr>
                <p14:cNvContentPartPr/>
                <p14:nvPr/>
              </p14:nvContentPartPr>
              <p14:xfrm>
                <a:off x="5982662" y="1085021"/>
                <a:ext cx="138240" cy="9432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4B231E3C-C271-BECB-2E3B-07027A29B8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65022" y="1067381"/>
                  <a:ext cx="1738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C9A95559-E609-205F-519F-E26793A1893A}"/>
              </a:ext>
            </a:extLst>
          </p:cNvPr>
          <p:cNvGrpSpPr/>
          <p:nvPr/>
        </p:nvGrpSpPr>
        <p:grpSpPr>
          <a:xfrm>
            <a:off x="6380462" y="784421"/>
            <a:ext cx="961200" cy="441720"/>
            <a:chOff x="6380462" y="784421"/>
            <a:chExt cx="96120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BC2752E9-6AE5-E2B7-7C6D-FEAE7E46DE8B}"/>
                    </a:ext>
                  </a:extLst>
                </p14:cNvPr>
                <p14:cNvContentPartPr/>
                <p14:nvPr/>
              </p14:nvContentPartPr>
              <p14:xfrm>
                <a:off x="6380462" y="916541"/>
                <a:ext cx="136440" cy="2797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BC2752E9-6AE5-E2B7-7C6D-FEAE7E46DE8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62462" y="898541"/>
                  <a:ext cx="172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BD943DED-E44F-06D9-CB98-DCF59420A1AE}"/>
                    </a:ext>
                  </a:extLst>
                </p14:cNvPr>
                <p14:cNvContentPartPr/>
                <p14:nvPr/>
              </p14:nvContentPartPr>
              <p14:xfrm>
                <a:off x="6524102" y="980981"/>
                <a:ext cx="197280" cy="2131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BD943DED-E44F-06D9-CB98-DCF59420A1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06102" y="962981"/>
                  <a:ext cx="232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9C32F076-82D6-CD4A-FBE2-6161662E4175}"/>
                    </a:ext>
                  </a:extLst>
                </p14:cNvPr>
                <p14:cNvContentPartPr/>
                <p14:nvPr/>
              </p14:nvContentPartPr>
              <p14:xfrm>
                <a:off x="6809942" y="1028141"/>
                <a:ext cx="125640" cy="1645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9C32F076-82D6-CD4A-FBE2-6161662E41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91942" y="1010141"/>
                  <a:ext cx="161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A80BE2F1-B30D-D91B-740C-88EDAB69CA1D}"/>
                    </a:ext>
                  </a:extLst>
                </p14:cNvPr>
                <p14:cNvContentPartPr/>
                <p14:nvPr/>
              </p14:nvContentPartPr>
              <p14:xfrm>
                <a:off x="6787622" y="1068101"/>
                <a:ext cx="215280" cy="1580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A80BE2F1-B30D-D91B-740C-88EDAB69CA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69622" y="1050461"/>
                  <a:ext cx="250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D3AEFEB5-10CE-5E1D-714C-B0A01589A3A2}"/>
                    </a:ext>
                  </a:extLst>
                </p14:cNvPr>
                <p14:cNvContentPartPr/>
                <p14:nvPr/>
              </p14:nvContentPartPr>
              <p14:xfrm>
                <a:off x="6920462" y="784421"/>
                <a:ext cx="113400" cy="16020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D3AEFEB5-10CE-5E1D-714C-B0A01589A3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02462" y="766421"/>
                  <a:ext cx="149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C3CBB91-6D80-3AEF-E58D-3DC4857DBBA0}"/>
                    </a:ext>
                  </a:extLst>
                </p14:cNvPr>
                <p14:cNvContentPartPr/>
                <p14:nvPr/>
              </p14:nvContentPartPr>
              <p14:xfrm>
                <a:off x="7263182" y="966581"/>
                <a:ext cx="7920" cy="2116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C3CBB91-6D80-3AEF-E58D-3DC4857DBB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45182" y="948581"/>
                  <a:ext cx="43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8DF7CD65-51D6-3B86-E156-7CE4C956CCAF}"/>
                    </a:ext>
                  </a:extLst>
                </p14:cNvPr>
                <p14:cNvContentPartPr/>
                <p14:nvPr/>
              </p14:nvContentPartPr>
              <p14:xfrm>
                <a:off x="7163822" y="1085021"/>
                <a:ext cx="177840" cy="115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8DF7CD65-51D6-3B86-E156-7CE4C956CC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45822" y="1067381"/>
                  <a:ext cx="2134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AF1E236C-3525-F850-0EFC-E66524886E14}"/>
              </a:ext>
            </a:extLst>
          </p:cNvPr>
          <p:cNvGrpSpPr/>
          <p:nvPr/>
        </p:nvGrpSpPr>
        <p:grpSpPr>
          <a:xfrm>
            <a:off x="7532822" y="710261"/>
            <a:ext cx="1026000" cy="488160"/>
            <a:chOff x="7532822" y="710261"/>
            <a:chExt cx="1026000" cy="4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91283F0-E3F4-6364-C13F-29E683267939}"/>
                    </a:ext>
                  </a:extLst>
                </p14:cNvPr>
                <p14:cNvContentPartPr/>
                <p14:nvPr/>
              </p14:nvContentPartPr>
              <p14:xfrm>
                <a:off x="7532822" y="947861"/>
                <a:ext cx="130680" cy="2361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91283F0-E3F4-6364-C13F-29E6832679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14822" y="930221"/>
                  <a:ext cx="166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5B42C062-A97D-4931-3CFA-1B5ECDF7CD33}"/>
                    </a:ext>
                  </a:extLst>
                </p14:cNvPr>
                <p14:cNvContentPartPr/>
                <p14:nvPr/>
              </p14:nvContentPartPr>
              <p14:xfrm>
                <a:off x="7736222" y="937421"/>
                <a:ext cx="375120" cy="2610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5B42C062-A97D-4931-3CFA-1B5ECDF7CD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8222" y="919781"/>
                  <a:ext cx="4107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70D4A4E0-3CB6-3D34-C49B-4BE3F9E5C48D}"/>
                    </a:ext>
                  </a:extLst>
                </p14:cNvPr>
                <p14:cNvContentPartPr/>
                <p14:nvPr/>
              </p14:nvContentPartPr>
              <p14:xfrm>
                <a:off x="7987142" y="1020221"/>
                <a:ext cx="168120" cy="1623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70D4A4E0-3CB6-3D34-C49B-4BE3F9E5C48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69142" y="1002221"/>
                  <a:ext cx="203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6852812B-D8F5-2AC0-B514-98B238A70D2D}"/>
                    </a:ext>
                  </a:extLst>
                </p14:cNvPr>
                <p14:cNvContentPartPr/>
                <p14:nvPr/>
              </p14:nvContentPartPr>
              <p14:xfrm>
                <a:off x="8081462" y="710261"/>
                <a:ext cx="133200" cy="2386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6852812B-D8F5-2AC0-B514-98B238A70D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63822" y="692621"/>
                  <a:ext cx="168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4357D67-7E27-E374-CA23-28CEFEACFC5E}"/>
                    </a:ext>
                  </a:extLst>
                </p14:cNvPr>
                <p14:cNvContentPartPr/>
                <p14:nvPr/>
              </p14:nvContentPartPr>
              <p14:xfrm>
                <a:off x="8428142" y="996821"/>
                <a:ext cx="30240" cy="1915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4357D67-7E27-E374-CA23-28CEFEACFC5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10142" y="978821"/>
                  <a:ext cx="65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A2DC908D-D661-3E98-BE67-4C2AFB69CC31}"/>
                    </a:ext>
                  </a:extLst>
                </p14:cNvPr>
                <p14:cNvContentPartPr/>
                <p14:nvPr/>
              </p14:nvContentPartPr>
              <p14:xfrm>
                <a:off x="8377022" y="1080701"/>
                <a:ext cx="181800" cy="183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A2DC908D-D661-3E98-BE67-4C2AFB69CC3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59382" y="1062701"/>
                  <a:ext cx="21744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937E1EB8-9071-65F6-03EF-A6A4F5C28EAC}"/>
              </a:ext>
            </a:extLst>
          </p:cNvPr>
          <p:cNvGrpSpPr/>
          <p:nvPr/>
        </p:nvGrpSpPr>
        <p:grpSpPr>
          <a:xfrm>
            <a:off x="8760782" y="731861"/>
            <a:ext cx="1028880" cy="434160"/>
            <a:chOff x="8760782" y="731861"/>
            <a:chExt cx="1028880" cy="4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DF05B95F-ECF7-8D63-AA69-623B124F35CE}"/>
                    </a:ext>
                  </a:extLst>
                </p14:cNvPr>
                <p14:cNvContentPartPr/>
                <p14:nvPr/>
              </p14:nvContentPartPr>
              <p14:xfrm>
                <a:off x="8760782" y="886661"/>
                <a:ext cx="115920" cy="2329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DF05B95F-ECF7-8D63-AA69-623B124F35C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43142" y="868661"/>
                  <a:ext cx="151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30615715-5D32-BDD1-7222-8C8AAD7821EE}"/>
                    </a:ext>
                  </a:extLst>
                </p14:cNvPr>
                <p14:cNvContentPartPr/>
                <p14:nvPr/>
              </p14:nvContentPartPr>
              <p14:xfrm>
                <a:off x="8962022" y="896021"/>
                <a:ext cx="93600" cy="828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30615715-5D32-BDD1-7222-8C8AAD7821E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44022" y="878381"/>
                  <a:ext cx="129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4A80960D-CA0F-81E0-FDA6-699816EDC06D}"/>
                    </a:ext>
                  </a:extLst>
                </p14:cNvPr>
                <p14:cNvContentPartPr/>
                <p14:nvPr/>
              </p14:nvContentPartPr>
              <p14:xfrm>
                <a:off x="8933582" y="903941"/>
                <a:ext cx="139320" cy="2430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4A80960D-CA0F-81E0-FDA6-699816EDC06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15942" y="886301"/>
                  <a:ext cx="174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460EAC34-650F-90C7-AC11-329A380CFD6C}"/>
                    </a:ext>
                  </a:extLst>
                </p14:cNvPr>
                <p14:cNvContentPartPr/>
                <p14:nvPr/>
              </p14:nvContentPartPr>
              <p14:xfrm>
                <a:off x="9194222" y="956501"/>
                <a:ext cx="120960" cy="17136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460EAC34-650F-90C7-AC11-329A380CFD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76582" y="938501"/>
                  <a:ext cx="156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DC765A59-1F6C-5B4B-2A35-1ACFEC76E74A}"/>
                    </a:ext>
                  </a:extLst>
                </p14:cNvPr>
                <p14:cNvContentPartPr/>
                <p14:nvPr/>
              </p14:nvContentPartPr>
              <p14:xfrm>
                <a:off x="9175502" y="975581"/>
                <a:ext cx="171720" cy="1569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DC765A59-1F6C-5B4B-2A35-1ACFEC76E7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57862" y="957581"/>
                  <a:ext cx="207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6244A632-BF93-95BD-A1B7-81751BE6E357}"/>
                    </a:ext>
                  </a:extLst>
                </p14:cNvPr>
                <p14:cNvContentPartPr/>
                <p14:nvPr/>
              </p14:nvContentPartPr>
              <p14:xfrm>
                <a:off x="9321662" y="731861"/>
                <a:ext cx="127440" cy="17784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6244A632-BF93-95BD-A1B7-81751BE6E35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04022" y="714221"/>
                  <a:ext cx="163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E9174BAE-E922-151E-CBC9-7ED1D501CB74}"/>
                    </a:ext>
                  </a:extLst>
                </p14:cNvPr>
                <p14:cNvContentPartPr/>
                <p14:nvPr/>
              </p14:nvContentPartPr>
              <p14:xfrm>
                <a:off x="9607862" y="933101"/>
                <a:ext cx="181800" cy="2329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E9174BAE-E922-151E-CBC9-7ED1D501CB7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89862" y="915101"/>
                  <a:ext cx="21744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4AB1FFE4-417A-0C75-DBAF-AD2172790EF7}"/>
              </a:ext>
            </a:extLst>
          </p:cNvPr>
          <p:cNvGrpSpPr/>
          <p:nvPr/>
        </p:nvGrpSpPr>
        <p:grpSpPr>
          <a:xfrm>
            <a:off x="9988742" y="906101"/>
            <a:ext cx="1180440" cy="279000"/>
            <a:chOff x="9988742" y="906101"/>
            <a:chExt cx="118044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77578422-F1A6-82F2-2415-DDDC97C312A2}"/>
                    </a:ext>
                  </a:extLst>
                </p14:cNvPr>
                <p14:cNvContentPartPr/>
                <p14:nvPr/>
              </p14:nvContentPartPr>
              <p14:xfrm>
                <a:off x="9988742" y="906101"/>
                <a:ext cx="202320" cy="2498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77578422-F1A6-82F2-2415-DDDC97C312A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70742" y="888461"/>
                  <a:ext cx="2379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89352E28-7435-AFAA-754B-CA0B06C2AED7}"/>
                    </a:ext>
                  </a:extLst>
                </p14:cNvPr>
                <p14:cNvContentPartPr/>
                <p14:nvPr/>
              </p14:nvContentPartPr>
              <p14:xfrm>
                <a:off x="10256222" y="986741"/>
                <a:ext cx="141840" cy="1756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89352E28-7435-AFAA-754B-CA0B06C2AED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38222" y="968741"/>
                  <a:ext cx="177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58F53C4-1074-1396-5A31-957F0A3DBDEE}"/>
                    </a:ext>
                  </a:extLst>
                </p14:cNvPr>
                <p14:cNvContentPartPr/>
                <p14:nvPr/>
              </p14:nvContentPartPr>
              <p14:xfrm>
                <a:off x="10296902" y="1025621"/>
                <a:ext cx="149400" cy="13896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58F53C4-1074-1396-5A31-957F0A3DBDE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79262" y="1007981"/>
                  <a:ext cx="185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43FD2C59-B329-BBDE-B708-401F0ACDFD28}"/>
                    </a:ext>
                  </a:extLst>
                </p14:cNvPr>
                <p14:cNvContentPartPr/>
                <p14:nvPr/>
              </p14:nvContentPartPr>
              <p14:xfrm>
                <a:off x="10677062" y="996821"/>
                <a:ext cx="16560" cy="1882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43FD2C59-B329-BBDE-B708-401F0ACDFD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59422" y="978821"/>
                  <a:ext cx="52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8BD8744-5321-3CA1-5F40-DC2953DFBA16}"/>
                    </a:ext>
                  </a:extLst>
                </p14:cNvPr>
                <p14:cNvContentPartPr/>
                <p14:nvPr/>
              </p14:nvContentPartPr>
              <p14:xfrm>
                <a:off x="10630982" y="1065941"/>
                <a:ext cx="184320" cy="360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8BD8744-5321-3CA1-5F40-DC2953DFBA1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13342" y="1048301"/>
                  <a:ext cx="219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D7A9F29C-C595-CFEC-7477-80B3D788FF52}"/>
                    </a:ext>
                  </a:extLst>
                </p14:cNvPr>
                <p14:cNvContentPartPr/>
                <p14:nvPr/>
              </p14:nvContentPartPr>
              <p14:xfrm>
                <a:off x="10984142" y="928421"/>
                <a:ext cx="160200" cy="2199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D7A9F29C-C595-CFEC-7477-80B3D788FF5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66142" y="910781"/>
                  <a:ext cx="1958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7935A48B-5D2F-D8E3-3C80-F23E1AA91DEF}"/>
                    </a:ext>
                  </a:extLst>
                </p14:cNvPr>
                <p14:cNvContentPartPr/>
                <p14:nvPr/>
              </p14:nvContentPartPr>
              <p14:xfrm>
                <a:off x="11019782" y="1046861"/>
                <a:ext cx="149400" cy="82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7935A48B-5D2F-D8E3-3C80-F23E1AA91DE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02142" y="1029221"/>
                  <a:ext cx="18504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B02CCA1B-B628-1E48-57F0-DD85CAE14C87}"/>
                  </a:ext>
                </a:extLst>
              </p14:cNvPr>
              <p14:cNvContentPartPr/>
              <p14:nvPr/>
            </p14:nvContentPartPr>
            <p14:xfrm>
              <a:off x="11454662" y="1156661"/>
              <a:ext cx="14040" cy="6120"/>
            </p14:xfrm>
          </p:contentPart>
        </mc:Choice>
        <mc:Fallback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B02CCA1B-B628-1E48-57F0-DD85CAE14C8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436662" y="1138661"/>
                <a:ext cx="4968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3381D37A-B167-1422-F402-9A2A87320EFB}"/>
              </a:ext>
            </a:extLst>
          </p:cNvPr>
          <p:cNvGrpSpPr/>
          <p:nvPr/>
        </p:nvGrpSpPr>
        <p:grpSpPr>
          <a:xfrm>
            <a:off x="629102" y="1730861"/>
            <a:ext cx="1436040" cy="370440"/>
            <a:chOff x="629102" y="1730861"/>
            <a:chExt cx="143604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D802F7F8-4C7B-6A49-EC8F-127EEE389AEE}"/>
                    </a:ext>
                  </a:extLst>
                </p14:cNvPr>
                <p14:cNvContentPartPr/>
                <p14:nvPr/>
              </p14:nvContentPartPr>
              <p14:xfrm>
                <a:off x="630182" y="1770101"/>
                <a:ext cx="1440" cy="26424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D802F7F8-4C7B-6A49-EC8F-127EEE389AE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542" y="1752461"/>
                  <a:ext cx="370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788E0BA3-807D-588A-63D2-1073488CA09F}"/>
                    </a:ext>
                  </a:extLst>
                </p14:cNvPr>
                <p14:cNvContentPartPr/>
                <p14:nvPr/>
              </p14:nvContentPartPr>
              <p14:xfrm>
                <a:off x="629102" y="1730861"/>
                <a:ext cx="185400" cy="2700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788E0BA3-807D-588A-63D2-1073488CA09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11102" y="1712861"/>
                  <a:ext cx="2210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4899FBF4-5D94-C97A-D988-594C39E2B955}"/>
                    </a:ext>
                  </a:extLst>
                </p14:cNvPr>
                <p14:cNvContentPartPr/>
                <p14:nvPr/>
              </p14:nvContentPartPr>
              <p14:xfrm>
                <a:off x="821342" y="1917701"/>
                <a:ext cx="150480" cy="1011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4899FBF4-5D94-C97A-D988-594C39E2B95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3702" y="1899701"/>
                  <a:ext cx="186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5DB8984E-8A7F-6D95-C297-5728F53D5B0F}"/>
                    </a:ext>
                  </a:extLst>
                </p14:cNvPr>
                <p14:cNvContentPartPr/>
                <p14:nvPr/>
              </p14:nvContentPartPr>
              <p14:xfrm>
                <a:off x="825302" y="1944341"/>
                <a:ext cx="53640" cy="126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5DB8984E-8A7F-6D95-C297-5728F53D5B0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7302" y="1926701"/>
                  <a:ext cx="89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81DF0DC4-F08B-AEF3-5779-EBB0CBBFA912}"/>
                    </a:ext>
                  </a:extLst>
                </p14:cNvPr>
                <p14:cNvContentPartPr/>
                <p14:nvPr/>
              </p14:nvContentPartPr>
              <p14:xfrm>
                <a:off x="801542" y="1870901"/>
                <a:ext cx="104760" cy="864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81DF0DC4-F08B-AEF3-5779-EBB0CBBFA91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3902" y="1852901"/>
                  <a:ext cx="140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644AFA1-8BCD-FF3A-D6B3-42C610290033}"/>
                    </a:ext>
                  </a:extLst>
                </p14:cNvPr>
                <p14:cNvContentPartPr/>
                <p14:nvPr/>
              </p14:nvContentPartPr>
              <p14:xfrm>
                <a:off x="986942" y="1877381"/>
                <a:ext cx="88560" cy="1177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644AFA1-8BCD-FF3A-D6B3-42C61029003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68942" y="1859741"/>
                  <a:ext cx="124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D838B72A-B1DE-D94A-0DAD-421042EB7389}"/>
                    </a:ext>
                  </a:extLst>
                </p14:cNvPr>
                <p14:cNvContentPartPr/>
                <p14:nvPr/>
              </p14:nvContentPartPr>
              <p14:xfrm>
                <a:off x="1097102" y="1896461"/>
                <a:ext cx="156960" cy="928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D838B72A-B1DE-D94A-0DAD-421042EB738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9462" y="1878461"/>
                  <a:ext cx="192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971B86E4-D158-B4D1-FCBC-D5BDFA1A8807}"/>
                    </a:ext>
                  </a:extLst>
                </p14:cNvPr>
                <p14:cNvContentPartPr/>
                <p14:nvPr/>
              </p14:nvContentPartPr>
              <p14:xfrm>
                <a:off x="1301942" y="1884221"/>
                <a:ext cx="131040" cy="1126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971B86E4-D158-B4D1-FCBC-D5BDFA1A880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83942" y="1866221"/>
                  <a:ext cx="166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BF5FB96B-483D-8F16-27F3-3AE0245F12EB}"/>
                    </a:ext>
                  </a:extLst>
                </p14:cNvPr>
                <p14:cNvContentPartPr/>
                <p14:nvPr/>
              </p14:nvContentPartPr>
              <p14:xfrm>
                <a:off x="1443782" y="1861901"/>
                <a:ext cx="128160" cy="11772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BF5FB96B-483D-8F16-27F3-3AE0245F12E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25782" y="1843901"/>
                  <a:ext cx="163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575F6222-96A2-7959-5575-1B94CF67ADE7}"/>
                    </a:ext>
                  </a:extLst>
                </p14:cNvPr>
                <p14:cNvContentPartPr/>
                <p14:nvPr/>
              </p14:nvContentPartPr>
              <p14:xfrm>
                <a:off x="1630982" y="1837061"/>
                <a:ext cx="304560" cy="1645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575F6222-96A2-7959-5575-1B94CF67ADE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12982" y="1819061"/>
                  <a:ext cx="340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7254CC4C-E1AE-13F4-9271-1C96E52CB782}"/>
                    </a:ext>
                  </a:extLst>
                </p14:cNvPr>
                <p14:cNvContentPartPr/>
                <p14:nvPr/>
              </p14:nvContentPartPr>
              <p14:xfrm>
                <a:off x="1787582" y="1932101"/>
                <a:ext cx="128160" cy="126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7254CC4C-E1AE-13F4-9271-1C96E52CB78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69942" y="1914461"/>
                  <a:ext cx="163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ACE0C457-396D-A0DC-BED8-A1660E32D36B}"/>
                    </a:ext>
                  </a:extLst>
                </p14:cNvPr>
                <p14:cNvContentPartPr/>
                <p14:nvPr/>
              </p14:nvContentPartPr>
              <p14:xfrm>
                <a:off x="1946702" y="1870541"/>
                <a:ext cx="118440" cy="11520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ACE0C457-396D-A0DC-BED8-A1660E32D36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28702" y="1852901"/>
                  <a:ext cx="154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AB2D7B07-C3AA-E9B9-F0D1-31133F9B9FE2}"/>
                    </a:ext>
                  </a:extLst>
                </p14:cNvPr>
                <p14:cNvContentPartPr/>
                <p14:nvPr/>
              </p14:nvContentPartPr>
              <p14:xfrm>
                <a:off x="1807382" y="1749941"/>
                <a:ext cx="120960" cy="136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AB2D7B07-C3AA-E9B9-F0D1-31133F9B9FE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89742" y="1732301"/>
                  <a:ext cx="156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D6AB9D09-DC9B-F401-265B-0E948B4CD1FB}"/>
                    </a:ext>
                  </a:extLst>
                </p14:cNvPr>
                <p14:cNvContentPartPr/>
                <p14:nvPr/>
              </p14:nvContentPartPr>
              <p14:xfrm>
                <a:off x="1674542" y="2001581"/>
                <a:ext cx="16560" cy="9972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D6AB9D09-DC9B-F401-265B-0E948B4CD1F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56902" y="1983581"/>
                  <a:ext cx="5220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92845DCC-DEF6-CA20-CA2D-8B249F3D8A1D}"/>
                  </a:ext>
                </a:extLst>
              </p14:cNvPr>
              <p14:cNvContentPartPr/>
              <p14:nvPr/>
            </p14:nvContentPartPr>
            <p14:xfrm>
              <a:off x="593822" y="2358341"/>
              <a:ext cx="92160" cy="82044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92845DCC-DEF6-CA20-CA2D-8B249F3D8A1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75822" y="2340341"/>
                <a:ext cx="127800" cy="85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A8C7C463-1036-91B1-A23B-D46B47190E8A}"/>
              </a:ext>
            </a:extLst>
          </p:cNvPr>
          <p:cNvGrpSpPr/>
          <p:nvPr/>
        </p:nvGrpSpPr>
        <p:grpSpPr>
          <a:xfrm>
            <a:off x="801902" y="2576141"/>
            <a:ext cx="561960" cy="389160"/>
            <a:chOff x="801902" y="2576141"/>
            <a:chExt cx="56196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D3E7668-5D50-C7D1-3E52-10377098D4CA}"/>
                    </a:ext>
                  </a:extLst>
                </p14:cNvPr>
                <p14:cNvContentPartPr/>
                <p14:nvPr/>
              </p14:nvContentPartPr>
              <p14:xfrm>
                <a:off x="801902" y="2576141"/>
                <a:ext cx="130320" cy="3891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D3E7668-5D50-C7D1-3E52-10377098D4C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4262" y="2558141"/>
                  <a:ext cx="1659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EBD731F3-781D-A08D-E533-9405D3C9BA6D}"/>
                    </a:ext>
                  </a:extLst>
                </p14:cNvPr>
                <p14:cNvContentPartPr/>
                <p14:nvPr/>
              </p14:nvContentPartPr>
              <p14:xfrm>
                <a:off x="1019342" y="2648141"/>
                <a:ext cx="108000" cy="2545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EBD731F3-781D-A08D-E533-9405D3C9BA6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1702" y="2630141"/>
                  <a:ext cx="143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56FD30FF-0C28-FC5D-82A0-0664196AB7ED}"/>
                    </a:ext>
                  </a:extLst>
                </p14:cNvPr>
                <p14:cNvContentPartPr/>
                <p14:nvPr/>
              </p14:nvContentPartPr>
              <p14:xfrm>
                <a:off x="1148942" y="2679821"/>
                <a:ext cx="214920" cy="1954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56FD30FF-0C28-FC5D-82A0-0664196AB7E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1302" y="2662181"/>
                  <a:ext cx="25056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7DE5DEE3-986F-BECD-7733-ADC7ECAB6281}"/>
              </a:ext>
            </a:extLst>
          </p:cNvPr>
          <p:cNvGrpSpPr/>
          <p:nvPr/>
        </p:nvGrpSpPr>
        <p:grpSpPr>
          <a:xfrm>
            <a:off x="1461062" y="2433941"/>
            <a:ext cx="227520" cy="448200"/>
            <a:chOff x="1461062" y="2433941"/>
            <a:chExt cx="22752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75F39E12-BF85-9B88-0B35-6F261561EF9A}"/>
                    </a:ext>
                  </a:extLst>
                </p14:cNvPr>
                <p14:cNvContentPartPr/>
                <p14:nvPr/>
              </p14:nvContentPartPr>
              <p14:xfrm>
                <a:off x="1461062" y="2713661"/>
                <a:ext cx="154080" cy="1684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75F39E12-BF85-9B88-0B35-6F261561EF9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43062" y="2695661"/>
                  <a:ext cx="189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29C536E4-20C7-24CD-B4D3-75F77942BE90}"/>
                    </a:ext>
                  </a:extLst>
                </p14:cNvPr>
                <p14:cNvContentPartPr/>
                <p14:nvPr/>
              </p14:nvContentPartPr>
              <p14:xfrm>
                <a:off x="1490942" y="2726981"/>
                <a:ext cx="146880" cy="1458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29C536E4-20C7-24CD-B4D3-75F77942BE9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72942" y="2708981"/>
                  <a:ext cx="182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44C1A4B3-C8EF-E35B-6FE3-CFDBD6DE1587}"/>
                    </a:ext>
                  </a:extLst>
                </p14:cNvPr>
                <p14:cNvContentPartPr/>
                <p14:nvPr/>
              </p14:nvContentPartPr>
              <p14:xfrm>
                <a:off x="1576262" y="2433941"/>
                <a:ext cx="112320" cy="19836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44C1A4B3-C8EF-E35B-6FE3-CFDBD6DE158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58262" y="2416301"/>
                  <a:ext cx="14796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CFA33704-9162-B341-3893-6D6E9B6B2665}"/>
              </a:ext>
            </a:extLst>
          </p:cNvPr>
          <p:cNvGrpSpPr/>
          <p:nvPr/>
        </p:nvGrpSpPr>
        <p:grpSpPr>
          <a:xfrm>
            <a:off x="1836182" y="2702501"/>
            <a:ext cx="113400" cy="165960"/>
            <a:chOff x="1836182" y="2702501"/>
            <a:chExt cx="113400" cy="1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6DDE3011-BEE9-B4C0-29E3-9212BD63AB74}"/>
                    </a:ext>
                  </a:extLst>
                </p14:cNvPr>
                <p14:cNvContentPartPr/>
                <p14:nvPr/>
              </p14:nvContentPartPr>
              <p14:xfrm>
                <a:off x="1893062" y="2702501"/>
                <a:ext cx="7920" cy="16596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6DDE3011-BEE9-B4C0-29E3-9212BD63AB7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75062" y="2684861"/>
                  <a:ext cx="43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360E8F78-B47A-AB54-B17E-5B18A4F04810}"/>
                    </a:ext>
                  </a:extLst>
                </p14:cNvPr>
                <p14:cNvContentPartPr/>
                <p14:nvPr/>
              </p14:nvContentPartPr>
              <p14:xfrm>
                <a:off x="1836182" y="2807261"/>
                <a:ext cx="113400" cy="72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360E8F78-B47A-AB54-B17E-5B18A4F0481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18182" y="2789621"/>
                  <a:ext cx="1490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27927AB8-B45D-0410-83D8-031E59368249}"/>
              </a:ext>
            </a:extLst>
          </p:cNvPr>
          <p:cNvGrpSpPr/>
          <p:nvPr/>
        </p:nvGrpSpPr>
        <p:grpSpPr>
          <a:xfrm>
            <a:off x="2186822" y="2665421"/>
            <a:ext cx="428400" cy="231120"/>
            <a:chOff x="2186822" y="2665421"/>
            <a:chExt cx="42840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AF0D4DCF-1C62-4EA7-26D5-99D1197DD955}"/>
                    </a:ext>
                  </a:extLst>
                </p14:cNvPr>
                <p14:cNvContentPartPr/>
                <p14:nvPr/>
              </p14:nvContentPartPr>
              <p14:xfrm>
                <a:off x="2186822" y="2670821"/>
                <a:ext cx="113040" cy="2116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AF0D4DCF-1C62-4EA7-26D5-99D1197DD95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68822" y="2653181"/>
                  <a:ext cx="1486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44F55372-D2A5-166E-4152-E878B3B2DB03}"/>
                    </a:ext>
                  </a:extLst>
                </p14:cNvPr>
                <p14:cNvContentPartPr/>
                <p14:nvPr/>
              </p14:nvContentPartPr>
              <p14:xfrm>
                <a:off x="2399942" y="2665421"/>
                <a:ext cx="215280" cy="23112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44F55372-D2A5-166E-4152-E878B3B2DB0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381942" y="2647421"/>
                  <a:ext cx="25092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C53726F0-7D60-A117-627C-41265741EB2A}"/>
              </a:ext>
            </a:extLst>
          </p:cNvPr>
          <p:cNvGrpSpPr/>
          <p:nvPr/>
        </p:nvGrpSpPr>
        <p:grpSpPr>
          <a:xfrm>
            <a:off x="2665622" y="2451941"/>
            <a:ext cx="232920" cy="442800"/>
            <a:chOff x="2665622" y="2451941"/>
            <a:chExt cx="23292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D8189E8C-3995-FD14-6C40-9F08CC7DE95E}"/>
                    </a:ext>
                  </a:extLst>
                </p14:cNvPr>
                <p14:cNvContentPartPr/>
                <p14:nvPr/>
              </p14:nvContentPartPr>
              <p14:xfrm>
                <a:off x="2684342" y="2748581"/>
                <a:ext cx="116640" cy="1461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D8189E8C-3995-FD14-6C40-9F08CC7DE95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66342" y="2730941"/>
                  <a:ext cx="152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CAA24E07-5967-B870-BD42-8EBE7EB3B7C8}"/>
                    </a:ext>
                  </a:extLst>
                </p14:cNvPr>
                <p14:cNvContentPartPr/>
                <p14:nvPr/>
              </p14:nvContentPartPr>
              <p14:xfrm>
                <a:off x="2665622" y="2769461"/>
                <a:ext cx="184320" cy="9072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CAA24E07-5967-B870-BD42-8EBE7EB3B7C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47982" y="2751461"/>
                  <a:ext cx="219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A99E2D0A-43AC-C7DC-2FC0-A6B34D589D7C}"/>
                    </a:ext>
                  </a:extLst>
                </p14:cNvPr>
                <p14:cNvContentPartPr/>
                <p14:nvPr/>
              </p14:nvContentPartPr>
              <p14:xfrm>
                <a:off x="2802422" y="2451941"/>
                <a:ext cx="96120" cy="2077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A99E2D0A-43AC-C7DC-2FC0-A6B34D589D7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84422" y="2433941"/>
                  <a:ext cx="1317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4E65D150-5268-8EEC-A128-6ECE11DA3EE8}"/>
              </a:ext>
            </a:extLst>
          </p:cNvPr>
          <p:cNvGrpSpPr/>
          <p:nvPr/>
        </p:nvGrpSpPr>
        <p:grpSpPr>
          <a:xfrm>
            <a:off x="3069182" y="2757581"/>
            <a:ext cx="118440" cy="142920"/>
            <a:chOff x="3069182" y="2757581"/>
            <a:chExt cx="118440" cy="14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341A883E-7B7C-8D23-FCE7-681575E76031}"/>
                    </a:ext>
                  </a:extLst>
                </p14:cNvPr>
                <p14:cNvContentPartPr/>
                <p14:nvPr/>
              </p14:nvContentPartPr>
              <p14:xfrm>
                <a:off x="3141542" y="2757581"/>
                <a:ext cx="8640" cy="14292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341A883E-7B7C-8D23-FCE7-681575E7603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123902" y="2739581"/>
                  <a:ext cx="44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A7A47E8C-6727-9340-4B6D-77AED5D115C1}"/>
                    </a:ext>
                  </a:extLst>
                </p14:cNvPr>
                <p14:cNvContentPartPr/>
                <p14:nvPr/>
              </p14:nvContentPartPr>
              <p14:xfrm>
                <a:off x="3069182" y="2828501"/>
                <a:ext cx="118440" cy="25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A7A47E8C-6727-9340-4B6D-77AED5D115C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51542" y="2810861"/>
                  <a:ext cx="15408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E99E4394-E0FB-D44F-1828-417B2FEB2972}"/>
                  </a:ext>
                </a:extLst>
              </p14:cNvPr>
              <p14:cNvContentPartPr/>
              <p14:nvPr/>
            </p14:nvContentPartPr>
            <p14:xfrm>
              <a:off x="3394982" y="2664341"/>
              <a:ext cx="287640" cy="258480"/>
            </p14:xfrm>
          </p:contentPart>
        </mc:Choice>
        <mc:Fallback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E99E4394-E0FB-D44F-1828-417B2FEB297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377342" y="2646341"/>
                <a:ext cx="323280" cy="29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139CD8AC-AFC8-0A3E-64EB-B6CC236028D0}"/>
              </a:ext>
            </a:extLst>
          </p:cNvPr>
          <p:cNvGrpSpPr/>
          <p:nvPr/>
        </p:nvGrpSpPr>
        <p:grpSpPr>
          <a:xfrm>
            <a:off x="3738782" y="2438261"/>
            <a:ext cx="331560" cy="471240"/>
            <a:chOff x="3738782" y="2438261"/>
            <a:chExt cx="33156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F9094EE8-583E-4E25-D2D3-140574AC76DB}"/>
                    </a:ext>
                  </a:extLst>
                </p14:cNvPr>
                <p14:cNvContentPartPr/>
                <p14:nvPr/>
              </p14:nvContentPartPr>
              <p14:xfrm>
                <a:off x="3738782" y="2723741"/>
                <a:ext cx="169200" cy="1857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F9094EE8-583E-4E25-D2D3-140574AC76D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20782" y="2705741"/>
                  <a:ext cx="204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1DE96DD4-8148-2B88-1B4B-0A29CE2FD711}"/>
                    </a:ext>
                  </a:extLst>
                </p14:cNvPr>
                <p14:cNvContentPartPr/>
                <p14:nvPr/>
              </p14:nvContentPartPr>
              <p14:xfrm>
                <a:off x="3780182" y="2777741"/>
                <a:ext cx="162360" cy="979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1DE96DD4-8148-2B88-1B4B-0A29CE2FD71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762542" y="2760101"/>
                  <a:ext cx="198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D18FACE2-F8E4-0514-5250-6BB8D9D3FC3D}"/>
                    </a:ext>
                  </a:extLst>
                </p14:cNvPr>
                <p14:cNvContentPartPr/>
                <p14:nvPr/>
              </p14:nvContentPartPr>
              <p14:xfrm>
                <a:off x="3927062" y="2438261"/>
                <a:ext cx="143280" cy="2174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D18FACE2-F8E4-0514-5250-6BB8D9D3FC3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09422" y="2420261"/>
                  <a:ext cx="1789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FBDC8ACA-C9B7-1F60-9A35-CD350B14A032}"/>
              </a:ext>
            </a:extLst>
          </p:cNvPr>
          <p:cNvGrpSpPr/>
          <p:nvPr/>
        </p:nvGrpSpPr>
        <p:grpSpPr>
          <a:xfrm>
            <a:off x="4224062" y="2620781"/>
            <a:ext cx="542520" cy="296280"/>
            <a:chOff x="4224062" y="2620781"/>
            <a:chExt cx="5425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5A88742B-F120-9AF9-27DC-76C14D4541EF}"/>
                    </a:ext>
                  </a:extLst>
                </p14:cNvPr>
                <p14:cNvContentPartPr/>
                <p14:nvPr/>
              </p14:nvContentPartPr>
              <p14:xfrm>
                <a:off x="4300742" y="2681981"/>
                <a:ext cx="25920" cy="19368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5A88742B-F120-9AF9-27DC-76C14D4541E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82742" y="2664341"/>
                  <a:ext cx="61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7F605FE9-21F0-A6CE-A983-052048FB2B7D}"/>
                    </a:ext>
                  </a:extLst>
                </p14:cNvPr>
                <p14:cNvContentPartPr/>
                <p14:nvPr/>
              </p14:nvContentPartPr>
              <p14:xfrm>
                <a:off x="4224062" y="2798261"/>
                <a:ext cx="184320" cy="1728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7F605FE9-21F0-A6CE-A983-052048FB2B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06422" y="2780621"/>
                  <a:ext cx="219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E61D96E1-3826-5194-AE5C-216103613291}"/>
                    </a:ext>
                  </a:extLst>
                </p14:cNvPr>
                <p14:cNvContentPartPr/>
                <p14:nvPr/>
              </p14:nvContentPartPr>
              <p14:xfrm>
                <a:off x="4593062" y="2620781"/>
                <a:ext cx="173520" cy="2962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E61D96E1-3826-5194-AE5C-21610361329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75062" y="2603141"/>
                  <a:ext cx="20916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B03DE6BA-9F30-E635-A795-FB6763E9EF74}"/>
              </a:ext>
            </a:extLst>
          </p:cNvPr>
          <p:cNvGrpSpPr/>
          <p:nvPr/>
        </p:nvGrpSpPr>
        <p:grpSpPr>
          <a:xfrm>
            <a:off x="4826342" y="2722301"/>
            <a:ext cx="234000" cy="196560"/>
            <a:chOff x="4826342" y="2722301"/>
            <a:chExt cx="23400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44E92350-ED56-9A9F-44B2-AF37603FF8AA}"/>
                    </a:ext>
                  </a:extLst>
                </p14:cNvPr>
                <p14:cNvContentPartPr/>
                <p14:nvPr/>
              </p14:nvContentPartPr>
              <p14:xfrm>
                <a:off x="4826342" y="2722301"/>
                <a:ext cx="185400" cy="1965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44E92350-ED56-9A9F-44B2-AF37603FF8A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08702" y="2704661"/>
                  <a:ext cx="221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EEB750CD-4F4E-0CF2-B742-C85955FE315C}"/>
                    </a:ext>
                  </a:extLst>
                </p14:cNvPr>
                <p14:cNvContentPartPr/>
                <p14:nvPr/>
              </p14:nvContentPartPr>
              <p14:xfrm>
                <a:off x="4893662" y="2737061"/>
                <a:ext cx="166680" cy="1119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EEB750CD-4F4E-0CF2-B742-C85955FE315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75662" y="2719061"/>
                  <a:ext cx="20232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A7B7E100-6760-6FD2-3546-151997FB6AA4}"/>
                  </a:ext>
                </a:extLst>
              </p14:cNvPr>
              <p14:cNvContentPartPr/>
              <p14:nvPr/>
            </p14:nvContentPartPr>
            <p14:xfrm>
              <a:off x="5045222" y="2498381"/>
              <a:ext cx="103320" cy="9612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A7B7E100-6760-6FD2-3546-151997FB6AA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027222" y="2480381"/>
                <a:ext cx="13896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63641817-0EB7-09D5-4F9A-70EF28BD9633}"/>
              </a:ext>
            </a:extLst>
          </p:cNvPr>
          <p:cNvGrpSpPr/>
          <p:nvPr/>
        </p:nvGrpSpPr>
        <p:grpSpPr>
          <a:xfrm>
            <a:off x="5248622" y="2694581"/>
            <a:ext cx="189000" cy="151560"/>
            <a:chOff x="5248622" y="2694581"/>
            <a:chExt cx="18900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D22E7A73-EBE7-D882-1B28-EFCA47FBEB80}"/>
                    </a:ext>
                  </a:extLst>
                </p14:cNvPr>
                <p14:cNvContentPartPr/>
                <p14:nvPr/>
              </p14:nvContentPartPr>
              <p14:xfrm>
                <a:off x="5333222" y="2694581"/>
                <a:ext cx="15120" cy="15156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D22E7A73-EBE7-D882-1B28-EFCA47FBEB8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15222" y="2676581"/>
                  <a:ext cx="50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F4116437-7253-7D73-D897-BDE4A92169AE}"/>
                    </a:ext>
                  </a:extLst>
                </p14:cNvPr>
                <p14:cNvContentPartPr/>
                <p14:nvPr/>
              </p14:nvContentPartPr>
              <p14:xfrm>
                <a:off x="5248622" y="2779541"/>
                <a:ext cx="189000" cy="1152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F4116437-7253-7D73-D897-BDE4A92169A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30982" y="2761541"/>
                  <a:ext cx="2246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E7CBB6B2-665B-EFAA-73E2-617A2A9473A3}"/>
              </a:ext>
            </a:extLst>
          </p:cNvPr>
          <p:cNvGrpSpPr/>
          <p:nvPr/>
        </p:nvGrpSpPr>
        <p:grpSpPr>
          <a:xfrm>
            <a:off x="5642102" y="2628341"/>
            <a:ext cx="183240" cy="261000"/>
            <a:chOff x="5642102" y="2628341"/>
            <a:chExt cx="1832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7F9B95FA-8837-FA1B-2E47-D028B985F95A}"/>
                    </a:ext>
                  </a:extLst>
                </p14:cNvPr>
                <p14:cNvContentPartPr/>
                <p14:nvPr/>
              </p14:nvContentPartPr>
              <p14:xfrm>
                <a:off x="5642102" y="2628341"/>
                <a:ext cx="132480" cy="26100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7F9B95FA-8837-FA1B-2E47-D028B985F95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624462" y="2610341"/>
                  <a:ext cx="1681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7ADB59C6-9D74-996A-A464-E9385CB0E1C2}"/>
                    </a:ext>
                  </a:extLst>
                </p14:cNvPr>
                <p14:cNvContentPartPr/>
                <p14:nvPr/>
              </p14:nvContentPartPr>
              <p14:xfrm>
                <a:off x="5687102" y="2765861"/>
                <a:ext cx="138240" cy="237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7ADB59C6-9D74-996A-A464-E9385CB0E1C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669462" y="2748221"/>
                  <a:ext cx="1738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4644DED0-3928-C821-A595-380F633D271C}"/>
              </a:ext>
            </a:extLst>
          </p:cNvPr>
          <p:cNvGrpSpPr/>
          <p:nvPr/>
        </p:nvGrpSpPr>
        <p:grpSpPr>
          <a:xfrm>
            <a:off x="5893382" y="2521781"/>
            <a:ext cx="278640" cy="375480"/>
            <a:chOff x="5893382" y="2521781"/>
            <a:chExt cx="27864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130BA487-3111-80C0-F3E2-1C00CDE1AA44}"/>
                    </a:ext>
                  </a:extLst>
                </p14:cNvPr>
                <p14:cNvContentPartPr/>
                <p14:nvPr/>
              </p14:nvContentPartPr>
              <p14:xfrm>
                <a:off x="5893382" y="2721221"/>
                <a:ext cx="153000" cy="17604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130BA487-3111-80C0-F3E2-1C00CDE1AA4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875382" y="2703581"/>
                  <a:ext cx="188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FE8B634A-5638-11D6-0E44-446B8AA06D75}"/>
                    </a:ext>
                  </a:extLst>
                </p14:cNvPr>
                <p14:cNvContentPartPr/>
                <p14:nvPr/>
              </p14:nvContentPartPr>
              <p14:xfrm>
                <a:off x="5918222" y="2748221"/>
                <a:ext cx="161640" cy="10872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FE8B634A-5638-11D6-0E44-446B8AA06D7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00222" y="2730221"/>
                  <a:ext cx="197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A12FFBAB-BD76-4D3E-A53B-579CD33F5B0D}"/>
                    </a:ext>
                  </a:extLst>
                </p14:cNvPr>
                <p14:cNvContentPartPr/>
                <p14:nvPr/>
              </p14:nvContentPartPr>
              <p14:xfrm>
                <a:off x="6061862" y="2521781"/>
                <a:ext cx="110160" cy="1317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A12FFBAB-BD76-4D3E-A53B-579CD33F5B0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44222" y="2503781"/>
                  <a:ext cx="1458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Agrupar 177">
            <a:extLst>
              <a:ext uri="{FF2B5EF4-FFF2-40B4-BE49-F238E27FC236}">
                <a16:creationId xmlns:a16="http://schemas.microsoft.com/office/drawing/2014/main" id="{246141F9-3676-5E01-C0FF-198C57A59172}"/>
              </a:ext>
            </a:extLst>
          </p:cNvPr>
          <p:cNvGrpSpPr/>
          <p:nvPr/>
        </p:nvGrpSpPr>
        <p:grpSpPr>
          <a:xfrm>
            <a:off x="6229982" y="2466341"/>
            <a:ext cx="631080" cy="455400"/>
            <a:chOff x="6229982" y="2466341"/>
            <a:chExt cx="63108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A362B3FB-BD12-A245-9769-62AAEA2E2F9D}"/>
                    </a:ext>
                  </a:extLst>
                </p14:cNvPr>
                <p14:cNvContentPartPr/>
                <p14:nvPr/>
              </p14:nvContentPartPr>
              <p14:xfrm>
                <a:off x="6229982" y="2466341"/>
                <a:ext cx="161640" cy="45540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A362B3FB-BD12-A245-9769-62AAEA2E2F9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211982" y="2448701"/>
                  <a:ext cx="1972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F9567C53-4574-187C-78D4-6E6499E8A8D4}"/>
                    </a:ext>
                  </a:extLst>
                </p14:cNvPr>
                <p14:cNvContentPartPr/>
                <p14:nvPr/>
              </p14:nvContentPartPr>
              <p14:xfrm>
                <a:off x="6479462" y="2599541"/>
                <a:ext cx="170640" cy="29952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F9567C53-4574-187C-78D4-6E6499E8A8D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61462" y="2581901"/>
                  <a:ext cx="2062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E3987AA0-1C56-E2A4-69F4-078345BB6BE5}"/>
                    </a:ext>
                  </a:extLst>
                </p14:cNvPr>
                <p14:cNvContentPartPr/>
                <p14:nvPr/>
              </p14:nvContentPartPr>
              <p14:xfrm>
                <a:off x="6699422" y="2745701"/>
                <a:ext cx="118440" cy="1522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E3987AA0-1C56-E2A4-69F4-078345BB6BE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681422" y="2728061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AC40F13B-642E-AB0C-8FEA-9D24D4990C65}"/>
                    </a:ext>
                  </a:extLst>
                </p14:cNvPr>
                <p14:cNvContentPartPr/>
                <p14:nvPr/>
              </p14:nvContentPartPr>
              <p14:xfrm>
                <a:off x="6705542" y="2765861"/>
                <a:ext cx="155520" cy="1087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AC40F13B-642E-AB0C-8FEA-9D24D4990C6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87542" y="2748221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Agrupar 212">
            <a:extLst>
              <a:ext uri="{FF2B5EF4-FFF2-40B4-BE49-F238E27FC236}">
                <a16:creationId xmlns:a16="http://schemas.microsoft.com/office/drawing/2014/main" id="{0CB95851-CC40-15D1-0EE4-41DCD096006F}"/>
              </a:ext>
            </a:extLst>
          </p:cNvPr>
          <p:cNvGrpSpPr/>
          <p:nvPr/>
        </p:nvGrpSpPr>
        <p:grpSpPr>
          <a:xfrm>
            <a:off x="7159862" y="2748221"/>
            <a:ext cx="159480" cy="108720"/>
            <a:chOff x="7159862" y="2748221"/>
            <a:chExt cx="15948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6C17F4A6-7EAE-0470-5ED2-651DC3E3AFEE}"/>
                    </a:ext>
                  </a:extLst>
                </p14:cNvPr>
                <p14:cNvContentPartPr/>
                <p14:nvPr/>
              </p14:nvContentPartPr>
              <p14:xfrm>
                <a:off x="7159862" y="2847941"/>
                <a:ext cx="159480" cy="900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6C17F4A6-7EAE-0470-5ED2-651DC3E3AFE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142222" y="2829941"/>
                  <a:ext cx="195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4060631D-5634-FA48-0FA5-30814158B429}"/>
                    </a:ext>
                  </a:extLst>
                </p14:cNvPr>
                <p14:cNvContentPartPr/>
                <p14:nvPr/>
              </p14:nvContentPartPr>
              <p14:xfrm>
                <a:off x="7167422" y="2748221"/>
                <a:ext cx="97200" cy="1728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4060631D-5634-FA48-0FA5-30814158B42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149782" y="2730221"/>
                  <a:ext cx="1328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Agrupar 215">
            <a:extLst>
              <a:ext uri="{FF2B5EF4-FFF2-40B4-BE49-F238E27FC236}">
                <a16:creationId xmlns:a16="http://schemas.microsoft.com/office/drawing/2014/main" id="{7F3DEB26-19A4-8501-F106-451EB9501728}"/>
              </a:ext>
            </a:extLst>
          </p:cNvPr>
          <p:cNvGrpSpPr/>
          <p:nvPr/>
        </p:nvGrpSpPr>
        <p:grpSpPr>
          <a:xfrm>
            <a:off x="421382" y="3816701"/>
            <a:ext cx="201600" cy="122040"/>
            <a:chOff x="421382" y="3816701"/>
            <a:chExt cx="20160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7C03CD9E-1552-B925-587A-7A4A15B21905}"/>
                    </a:ext>
                  </a:extLst>
                </p14:cNvPr>
                <p14:cNvContentPartPr/>
                <p14:nvPr/>
              </p14:nvContentPartPr>
              <p14:xfrm>
                <a:off x="421382" y="3937301"/>
                <a:ext cx="201600" cy="144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7C03CD9E-1552-B925-587A-7A4A15B2190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03742" y="3919301"/>
                  <a:ext cx="237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61935785-B382-1F07-62B3-16DECECF2E56}"/>
                    </a:ext>
                  </a:extLst>
                </p14:cNvPr>
                <p14:cNvContentPartPr/>
                <p14:nvPr/>
              </p14:nvContentPartPr>
              <p14:xfrm>
                <a:off x="451262" y="3816701"/>
                <a:ext cx="119520" cy="3060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61935785-B382-1F07-62B3-16DECECF2E5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33622" y="3798701"/>
                  <a:ext cx="155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EA413B1B-BBC2-5C84-76DE-5D0A4928D106}"/>
                  </a:ext>
                </a:extLst>
              </p14:cNvPr>
              <p14:cNvContentPartPr/>
              <p14:nvPr/>
            </p14:nvContentPartPr>
            <p14:xfrm>
              <a:off x="8762222" y="1941821"/>
              <a:ext cx="117000" cy="755280"/>
            </p14:xfrm>
          </p:contentPart>
        </mc:Choice>
        <mc:Fallback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EA413B1B-BBC2-5C84-76DE-5D0A4928D10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744222" y="1923821"/>
                <a:ext cx="152640" cy="79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Agrupar 220">
            <a:extLst>
              <a:ext uri="{FF2B5EF4-FFF2-40B4-BE49-F238E27FC236}">
                <a16:creationId xmlns:a16="http://schemas.microsoft.com/office/drawing/2014/main" id="{A638B099-C14C-3DA2-32B2-71476241B7A1}"/>
              </a:ext>
            </a:extLst>
          </p:cNvPr>
          <p:cNvGrpSpPr/>
          <p:nvPr/>
        </p:nvGrpSpPr>
        <p:grpSpPr>
          <a:xfrm>
            <a:off x="8947262" y="2014901"/>
            <a:ext cx="351720" cy="362520"/>
            <a:chOff x="8947262" y="2014901"/>
            <a:chExt cx="35172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B2E52298-3F56-A75F-1295-830E19462492}"/>
                    </a:ext>
                  </a:extLst>
                </p14:cNvPr>
                <p14:cNvContentPartPr/>
                <p14:nvPr/>
              </p14:nvContentPartPr>
              <p14:xfrm>
                <a:off x="8973182" y="2207501"/>
                <a:ext cx="146880" cy="16992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B2E52298-3F56-A75F-1295-830E1946249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55542" y="2189501"/>
                  <a:ext cx="182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EB7B080B-6898-8499-9F7B-32E4A0F834B0}"/>
                    </a:ext>
                  </a:extLst>
                </p14:cNvPr>
                <p14:cNvContentPartPr/>
                <p14:nvPr/>
              </p14:nvContentPartPr>
              <p14:xfrm>
                <a:off x="8947262" y="2221901"/>
                <a:ext cx="240120" cy="15120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EB7B080B-6898-8499-9F7B-32E4A0F834B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29262" y="2203901"/>
                  <a:ext cx="275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CE62770C-2F0A-2D09-4C98-EAC26CF7592E}"/>
                    </a:ext>
                  </a:extLst>
                </p14:cNvPr>
                <p14:cNvContentPartPr/>
                <p14:nvPr/>
              </p14:nvContentPartPr>
              <p14:xfrm>
                <a:off x="9107462" y="2014901"/>
                <a:ext cx="191520" cy="13788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CE62770C-2F0A-2D09-4C98-EAC26CF7592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89462" y="1996901"/>
                  <a:ext cx="22716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76E619B4-C429-1CFE-5C19-C2AE12E57DE2}"/>
              </a:ext>
            </a:extLst>
          </p:cNvPr>
          <p:cNvGrpSpPr/>
          <p:nvPr/>
        </p:nvGrpSpPr>
        <p:grpSpPr>
          <a:xfrm>
            <a:off x="9330662" y="2071061"/>
            <a:ext cx="735840" cy="309240"/>
            <a:chOff x="9330662" y="2071061"/>
            <a:chExt cx="73584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39499825-B77F-2760-D135-9FDA29BF8464}"/>
                    </a:ext>
                  </a:extLst>
                </p14:cNvPr>
                <p14:cNvContentPartPr/>
                <p14:nvPr/>
              </p14:nvContentPartPr>
              <p14:xfrm>
                <a:off x="9330662" y="2071061"/>
                <a:ext cx="187920" cy="30924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39499825-B77F-2760-D135-9FDA29BF846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313022" y="2053421"/>
                  <a:ext cx="2235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72B48E69-507F-2DC0-EDCB-0F206F115482}"/>
                    </a:ext>
                  </a:extLst>
                </p14:cNvPr>
                <p14:cNvContentPartPr/>
                <p14:nvPr/>
              </p14:nvContentPartPr>
              <p14:xfrm>
                <a:off x="9553142" y="2213981"/>
                <a:ext cx="118440" cy="14112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72B48E69-507F-2DC0-EDCB-0F206F11548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35502" y="2195981"/>
                  <a:ext cx="154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789E8443-9077-FECF-5F97-6E6DF874E7E2}"/>
                    </a:ext>
                  </a:extLst>
                </p14:cNvPr>
                <p14:cNvContentPartPr/>
                <p14:nvPr/>
              </p14:nvContentPartPr>
              <p14:xfrm>
                <a:off x="9559262" y="2237381"/>
                <a:ext cx="163080" cy="13788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789E8443-9077-FECF-5F97-6E6DF874E7E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41622" y="2219381"/>
                  <a:ext cx="198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D39135BC-5201-A807-A3AB-26F582EF7BC2}"/>
                    </a:ext>
                  </a:extLst>
                </p14:cNvPr>
                <p14:cNvContentPartPr/>
                <p14:nvPr/>
              </p14:nvContentPartPr>
              <p14:xfrm>
                <a:off x="9894782" y="2328821"/>
                <a:ext cx="171720" cy="1476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D39135BC-5201-A807-A3AB-26F582EF7BC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76782" y="2311181"/>
                  <a:ext cx="207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4A223FCB-3E11-5831-EEBB-04001B57184D}"/>
                    </a:ext>
                  </a:extLst>
                </p14:cNvPr>
                <p14:cNvContentPartPr/>
                <p14:nvPr/>
              </p14:nvContentPartPr>
              <p14:xfrm>
                <a:off x="9868502" y="2246381"/>
                <a:ext cx="164160" cy="2592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4A223FCB-3E11-5831-EEBB-04001B57184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50862" y="2228381"/>
                  <a:ext cx="1998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2CFD7E21-E803-F6D4-DC5C-6288995DEFCF}"/>
              </a:ext>
            </a:extLst>
          </p:cNvPr>
          <p:cNvGrpSpPr/>
          <p:nvPr/>
        </p:nvGrpSpPr>
        <p:grpSpPr>
          <a:xfrm>
            <a:off x="10258382" y="1904381"/>
            <a:ext cx="838800" cy="519120"/>
            <a:chOff x="10258382" y="1904381"/>
            <a:chExt cx="83880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8DCD0DA7-4297-0C5B-37F9-274709BD5407}"/>
                    </a:ext>
                  </a:extLst>
                </p14:cNvPr>
                <p14:cNvContentPartPr/>
                <p14:nvPr/>
              </p14:nvContentPartPr>
              <p14:xfrm>
                <a:off x="10269902" y="2122181"/>
                <a:ext cx="187920" cy="21816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8DCD0DA7-4297-0C5B-37F9-274709BD540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51902" y="2104541"/>
                  <a:ext cx="2235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1C7E9B4C-B2C1-A91C-F007-A9B7214ACA5B}"/>
                    </a:ext>
                  </a:extLst>
                </p14:cNvPr>
                <p14:cNvContentPartPr/>
                <p14:nvPr/>
              </p14:nvContentPartPr>
              <p14:xfrm>
                <a:off x="10287182" y="2157821"/>
                <a:ext cx="220320" cy="16236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1C7E9B4C-B2C1-A91C-F007-A9B7214ACA5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69182" y="2140181"/>
                  <a:ext cx="255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CEEAAAE4-A9B9-D959-BEC2-3C77CD097AD0}"/>
                    </a:ext>
                  </a:extLst>
                </p14:cNvPr>
                <p14:cNvContentPartPr/>
                <p14:nvPr/>
              </p14:nvContentPartPr>
              <p14:xfrm>
                <a:off x="10477262" y="1967021"/>
                <a:ext cx="226440" cy="13896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CEEAAAE4-A9B9-D959-BEC2-3C77CD097AD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59262" y="1949021"/>
                  <a:ext cx="262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6EDEACE4-882B-57D8-8388-D3E5B3551822}"/>
                    </a:ext>
                  </a:extLst>
                </p14:cNvPr>
                <p14:cNvContentPartPr/>
                <p14:nvPr/>
              </p14:nvContentPartPr>
              <p14:xfrm>
                <a:off x="10804862" y="1920941"/>
                <a:ext cx="31320" cy="15444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6EDEACE4-882B-57D8-8388-D3E5B355182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787222" y="1903301"/>
                  <a:ext cx="66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A17BA6BF-3786-9BB8-2737-A0B4844A7E90}"/>
                    </a:ext>
                  </a:extLst>
                </p14:cNvPr>
                <p14:cNvContentPartPr/>
                <p14:nvPr/>
              </p14:nvContentPartPr>
              <p14:xfrm>
                <a:off x="10760222" y="1986821"/>
                <a:ext cx="125640" cy="1044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A17BA6BF-3786-9BB8-2737-A0B4844A7E9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42582" y="1969181"/>
                  <a:ext cx="161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1A6D8363-F6D7-A3F1-488B-0A96F4E2A3DE}"/>
                    </a:ext>
                  </a:extLst>
                </p14:cNvPr>
                <p14:cNvContentPartPr/>
                <p14:nvPr/>
              </p14:nvContentPartPr>
              <p14:xfrm>
                <a:off x="10996382" y="1904381"/>
                <a:ext cx="100800" cy="17244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1A6D8363-F6D7-A3F1-488B-0A96F4E2A3D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978742" y="1886381"/>
                  <a:ext cx="136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71D4CC3C-4162-7889-B883-5B82B374876B}"/>
                    </a:ext>
                  </a:extLst>
                </p14:cNvPr>
                <p14:cNvContentPartPr/>
                <p14:nvPr/>
              </p14:nvContentPartPr>
              <p14:xfrm>
                <a:off x="10267382" y="2421701"/>
                <a:ext cx="360" cy="36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71D4CC3C-4162-7889-B883-5B82B37487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249382" y="24040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50EEA4FB-EBD3-F705-A39B-2DAAA11E7C36}"/>
                    </a:ext>
                  </a:extLst>
                </p14:cNvPr>
                <p14:cNvContentPartPr/>
                <p14:nvPr/>
              </p14:nvContentPartPr>
              <p14:xfrm>
                <a:off x="10258382" y="2331341"/>
                <a:ext cx="802440" cy="9216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50EEA4FB-EBD3-F705-A39B-2DAAA11E7C3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40742" y="2313341"/>
                  <a:ext cx="83808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0D6B705F-284D-B0FB-9430-E2CB6EBC9028}"/>
              </a:ext>
            </a:extLst>
          </p:cNvPr>
          <p:cNvGrpSpPr/>
          <p:nvPr/>
        </p:nvGrpSpPr>
        <p:grpSpPr>
          <a:xfrm>
            <a:off x="10342982" y="2542301"/>
            <a:ext cx="739440" cy="213120"/>
            <a:chOff x="10342982" y="2542301"/>
            <a:chExt cx="73944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EEF9E6B0-19DF-7E34-2404-D5FDBEC6F200}"/>
                    </a:ext>
                  </a:extLst>
                </p14:cNvPr>
                <p14:cNvContentPartPr/>
                <p14:nvPr/>
              </p14:nvContentPartPr>
              <p14:xfrm>
                <a:off x="10342982" y="2609621"/>
                <a:ext cx="235080" cy="14580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EEF9E6B0-19DF-7E34-2404-D5FDBEC6F20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25342" y="2591621"/>
                  <a:ext cx="270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4C29E8EC-C5C9-CC9F-E826-A13C5946507E}"/>
                    </a:ext>
                  </a:extLst>
                </p14:cNvPr>
                <p14:cNvContentPartPr/>
                <p14:nvPr/>
              </p14:nvContentPartPr>
              <p14:xfrm>
                <a:off x="10729262" y="2550221"/>
                <a:ext cx="21600" cy="17568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4C29E8EC-C5C9-CC9F-E826-A13C5946507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711262" y="2532581"/>
                  <a:ext cx="57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1537E74A-4240-EADD-5E04-94862675F273}"/>
                    </a:ext>
                  </a:extLst>
                </p14:cNvPr>
                <p14:cNvContentPartPr/>
                <p14:nvPr/>
              </p14:nvContentPartPr>
              <p14:xfrm>
                <a:off x="10688222" y="2639861"/>
                <a:ext cx="159480" cy="936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1537E74A-4240-EADD-5E04-94862675F27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670582" y="2621861"/>
                  <a:ext cx="195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95A196E7-ECC8-DC68-A9DB-3E9231FA9975}"/>
                    </a:ext>
                  </a:extLst>
                </p14:cNvPr>
                <p14:cNvContentPartPr/>
                <p14:nvPr/>
              </p14:nvContentPartPr>
              <p14:xfrm>
                <a:off x="10955702" y="2542301"/>
                <a:ext cx="126720" cy="17280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95A196E7-ECC8-DC68-A9DB-3E9231FA997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937702" y="2524661"/>
                  <a:ext cx="1623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9123BC0B-4670-D2FD-CB2F-E5B9E02E9D38}"/>
              </a:ext>
            </a:extLst>
          </p:cNvPr>
          <p:cNvGrpSpPr/>
          <p:nvPr/>
        </p:nvGrpSpPr>
        <p:grpSpPr>
          <a:xfrm>
            <a:off x="11250902" y="2140541"/>
            <a:ext cx="559080" cy="203400"/>
            <a:chOff x="11250902" y="2140541"/>
            <a:chExt cx="55908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D24F2269-B445-4240-49B7-924F81E9DE34}"/>
                    </a:ext>
                  </a:extLst>
                </p14:cNvPr>
                <p14:cNvContentPartPr/>
                <p14:nvPr/>
              </p14:nvContentPartPr>
              <p14:xfrm>
                <a:off x="11269622" y="2168981"/>
                <a:ext cx="20160" cy="16920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D24F2269-B445-4240-49B7-924F81E9DE3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51622" y="2151341"/>
                  <a:ext cx="55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3B093DA9-02EB-1AB7-1594-976B888C1C25}"/>
                    </a:ext>
                  </a:extLst>
                </p14:cNvPr>
                <p14:cNvContentPartPr/>
                <p14:nvPr/>
              </p14:nvContentPartPr>
              <p14:xfrm>
                <a:off x="11250902" y="2229461"/>
                <a:ext cx="158040" cy="720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3B093DA9-02EB-1AB7-1594-976B888C1C2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232902" y="2211821"/>
                  <a:ext cx="193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EC4265B2-94CD-C46A-4E97-5516F45A6D8F}"/>
                    </a:ext>
                  </a:extLst>
                </p14:cNvPr>
                <p14:cNvContentPartPr/>
                <p14:nvPr/>
              </p14:nvContentPartPr>
              <p14:xfrm>
                <a:off x="11543582" y="2140541"/>
                <a:ext cx="266400" cy="20340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EC4265B2-94CD-C46A-4E97-5516F45A6D8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525582" y="2122901"/>
                  <a:ext cx="30204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46" name="Tinta 245">
                <a:extLst>
                  <a:ext uri="{FF2B5EF4-FFF2-40B4-BE49-F238E27FC236}">
                    <a16:creationId xmlns:a16="http://schemas.microsoft.com/office/drawing/2014/main" id="{B23A43CE-E194-CF4A-C1BD-F4406EEF88D7}"/>
                  </a:ext>
                </a:extLst>
              </p14:cNvPr>
              <p14:cNvContentPartPr/>
              <p14:nvPr/>
            </p14:nvContentPartPr>
            <p14:xfrm>
              <a:off x="11881622" y="2269781"/>
              <a:ext cx="128160" cy="178200"/>
            </p14:xfrm>
          </p:contentPart>
        </mc:Choice>
        <mc:Fallback>
          <p:pic>
            <p:nvPicPr>
              <p:cNvPr id="246" name="Tinta 245">
                <a:extLst>
                  <a:ext uri="{FF2B5EF4-FFF2-40B4-BE49-F238E27FC236}">
                    <a16:creationId xmlns:a16="http://schemas.microsoft.com/office/drawing/2014/main" id="{B23A43CE-E194-CF4A-C1BD-F4406EEF88D7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863982" y="2251781"/>
                <a:ext cx="16380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5814A99B-3643-B135-7CF7-8858DFD4FD8A}"/>
              </a:ext>
            </a:extLst>
          </p:cNvPr>
          <p:cNvGrpSpPr/>
          <p:nvPr/>
        </p:nvGrpSpPr>
        <p:grpSpPr>
          <a:xfrm>
            <a:off x="12215702" y="2138741"/>
            <a:ext cx="843840" cy="288720"/>
            <a:chOff x="12215702" y="2138741"/>
            <a:chExt cx="84384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3273ABF4-61DD-A2DA-1098-927D4B9A640C}"/>
                    </a:ext>
                  </a:extLst>
                </p14:cNvPr>
                <p14:cNvContentPartPr/>
                <p14:nvPr/>
              </p14:nvContentPartPr>
              <p14:xfrm>
                <a:off x="12215702" y="2223701"/>
                <a:ext cx="173160" cy="11124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3273ABF4-61DD-A2DA-1098-927D4B9A640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2198062" y="2205701"/>
                  <a:ext cx="208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18725E8C-9021-41A2-8AFC-90B2A35C2BF6}"/>
                    </a:ext>
                  </a:extLst>
                </p14:cNvPr>
                <p14:cNvContentPartPr/>
                <p14:nvPr/>
              </p14:nvContentPartPr>
              <p14:xfrm>
                <a:off x="12475262" y="2298941"/>
                <a:ext cx="125640" cy="720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18725E8C-9021-41A2-8AFC-90B2A35C2BF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2457622" y="2280941"/>
                  <a:ext cx="161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EDB24F98-CC63-EC41-364F-8ADDB808E6C1}"/>
                    </a:ext>
                  </a:extLst>
                </p14:cNvPr>
                <p14:cNvContentPartPr/>
                <p14:nvPr/>
              </p14:nvContentPartPr>
              <p14:xfrm>
                <a:off x="12452942" y="2224061"/>
                <a:ext cx="123480" cy="252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EDB24F98-CC63-EC41-364F-8ADDB808E6C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2435302" y="2206061"/>
                  <a:ext cx="159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840E3F04-EB3A-CB20-44FB-A41D7D51FE9F}"/>
                    </a:ext>
                  </a:extLst>
                </p14:cNvPr>
                <p14:cNvContentPartPr/>
                <p14:nvPr/>
              </p14:nvContentPartPr>
              <p14:xfrm>
                <a:off x="12495062" y="2157821"/>
                <a:ext cx="53640" cy="2696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840E3F04-EB3A-CB20-44FB-A41D7D51FE9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2477422" y="2140181"/>
                  <a:ext cx="892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D1241F3E-F837-3783-D193-5C7B3C0B897F}"/>
                    </a:ext>
                  </a:extLst>
                </p14:cNvPr>
                <p14:cNvContentPartPr/>
                <p14:nvPr/>
              </p14:nvContentPartPr>
              <p14:xfrm>
                <a:off x="12731222" y="2228381"/>
                <a:ext cx="108360" cy="468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D1241F3E-F837-3783-D193-5C7B3C0B897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2713222" y="2210741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489CC1FF-9A65-AFCF-4774-8AD9D03A619E}"/>
                    </a:ext>
                  </a:extLst>
                </p14:cNvPr>
                <p14:cNvContentPartPr/>
                <p14:nvPr/>
              </p14:nvContentPartPr>
              <p14:xfrm>
                <a:off x="12921302" y="2138741"/>
                <a:ext cx="138240" cy="17712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489CC1FF-9A65-AFCF-4774-8AD9D03A619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2903302" y="2121101"/>
                  <a:ext cx="1738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D26B321E-81DB-FE58-2634-44C2337F8515}"/>
              </a:ext>
            </a:extLst>
          </p:cNvPr>
          <p:cNvGrpSpPr/>
          <p:nvPr/>
        </p:nvGrpSpPr>
        <p:grpSpPr>
          <a:xfrm>
            <a:off x="861302" y="3602141"/>
            <a:ext cx="388800" cy="307440"/>
            <a:chOff x="861302" y="3602141"/>
            <a:chExt cx="38880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00D36F3E-BDBD-D2A8-3B27-C4F6A4D2C4BC}"/>
                    </a:ext>
                  </a:extLst>
                </p14:cNvPr>
                <p14:cNvContentPartPr/>
                <p14:nvPr/>
              </p14:nvContentPartPr>
              <p14:xfrm>
                <a:off x="861302" y="3602141"/>
                <a:ext cx="115560" cy="30312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00D36F3E-BDBD-D2A8-3B27-C4F6A4D2C4B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3662" y="3584141"/>
                  <a:ext cx="1512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493B638F-2E15-6FAC-41D3-5B5849A74C8B}"/>
                    </a:ext>
                  </a:extLst>
                </p14:cNvPr>
                <p14:cNvContentPartPr/>
                <p14:nvPr/>
              </p14:nvContentPartPr>
              <p14:xfrm>
                <a:off x="1000262" y="3698981"/>
                <a:ext cx="191880" cy="21060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493B638F-2E15-6FAC-41D3-5B5849A74C8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82622" y="3681341"/>
                  <a:ext cx="227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D15A757F-144D-95D7-715E-D4D16561CED9}"/>
                    </a:ext>
                  </a:extLst>
                </p14:cNvPr>
                <p14:cNvContentPartPr/>
                <p14:nvPr/>
              </p14:nvContentPartPr>
              <p14:xfrm>
                <a:off x="1249742" y="3909221"/>
                <a:ext cx="360" cy="36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D15A757F-144D-95D7-715E-D4D16561CED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32102" y="38915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65379D6B-5CB7-F81B-D268-74CC122E0D78}"/>
              </a:ext>
            </a:extLst>
          </p:cNvPr>
          <p:cNvGrpSpPr/>
          <p:nvPr/>
        </p:nvGrpSpPr>
        <p:grpSpPr>
          <a:xfrm>
            <a:off x="1340462" y="3414941"/>
            <a:ext cx="590400" cy="577440"/>
            <a:chOff x="1340462" y="3414941"/>
            <a:chExt cx="590400" cy="57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39A41A0A-60D0-D295-3CE8-6F8782304608}"/>
                    </a:ext>
                  </a:extLst>
                </p14:cNvPr>
                <p14:cNvContentPartPr/>
                <p14:nvPr/>
              </p14:nvContentPartPr>
              <p14:xfrm>
                <a:off x="1359182" y="3740741"/>
                <a:ext cx="107280" cy="15408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39A41A0A-60D0-D295-3CE8-6F878230460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341182" y="3722741"/>
                  <a:ext cx="142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E68903DD-09B1-896D-2BDA-128DF39D6E92}"/>
                    </a:ext>
                  </a:extLst>
                </p14:cNvPr>
                <p14:cNvContentPartPr/>
                <p14:nvPr/>
              </p14:nvContentPartPr>
              <p14:xfrm>
                <a:off x="1342982" y="3758381"/>
                <a:ext cx="166680" cy="11448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E68903DD-09B1-896D-2BDA-128DF39D6E9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325342" y="3740741"/>
                  <a:ext cx="202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B2168FF9-9A64-51E5-1748-B9E52DF3A781}"/>
                    </a:ext>
                  </a:extLst>
                </p14:cNvPr>
                <p14:cNvContentPartPr/>
                <p14:nvPr/>
              </p14:nvContentPartPr>
              <p14:xfrm>
                <a:off x="1453502" y="3414941"/>
                <a:ext cx="141840" cy="26028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B2168FF9-9A64-51E5-1748-B9E52DF3A78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435862" y="3396941"/>
                  <a:ext cx="177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3B236162-AB47-82EA-963F-BDEF055C59B7}"/>
                    </a:ext>
                  </a:extLst>
                </p14:cNvPr>
                <p14:cNvContentPartPr/>
                <p14:nvPr/>
              </p14:nvContentPartPr>
              <p14:xfrm>
                <a:off x="1675982" y="3472181"/>
                <a:ext cx="3960" cy="15012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3B236162-AB47-82EA-963F-BDEF055C59B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657982" y="3454541"/>
                  <a:ext cx="39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57933A4F-CCF7-30A6-AF14-67C4630E10F8}"/>
                    </a:ext>
                  </a:extLst>
                </p14:cNvPr>
                <p14:cNvContentPartPr/>
                <p14:nvPr/>
              </p14:nvContentPartPr>
              <p14:xfrm>
                <a:off x="1639982" y="3544901"/>
                <a:ext cx="109800" cy="1260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57933A4F-CCF7-30A6-AF14-67C4630E10F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621982" y="3527261"/>
                  <a:ext cx="145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3640AD31-8969-8AF8-3184-625920DB5D05}"/>
                    </a:ext>
                  </a:extLst>
                </p14:cNvPr>
                <p14:cNvContentPartPr/>
                <p14:nvPr/>
              </p14:nvContentPartPr>
              <p14:xfrm>
                <a:off x="1828982" y="3457781"/>
                <a:ext cx="101880" cy="17532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3640AD31-8969-8AF8-3184-625920DB5D0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810982" y="3440141"/>
                  <a:ext cx="137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E2FF5756-BC2D-641A-6A21-D79911A82D51}"/>
                    </a:ext>
                  </a:extLst>
                </p14:cNvPr>
                <p14:cNvContentPartPr/>
                <p14:nvPr/>
              </p14:nvContentPartPr>
              <p14:xfrm>
                <a:off x="1340462" y="3947381"/>
                <a:ext cx="540720" cy="4500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E2FF5756-BC2D-641A-6A21-D79911A82D5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322822" y="3929381"/>
                  <a:ext cx="5763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17525928-74B3-7D28-308F-2710B54BB095}"/>
              </a:ext>
            </a:extLst>
          </p:cNvPr>
          <p:cNvGrpSpPr/>
          <p:nvPr/>
        </p:nvGrpSpPr>
        <p:grpSpPr>
          <a:xfrm>
            <a:off x="1384022" y="4111181"/>
            <a:ext cx="516960" cy="231120"/>
            <a:chOff x="1384022" y="4111181"/>
            <a:chExt cx="51696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25C0A37F-35E5-7BA8-BC1A-A85CD97339E5}"/>
                    </a:ext>
                  </a:extLst>
                </p14:cNvPr>
                <p14:cNvContentPartPr/>
                <p14:nvPr/>
              </p14:nvContentPartPr>
              <p14:xfrm>
                <a:off x="1384022" y="4111181"/>
                <a:ext cx="123480" cy="23112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25C0A37F-35E5-7BA8-BC1A-A85CD97339E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366022" y="4093541"/>
                  <a:ext cx="159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F741B792-CE60-AB16-5CC6-65CFCB835138}"/>
                    </a:ext>
                  </a:extLst>
                </p14:cNvPr>
                <p14:cNvContentPartPr/>
                <p14:nvPr/>
              </p14:nvContentPartPr>
              <p14:xfrm>
                <a:off x="1636022" y="4149341"/>
                <a:ext cx="15120" cy="17388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F741B792-CE60-AB16-5CC6-65CFCB83513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618382" y="4131701"/>
                  <a:ext cx="50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0F23A541-E241-7ABD-40F7-36193B4B6F19}"/>
                    </a:ext>
                  </a:extLst>
                </p14:cNvPr>
                <p14:cNvContentPartPr/>
                <p14:nvPr/>
              </p14:nvContentPartPr>
              <p14:xfrm>
                <a:off x="1607582" y="4226741"/>
                <a:ext cx="118440" cy="2268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0F23A541-E241-7ABD-40F7-36193B4B6F1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589582" y="4209101"/>
                  <a:ext cx="154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FD579426-F5F2-10BD-51FD-5B903B1CA93F}"/>
                    </a:ext>
                  </a:extLst>
                </p14:cNvPr>
                <p14:cNvContentPartPr/>
                <p14:nvPr/>
              </p14:nvContentPartPr>
              <p14:xfrm>
                <a:off x="1807022" y="4149701"/>
                <a:ext cx="93960" cy="18144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FD579426-F5F2-10BD-51FD-5B903B1CA93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789022" y="4131701"/>
                  <a:ext cx="12960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Agrupar 293">
            <a:extLst>
              <a:ext uri="{FF2B5EF4-FFF2-40B4-BE49-F238E27FC236}">
                <a16:creationId xmlns:a16="http://schemas.microsoft.com/office/drawing/2014/main" id="{AA4C69DA-084E-7764-4FE0-35E42DD550DA}"/>
              </a:ext>
            </a:extLst>
          </p:cNvPr>
          <p:cNvGrpSpPr/>
          <p:nvPr/>
        </p:nvGrpSpPr>
        <p:grpSpPr>
          <a:xfrm>
            <a:off x="2047142" y="3754061"/>
            <a:ext cx="151920" cy="182520"/>
            <a:chOff x="2047142" y="3754061"/>
            <a:chExt cx="15192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BF2C9A6B-D48F-A246-1A1A-18FC8B33C793}"/>
                    </a:ext>
                  </a:extLst>
                </p14:cNvPr>
                <p14:cNvContentPartPr/>
                <p14:nvPr/>
              </p14:nvContentPartPr>
              <p14:xfrm>
                <a:off x="2107982" y="3754061"/>
                <a:ext cx="21600" cy="18252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BF2C9A6B-D48F-A246-1A1A-18FC8B33C79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090342" y="3736061"/>
                  <a:ext cx="57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ED15CEC3-A1F8-EED1-7A37-3867913155DE}"/>
                    </a:ext>
                  </a:extLst>
                </p14:cNvPr>
                <p14:cNvContentPartPr/>
                <p14:nvPr/>
              </p14:nvContentPartPr>
              <p14:xfrm>
                <a:off x="2047142" y="3830021"/>
                <a:ext cx="151920" cy="1476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ED15CEC3-A1F8-EED1-7A37-3867913155D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029502" y="3812021"/>
                  <a:ext cx="1875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Agrupar 292">
            <a:extLst>
              <a:ext uri="{FF2B5EF4-FFF2-40B4-BE49-F238E27FC236}">
                <a16:creationId xmlns:a16="http://schemas.microsoft.com/office/drawing/2014/main" id="{FBA4F34E-AA19-1E18-EABE-812557121E41}"/>
              </a:ext>
            </a:extLst>
          </p:cNvPr>
          <p:cNvGrpSpPr/>
          <p:nvPr/>
        </p:nvGrpSpPr>
        <p:grpSpPr>
          <a:xfrm>
            <a:off x="2391302" y="3705101"/>
            <a:ext cx="410040" cy="254520"/>
            <a:chOff x="2391302" y="3705101"/>
            <a:chExt cx="41004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EE8A157E-1F65-2801-0F0B-32D0CEF4A1CD}"/>
                    </a:ext>
                  </a:extLst>
                </p14:cNvPr>
                <p14:cNvContentPartPr/>
                <p14:nvPr/>
              </p14:nvContentPartPr>
              <p14:xfrm>
                <a:off x="2391302" y="3711581"/>
                <a:ext cx="96120" cy="24804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EE8A157E-1F65-2801-0F0B-32D0CEF4A1C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373302" y="3693581"/>
                  <a:ext cx="1317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4E26FD59-077A-4E6A-FC31-87B24BC527AD}"/>
                    </a:ext>
                  </a:extLst>
                </p14:cNvPr>
                <p14:cNvContentPartPr/>
                <p14:nvPr/>
              </p14:nvContentPartPr>
              <p14:xfrm>
                <a:off x="2540342" y="3705101"/>
                <a:ext cx="151920" cy="24300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4E26FD59-077A-4E6A-FC31-87B24BC527A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522342" y="3687101"/>
                  <a:ext cx="187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1BE3FBBC-9C12-F127-96AB-6A39DF1B0245}"/>
                    </a:ext>
                  </a:extLst>
                </p14:cNvPr>
                <p14:cNvContentPartPr/>
                <p14:nvPr/>
              </p14:nvContentPartPr>
              <p14:xfrm>
                <a:off x="2800982" y="3918221"/>
                <a:ext cx="360" cy="36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1BE3FBBC-9C12-F127-96AB-6A39DF1B02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83342" y="39005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Agrupar 307">
            <a:extLst>
              <a:ext uri="{FF2B5EF4-FFF2-40B4-BE49-F238E27FC236}">
                <a16:creationId xmlns:a16="http://schemas.microsoft.com/office/drawing/2014/main" id="{19238010-95F0-D08D-68DB-85542B2FA6B3}"/>
              </a:ext>
            </a:extLst>
          </p:cNvPr>
          <p:cNvGrpSpPr/>
          <p:nvPr/>
        </p:nvGrpSpPr>
        <p:grpSpPr>
          <a:xfrm>
            <a:off x="2901782" y="3476861"/>
            <a:ext cx="581400" cy="519120"/>
            <a:chOff x="2901782" y="3476861"/>
            <a:chExt cx="58140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A3399E8C-26E6-4C4E-5A0C-D58756625763}"/>
                    </a:ext>
                  </a:extLst>
                </p14:cNvPr>
                <p14:cNvContentPartPr/>
                <p14:nvPr/>
              </p14:nvContentPartPr>
              <p14:xfrm>
                <a:off x="2923382" y="3762701"/>
                <a:ext cx="97560" cy="13932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A3399E8C-26E6-4C4E-5A0C-D5875662576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905742" y="3744701"/>
                  <a:ext cx="133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64B363F2-BD42-83E8-6221-A6035F1C9E34}"/>
                    </a:ext>
                  </a:extLst>
                </p14:cNvPr>
                <p14:cNvContentPartPr/>
                <p14:nvPr/>
              </p14:nvContentPartPr>
              <p14:xfrm>
                <a:off x="2902862" y="3791861"/>
                <a:ext cx="171720" cy="13212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64B363F2-BD42-83E8-6221-A6035F1C9E3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884862" y="3774221"/>
                  <a:ext cx="207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B589DACD-4A5E-8770-418B-EC26EAB005DD}"/>
                    </a:ext>
                  </a:extLst>
                </p14:cNvPr>
                <p14:cNvContentPartPr/>
                <p14:nvPr/>
              </p14:nvContentPartPr>
              <p14:xfrm>
                <a:off x="3034622" y="3494861"/>
                <a:ext cx="92160" cy="17820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B589DACD-4A5E-8770-418B-EC26EAB005D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016622" y="3476861"/>
                  <a:ext cx="127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176EE464-C129-292C-E3F6-DBD7B5683E6B}"/>
                    </a:ext>
                  </a:extLst>
                </p14:cNvPr>
                <p14:cNvContentPartPr/>
                <p14:nvPr/>
              </p14:nvContentPartPr>
              <p14:xfrm>
                <a:off x="3233342" y="3500261"/>
                <a:ext cx="14040" cy="17028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176EE464-C129-292C-E3F6-DBD7B5683E6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215342" y="3482621"/>
                  <a:ext cx="49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FB657DAB-CA7E-1360-594A-EB979F8CE72B}"/>
                    </a:ext>
                  </a:extLst>
                </p14:cNvPr>
                <p14:cNvContentPartPr/>
                <p14:nvPr/>
              </p14:nvContentPartPr>
              <p14:xfrm>
                <a:off x="3178622" y="3575141"/>
                <a:ext cx="99720" cy="612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FB657DAB-CA7E-1360-594A-EB979F8CE72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160622" y="3557501"/>
                  <a:ext cx="135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B7E64E10-E3DB-EBF6-A242-14A5FCB6CCB3}"/>
                    </a:ext>
                  </a:extLst>
                </p14:cNvPr>
                <p14:cNvContentPartPr/>
                <p14:nvPr/>
              </p14:nvContentPartPr>
              <p14:xfrm>
                <a:off x="3374102" y="3476861"/>
                <a:ext cx="109080" cy="16704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B7E64E10-E3DB-EBF6-A242-14A5FCB6CCB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356462" y="3458861"/>
                  <a:ext cx="144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FFEB1292-925C-8646-3711-E0EF57E4323A}"/>
                    </a:ext>
                  </a:extLst>
                </p14:cNvPr>
                <p14:cNvContentPartPr/>
                <p14:nvPr/>
              </p14:nvContentPartPr>
              <p14:xfrm>
                <a:off x="2901782" y="3929381"/>
                <a:ext cx="560160" cy="6660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FFEB1292-925C-8646-3711-E0EF57E4323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883782" y="3911741"/>
                  <a:ext cx="595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071645F1-ADA5-2F8B-F056-E1FE95C98A8F}"/>
              </a:ext>
            </a:extLst>
          </p:cNvPr>
          <p:cNvGrpSpPr/>
          <p:nvPr/>
        </p:nvGrpSpPr>
        <p:grpSpPr>
          <a:xfrm>
            <a:off x="2943902" y="4119101"/>
            <a:ext cx="598680" cy="266760"/>
            <a:chOff x="2943902" y="4119101"/>
            <a:chExt cx="59868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F050B650-9652-6AF9-41B0-24A4C78D12D0}"/>
                    </a:ext>
                  </a:extLst>
                </p14:cNvPr>
                <p14:cNvContentPartPr/>
                <p14:nvPr/>
              </p14:nvContentPartPr>
              <p14:xfrm>
                <a:off x="2943902" y="4119101"/>
                <a:ext cx="154440" cy="26676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F050B650-9652-6AF9-41B0-24A4C78D12D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25902" y="4101101"/>
                  <a:ext cx="190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55E9AD03-2F10-D476-B9F4-29C9E921EC0F}"/>
                    </a:ext>
                  </a:extLst>
                </p14:cNvPr>
                <p14:cNvContentPartPr/>
                <p14:nvPr/>
              </p14:nvContentPartPr>
              <p14:xfrm>
                <a:off x="3209582" y="4167341"/>
                <a:ext cx="22680" cy="20376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55E9AD03-2F10-D476-B9F4-29C9E921EC0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191942" y="4149701"/>
                  <a:ext cx="58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1531B8DB-7F94-A6FE-D1CA-43761D579300}"/>
                    </a:ext>
                  </a:extLst>
                </p14:cNvPr>
                <p14:cNvContentPartPr/>
                <p14:nvPr/>
              </p14:nvContentPartPr>
              <p14:xfrm>
                <a:off x="3181142" y="4247981"/>
                <a:ext cx="135720" cy="1368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1531B8DB-7F94-A6FE-D1CA-43761D57930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63142" y="4230341"/>
                  <a:ext cx="171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AB0518FA-6B18-4C46-FCE6-79CA4999D571}"/>
                    </a:ext>
                  </a:extLst>
                </p14:cNvPr>
                <p14:cNvContentPartPr/>
                <p14:nvPr/>
              </p14:nvContentPartPr>
              <p14:xfrm>
                <a:off x="3411902" y="4156181"/>
                <a:ext cx="130680" cy="21636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AB0518FA-6B18-4C46-FCE6-79CA4999D57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394262" y="4138541"/>
                  <a:ext cx="16632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Agrupar 315">
            <a:extLst>
              <a:ext uri="{FF2B5EF4-FFF2-40B4-BE49-F238E27FC236}">
                <a16:creationId xmlns:a16="http://schemas.microsoft.com/office/drawing/2014/main" id="{971B9D20-EA1E-36EC-481B-7A22ECD23356}"/>
              </a:ext>
            </a:extLst>
          </p:cNvPr>
          <p:cNvGrpSpPr/>
          <p:nvPr/>
        </p:nvGrpSpPr>
        <p:grpSpPr>
          <a:xfrm>
            <a:off x="3609542" y="3755141"/>
            <a:ext cx="133200" cy="184680"/>
            <a:chOff x="3609542" y="3755141"/>
            <a:chExt cx="13320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3BC8D563-FBFE-47B2-808E-B03BAA733D41}"/>
                    </a:ext>
                  </a:extLst>
                </p14:cNvPr>
                <p14:cNvContentPartPr/>
                <p14:nvPr/>
              </p14:nvContentPartPr>
              <p14:xfrm>
                <a:off x="3679022" y="3755141"/>
                <a:ext cx="11520" cy="18468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3BC8D563-FBFE-47B2-808E-B03BAA733D4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661382" y="3737141"/>
                  <a:ext cx="47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1DD59D0E-D482-D400-9799-40C8CFADF561}"/>
                    </a:ext>
                  </a:extLst>
                </p14:cNvPr>
                <p14:cNvContentPartPr/>
                <p14:nvPr/>
              </p14:nvContentPartPr>
              <p14:xfrm>
                <a:off x="3609542" y="3840101"/>
                <a:ext cx="133200" cy="144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1DD59D0E-D482-D400-9799-40C8CFADF56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591542" y="3822101"/>
                  <a:ext cx="1688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Agrupar 314">
            <a:extLst>
              <a:ext uri="{FF2B5EF4-FFF2-40B4-BE49-F238E27FC236}">
                <a16:creationId xmlns:a16="http://schemas.microsoft.com/office/drawing/2014/main" id="{C95832B1-82AE-356C-ED44-40C46015EB68}"/>
              </a:ext>
            </a:extLst>
          </p:cNvPr>
          <p:cNvGrpSpPr/>
          <p:nvPr/>
        </p:nvGrpSpPr>
        <p:grpSpPr>
          <a:xfrm>
            <a:off x="3938942" y="3638861"/>
            <a:ext cx="394920" cy="294480"/>
            <a:chOff x="3938942" y="3638861"/>
            <a:chExt cx="39492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6802121D-3B3D-3D59-3111-9163313F756D}"/>
                    </a:ext>
                  </a:extLst>
                </p14:cNvPr>
                <p14:cNvContentPartPr/>
                <p14:nvPr/>
              </p14:nvContentPartPr>
              <p14:xfrm>
                <a:off x="3938942" y="3644621"/>
                <a:ext cx="131760" cy="25812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6802121D-3B3D-3D59-3111-9163313F756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921302" y="3626621"/>
                  <a:ext cx="167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6ECD27DB-ACCF-8DF9-C719-8EE7A6AFAB42}"/>
                    </a:ext>
                  </a:extLst>
                </p14:cNvPr>
                <p14:cNvContentPartPr/>
                <p14:nvPr/>
              </p14:nvContentPartPr>
              <p14:xfrm>
                <a:off x="4099862" y="3638861"/>
                <a:ext cx="118440" cy="1584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6ECD27DB-ACCF-8DF9-C719-8EE7A6AFAB4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082222" y="3621221"/>
                  <a:ext cx="154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44C80E78-5692-082A-654C-545A3D957DEF}"/>
                    </a:ext>
                  </a:extLst>
                </p14:cNvPr>
                <p14:cNvContentPartPr/>
                <p14:nvPr/>
              </p14:nvContentPartPr>
              <p14:xfrm>
                <a:off x="4078982" y="3665861"/>
                <a:ext cx="156960" cy="26748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44C80E78-5692-082A-654C-545A3D957D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060982" y="3647861"/>
                  <a:ext cx="1926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22E81EF7-FA8C-61C8-0DAA-5515F7E0E080}"/>
                    </a:ext>
                  </a:extLst>
                </p14:cNvPr>
                <p14:cNvContentPartPr/>
                <p14:nvPr/>
              </p14:nvContentPartPr>
              <p14:xfrm>
                <a:off x="4333502" y="3912821"/>
                <a:ext cx="360" cy="36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22E81EF7-FA8C-61C8-0DAA-5515F7E0E0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15502" y="3894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Agrupar 329">
            <a:extLst>
              <a:ext uri="{FF2B5EF4-FFF2-40B4-BE49-F238E27FC236}">
                <a16:creationId xmlns:a16="http://schemas.microsoft.com/office/drawing/2014/main" id="{2C38B69D-DA33-E250-8625-D1289345A2F9}"/>
              </a:ext>
            </a:extLst>
          </p:cNvPr>
          <p:cNvGrpSpPr/>
          <p:nvPr/>
        </p:nvGrpSpPr>
        <p:grpSpPr>
          <a:xfrm>
            <a:off x="4550942" y="3425741"/>
            <a:ext cx="504720" cy="195840"/>
            <a:chOff x="4550942" y="3425741"/>
            <a:chExt cx="50472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5401319F-2E35-CCE7-1B25-80BA97F84670}"/>
                    </a:ext>
                  </a:extLst>
                </p14:cNvPr>
                <p14:cNvContentPartPr/>
                <p14:nvPr/>
              </p14:nvContentPartPr>
              <p14:xfrm>
                <a:off x="4550942" y="3440861"/>
                <a:ext cx="154440" cy="18072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5401319F-2E35-CCE7-1B25-80BA97F8467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532942" y="3423221"/>
                  <a:ext cx="190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8266BFFE-AF89-8D42-33C5-89BEE53D3290}"/>
                    </a:ext>
                  </a:extLst>
                </p14:cNvPr>
                <p14:cNvContentPartPr/>
                <p14:nvPr/>
              </p14:nvContentPartPr>
              <p14:xfrm>
                <a:off x="4805462" y="3439781"/>
                <a:ext cx="19080" cy="16452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8266BFFE-AF89-8D42-33C5-89BEE53D329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787462" y="3422141"/>
                  <a:ext cx="54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45DEC089-23C9-3C07-E822-E2DDC4D94444}"/>
                    </a:ext>
                  </a:extLst>
                </p14:cNvPr>
                <p14:cNvContentPartPr/>
                <p14:nvPr/>
              </p14:nvContentPartPr>
              <p14:xfrm>
                <a:off x="4771982" y="3513581"/>
                <a:ext cx="110880" cy="468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45DEC089-23C9-3C07-E822-E2DDC4D9444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753982" y="3495941"/>
                  <a:ext cx="146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B89EF17C-812F-B81F-276C-C53ACAE7DDB7}"/>
                    </a:ext>
                  </a:extLst>
                </p14:cNvPr>
                <p14:cNvContentPartPr/>
                <p14:nvPr/>
              </p14:nvContentPartPr>
              <p14:xfrm>
                <a:off x="4972142" y="3425741"/>
                <a:ext cx="83520" cy="15696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B89EF17C-812F-B81F-276C-C53ACAE7DDB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954142" y="3407741"/>
                  <a:ext cx="11916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Agrupar 328">
            <a:extLst>
              <a:ext uri="{FF2B5EF4-FFF2-40B4-BE49-F238E27FC236}">
                <a16:creationId xmlns:a16="http://schemas.microsoft.com/office/drawing/2014/main" id="{A088F2CD-AD56-2A1C-DB1C-0FF3E4848661}"/>
              </a:ext>
            </a:extLst>
          </p:cNvPr>
          <p:cNvGrpSpPr/>
          <p:nvPr/>
        </p:nvGrpSpPr>
        <p:grpSpPr>
          <a:xfrm>
            <a:off x="4394342" y="3727061"/>
            <a:ext cx="538200" cy="262080"/>
            <a:chOff x="4394342" y="3727061"/>
            <a:chExt cx="5382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161DA15A-7433-6DD3-842C-772EC1F0CAAC}"/>
                    </a:ext>
                  </a:extLst>
                </p14:cNvPr>
                <p14:cNvContentPartPr/>
                <p14:nvPr/>
              </p14:nvContentPartPr>
              <p14:xfrm>
                <a:off x="4410542" y="3727061"/>
                <a:ext cx="89640" cy="16344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161DA15A-7433-6DD3-842C-772EC1F0CAA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392542" y="3709421"/>
                  <a:ext cx="125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DECC3B15-5204-E71B-B950-9EC8481E8B0D}"/>
                    </a:ext>
                  </a:extLst>
                </p14:cNvPr>
                <p14:cNvContentPartPr/>
                <p14:nvPr/>
              </p14:nvContentPartPr>
              <p14:xfrm>
                <a:off x="4394342" y="3743981"/>
                <a:ext cx="161640" cy="11880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DECC3B15-5204-E71B-B950-9EC8481E8B0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376702" y="3725981"/>
                  <a:ext cx="197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11D4CD2B-69C9-175F-CD0C-C9D0B9D560E0}"/>
                    </a:ext>
                  </a:extLst>
                </p14:cNvPr>
                <p14:cNvContentPartPr/>
                <p14:nvPr/>
              </p14:nvContentPartPr>
              <p14:xfrm>
                <a:off x="4402982" y="3961781"/>
                <a:ext cx="529560" cy="2736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11D4CD2B-69C9-175F-CD0C-C9D0B9D560E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385342" y="3944141"/>
                  <a:ext cx="5652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Agrupar 327">
            <a:extLst>
              <a:ext uri="{FF2B5EF4-FFF2-40B4-BE49-F238E27FC236}">
                <a16:creationId xmlns:a16="http://schemas.microsoft.com/office/drawing/2014/main" id="{5739F150-95CA-EA0B-E60D-F02EBE62C8D0}"/>
              </a:ext>
            </a:extLst>
          </p:cNvPr>
          <p:cNvGrpSpPr/>
          <p:nvPr/>
        </p:nvGrpSpPr>
        <p:grpSpPr>
          <a:xfrm>
            <a:off x="4451582" y="4122701"/>
            <a:ext cx="572760" cy="217800"/>
            <a:chOff x="4451582" y="4122701"/>
            <a:chExt cx="5727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220A7335-C08C-7A6B-DC87-C0BF9FAD6492}"/>
                    </a:ext>
                  </a:extLst>
                </p14:cNvPr>
                <p14:cNvContentPartPr/>
                <p14:nvPr/>
              </p14:nvContentPartPr>
              <p14:xfrm>
                <a:off x="4451582" y="4156901"/>
                <a:ext cx="174240" cy="17424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220A7335-C08C-7A6B-DC87-C0BF9FAD649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433582" y="4138901"/>
                  <a:ext cx="209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6FE9D541-2720-42C3-1F96-72C663D831F9}"/>
                    </a:ext>
                  </a:extLst>
                </p14:cNvPr>
                <p14:cNvContentPartPr/>
                <p14:nvPr/>
              </p14:nvContentPartPr>
              <p14:xfrm>
                <a:off x="4714742" y="4158701"/>
                <a:ext cx="17640" cy="15120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6FE9D541-2720-42C3-1F96-72C663D831F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697102" y="4140701"/>
                  <a:ext cx="53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2AAC4746-0708-8E62-9BB9-5389253E63A7}"/>
                    </a:ext>
                  </a:extLst>
                </p14:cNvPr>
                <p14:cNvContentPartPr/>
                <p14:nvPr/>
              </p14:nvContentPartPr>
              <p14:xfrm>
                <a:off x="4679822" y="4223501"/>
                <a:ext cx="123480" cy="720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2AAC4746-0708-8E62-9BB9-5389253E63A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662182" y="4205501"/>
                  <a:ext cx="159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69E55180-699C-741C-C087-109ECADE89CF}"/>
                    </a:ext>
                  </a:extLst>
                </p14:cNvPr>
                <p14:cNvContentPartPr/>
                <p14:nvPr/>
              </p14:nvContentPartPr>
              <p14:xfrm>
                <a:off x="4912382" y="4122701"/>
                <a:ext cx="111960" cy="21780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69E55180-699C-741C-C087-109ECADE89CF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894382" y="4105061"/>
                  <a:ext cx="1476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Agrupar 334">
            <a:extLst>
              <a:ext uri="{FF2B5EF4-FFF2-40B4-BE49-F238E27FC236}">
                <a16:creationId xmlns:a16="http://schemas.microsoft.com/office/drawing/2014/main" id="{B75E1F31-3DDF-101C-DDE3-FCE090935C56}"/>
              </a:ext>
            </a:extLst>
          </p:cNvPr>
          <p:cNvGrpSpPr/>
          <p:nvPr/>
        </p:nvGrpSpPr>
        <p:grpSpPr>
          <a:xfrm>
            <a:off x="5103542" y="3638141"/>
            <a:ext cx="613800" cy="315720"/>
            <a:chOff x="5103542" y="3638141"/>
            <a:chExt cx="61380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BCC3280C-F5E0-95D1-038E-395B3543D0ED}"/>
                    </a:ext>
                  </a:extLst>
                </p14:cNvPr>
                <p14:cNvContentPartPr/>
                <p14:nvPr/>
              </p14:nvContentPartPr>
              <p14:xfrm>
                <a:off x="5188862" y="3754061"/>
                <a:ext cx="8640" cy="19980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BCC3280C-F5E0-95D1-038E-395B3543D0E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171222" y="3736061"/>
                  <a:ext cx="44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1D98667F-658A-D389-E6F8-8570C60321E0}"/>
                    </a:ext>
                  </a:extLst>
                </p14:cNvPr>
                <p14:cNvContentPartPr/>
                <p14:nvPr/>
              </p14:nvContentPartPr>
              <p14:xfrm>
                <a:off x="5103542" y="3836861"/>
                <a:ext cx="151920" cy="828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1D98667F-658A-D389-E6F8-8570C60321E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085542" y="3818861"/>
                  <a:ext cx="187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DADDAF27-E77B-D3EC-186F-F6E5FD3752A9}"/>
                    </a:ext>
                  </a:extLst>
                </p14:cNvPr>
                <p14:cNvContentPartPr/>
                <p14:nvPr/>
              </p14:nvContentPartPr>
              <p14:xfrm>
                <a:off x="5433662" y="3638141"/>
                <a:ext cx="175680" cy="29808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DADDAF27-E77B-D3EC-186F-F6E5FD3752A9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416022" y="3620141"/>
                  <a:ext cx="211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5A702CE5-3CC3-8C5C-5AFA-CCB1E492548D}"/>
                    </a:ext>
                  </a:extLst>
                </p14:cNvPr>
                <p14:cNvContentPartPr/>
                <p14:nvPr/>
              </p14:nvContentPartPr>
              <p14:xfrm>
                <a:off x="5716982" y="3913901"/>
                <a:ext cx="360" cy="36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5A702CE5-3CC3-8C5C-5AFA-CCB1E492548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98982" y="3895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Agrupar 347">
            <a:extLst>
              <a:ext uri="{FF2B5EF4-FFF2-40B4-BE49-F238E27FC236}">
                <a16:creationId xmlns:a16="http://schemas.microsoft.com/office/drawing/2014/main" id="{F082CF05-D01F-96E3-67C0-96F6BA133744}"/>
              </a:ext>
            </a:extLst>
          </p:cNvPr>
          <p:cNvGrpSpPr/>
          <p:nvPr/>
        </p:nvGrpSpPr>
        <p:grpSpPr>
          <a:xfrm>
            <a:off x="6060422" y="3391901"/>
            <a:ext cx="441720" cy="216360"/>
            <a:chOff x="6060422" y="3391901"/>
            <a:chExt cx="44172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15939E02-8DB2-7E18-4D6A-6853BD8B0597}"/>
                    </a:ext>
                  </a:extLst>
                </p14:cNvPr>
                <p14:cNvContentPartPr/>
                <p14:nvPr/>
              </p14:nvContentPartPr>
              <p14:xfrm>
                <a:off x="6060422" y="3447701"/>
                <a:ext cx="115200" cy="160560"/>
              </p14:xfrm>
            </p:contentPart>
          </mc:Choice>
          <mc:Fallback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15939E02-8DB2-7E18-4D6A-6853BD8B059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042422" y="3430061"/>
                  <a:ext cx="150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982C1FDE-BF30-4542-A7A9-FDFB2333D986}"/>
                    </a:ext>
                  </a:extLst>
                </p14:cNvPr>
                <p14:cNvContentPartPr/>
                <p14:nvPr/>
              </p14:nvContentPartPr>
              <p14:xfrm>
                <a:off x="6292982" y="3391901"/>
                <a:ext cx="6480" cy="172080"/>
              </p14:xfrm>
            </p:contentPart>
          </mc:Choice>
          <mc:Fallback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982C1FDE-BF30-4542-A7A9-FDFB2333D98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274982" y="3373901"/>
                  <a:ext cx="42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5B7AB0DE-4CE9-4CF0-39C3-FAF4DDD04118}"/>
                    </a:ext>
                  </a:extLst>
                </p14:cNvPr>
                <p14:cNvContentPartPr/>
                <p14:nvPr/>
              </p14:nvContentPartPr>
              <p14:xfrm>
                <a:off x="6241142" y="3471101"/>
                <a:ext cx="108360" cy="720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5B7AB0DE-4CE9-4CF0-39C3-FAF4DDD0411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223142" y="3453461"/>
                  <a:ext cx="144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5F426852-597E-FD10-F971-4D277D613BDD}"/>
                    </a:ext>
                  </a:extLst>
                </p14:cNvPr>
                <p14:cNvContentPartPr/>
                <p14:nvPr/>
              </p14:nvContentPartPr>
              <p14:xfrm>
                <a:off x="6439142" y="3399821"/>
                <a:ext cx="63000" cy="15444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5F426852-597E-FD10-F971-4D277D613BD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421502" y="3381821"/>
                  <a:ext cx="9864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Agrupar 346">
            <a:extLst>
              <a:ext uri="{FF2B5EF4-FFF2-40B4-BE49-F238E27FC236}">
                <a16:creationId xmlns:a16="http://schemas.microsoft.com/office/drawing/2014/main" id="{F374D74C-2D2C-AA5F-CA37-C08FE1AFA732}"/>
              </a:ext>
            </a:extLst>
          </p:cNvPr>
          <p:cNvGrpSpPr/>
          <p:nvPr/>
        </p:nvGrpSpPr>
        <p:grpSpPr>
          <a:xfrm>
            <a:off x="5876102" y="3715901"/>
            <a:ext cx="596160" cy="632160"/>
            <a:chOff x="5876102" y="3715901"/>
            <a:chExt cx="596160" cy="63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FC5C1A07-E7A2-860C-437A-0E636B158DA3}"/>
                    </a:ext>
                  </a:extLst>
                </p14:cNvPr>
                <p14:cNvContentPartPr/>
                <p14:nvPr/>
              </p14:nvContentPartPr>
              <p14:xfrm>
                <a:off x="5891942" y="3715901"/>
                <a:ext cx="133200" cy="19584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FC5C1A07-E7A2-860C-437A-0E636B158DA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874302" y="3698261"/>
                  <a:ext cx="168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CD8949DA-7228-63F1-E6C5-FE37DDC53DC6}"/>
                    </a:ext>
                  </a:extLst>
                </p14:cNvPr>
                <p14:cNvContentPartPr/>
                <p14:nvPr/>
              </p14:nvContentPartPr>
              <p14:xfrm>
                <a:off x="5876102" y="3764141"/>
                <a:ext cx="192960" cy="11556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CD8949DA-7228-63F1-E6C5-FE37DDC53DC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858102" y="3746141"/>
                  <a:ext cx="228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ACA5CB3F-65C3-458A-1DC3-EDBFF057FEC6}"/>
                    </a:ext>
                  </a:extLst>
                </p14:cNvPr>
                <p14:cNvContentPartPr/>
                <p14:nvPr/>
              </p14:nvContentPartPr>
              <p14:xfrm>
                <a:off x="5884742" y="3965381"/>
                <a:ext cx="560520" cy="50400"/>
              </p14:xfrm>
            </p:contentPart>
          </mc:Choice>
          <mc:Fallback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ACA5CB3F-65C3-458A-1DC3-EDBFF057FEC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866742" y="3947381"/>
                  <a:ext cx="596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F81FB4EB-5A05-4CE0-4EDC-F050C4FFBBBF}"/>
                    </a:ext>
                  </a:extLst>
                </p14:cNvPr>
                <p14:cNvContentPartPr/>
                <p14:nvPr/>
              </p14:nvContentPartPr>
              <p14:xfrm>
                <a:off x="5923262" y="4108661"/>
                <a:ext cx="150480" cy="23940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F81FB4EB-5A05-4CE0-4EDC-F050C4FFBBB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905262" y="4090661"/>
                  <a:ext cx="186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EADFAF27-566D-3247-115B-C570D296C879}"/>
                    </a:ext>
                  </a:extLst>
                </p14:cNvPr>
                <p14:cNvContentPartPr/>
                <p14:nvPr/>
              </p14:nvContentPartPr>
              <p14:xfrm>
                <a:off x="6191462" y="4105061"/>
                <a:ext cx="6480" cy="19692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EADFAF27-566D-3247-115B-C570D296C87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173462" y="4087061"/>
                  <a:ext cx="42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73239163-1BC7-7FCE-8A3A-B44FF2B3EBB3}"/>
                    </a:ext>
                  </a:extLst>
                </p14:cNvPr>
                <p14:cNvContentPartPr/>
                <p14:nvPr/>
              </p14:nvContentPartPr>
              <p14:xfrm>
                <a:off x="6145382" y="4185341"/>
                <a:ext cx="139320" cy="1044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73239163-1BC7-7FCE-8A3A-B44FF2B3EBB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127742" y="4167701"/>
                  <a:ext cx="174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CC66F3BA-DB95-69A0-6AA2-5248691493A3}"/>
                    </a:ext>
                  </a:extLst>
                </p14:cNvPr>
                <p14:cNvContentPartPr/>
                <p14:nvPr/>
              </p14:nvContentPartPr>
              <p14:xfrm>
                <a:off x="6371462" y="4123781"/>
                <a:ext cx="100800" cy="19296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CC66F3BA-DB95-69A0-6AA2-5248691493A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353462" y="4105781"/>
                  <a:ext cx="1364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Agrupar 354">
            <a:extLst>
              <a:ext uri="{FF2B5EF4-FFF2-40B4-BE49-F238E27FC236}">
                <a16:creationId xmlns:a16="http://schemas.microsoft.com/office/drawing/2014/main" id="{55831628-D066-A97F-3DBE-43808D522D24}"/>
              </a:ext>
            </a:extLst>
          </p:cNvPr>
          <p:cNvGrpSpPr/>
          <p:nvPr/>
        </p:nvGrpSpPr>
        <p:grpSpPr>
          <a:xfrm>
            <a:off x="6639662" y="3651101"/>
            <a:ext cx="628920" cy="262080"/>
            <a:chOff x="6639662" y="3651101"/>
            <a:chExt cx="6289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FAB7AAE9-23AA-F437-2B9A-7CD6C9B3337D}"/>
                    </a:ext>
                  </a:extLst>
                </p14:cNvPr>
                <p14:cNvContentPartPr/>
                <p14:nvPr/>
              </p14:nvContentPartPr>
              <p14:xfrm>
                <a:off x="6697982" y="3712661"/>
                <a:ext cx="3960" cy="20052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FAB7AAE9-23AA-F437-2B9A-7CD6C9B3337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680342" y="3694661"/>
                  <a:ext cx="39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D07409ED-13C9-46EA-2DD4-D8A0333F085A}"/>
                    </a:ext>
                  </a:extLst>
                </p14:cNvPr>
                <p14:cNvContentPartPr/>
                <p14:nvPr/>
              </p14:nvContentPartPr>
              <p14:xfrm>
                <a:off x="6639662" y="3805541"/>
                <a:ext cx="141840" cy="1044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D07409ED-13C9-46EA-2DD4-D8A0333F085A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622022" y="3787541"/>
                  <a:ext cx="177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5CE2D178-22DE-095F-0D4D-75C08D8D4333}"/>
                    </a:ext>
                  </a:extLst>
                </p14:cNvPr>
                <p14:cNvContentPartPr/>
                <p14:nvPr/>
              </p14:nvContentPartPr>
              <p14:xfrm>
                <a:off x="6964382" y="3651101"/>
                <a:ext cx="162360" cy="24516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5CE2D178-22DE-095F-0D4D-75C08D8D433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946742" y="3633461"/>
                  <a:ext cx="1980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998B34B4-1B42-F29E-836F-C2F80A0184D9}"/>
                    </a:ext>
                  </a:extLst>
                </p14:cNvPr>
                <p14:cNvContentPartPr/>
                <p14:nvPr/>
              </p14:nvContentPartPr>
              <p14:xfrm>
                <a:off x="7040702" y="3784301"/>
                <a:ext cx="136800" cy="828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998B34B4-1B42-F29E-836F-C2F80A0184D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023062" y="3766301"/>
                  <a:ext cx="172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734474C9-7166-3950-7D78-27A13B064F2F}"/>
                    </a:ext>
                  </a:extLst>
                </p14:cNvPr>
                <p14:cNvContentPartPr/>
                <p14:nvPr/>
              </p14:nvContentPartPr>
              <p14:xfrm>
                <a:off x="7268222" y="3882581"/>
                <a:ext cx="360" cy="36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734474C9-7166-3950-7D78-27A13B064F2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50222" y="38645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Agrupar 367">
            <a:extLst>
              <a:ext uri="{FF2B5EF4-FFF2-40B4-BE49-F238E27FC236}">
                <a16:creationId xmlns:a16="http://schemas.microsoft.com/office/drawing/2014/main" id="{5460CE89-51B5-B135-4268-38A69674DAEA}"/>
              </a:ext>
            </a:extLst>
          </p:cNvPr>
          <p:cNvGrpSpPr/>
          <p:nvPr/>
        </p:nvGrpSpPr>
        <p:grpSpPr>
          <a:xfrm>
            <a:off x="7554782" y="3341501"/>
            <a:ext cx="487440" cy="230040"/>
            <a:chOff x="7554782" y="3341501"/>
            <a:chExt cx="4874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E9B606A5-7BBB-884B-B27D-678550F1A138}"/>
                    </a:ext>
                  </a:extLst>
                </p14:cNvPr>
                <p14:cNvContentPartPr/>
                <p14:nvPr/>
              </p14:nvContentPartPr>
              <p14:xfrm>
                <a:off x="7554782" y="3426821"/>
                <a:ext cx="125640" cy="14472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E9B606A5-7BBB-884B-B27D-678550F1A13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537142" y="3409181"/>
                  <a:ext cx="161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6CF4CA06-31F9-D364-DABB-7C0384F35BE9}"/>
                    </a:ext>
                  </a:extLst>
                </p14:cNvPr>
                <p14:cNvContentPartPr/>
                <p14:nvPr/>
              </p14:nvContentPartPr>
              <p14:xfrm>
                <a:off x="7799582" y="3380741"/>
                <a:ext cx="22680" cy="16344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6CF4CA06-31F9-D364-DABB-7C0384F35BE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781942" y="3362741"/>
                  <a:ext cx="58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E5F1EF4C-F5AB-2AEC-F016-2569673BFCDD}"/>
                    </a:ext>
                  </a:extLst>
                </p14:cNvPr>
                <p14:cNvContentPartPr/>
                <p14:nvPr/>
              </p14:nvContentPartPr>
              <p14:xfrm>
                <a:off x="7782302" y="3437621"/>
                <a:ext cx="96120" cy="36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E5F1EF4C-F5AB-2AEC-F016-2569673BFCD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764302" y="3419981"/>
                  <a:ext cx="13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5CD1339B-E855-069B-F806-5F92F497155D}"/>
                    </a:ext>
                  </a:extLst>
                </p14:cNvPr>
                <p14:cNvContentPartPr/>
                <p14:nvPr/>
              </p14:nvContentPartPr>
              <p14:xfrm>
                <a:off x="7943582" y="3341501"/>
                <a:ext cx="98640" cy="17028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5CD1339B-E855-069B-F806-5F92F497155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925942" y="3323861"/>
                  <a:ext cx="1342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Agrupar 368">
            <a:extLst>
              <a:ext uri="{FF2B5EF4-FFF2-40B4-BE49-F238E27FC236}">
                <a16:creationId xmlns:a16="http://schemas.microsoft.com/office/drawing/2014/main" id="{72C90F1D-A7F5-478A-4870-51E2899732AC}"/>
              </a:ext>
            </a:extLst>
          </p:cNvPr>
          <p:cNvGrpSpPr/>
          <p:nvPr/>
        </p:nvGrpSpPr>
        <p:grpSpPr>
          <a:xfrm>
            <a:off x="7385942" y="3668021"/>
            <a:ext cx="497160" cy="278280"/>
            <a:chOff x="7385942" y="3668021"/>
            <a:chExt cx="49716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20DF5547-DAE5-2985-DD2E-1D7C343EF32D}"/>
                    </a:ext>
                  </a:extLst>
                </p14:cNvPr>
                <p14:cNvContentPartPr/>
                <p14:nvPr/>
              </p14:nvContentPartPr>
              <p14:xfrm>
                <a:off x="7433102" y="3668021"/>
                <a:ext cx="119520" cy="20700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20DF5547-DAE5-2985-DD2E-1D7C343EF32D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415462" y="3650021"/>
                  <a:ext cx="155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8B13A35C-882D-FB77-75D2-905B2B19B648}"/>
                    </a:ext>
                  </a:extLst>
                </p14:cNvPr>
                <p14:cNvContentPartPr/>
                <p14:nvPr/>
              </p14:nvContentPartPr>
              <p14:xfrm>
                <a:off x="7432022" y="3702581"/>
                <a:ext cx="151920" cy="11880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8B13A35C-882D-FB77-75D2-905B2B19B64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414022" y="3684581"/>
                  <a:ext cx="187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E2289B81-423D-EAC2-2AE4-4193C4C8E190}"/>
                    </a:ext>
                  </a:extLst>
                </p14:cNvPr>
                <p14:cNvContentPartPr/>
                <p14:nvPr/>
              </p14:nvContentPartPr>
              <p14:xfrm>
                <a:off x="7385942" y="3930461"/>
                <a:ext cx="497160" cy="1584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E2289B81-423D-EAC2-2AE4-4193C4C8E190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368302" y="3912821"/>
                  <a:ext cx="5328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Agrupar 366">
            <a:extLst>
              <a:ext uri="{FF2B5EF4-FFF2-40B4-BE49-F238E27FC236}">
                <a16:creationId xmlns:a16="http://schemas.microsoft.com/office/drawing/2014/main" id="{82402F79-324E-7ED9-ADFF-DF743CF2B20B}"/>
              </a:ext>
            </a:extLst>
          </p:cNvPr>
          <p:cNvGrpSpPr/>
          <p:nvPr/>
        </p:nvGrpSpPr>
        <p:grpSpPr>
          <a:xfrm>
            <a:off x="7388462" y="4087061"/>
            <a:ext cx="638640" cy="197280"/>
            <a:chOff x="7388462" y="4087061"/>
            <a:chExt cx="63864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A075A899-7890-2D74-6868-02BE65C415DC}"/>
                    </a:ext>
                  </a:extLst>
                </p14:cNvPr>
                <p14:cNvContentPartPr/>
                <p14:nvPr/>
              </p14:nvContentPartPr>
              <p14:xfrm>
                <a:off x="7388462" y="4119101"/>
                <a:ext cx="164520" cy="16524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A075A899-7890-2D74-6868-02BE65C415D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7370822" y="4101461"/>
                  <a:ext cx="200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D2A8AECD-736F-377E-B70E-834D1BBE480E}"/>
                    </a:ext>
                  </a:extLst>
                </p14:cNvPr>
                <p14:cNvContentPartPr/>
                <p14:nvPr/>
              </p14:nvContentPartPr>
              <p14:xfrm>
                <a:off x="7697702" y="4113701"/>
                <a:ext cx="20160" cy="15012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D2A8AECD-736F-377E-B70E-834D1BBE480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7680062" y="4096061"/>
                  <a:ext cx="55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2C87EB70-EFDD-AACD-3E8C-52FA2F52A294}"/>
                    </a:ext>
                  </a:extLst>
                </p14:cNvPr>
                <p14:cNvContentPartPr/>
                <p14:nvPr/>
              </p14:nvContentPartPr>
              <p14:xfrm>
                <a:off x="7658102" y="4175261"/>
                <a:ext cx="117000" cy="828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2C87EB70-EFDD-AACD-3E8C-52FA2F52A29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640102" y="4157621"/>
                  <a:ext cx="152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4BED47C8-34FB-48E7-173F-52D881DDC2D8}"/>
                    </a:ext>
                  </a:extLst>
                </p14:cNvPr>
                <p14:cNvContentPartPr/>
                <p14:nvPr/>
              </p14:nvContentPartPr>
              <p14:xfrm>
                <a:off x="7906862" y="4087061"/>
                <a:ext cx="120240" cy="18936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4BED47C8-34FB-48E7-173F-52D881DDC2D8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889222" y="4069061"/>
                  <a:ext cx="15588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76" name="Tinta 375">
                <a:extLst>
                  <a:ext uri="{FF2B5EF4-FFF2-40B4-BE49-F238E27FC236}">
                    <a16:creationId xmlns:a16="http://schemas.microsoft.com/office/drawing/2014/main" id="{BC8104A6-DE6F-447E-DAF5-823B70DF4BFD}"/>
                  </a:ext>
                </a:extLst>
              </p14:cNvPr>
              <p14:cNvContentPartPr/>
              <p14:nvPr/>
            </p14:nvContentPartPr>
            <p14:xfrm>
              <a:off x="9595262" y="3021821"/>
              <a:ext cx="243720" cy="190440"/>
            </p14:xfrm>
          </p:contentPart>
        </mc:Choice>
        <mc:Fallback>
          <p:pic>
            <p:nvPicPr>
              <p:cNvPr id="376" name="Tinta 375">
                <a:extLst>
                  <a:ext uri="{FF2B5EF4-FFF2-40B4-BE49-F238E27FC236}">
                    <a16:creationId xmlns:a16="http://schemas.microsoft.com/office/drawing/2014/main" id="{BC8104A6-DE6F-447E-DAF5-823B70DF4BFD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9577622" y="3003821"/>
                <a:ext cx="279360" cy="2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Agrupar 390">
            <a:extLst>
              <a:ext uri="{FF2B5EF4-FFF2-40B4-BE49-F238E27FC236}">
                <a16:creationId xmlns:a16="http://schemas.microsoft.com/office/drawing/2014/main" id="{8BE0C99B-46CF-1E15-3C6B-75C08178A51E}"/>
              </a:ext>
            </a:extLst>
          </p:cNvPr>
          <p:cNvGrpSpPr/>
          <p:nvPr/>
        </p:nvGrpSpPr>
        <p:grpSpPr>
          <a:xfrm>
            <a:off x="10098902" y="2915621"/>
            <a:ext cx="2108520" cy="306720"/>
            <a:chOff x="10098902" y="2915621"/>
            <a:chExt cx="21085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A1503E5F-12CC-CED3-2E00-D11103F4CF2F}"/>
                    </a:ext>
                  </a:extLst>
                </p14:cNvPr>
                <p14:cNvContentPartPr/>
                <p14:nvPr/>
              </p14:nvContentPartPr>
              <p14:xfrm>
                <a:off x="10098902" y="3146021"/>
                <a:ext cx="169920" cy="76320"/>
              </p14:xfrm>
            </p:contentPart>
          </mc:Choice>
          <mc:Fallback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A1503E5F-12CC-CED3-2E00-D11103F4CF2F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081262" y="3128021"/>
                  <a:ext cx="2055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CF8B3D28-5A26-EB7F-E447-17B66AB44550}"/>
                    </a:ext>
                  </a:extLst>
                </p14:cNvPr>
                <p14:cNvContentPartPr/>
                <p14:nvPr/>
              </p14:nvContentPartPr>
              <p14:xfrm>
                <a:off x="10201502" y="2973941"/>
                <a:ext cx="67320" cy="4608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CF8B3D28-5A26-EB7F-E447-17B66AB4455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0183502" y="2955941"/>
                  <a:ext cx="102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79" name="Tinta 378">
                  <a:extLst>
                    <a:ext uri="{FF2B5EF4-FFF2-40B4-BE49-F238E27FC236}">
                      <a16:creationId xmlns:a16="http://schemas.microsoft.com/office/drawing/2014/main" id="{59915ECD-59A4-E551-8DAE-D9676203E0B3}"/>
                    </a:ext>
                  </a:extLst>
                </p14:cNvPr>
                <p14:cNvContentPartPr/>
                <p14:nvPr/>
              </p14:nvContentPartPr>
              <p14:xfrm>
                <a:off x="10402742" y="3107861"/>
                <a:ext cx="145800" cy="81000"/>
              </p14:xfrm>
            </p:contentPart>
          </mc:Choice>
          <mc:Fallback>
            <p:pic>
              <p:nvPicPr>
                <p:cNvPr id="379" name="Tinta 378">
                  <a:extLst>
                    <a:ext uri="{FF2B5EF4-FFF2-40B4-BE49-F238E27FC236}">
                      <a16:creationId xmlns:a16="http://schemas.microsoft.com/office/drawing/2014/main" id="{59915ECD-59A4-E551-8DAE-D9676203E0B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0384742" y="3090221"/>
                  <a:ext cx="181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0DCDF93E-F14D-A97E-5452-3B90D4B1BC04}"/>
                    </a:ext>
                  </a:extLst>
                </p14:cNvPr>
                <p14:cNvContentPartPr/>
                <p14:nvPr/>
              </p14:nvContentPartPr>
              <p14:xfrm>
                <a:off x="10574102" y="3120101"/>
                <a:ext cx="225000" cy="6696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0DCDF93E-F14D-A97E-5452-3B90D4B1BC0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0556102" y="3102461"/>
                  <a:ext cx="260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81" name="Tinta 380">
                  <a:extLst>
                    <a:ext uri="{FF2B5EF4-FFF2-40B4-BE49-F238E27FC236}">
                      <a16:creationId xmlns:a16="http://schemas.microsoft.com/office/drawing/2014/main" id="{913201C6-0333-4F27-75A1-CCF3F1EEB214}"/>
                    </a:ext>
                  </a:extLst>
                </p14:cNvPr>
                <p14:cNvContentPartPr/>
                <p14:nvPr/>
              </p14:nvContentPartPr>
              <p14:xfrm>
                <a:off x="10800902" y="3087701"/>
                <a:ext cx="129960" cy="101880"/>
              </p14:xfrm>
            </p:contentPart>
          </mc:Choice>
          <mc:Fallback>
            <p:pic>
              <p:nvPicPr>
                <p:cNvPr id="381" name="Tinta 380">
                  <a:extLst>
                    <a:ext uri="{FF2B5EF4-FFF2-40B4-BE49-F238E27FC236}">
                      <a16:creationId xmlns:a16="http://schemas.microsoft.com/office/drawing/2014/main" id="{913201C6-0333-4F27-75A1-CCF3F1EEB21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0782902" y="3070061"/>
                  <a:ext cx="165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9C29B374-D7EE-01CD-CE48-56AD8A9996A8}"/>
                    </a:ext>
                  </a:extLst>
                </p14:cNvPr>
                <p14:cNvContentPartPr/>
                <p14:nvPr/>
              </p14:nvContentPartPr>
              <p14:xfrm>
                <a:off x="11127062" y="3075461"/>
                <a:ext cx="344160" cy="95040"/>
              </p14:xfrm>
            </p:contentPart>
          </mc:Choice>
          <mc:Fallback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9C29B374-D7EE-01CD-CE48-56AD8A9996A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109062" y="3057821"/>
                  <a:ext cx="3798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BCB3579A-4D70-A512-E1E1-92C20E5F8900}"/>
                    </a:ext>
                  </a:extLst>
                </p14:cNvPr>
                <p14:cNvContentPartPr/>
                <p14:nvPr/>
              </p14:nvContentPartPr>
              <p14:xfrm>
                <a:off x="11539622" y="3036221"/>
                <a:ext cx="68040" cy="102240"/>
              </p14:xfrm>
            </p:contentPart>
          </mc:Choice>
          <mc:Fallback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BCB3579A-4D70-A512-E1E1-92C20E5F8900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1521622" y="3018221"/>
                  <a:ext cx="103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45F9BC02-1F98-D2F1-012D-A5A345D6032D}"/>
                    </a:ext>
                  </a:extLst>
                </p14:cNvPr>
                <p14:cNvContentPartPr/>
                <p14:nvPr/>
              </p14:nvContentPartPr>
              <p14:xfrm>
                <a:off x="11644382" y="2915621"/>
                <a:ext cx="22680" cy="21276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45F9BC02-1F98-D2F1-012D-A5A345D6032D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1626742" y="2897981"/>
                  <a:ext cx="58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4C81DC84-81AF-F574-25B3-99C17463577B}"/>
                    </a:ext>
                  </a:extLst>
                </p14:cNvPr>
                <p14:cNvContentPartPr/>
                <p14:nvPr/>
              </p14:nvContentPartPr>
              <p14:xfrm>
                <a:off x="11532782" y="2955941"/>
                <a:ext cx="150480" cy="8280"/>
              </p14:xfrm>
            </p:contentPart>
          </mc:Choice>
          <mc:Fallback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4C81DC84-81AF-F574-25B3-99C17463577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1514782" y="2938301"/>
                  <a:ext cx="186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A6CA9998-FDCD-E6DE-1CC8-5A9F96BB1947}"/>
                    </a:ext>
                  </a:extLst>
                </p14:cNvPr>
                <p14:cNvContentPartPr/>
                <p14:nvPr/>
              </p14:nvContentPartPr>
              <p14:xfrm>
                <a:off x="11724662" y="3081221"/>
                <a:ext cx="93960" cy="53640"/>
              </p14:xfrm>
            </p:contentPart>
          </mc:Choice>
          <mc:Fallback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A6CA9998-FDCD-E6DE-1CC8-5A9F96BB194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707022" y="3063221"/>
                  <a:ext cx="129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A5A89748-34C5-73CB-F1C3-AFE496436D50}"/>
                    </a:ext>
                  </a:extLst>
                </p14:cNvPr>
                <p14:cNvContentPartPr/>
                <p14:nvPr/>
              </p14:nvContentPartPr>
              <p14:xfrm>
                <a:off x="11782262" y="3072221"/>
                <a:ext cx="236160" cy="62640"/>
              </p14:xfrm>
            </p:contentPart>
          </mc:Choice>
          <mc:Fallback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A5A89748-34C5-73CB-F1C3-AFE496436D5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764622" y="3054221"/>
                  <a:ext cx="271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CDD5CBF4-3FF7-BC6E-0FB5-BABE9A9B240F}"/>
                    </a:ext>
                  </a:extLst>
                </p14:cNvPr>
                <p14:cNvContentPartPr/>
                <p14:nvPr/>
              </p14:nvContentPartPr>
              <p14:xfrm>
                <a:off x="11991062" y="2949101"/>
                <a:ext cx="170640" cy="175680"/>
              </p14:xfrm>
            </p:contentPart>
          </mc:Choice>
          <mc:Fallback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CDD5CBF4-3FF7-BC6E-0FB5-BABE9A9B240F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1973062" y="2931461"/>
                  <a:ext cx="206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14F44140-41B0-8D1E-E599-E40A7AAA5DA9}"/>
                    </a:ext>
                  </a:extLst>
                </p14:cNvPr>
                <p14:cNvContentPartPr/>
                <p14:nvPr/>
              </p14:nvContentPartPr>
              <p14:xfrm>
                <a:off x="12072422" y="3057101"/>
                <a:ext cx="135000" cy="106560"/>
              </p14:xfrm>
            </p:contentPart>
          </mc:Choice>
          <mc:Fallback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14F44140-41B0-8D1E-E599-E40A7AAA5DA9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2054782" y="3039101"/>
                  <a:ext cx="1706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Agrupar 393">
            <a:extLst>
              <a:ext uri="{FF2B5EF4-FFF2-40B4-BE49-F238E27FC236}">
                <a16:creationId xmlns:a16="http://schemas.microsoft.com/office/drawing/2014/main" id="{22CFB46F-659B-BDD7-5F9E-2DCDCFF1A6A9}"/>
              </a:ext>
            </a:extLst>
          </p:cNvPr>
          <p:cNvGrpSpPr/>
          <p:nvPr/>
        </p:nvGrpSpPr>
        <p:grpSpPr>
          <a:xfrm>
            <a:off x="9042662" y="3747221"/>
            <a:ext cx="203040" cy="105480"/>
            <a:chOff x="9042662" y="3747221"/>
            <a:chExt cx="20304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359E9C31-E0CF-563E-B784-481B969B44AD}"/>
                    </a:ext>
                  </a:extLst>
                </p14:cNvPr>
                <p14:cNvContentPartPr/>
                <p14:nvPr/>
              </p14:nvContentPartPr>
              <p14:xfrm>
                <a:off x="9042662" y="3833261"/>
                <a:ext cx="194040" cy="19440"/>
              </p14:xfrm>
            </p:contentPart>
          </mc:Choice>
          <mc:Fallback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359E9C31-E0CF-563E-B784-481B969B44AD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025022" y="3815621"/>
                  <a:ext cx="229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B86C28A9-1CC4-DAAB-DDA4-8C09D38E80E2}"/>
                    </a:ext>
                  </a:extLst>
                </p14:cNvPr>
                <p14:cNvContentPartPr/>
                <p14:nvPr/>
              </p14:nvContentPartPr>
              <p14:xfrm>
                <a:off x="9068942" y="3747221"/>
                <a:ext cx="176760" cy="17280"/>
              </p14:xfrm>
            </p:contentPart>
          </mc:Choice>
          <mc:Fallback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B86C28A9-1CC4-DAAB-DDA4-8C09D38E80E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050942" y="3729581"/>
                  <a:ext cx="2124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Agrupar 396">
            <a:extLst>
              <a:ext uri="{FF2B5EF4-FFF2-40B4-BE49-F238E27FC236}">
                <a16:creationId xmlns:a16="http://schemas.microsoft.com/office/drawing/2014/main" id="{0E1619B1-D5D5-2731-C287-0FA834E44A4D}"/>
              </a:ext>
            </a:extLst>
          </p:cNvPr>
          <p:cNvGrpSpPr/>
          <p:nvPr/>
        </p:nvGrpSpPr>
        <p:grpSpPr>
          <a:xfrm>
            <a:off x="369542" y="4885181"/>
            <a:ext cx="225000" cy="109800"/>
            <a:chOff x="369542" y="4885181"/>
            <a:chExt cx="22500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C36A9850-52F7-85FD-746E-FACFEAE51B3A}"/>
                    </a:ext>
                  </a:extLst>
                </p14:cNvPr>
                <p14:cNvContentPartPr/>
                <p14:nvPr/>
              </p14:nvContentPartPr>
              <p14:xfrm>
                <a:off x="369542" y="4987781"/>
                <a:ext cx="199080" cy="7200"/>
              </p14:xfrm>
            </p:contentPart>
          </mc:Choice>
          <mc:Fallback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C36A9850-52F7-85FD-746E-FACFEAE51B3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351542" y="4970141"/>
                  <a:ext cx="234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223F8C77-F7C9-6E3E-2E1D-9D325CDB51FE}"/>
                    </a:ext>
                  </a:extLst>
                </p14:cNvPr>
                <p14:cNvContentPartPr/>
                <p14:nvPr/>
              </p14:nvContentPartPr>
              <p14:xfrm>
                <a:off x="408062" y="4885181"/>
                <a:ext cx="186480" cy="10440"/>
              </p14:xfrm>
            </p:contentPart>
          </mc:Choice>
          <mc:Fallback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223F8C77-F7C9-6E3E-2E1D-9D325CDB51FE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390062" y="4867181"/>
                  <a:ext cx="2221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98" name="Tinta 397">
                <a:extLst>
                  <a:ext uri="{FF2B5EF4-FFF2-40B4-BE49-F238E27FC236}">
                    <a16:creationId xmlns:a16="http://schemas.microsoft.com/office/drawing/2014/main" id="{BFB20C6D-B942-E1D5-0F82-E0C29AAA3280}"/>
                  </a:ext>
                </a:extLst>
              </p14:cNvPr>
              <p14:cNvContentPartPr/>
              <p14:nvPr/>
            </p14:nvContentPartPr>
            <p14:xfrm>
              <a:off x="840062" y="4744061"/>
              <a:ext cx="185400" cy="276480"/>
            </p14:xfrm>
          </p:contentPart>
        </mc:Choice>
        <mc:Fallback>
          <p:pic>
            <p:nvPicPr>
              <p:cNvPr id="398" name="Tinta 397">
                <a:extLst>
                  <a:ext uri="{FF2B5EF4-FFF2-40B4-BE49-F238E27FC236}">
                    <a16:creationId xmlns:a16="http://schemas.microsoft.com/office/drawing/2014/main" id="{BFB20C6D-B942-E1D5-0F82-E0C29AAA3280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822422" y="4726421"/>
                <a:ext cx="2210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1">
            <p14:nvContentPartPr>
              <p14:cNvPr id="403" name="Tinta 402">
                <a:extLst>
                  <a:ext uri="{FF2B5EF4-FFF2-40B4-BE49-F238E27FC236}">
                    <a16:creationId xmlns:a16="http://schemas.microsoft.com/office/drawing/2014/main" id="{20226CEA-A960-F144-64B6-C21892AC4E13}"/>
                  </a:ext>
                </a:extLst>
              </p14:cNvPr>
              <p14:cNvContentPartPr/>
              <p14:nvPr/>
            </p14:nvContentPartPr>
            <p14:xfrm>
              <a:off x="1012862" y="4776821"/>
              <a:ext cx="203040" cy="236880"/>
            </p14:xfrm>
          </p:contentPart>
        </mc:Choice>
        <mc:Fallback>
          <p:pic>
            <p:nvPicPr>
              <p:cNvPr id="403" name="Tinta 402">
                <a:extLst>
                  <a:ext uri="{FF2B5EF4-FFF2-40B4-BE49-F238E27FC236}">
                    <a16:creationId xmlns:a16="http://schemas.microsoft.com/office/drawing/2014/main" id="{20226CEA-A960-F144-64B6-C21892AC4E13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994862" y="4758821"/>
                <a:ext cx="238680" cy="27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Agrupar 411">
            <a:extLst>
              <a:ext uri="{FF2B5EF4-FFF2-40B4-BE49-F238E27FC236}">
                <a16:creationId xmlns:a16="http://schemas.microsoft.com/office/drawing/2014/main" id="{A0EC7C03-3D17-B543-C796-87646EECC713}"/>
              </a:ext>
            </a:extLst>
          </p:cNvPr>
          <p:cNvGrpSpPr/>
          <p:nvPr/>
        </p:nvGrpSpPr>
        <p:grpSpPr>
          <a:xfrm>
            <a:off x="1292222" y="4639301"/>
            <a:ext cx="383760" cy="803520"/>
            <a:chOff x="1292222" y="4639301"/>
            <a:chExt cx="383760" cy="80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CB4EF1B1-B435-6EF5-85D9-4AA04F2C50E2}"/>
                    </a:ext>
                  </a:extLst>
                </p14:cNvPr>
                <p14:cNvContentPartPr/>
                <p14:nvPr/>
              </p14:nvContentPartPr>
              <p14:xfrm>
                <a:off x="1292222" y="4978781"/>
                <a:ext cx="360" cy="360"/>
              </p14:xfrm>
            </p:contentPart>
          </mc:Choice>
          <mc:Fallback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CB4EF1B1-B435-6EF5-85D9-4AA04F2C50E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274222" y="49611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05" name="Tinta 404">
                  <a:extLst>
                    <a:ext uri="{FF2B5EF4-FFF2-40B4-BE49-F238E27FC236}">
                      <a16:creationId xmlns:a16="http://schemas.microsoft.com/office/drawing/2014/main" id="{638D410A-E892-5D99-67AA-A8AA621D0180}"/>
                    </a:ext>
                  </a:extLst>
                </p14:cNvPr>
                <p14:cNvContentPartPr/>
                <p14:nvPr/>
              </p14:nvContentPartPr>
              <p14:xfrm>
                <a:off x="1449902" y="4822901"/>
                <a:ext cx="96120" cy="168840"/>
              </p14:xfrm>
            </p:contentPart>
          </mc:Choice>
          <mc:Fallback>
            <p:pic>
              <p:nvPicPr>
                <p:cNvPr id="405" name="Tinta 404">
                  <a:extLst>
                    <a:ext uri="{FF2B5EF4-FFF2-40B4-BE49-F238E27FC236}">
                      <a16:creationId xmlns:a16="http://schemas.microsoft.com/office/drawing/2014/main" id="{638D410A-E892-5D99-67AA-A8AA621D0180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431902" y="4804901"/>
                  <a:ext cx="131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06" name="Tinta 405">
                  <a:extLst>
                    <a:ext uri="{FF2B5EF4-FFF2-40B4-BE49-F238E27FC236}">
                      <a16:creationId xmlns:a16="http://schemas.microsoft.com/office/drawing/2014/main" id="{4E6F5C18-78C2-1ACA-88CB-CE3BF9A691E9}"/>
                    </a:ext>
                  </a:extLst>
                </p14:cNvPr>
                <p14:cNvContentPartPr/>
                <p14:nvPr/>
              </p14:nvContentPartPr>
              <p14:xfrm>
                <a:off x="1421102" y="4849181"/>
                <a:ext cx="162720" cy="149760"/>
              </p14:xfrm>
            </p:contentPart>
          </mc:Choice>
          <mc:Fallback>
            <p:pic>
              <p:nvPicPr>
                <p:cNvPr id="406" name="Tinta 405">
                  <a:extLst>
                    <a:ext uri="{FF2B5EF4-FFF2-40B4-BE49-F238E27FC236}">
                      <a16:creationId xmlns:a16="http://schemas.microsoft.com/office/drawing/2014/main" id="{4E6F5C18-78C2-1ACA-88CB-CE3BF9A691E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403462" y="4831541"/>
                  <a:ext cx="198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07" name="Tinta 406">
                  <a:extLst>
                    <a:ext uri="{FF2B5EF4-FFF2-40B4-BE49-F238E27FC236}">
                      <a16:creationId xmlns:a16="http://schemas.microsoft.com/office/drawing/2014/main" id="{7AF06397-D24D-7ED4-DAE3-049C6C43B0AA}"/>
                    </a:ext>
                  </a:extLst>
                </p14:cNvPr>
                <p14:cNvContentPartPr/>
                <p14:nvPr/>
              </p14:nvContentPartPr>
              <p14:xfrm>
                <a:off x="1579142" y="4639301"/>
                <a:ext cx="58680" cy="1440"/>
              </p14:xfrm>
            </p:contentPart>
          </mc:Choice>
          <mc:Fallback>
            <p:pic>
              <p:nvPicPr>
                <p:cNvPr id="407" name="Tinta 406">
                  <a:extLst>
                    <a:ext uri="{FF2B5EF4-FFF2-40B4-BE49-F238E27FC236}">
                      <a16:creationId xmlns:a16="http://schemas.microsoft.com/office/drawing/2014/main" id="{7AF06397-D24D-7ED4-DAE3-049C6C43B0A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561142" y="4621301"/>
                  <a:ext cx="94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08" name="Tinta 407">
                  <a:extLst>
                    <a:ext uri="{FF2B5EF4-FFF2-40B4-BE49-F238E27FC236}">
                      <a16:creationId xmlns:a16="http://schemas.microsoft.com/office/drawing/2014/main" id="{A373F9C6-75CA-2807-594D-3A6F9A5B933B}"/>
                    </a:ext>
                  </a:extLst>
                </p14:cNvPr>
                <p14:cNvContentPartPr/>
                <p14:nvPr/>
              </p14:nvContentPartPr>
              <p14:xfrm>
                <a:off x="1561502" y="4640381"/>
                <a:ext cx="114480" cy="173880"/>
              </p14:xfrm>
            </p:contentPart>
          </mc:Choice>
          <mc:Fallback>
            <p:pic>
              <p:nvPicPr>
                <p:cNvPr id="408" name="Tinta 407">
                  <a:extLst>
                    <a:ext uri="{FF2B5EF4-FFF2-40B4-BE49-F238E27FC236}">
                      <a16:creationId xmlns:a16="http://schemas.microsoft.com/office/drawing/2014/main" id="{A373F9C6-75CA-2807-594D-3A6F9A5B933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543862" y="4622381"/>
                  <a:ext cx="150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09" name="Tinta 408">
                  <a:extLst>
                    <a:ext uri="{FF2B5EF4-FFF2-40B4-BE49-F238E27FC236}">
                      <a16:creationId xmlns:a16="http://schemas.microsoft.com/office/drawing/2014/main" id="{D798D853-4684-014D-868E-3CD499891954}"/>
                    </a:ext>
                  </a:extLst>
                </p14:cNvPr>
                <p14:cNvContentPartPr/>
                <p14:nvPr/>
              </p14:nvContentPartPr>
              <p14:xfrm>
                <a:off x="1439822" y="5082821"/>
                <a:ext cx="223920" cy="10440"/>
              </p14:xfrm>
            </p:contentPart>
          </mc:Choice>
          <mc:Fallback>
            <p:pic>
              <p:nvPicPr>
                <p:cNvPr id="409" name="Tinta 408">
                  <a:extLst>
                    <a:ext uri="{FF2B5EF4-FFF2-40B4-BE49-F238E27FC236}">
                      <a16:creationId xmlns:a16="http://schemas.microsoft.com/office/drawing/2014/main" id="{D798D853-4684-014D-868E-3CD49989195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421822" y="5065181"/>
                  <a:ext cx="259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10" name="Tinta 409">
                  <a:extLst>
                    <a:ext uri="{FF2B5EF4-FFF2-40B4-BE49-F238E27FC236}">
                      <a16:creationId xmlns:a16="http://schemas.microsoft.com/office/drawing/2014/main" id="{413DFA0A-0948-4238-F8FD-F7DC6EA6B708}"/>
                    </a:ext>
                  </a:extLst>
                </p14:cNvPr>
                <p14:cNvContentPartPr/>
                <p14:nvPr/>
              </p14:nvContentPartPr>
              <p14:xfrm>
                <a:off x="1516862" y="5169941"/>
                <a:ext cx="68760" cy="9360"/>
              </p14:xfrm>
            </p:contentPart>
          </mc:Choice>
          <mc:Fallback>
            <p:pic>
              <p:nvPicPr>
                <p:cNvPr id="410" name="Tinta 409">
                  <a:extLst>
                    <a:ext uri="{FF2B5EF4-FFF2-40B4-BE49-F238E27FC236}">
                      <a16:creationId xmlns:a16="http://schemas.microsoft.com/office/drawing/2014/main" id="{413DFA0A-0948-4238-F8FD-F7DC6EA6B70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499222" y="5152301"/>
                  <a:ext cx="104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11" name="Tinta 410">
                  <a:extLst>
                    <a:ext uri="{FF2B5EF4-FFF2-40B4-BE49-F238E27FC236}">
                      <a16:creationId xmlns:a16="http://schemas.microsoft.com/office/drawing/2014/main" id="{DEF32031-5C60-05B0-474F-BCEA608F89C6}"/>
                    </a:ext>
                  </a:extLst>
                </p14:cNvPr>
                <p14:cNvContentPartPr/>
                <p14:nvPr/>
              </p14:nvContentPartPr>
              <p14:xfrm>
                <a:off x="1470062" y="5178941"/>
                <a:ext cx="149400" cy="263880"/>
              </p14:xfrm>
            </p:contentPart>
          </mc:Choice>
          <mc:Fallback>
            <p:pic>
              <p:nvPicPr>
                <p:cNvPr id="411" name="Tinta 410">
                  <a:extLst>
                    <a:ext uri="{FF2B5EF4-FFF2-40B4-BE49-F238E27FC236}">
                      <a16:creationId xmlns:a16="http://schemas.microsoft.com/office/drawing/2014/main" id="{DEF32031-5C60-05B0-474F-BCEA608F89C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452062" y="5161301"/>
                  <a:ext cx="1850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0" name="Agrupar 419">
            <a:extLst>
              <a:ext uri="{FF2B5EF4-FFF2-40B4-BE49-F238E27FC236}">
                <a16:creationId xmlns:a16="http://schemas.microsoft.com/office/drawing/2014/main" id="{4DF5C936-D1F9-184B-0F87-B746754DE00C}"/>
              </a:ext>
            </a:extLst>
          </p:cNvPr>
          <p:cNvGrpSpPr/>
          <p:nvPr/>
        </p:nvGrpSpPr>
        <p:grpSpPr>
          <a:xfrm>
            <a:off x="1827542" y="4868981"/>
            <a:ext cx="145800" cy="191880"/>
            <a:chOff x="1827542" y="4868981"/>
            <a:chExt cx="14580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13" name="Tinta 412">
                  <a:extLst>
                    <a:ext uri="{FF2B5EF4-FFF2-40B4-BE49-F238E27FC236}">
                      <a16:creationId xmlns:a16="http://schemas.microsoft.com/office/drawing/2014/main" id="{AD145AA6-486C-2C68-B6C6-23B79D3A6EC9}"/>
                    </a:ext>
                  </a:extLst>
                </p14:cNvPr>
                <p14:cNvContentPartPr/>
                <p14:nvPr/>
              </p14:nvContentPartPr>
              <p14:xfrm>
                <a:off x="1898102" y="4868981"/>
                <a:ext cx="25200" cy="191880"/>
              </p14:xfrm>
            </p:contentPart>
          </mc:Choice>
          <mc:Fallback>
            <p:pic>
              <p:nvPicPr>
                <p:cNvPr id="413" name="Tinta 412">
                  <a:extLst>
                    <a:ext uri="{FF2B5EF4-FFF2-40B4-BE49-F238E27FC236}">
                      <a16:creationId xmlns:a16="http://schemas.microsoft.com/office/drawing/2014/main" id="{AD145AA6-486C-2C68-B6C6-23B79D3A6EC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880462" y="4850981"/>
                  <a:ext cx="60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14" name="Tinta 413">
                  <a:extLst>
                    <a:ext uri="{FF2B5EF4-FFF2-40B4-BE49-F238E27FC236}">
                      <a16:creationId xmlns:a16="http://schemas.microsoft.com/office/drawing/2014/main" id="{D7C91C6F-6D42-7CDD-764E-FB45B31EB44F}"/>
                    </a:ext>
                  </a:extLst>
                </p14:cNvPr>
                <p14:cNvContentPartPr/>
                <p14:nvPr/>
              </p14:nvContentPartPr>
              <p14:xfrm>
                <a:off x="1827542" y="4936301"/>
                <a:ext cx="145800" cy="14760"/>
              </p14:xfrm>
            </p:contentPart>
          </mc:Choice>
          <mc:Fallback>
            <p:pic>
              <p:nvPicPr>
                <p:cNvPr id="414" name="Tinta 413">
                  <a:extLst>
                    <a:ext uri="{FF2B5EF4-FFF2-40B4-BE49-F238E27FC236}">
                      <a16:creationId xmlns:a16="http://schemas.microsoft.com/office/drawing/2014/main" id="{D7C91C6F-6D42-7CDD-764E-FB45B31EB44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809542" y="4918661"/>
                  <a:ext cx="1814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Agrupar 418">
            <a:extLst>
              <a:ext uri="{FF2B5EF4-FFF2-40B4-BE49-F238E27FC236}">
                <a16:creationId xmlns:a16="http://schemas.microsoft.com/office/drawing/2014/main" id="{2809252A-81FE-9931-4BB9-DF172D2244B6}"/>
              </a:ext>
            </a:extLst>
          </p:cNvPr>
          <p:cNvGrpSpPr/>
          <p:nvPr/>
        </p:nvGrpSpPr>
        <p:grpSpPr>
          <a:xfrm>
            <a:off x="2196182" y="4772141"/>
            <a:ext cx="451080" cy="268560"/>
            <a:chOff x="2196182" y="4772141"/>
            <a:chExt cx="45108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15" name="Tinta 414">
                  <a:extLst>
                    <a:ext uri="{FF2B5EF4-FFF2-40B4-BE49-F238E27FC236}">
                      <a16:creationId xmlns:a16="http://schemas.microsoft.com/office/drawing/2014/main" id="{6DD234C6-58B6-535E-9CDA-125E40FFBED5}"/>
                    </a:ext>
                  </a:extLst>
                </p14:cNvPr>
                <p14:cNvContentPartPr/>
                <p14:nvPr/>
              </p14:nvContentPartPr>
              <p14:xfrm>
                <a:off x="2196182" y="4772141"/>
                <a:ext cx="146880" cy="246600"/>
              </p14:xfrm>
            </p:contentPart>
          </mc:Choice>
          <mc:Fallback>
            <p:pic>
              <p:nvPicPr>
                <p:cNvPr id="415" name="Tinta 414">
                  <a:extLst>
                    <a:ext uri="{FF2B5EF4-FFF2-40B4-BE49-F238E27FC236}">
                      <a16:creationId xmlns:a16="http://schemas.microsoft.com/office/drawing/2014/main" id="{6DD234C6-58B6-535E-9CDA-125E40FFBED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178542" y="4754501"/>
                  <a:ext cx="1825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16" name="Tinta 415">
                  <a:extLst>
                    <a:ext uri="{FF2B5EF4-FFF2-40B4-BE49-F238E27FC236}">
                      <a16:creationId xmlns:a16="http://schemas.microsoft.com/office/drawing/2014/main" id="{DA6730B9-E3CB-37FC-E7F1-53E56C0587CA}"/>
                    </a:ext>
                  </a:extLst>
                </p14:cNvPr>
                <p14:cNvContentPartPr/>
                <p14:nvPr/>
              </p14:nvContentPartPr>
              <p14:xfrm>
                <a:off x="2404982" y="4808501"/>
                <a:ext cx="159480" cy="232200"/>
              </p14:xfrm>
            </p:contentPart>
          </mc:Choice>
          <mc:Fallback>
            <p:pic>
              <p:nvPicPr>
                <p:cNvPr id="416" name="Tinta 415">
                  <a:extLst>
                    <a:ext uri="{FF2B5EF4-FFF2-40B4-BE49-F238E27FC236}">
                      <a16:creationId xmlns:a16="http://schemas.microsoft.com/office/drawing/2014/main" id="{DA6730B9-E3CB-37FC-E7F1-53E56C0587C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386982" y="4790501"/>
                  <a:ext cx="195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17" name="Tinta 416">
                  <a:extLst>
                    <a:ext uri="{FF2B5EF4-FFF2-40B4-BE49-F238E27FC236}">
                      <a16:creationId xmlns:a16="http://schemas.microsoft.com/office/drawing/2014/main" id="{949A8FCF-850C-3A90-F4B2-4E1222250206}"/>
                    </a:ext>
                  </a:extLst>
                </p14:cNvPr>
                <p14:cNvContentPartPr/>
                <p14:nvPr/>
              </p14:nvContentPartPr>
              <p14:xfrm>
                <a:off x="2646902" y="5024861"/>
                <a:ext cx="360" cy="360"/>
              </p14:xfrm>
            </p:contentPart>
          </mc:Choice>
          <mc:Fallback>
            <p:pic>
              <p:nvPicPr>
                <p:cNvPr id="417" name="Tinta 416">
                  <a:extLst>
                    <a:ext uri="{FF2B5EF4-FFF2-40B4-BE49-F238E27FC236}">
                      <a16:creationId xmlns:a16="http://schemas.microsoft.com/office/drawing/2014/main" id="{949A8FCF-850C-3A90-F4B2-4E122225020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29262" y="5006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7">
            <p14:nvContentPartPr>
              <p14:cNvPr id="418" name="Tinta 417">
                <a:extLst>
                  <a:ext uri="{FF2B5EF4-FFF2-40B4-BE49-F238E27FC236}">
                    <a16:creationId xmlns:a16="http://schemas.microsoft.com/office/drawing/2014/main" id="{0B139C6B-2975-7630-A10A-409F40BB1727}"/>
                  </a:ext>
                </a:extLst>
              </p14:cNvPr>
              <p14:cNvContentPartPr/>
              <p14:nvPr/>
            </p14:nvContentPartPr>
            <p14:xfrm>
              <a:off x="1278542" y="5021261"/>
              <a:ext cx="360" cy="11520"/>
            </p14:xfrm>
          </p:contentPart>
        </mc:Choice>
        <mc:Fallback>
          <p:pic>
            <p:nvPicPr>
              <p:cNvPr id="418" name="Tinta 417">
                <a:extLst>
                  <a:ext uri="{FF2B5EF4-FFF2-40B4-BE49-F238E27FC236}">
                    <a16:creationId xmlns:a16="http://schemas.microsoft.com/office/drawing/2014/main" id="{0B139C6B-2975-7630-A10A-409F40BB1727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1260542" y="5003621"/>
                <a:ext cx="360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8" name="Agrupar 427">
            <a:extLst>
              <a:ext uri="{FF2B5EF4-FFF2-40B4-BE49-F238E27FC236}">
                <a16:creationId xmlns:a16="http://schemas.microsoft.com/office/drawing/2014/main" id="{EED42EFA-BFD6-2F59-6C0D-FB67E3D1AAF6}"/>
              </a:ext>
            </a:extLst>
          </p:cNvPr>
          <p:cNvGrpSpPr/>
          <p:nvPr/>
        </p:nvGrpSpPr>
        <p:grpSpPr>
          <a:xfrm>
            <a:off x="2763902" y="4613381"/>
            <a:ext cx="257400" cy="501120"/>
            <a:chOff x="2763902" y="4613381"/>
            <a:chExt cx="25740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421" name="Tinta 420">
                  <a:extLst>
                    <a:ext uri="{FF2B5EF4-FFF2-40B4-BE49-F238E27FC236}">
                      <a16:creationId xmlns:a16="http://schemas.microsoft.com/office/drawing/2014/main" id="{6C17E8E8-3D4B-4CC8-DD65-F202A2342607}"/>
                    </a:ext>
                  </a:extLst>
                </p14:cNvPr>
                <p14:cNvContentPartPr/>
                <p14:nvPr/>
              </p14:nvContentPartPr>
              <p14:xfrm>
                <a:off x="2763902" y="4895621"/>
                <a:ext cx="105120" cy="150840"/>
              </p14:xfrm>
            </p:contentPart>
          </mc:Choice>
          <mc:Fallback>
            <p:pic>
              <p:nvPicPr>
                <p:cNvPr id="421" name="Tinta 420">
                  <a:extLst>
                    <a:ext uri="{FF2B5EF4-FFF2-40B4-BE49-F238E27FC236}">
                      <a16:creationId xmlns:a16="http://schemas.microsoft.com/office/drawing/2014/main" id="{6C17E8E8-3D4B-4CC8-DD65-F202A2342607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2745902" y="4877621"/>
                  <a:ext cx="1407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22" name="Tinta 421">
                  <a:extLst>
                    <a:ext uri="{FF2B5EF4-FFF2-40B4-BE49-F238E27FC236}">
                      <a16:creationId xmlns:a16="http://schemas.microsoft.com/office/drawing/2014/main" id="{B388BBD8-51D2-5BBF-0ED4-B9FFD3C7B2DB}"/>
                    </a:ext>
                  </a:extLst>
                </p14:cNvPr>
                <p14:cNvContentPartPr/>
                <p14:nvPr/>
              </p14:nvContentPartPr>
              <p14:xfrm>
                <a:off x="2766062" y="4929821"/>
                <a:ext cx="148320" cy="138960"/>
              </p14:xfrm>
            </p:contentPart>
          </mc:Choice>
          <mc:Fallback>
            <p:pic>
              <p:nvPicPr>
                <p:cNvPr id="422" name="Tinta 421">
                  <a:extLst>
                    <a:ext uri="{FF2B5EF4-FFF2-40B4-BE49-F238E27FC236}">
                      <a16:creationId xmlns:a16="http://schemas.microsoft.com/office/drawing/2014/main" id="{B388BBD8-51D2-5BBF-0ED4-B9FFD3C7B2DB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2748422" y="4911821"/>
                  <a:ext cx="183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24" name="Tinta 423">
                  <a:extLst>
                    <a:ext uri="{FF2B5EF4-FFF2-40B4-BE49-F238E27FC236}">
                      <a16:creationId xmlns:a16="http://schemas.microsoft.com/office/drawing/2014/main" id="{3E68DE12-AACF-C7E8-FC9F-3E27232D8792}"/>
                    </a:ext>
                  </a:extLst>
                </p14:cNvPr>
                <p14:cNvContentPartPr/>
                <p14:nvPr/>
              </p14:nvContentPartPr>
              <p14:xfrm>
                <a:off x="2897462" y="4613381"/>
                <a:ext cx="81000" cy="219600"/>
              </p14:xfrm>
            </p:contentPart>
          </mc:Choice>
          <mc:Fallback>
            <p:pic>
              <p:nvPicPr>
                <p:cNvPr id="424" name="Tinta 423">
                  <a:extLst>
                    <a:ext uri="{FF2B5EF4-FFF2-40B4-BE49-F238E27FC236}">
                      <a16:creationId xmlns:a16="http://schemas.microsoft.com/office/drawing/2014/main" id="{3E68DE12-AACF-C7E8-FC9F-3E27232D8792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2879822" y="4595741"/>
                  <a:ext cx="116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26" name="Tinta 425">
                  <a:extLst>
                    <a:ext uri="{FF2B5EF4-FFF2-40B4-BE49-F238E27FC236}">
                      <a16:creationId xmlns:a16="http://schemas.microsoft.com/office/drawing/2014/main" id="{1D123597-2A51-2631-6A4C-90ADBA10523B}"/>
                    </a:ext>
                  </a:extLst>
                </p14:cNvPr>
                <p14:cNvContentPartPr/>
                <p14:nvPr/>
              </p14:nvContentPartPr>
              <p14:xfrm>
                <a:off x="2764982" y="5107301"/>
                <a:ext cx="256320" cy="7200"/>
              </p14:xfrm>
            </p:contentPart>
          </mc:Choice>
          <mc:Fallback>
            <p:pic>
              <p:nvPicPr>
                <p:cNvPr id="426" name="Tinta 425">
                  <a:extLst>
                    <a:ext uri="{FF2B5EF4-FFF2-40B4-BE49-F238E27FC236}">
                      <a16:creationId xmlns:a16="http://schemas.microsoft.com/office/drawing/2014/main" id="{1D123597-2A51-2631-6A4C-90ADBA10523B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2747342" y="5089661"/>
                  <a:ext cx="29196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427" name="Tinta 426">
                <a:extLst>
                  <a:ext uri="{FF2B5EF4-FFF2-40B4-BE49-F238E27FC236}">
                    <a16:creationId xmlns:a16="http://schemas.microsoft.com/office/drawing/2014/main" id="{21A580A2-425E-14FB-0C49-ECC9EE64A4AE}"/>
                  </a:ext>
                </a:extLst>
              </p14:cNvPr>
              <p14:cNvContentPartPr/>
              <p14:nvPr/>
            </p14:nvContentPartPr>
            <p14:xfrm>
              <a:off x="2825822" y="5221421"/>
              <a:ext cx="141840" cy="276480"/>
            </p14:xfrm>
          </p:contentPart>
        </mc:Choice>
        <mc:Fallback>
          <p:pic>
            <p:nvPicPr>
              <p:cNvPr id="427" name="Tinta 426">
                <a:extLst>
                  <a:ext uri="{FF2B5EF4-FFF2-40B4-BE49-F238E27FC236}">
                    <a16:creationId xmlns:a16="http://schemas.microsoft.com/office/drawing/2014/main" id="{21A580A2-425E-14FB-0C49-ECC9EE64A4AE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2808182" y="5203421"/>
                <a:ext cx="17748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6" name="Agrupar 435">
            <a:extLst>
              <a:ext uri="{FF2B5EF4-FFF2-40B4-BE49-F238E27FC236}">
                <a16:creationId xmlns:a16="http://schemas.microsoft.com/office/drawing/2014/main" id="{D108AEAC-0543-2367-D6F5-0261F7107394}"/>
              </a:ext>
            </a:extLst>
          </p:cNvPr>
          <p:cNvGrpSpPr/>
          <p:nvPr/>
        </p:nvGrpSpPr>
        <p:grpSpPr>
          <a:xfrm>
            <a:off x="3189782" y="4871141"/>
            <a:ext cx="136800" cy="178560"/>
            <a:chOff x="3189782" y="4871141"/>
            <a:chExt cx="13680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429" name="Tinta 428">
                  <a:extLst>
                    <a:ext uri="{FF2B5EF4-FFF2-40B4-BE49-F238E27FC236}">
                      <a16:creationId xmlns:a16="http://schemas.microsoft.com/office/drawing/2014/main" id="{1F1BE88E-9C86-DE11-12B4-2BB381C0A5C3}"/>
                    </a:ext>
                  </a:extLst>
                </p14:cNvPr>
                <p14:cNvContentPartPr/>
                <p14:nvPr/>
              </p14:nvContentPartPr>
              <p14:xfrm>
                <a:off x="3240542" y="4871141"/>
                <a:ext cx="14040" cy="178560"/>
              </p14:xfrm>
            </p:contentPart>
          </mc:Choice>
          <mc:Fallback>
            <p:pic>
              <p:nvPicPr>
                <p:cNvPr id="429" name="Tinta 428">
                  <a:extLst>
                    <a:ext uri="{FF2B5EF4-FFF2-40B4-BE49-F238E27FC236}">
                      <a16:creationId xmlns:a16="http://schemas.microsoft.com/office/drawing/2014/main" id="{1F1BE88E-9C86-DE11-12B4-2BB381C0A5C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222902" y="4853141"/>
                  <a:ext cx="49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30" name="Tinta 429">
                  <a:extLst>
                    <a:ext uri="{FF2B5EF4-FFF2-40B4-BE49-F238E27FC236}">
                      <a16:creationId xmlns:a16="http://schemas.microsoft.com/office/drawing/2014/main" id="{7D34CEA7-B178-0588-A4C7-9FBFBF4CC3B8}"/>
                    </a:ext>
                  </a:extLst>
                </p14:cNvPr>
                <p14:cNvContentPartPr/>
                <p14:nvPr/>
              </p14:nvContentPartPr>
              <p14:xfrm>
                <a:off x="3189782" y="4943141"/>
                <a:ext cx="136800" cy="22680"/>
              </p14:xfrm>
            </p:contentPart>
          </mc:Choice>
          <mc:Fallback>
            <p:pic>
              <p:nvPicPr>
                <p:cNvPr id="430" name="Tinta 429">
                  <a:extLst>
                    <a:ext uri="{FF2B5EF4-FFF2-40B4-BE49-F238E27FC236}">
                      <a16:creationId xmlns:a16="http://schemas.microsoft.com/office/drawing/2014/main" id="{7D34CEA7-B178-0588-A4C7-9FBFBF4CC3B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171782" y="4925501"/>
                  <a:ext cx="1724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Agrupar 434">
            <a:extLst>
              <a:ext uri="{FF2B5EF4-FFF2-40B4-BE49-F238E27FC236}">
                <a16:creationId xmlns:a16="http://schemas.microsoft.com/office/drawing/2014/main" id="{B1EA1FC1-17C5-2432-1760-F74560A33FCB}"/>
              </a:ext>
            </a:extLst>
          </p:cNvPr>
          <p:cNvGrpSpPr/>
          <p:nvPr/>
        </p:nvGrpSpPr>
        <p:grpSpPr>
          <a:xfrm>
            <a:off x="3535022" y="4797701"/>
            <a:ext cx="361800" cy="245160"/>
            <a:chOff x="3535022" y="4797701"/>
            <a:chExt cx="3618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31" name="Tinta 430">
                  <a:extLst>
                    <a:ext uri="{FF2B5EF4-FFF2-40B4-BE49-F238E27FC236}">
                      <a16:creationId xmlns:a16="http://schemas.microsoft.com/office/drawing/2014/main" id="{DBDA2E4C-7D1E-A3B4-B6AF-36791417ED10}"/>
                    </a:ext>
                  </a:extLst>
                </p14:cNvPr>
                <p14:cNvContentPartPr/>
                <p14:nvPr/>
              </p14:nvContentPartPr>
              <p14:xfrm>
                <a:off x="3535022" y="4817861"/>
                <a:ext cx="98640" cy="202680"/>
              </p14:xfrm>
            </p:contentPart>
          </mc:Choice>
          <mc:Fallback>
            <p:pic>
              <p:nvPicPr>
                <p:cNvPr id="431" name="Tinta 430">
                  <a:extLst>
                    <a:ext uri="{FF2B5EF4-FFF2-40B4-BE49-F238E27FC236}">
                      <a16:creationId xmlns:a16="http://schemas.microsoft.com/office/drawing/2014/main" id="{DBDA2E4C-7D1E-A3B4-B6AF-36791417ED10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517022" y="4800221"/>
                  <a:ext cx="134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32" name="Tinta 431">
                  <a:extLst>
                    <a:ext uri="{FF2B5EF4-FFF2-40B4-BE49-F238E27FC236}">
                      <a16:creationId xmlns:a16="http://schemas.microsoft.com/office/drawing/2014/main" id="{E252A168-E9F7-908F-5103-82D70792BB48}"/>
                    </a:ext>
                  </a:extLst>
                </p14:cNvPr>
                <p14:cNvContentPartPr/>
                <p14:nvPr/>
              </p14:nvContentPartPr>
              <p14:xfrm>
                <a:off x="3702782" y="4797701"/>
                <a:ext cx="82440" cy="12600"/>
              </p14:xfrm>
            </p:contentPart>
          </mc:Choice>
          <mc:Fallback>
            <p:pic>
              <p:nvPicPr>
                <p:cNvPr id="432" name="Tinta 431">
                  <a:extLst>
                    <a:ext uri="{FF2B5EF4-FFF2-40B4-BE49-F238E27FC236}">
                      <a16:creationId xmlns:a16="http://schemas.microsoft.com/office/drawing/2014/main" id="{E252A168-E9F7-908F-5103-82D70792BB4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684782" y="4780061"/>
                  <a:ext cx="118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433" name="Tinta 432">
                  <a:extLst>
                    <a:ext uri="{FF2B5EF4-FFF2-40B4-BE49-F238E27FC236}">
                      <a16:creationId xmlns:a16="http://schemas.microsoft.com/office/drawing/2014/main" id="{DA55BE08-F8D5-1EA7-88D1-30E0979E2EC3}"/>
                    </a:ext>
                  </a:extLst>
                </p14:cNvPr>
                <p14:cNvContentPartPr/>
                <p14:nvPr/>
              </p14:nvContentPartPr>
              <p14:xfrm>
                <a:off x="3665342" y="4810301"/>
                <a:ext cx="155520" cy="232560"/>
              </p14:xfrm>
            </p:contentPart>
          </mc:Choice>
          <mc:Fallback>
            <p:pic>
              <p:nvPicPr>
                <p:cNvPr id="433" name="Tinta 432">
                  <a:extLst>
                    <a:ext uri="{FF2B5EF4-FFF2-40B4-BE49-F238E27FC236}">
                      <a16:creationId xmlns:a16="http://schemas.microsoft.com/office/drawing/2014/main" id="{DA55BE08-F8D5-1EA7-88D1-30E0979E2EC3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647702" y="4792301"/>
                  <a:ext cx="191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34" name="Tinta 433">
                  <a:extLst>
                    <a:ext uri="{FF2B5EF4-FFF2-40B4-BE49-F238E27FC236}">
                      <a16:creationId xmlns:a16="http://schemas.microsoft.com/office/drawing/2014/main" id="{FE315461-6809-F717-8CC7-30B9937B283C}"/>
                    </a:ext>
                  </a:extLst>
                </p14:cNvPr>
                <p14:cNvContentPartPr/>
                <p14:nvPr/>
              </p14:nvContentPartPr>
              <p14:xfrm>
                <a:off x="3896462" y="5015861"/>
                <a:ext cx="360" cy="360"/>
              </p14:xfrm>
            </p:contentPart>
          </mc:Choice>
          <mc:Fallback>
            <p:pic>
              <p:nvPicPr>
                <p:cNvPr id="434" name="Tinta 433">
                  <a:extLst>
                    <a:ext uri="{FF2B5EF4-FFF2-40B4-BE49-F238E27FC236}">
                      <a16:creationId xmlns:a16="http://schemas.microsoft.com/office/drawing/2014/main" id="{FE315461-6809-F717-8CC7-30B9937B283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78462" y="4997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Agrupar 441">
            <a:extLst>
              <a:ext uri="{FF2B5EF4-FFF2-40B4-BE49-F238E27FC236}">
                <a16:creationId xmlns:a16="http://schemas.microsoft.com/office/drawing/2014/main" id="{2D1DD37A-2411-9151-D960-654FC2999EEA}"/>
              </a:ext>
            </a:extLst>
          </p:cNvPr>
          <p:cNvGrpSpPr/>
          <p:nvPr/>
        </p:nvGrpSpPr>
        <p:grpSpPr>
          <a:xfrm>
            <a:off x="3990782" y="4633541"/>
            <a:ext cx="308160" cy="449640"/>
            <a:chOff x="3990782" y="4633541"/>
            <a:chExt cx="30816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37" name="Tinta 436">
                  <a:extLst>
                    <a:ext uri="{FF2B5EF4-FFF2-40B4-BE49-F238E27FC236}">
                      <a16:creationId xmlns:a16="http://schemas.microsoft.com/office/drawing/2014/main" id="{B8C81666-813D-6FBF-4982-7BB51BE4C90B}"/>
                    </a:ext>
                  </a:extLst>
                </p14:cNvPr>
                <p14:cNvContentPartPr/>
                <p14:nvPr/>
              </p14:nvContentPartPr>
              <p14:xfrm>
                <a:off x="4016702" y="4817861"/>
                <a:ext cx="109800" cy="163440"/>
              </p14:xfrm>
            </p:contentPart>
          </mc:Choice>
          <mc:Fallback>
            <p:pic>
              <p:nvPicPr>
                <p:cNvPr id="437" name="Tinta 436">
                  <a:extLst>
                    <a:ext uri="{FF2B5EF4-FFF2-40B4-BE49-F238E27FC236}">
                      <a16:creationId xmlns:a16="http://schemas.microsoft.com/office/drawing/2014/main" id="{B8C81666-813D-6FBF-4982-7BB51BE4C90B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999062" y="4800221"/>
                  <a:ext cx="145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38" name="Tinta 437">
                  <a:extLst>
                    <a:ext uri="{FF2B5EF4-FFF2-40B4-BE49-F238E27FC236}">
                      <a16:creationId xmlns:a16="http://schemas.microsoft.com/office/drawing/2014/main" id="{2849A50F-9EC9-E11D-F2FC-8CFA0DA14151}"/>
                    </a:ext>
                  </a:extLst>
                </p14:cNvPr>
                <p14:cNvContentPartPr/>
                <p14:nvPr/>
              </p14:nvContentPartPr>
              <p14:xfrm>
                <a:off x="3990782" y="4868261"/>
                <a:ext cx="220320" cy="123480"/>
              </p14:xfrm>
            </p:contentPart>
          </mc:Choice>
          <mc:Fallback>
            <p:pic>
              <p:nvPicPr>
                <p:cNvPr id="438" name="Tinta 437">
                  <a:extLst>
                    <a:ext uri="{FF2B5EF4-FFF2-40B4-BE49-F238E27FC236}">
                      <a16:creationId xmlns:a16="http://schemas.microsoft.com/office/drawing/2014/main" id="{2849A50F-9EC9-E11D-F2FC-8CFA0DA1415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972782" y="4850621"/>
                  <a:ext cx="255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39" name="Tinta 438">
                  <a:extLst>
                    <a:ext uri="{FF2B5EF4-FFF2-40B4-BE49-F238E27FC236}">
                      <a16:creationId xmlns:a16="http://schemas.microsoft.com/office/drawing/2014/main" id="{54429334-D1A5-D95E-E68D-2EC6419AE1A2}"/>
                    </a:ext>
                  </a:extLst>
                </p14:cNvPr>
                <p14:cNvContentPartPr/>
                <p14:nvPr/>
              </p14:nvContentPartPr>
              <p14:xfrm>
                <a:off x="4192022" y="4633541"/>
                <a:ext cx="92160" cy="154440"/>
              </p14:xfrm>
            </p:contentPart>
          </mc:Choice>
          <mc:Fallback>
            <p:pic>
              <p:nvPicPr>
                <p:cNvPr id="439" name="Tinta 438">
                  <a:extLst>
                    <a:ext uri="{FF2B5EF4-FFF2-40B4-BE49-F238E27FC236}">
                      <a16:creationId xmlns:a16="http://schemas.microsoft.com/office/drawing/2014/main" id="{54429334-D1A5-D95E-E68D-2EC6419AE1A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174022" y="4615901"/>
                  <a:ext cx="127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40" name="Tinta 439">
                  <a:extLst>
                    <a:ext uri="{FF2B5EF4-FFF2-40B4-BE49-F238E27FC236}">
                      <a16:creationId xmlns:a16="http://schemas.microsoft.com/office/drawing/2014/main" id="{5B105003-A5C7-9D3D-16FF-4A20C6082F66}"/>
                    </a:ext>
                  </a:extLst>
                </p14:cNvPr>
                <p14:cNvContentPartPr/>
                <p14:nvPr/>
              </p14:nvContentPartPr>
              <p14:xfrm>
                <a:off x="4024262" y="5081741"/>
                <a:ext cx="274680" cy="1440"/>
              </p14:xfrm>
            </p:contentPart>
          </mc:Choice>
          <mc:Fallback>
            <p:pic>
              <p:nvPicPr>
                <p:cNvPr id="440" name="Tinta 439">
                  <a:extLst>
                    <a:ext uri="{FF2B5EF4-FFF2-40B4-BE49-F238E27FC236}">
                      <a16:creationId xmlns:a16="http://schemas.microsoft.com/office/drawing/2014/main" id="{5B105003-A5C7-9D3D-16FF-4A20C6082F6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006622" y="5064101"/>
                  <a:ext cx="31032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8">
            <p14:nvContentPartPr>
              <p14:cNvPr id="441" name="Tinta 440">
                <a:extLst>
                  <a:ext uri="{FF2B5EF4-FFF2-40B4-BE49-F238E27FC236}">
                    <a16:creationId xmlns:a16="http://schemas.microsoft.com/office/drawing/2014/main" id="{A57D2A20-5EA8-D515-9CCD-A2CB2BE5E285}"/>
                  </a:ext>
                </a:extLst>
              </p14:cNvPr>
              <p14:cNvContentPartPr/>
              <p14:nvPr/>
            </p14:nvContentPartPr>
            <p14:xfrm>
              <a:off x="4131182" y="5204141"/>
              <a:ext cx="144720" cy="243360"/>
            </p14:xfrm>
          </p:contentPart>
        </mc:Choice>
        <mc:Fallback>
          <p:pic>
            <p:nvPicPr>
              <p:cNvPr id="441" name="Tinta 440">
                <a:extLst>
                  <a:ext uri="{FF2B5EF4-FFF2-40B4-BE49-F238E27FC236}">
                    <a16:creationId xmlns:a16="http://schemas.microsoft.com/office/drawing/2014/main" id="{A57D2A20-5EA8-D515-9CCD-A2CB2BE5E285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4113182" y="5186501"/>
                <a:ext cx="18036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7" name="Agrupar 446">
            <a:extLst>
              <a:ext uri="{FF2B5EF4-FFF2-40B4-BE49-F238E27FC236}">
                <a16:creationId xmlns:a16="http://schemas.microsoft.com/office/drawing/2014/main" id="{E4D07182-7616-FD4E-3752-F6E32743809B}"/>
              </a:ext>
            </a:extLst>
          </p:cNvPr>
          <p:cNvGrpSpPr/>
          <p:nvPr/>
        </p:nvGrpSpPr>
        <p:grpSpPr>
          <a:xfrm>
            <a:off x="4445102" y="4785461"/>
            <a:ext cx="544320" cy="273600"/>
            <a:chOff x="4445102" y="4785461"/>
            <a:chExt cx="54432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43" name="Tinta 442">
                  <a:extLst>
                    <a:ext uri="{FF2B5EF4-FFF2-40B4-BE49-F238E27FC236}">
                      <a16:creationId xmlns:a16="http://schemas.microsoft.com/office/drawing/2014/main" id="{054CA71D-E517-1C9C-E134-F24039A25303}"/>
                    </a:ext>
                  </a:extLst>
                </p14:cNvPr>
                <p14:cNvContentPartPr/>
                <p14:nvPr/>
              </p14:nvContentPartPr>
              <p14:xfrm>
                <a:off x="4519622" y="4836941"/>
                <a:ext cx="17640" cy="200520"/>
              </p14:xfrm>
            </p:contentPart>
          </mc:Choice>
          <mc:Fallback>
            <p:pic>
              <p:nvPicPr>
                <p:cNvPr id="443" name="Tinta 442">
                  <a:extLst>
                    <a:ext uri="{FF2B5EF4-FFF2-40B4-BE49-F238E27FC236}">
                      <a16:creationId xmlns:a16="http://schemas.microsoft.com/office/drawing/2014/main" id="{054CA71D-E517-1C9C-E134-F24039A25303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501982" y="4819301"/>
                  <a:ext cx="53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44" name="Tinta 443">
                  <a:extLst>
                    <a:ext uri="{FF2B5EF4-FFF2-40B4-BE49-F238E27FC236}">
                      <a16:creationId xmlns:a16="http://schemas.microsoft.com/office/drawing/2014/main" id="{87F25BB0-5EDA-6E8E-7000-0328D3C27257}"/>
                    </a:ext>
                  </a:extLst>
                </p14:cNvPr>
                <p14:cNvContentPartPr/>
                <p14:nvPr/>
              </p14:nvContentPartPr>
              <p14:xfrm>
                <a:off x="4445102" y="4927661"/>
                <a:ext cx="133200" cy="15840"/>
              </p14:xfrm>
            </p:contentPart>
          </mc:Choice>
          <mc:Fallback>
            <p:pic>
              <p:nvPicPr>
                <p:cNvPr id="444" name="Tinta 443">
                  <a:extLst>
                    <a:ext uri="{FF2B5EF4-FFF2-40B4-BE49-F238E27FC236}">
                      <a16:creationId xmlns:a16="http://schemas.microsoft.com/office/drawing/2014/main" id="{87F25BB0-5EDA-6E8E-7000-0328D3C2725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427462" y="4909661"/>
                  <a:ext cx="168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45" name="Tinta 444">
                  <a:extLst>
                    <a:ext uri="{FF2B5EF4-FFF2-40B4-BE49-F238E27FC236}">
                      <a16:creationId xmlns:a16="http://schemas.microsoft.com/office/drawing/2014/main" id="{E7E13668-1D9F-F428-A8AA-890835328B85}"/>
                    </a:ext>
                  </a:extLst>
                </p14:cNvPr>
                <p14:cNvContentPartPr/>
                <p14:nvPr/>
              </p14:nvContentPartPr>
              <p14:xfrm>
                <a:off x="4719782" y="4785461"/>
                <a:ext cx="171360" cy="273600"/>
              </p14:xfrm>
            </p:contentPart>
          </mc:Choice>
          <mc:Fallback>
            <p:pic>
              <p:nvPicPr>
                <p:cNvPr id="445" name="Tinta 444">
                  <a:extLst>
                    <a:ext uri="{FF2B5EF4-FFF2-40B4-BE49-F238E27FC236}">
                      <a16:creationId xmlns:a16="http://schemas.microsoft.com/office/drawing/2014/main" id="{E7E13668-1D9F-F428-A8AA-890835328B8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4702142" y="4767821"/>
                  <a:ext cx="2070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46" name="Tinta 445">
                  <a:extLst>
                    <a:ext uri="{FF2B5EF4-FFF2-40B4-BE49-F238E27FC236}">
                      <a16:creationId xmlns:a16="http://schemas.microsoft.com/office/drawing/2014/main" id="{EAA7AAA2-35BF-BD8E-A278-C9B591F2C210}"/>
                    </a:ext>
                  </a:extLst>
                </p14:cNvPr>
                <p14:cNvContentPartPr/>
                <p14:nvPr/>
              </p14:nvContentPartPr>
              <p14:xfrm>
                <a:off x="4989062" y="5025941"/>
                <a:ext cx="360" cy="360"/>
              </p14:xfrm>
            </p:contentPart>
          </mc:Choice>
          <mc:Fallback>
            <p:pic>
              <p:nvPicPr>
                <p:cNvPr id="446" name="Tinta 445">
                  <a:extLst>
                    <a:ext uri="{FF2B5EF4-FFF2-40B4-BE49-F238E27FC236}">
                      <a16:creationId xmlns:a16="http://schemas.microsoft.com/office/drawing/2014/main" id="{EAA7AAA2-35BF-BD8E-A278-C9B591F2C2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71422" y="50079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7">
            <p14:nvContentPartPr>
              <p14:cNvPr id="450" name="Tinta 449">
                <a:extLst>
                  <a:ext uri="{FF2B5EF4-FFF2-40B4-BE49-F238E27FC236}">
                    <a16:creationId xmlns:a16="http://schemas.microsoft.com/office/drawing/2014/main" id="{3998149A-2314-98E4-5FC0-BF246D77F121}"/>
                  </a:ext>
                </a:extLst>
              </p14:cNvPr>
              <p14:cNvContentPartPr/>
              <p14:nvPr/>
            </p14:nvContentPartPr>
            <p14:xfrm>
              <a:off x="5298302" y="4593221"/>
              <a:ext cx="139320" cy="189360"/>
            </p14:xfrm>
          </p:contentPart>
        </mc:Choice>
        <mc:Fallback>
          <p:pic>
            <p:nvPicPr>
              <p:cNvPr id="450" name="Tinta 449">
                <a:extLst>
                  <a:ext uri="{FF2B5EF4-FFF2-40B4-BE49-F238E27FC236}">
                    <a16:creationId xmlns:a16="http://schemas.microsoft.com/office/drawing/2014/main" id="{3998149A-2314-98E4-5FC0-BF246D77F121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5280662" y="4575581"/>
                <a:ext cx="17496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3" name="Agrupar 452">
            <a:extLst>
              <a:ext uri="{FF2B5EF4-FFF2-40B4-BE49-F238E27FC236}">
                <a16:creationId xmlns:a16="http://schemas.microsoft.com/office/drawing/2014/main" id="{F631CE3F-2705-4F83-2353-906F9E7BB7F0}"/>
              </a:ext>
            </a:extLst>
          </p:cNvPr>
          <p:cNvGrpSpPr/>
          <p:nvPr/>
        </p:nvGrpSpPr>
        <p:grpSpPr>
          <a:xfrm>
            <a:off x="5081222" y="4874381"/>
            <a:ext cx="359280" cy="224640"/>
            <a:chOff x="5081222" y="4874381"/>
            <a:chExt cx="3592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48" name="Tinta 447">
                  <a:extLst>
                    <a:ext uri="{FF2B5EF4-FFF2-40B4-BE49-F238E27FC236}">
                      <a16:creationId xmlns:a16="http://schemas.microsoft.com/office/drawing/2014/main" id="{D9D7FCA6-DBEF-546E-51BF-44A117B9BF58}"/>
                    </a:ext>
                  </a:extLst>
                </p14:cNvPr>
                <p14:cNvContentPartPr/>
                <p14:nvPr/>
              </p14:nvContentPartPr>
              <p14:xfrm>
                <a:off x="5118302" y="4874381"/>
                <a:ext cx="135360" cy="158400"/>
              </p14:xfrm>
            </p:contentPart>
          </mc:Choice>
          <mc:Fallback>
            <p:pic>
              <p:nvPicPr>
                <p:cNvPr id="448" name="Tinta 447">
                  <a:extLst>
                    <a:ext uri="{FF2B5EF4-FFF2-40B4-BE49-F238E27FC236}">
                      <a16:creationId xmlns:a16="http://schemas.microsoft.com/office/drawing/2014/main" id="{D9D7FCA6-DBEF-546E-51BF-44A117B9BF58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100662" y="4856741"/>
                  <a:ext cx="171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49" name="Tinta 448">
                  <a:extLst>
                    <a:ext uri="{FF2B5EF4-FFF2-40B4-BE49-F238E27FC236}">
                      <a16:creationId xmlns:a16="http://schemas.microsoft.com/office/drawing/2014/main" id="{59340586-9256-D903-C054-4CFB2CCDC056}"/>
                    </a:ext>
                  </a:extLst>
                </p14:cNvPr>
                <p14:cNvContentPartPr/>
                <p14:nvPr/>
              </p14:nvContentPartPr>
              <p14:xfrm>
                <a:off x="5106062" y="4920821"/>
                <a:ext cx="226440" cy="106560"/>
              </p14:xfrm>
            </p:contentPart>
          </mc:Choice>
          <mc:Fallback>
            <p:pic>
              <p:nvPicPr>
                <p:cNvPr id="449" name="Tinta 448">
                  <a:extLst>
                    <a:ext uri="{FF2B5EF4-FFF2-40B4-BE49-F238E27FC236}">
                      <a16:creationId xmlns:a16="http://schemas.microsoft.com/office/drawing/2014/main" id="{59340586-9256-D903-C054-4CFB2CCDC05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5088062" y="4902821"/>
                  <a:ext cx="262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51" name="Tinta 450">
                  <a:extLst>
                    <a:ext uri="{FF2B5EF4-FFF2-40B4-BE49-F238E27FC236}">
                      <a16:creationId xmlns:a16="http://schemas.microsoft.com/office/drawing/2014/main" id="{2B95EFF6-02A6-70CD-34F9-EC3BDBAAC796}"/>
                    </a:ext>
                  </a:extLst>
                </p14:cNvPr>
                <p14:cNvContentPartPr/>
                <p14:nvPr/>
              </p14:nvContentPartPr>
              <p14:xfrm>
                <a:off x="5081222" y="5078501"/>
                <a:ext cx="359280" cy="20520"/>
              </p14:xfrm>
            </p:contentPart>
          </mc:Choice>
          <mc:Fallback>
            <p:pic>
              <p:nvPicPr>
                <p:cNvPr id="451" name="Tinta 450">
                  <a:extLst>
                    <a:ext uri="{FF2B5EF4-FFF2-40B4-BE49-F238E27FC236}">
                      <a16:creationId xmlns:a16="http://schemas.microsoft.com/office/drawing/2014/main" id="{2B95EFF6-02A6-70CD-34F9-EC3BDBAAC796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5063222" y="5060501"/>
                  <a:ext cx="39492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5">
            <p14:nvContentPartPr>
              <p14:cNvPr id="452" name="Tinta 451">
                <a:extLst>
                  <a:ext uri="{FF2B5EF4-FFF2-40B4-BE49-F238E27FC236}">
                    <a16:creationId xmlns:a16="http://schemas.microsoft.com/office/drawing/2014/main" id="{0C0D215F-4DAF-D992-C144-73192C1064EB}"/>
                  </a:ext>
                </a:extLst>
              </p14:cNvPr>
              <p14:cNvContentPartPr/>
              <p14:nvPr/>
            </p14:nvContentPartPr>
            <p14:xfrm>
              <a:off x="5174462" y="5238341"/>
              <a:ext cx="216360" cy="240480"/>
            </p14:xfrm>
          </p:contentPart>
        </mc:Choice>
        <mc:Fallback>
          <p:pic>
            <p:nvPicPr>
              <p:cNvPr id="452" name="Tinta 451">
                <a:extLst>
                  <a:ext uri="{FF2B5EF4-FFF2-40B4-BE49-F238E27FC236}">
                    <a16:creationId xmlns:a16="http://schemas.microsoft.com/office/drawing/2014/main" id="{0C0D215F-4DAF-D992-C144-73192C1064EB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5156462" y="5220341"/>
                <a:ext cx="252000" cy="27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0" name="Agrupar 459">
            <a:extLst>
              <a:ext uri="{FF2B5EF4-FFF2-40B4-BE49-F238E27FC236}">
                <a16:creationId xmlns:a16="http://schemas.microsoft.com/office/drawing/2014/main" id="{658FDB3C-D8FB-848D-57C0-46EABD41CCB1}"/>
              </a:ext>
            </a:extLst>
          </p:cNvPr>
          <p:cNvGrpSpPr/>
          <p:nvPr/>
        </p:nvGrpSpPr>
        <p:grpSpPr>
          <a:xfrm>
            <a:off x="5571542" y="4891661"/>
            <a:ext cx="174240" cy="182520"/>
            <a:chOff x="5571542" y="4891661"/>
            <a:chExt cx="17424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54" name="Tinta 453">
                  <a:extLst>
                    <a:ext uri="{FF2B5EF4-FFF2-40B4-BE49-F238E27FC236}">
                      <a16:creationId xmlns:a16="http://schemas.microsoft.com/office/drawing/2014/main" id="{5F393FC7-7D6A-2C48-D004-F32A04EBD605}"/>
                    </a:ext>
                  </a:extLst>
                </p14:cNvPr>
                <p14:cNvContentPartPr/>
                <p14:nvPr/>
              </p14:nvContentPartPr>
              <p14:xfrm>
                <a:off x="5659742" y="4891661"/>
                <a:ext cx="7920" cy="182520"/>
              </p14:xfrm>
            </p:contentPart>
          </mc:Choice>
          <mc:Fallback>
            <p:pic>
              <p:nvPicPr>
                <p:cNvPr id="454" name="Tinta 453">
                  <a:extLst>
                    <a:ext uri="{FF2B5EF4-FFF2-40B4-BE49-F238E27FC236}">
                      <a16:creationId xmlns:a16="http://schemas.microsoft.com/office/drawing/2014/main" id="{5F393FC7-7D6A-2C48-D004-F32A04EBD605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5642102" y="4874021"/>
                  <a:ext cx="43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55" name="Tinta 454">
                  <a:extLst>
                    <a:ext uri="{FF2B5EF4-FFF2-40B4-BE49-F238E27FC236}">
                      <a16:creationId xmlns:a16="http://schemas.microsoft.com/office/drawing/2014/main" id="{4F0BD067-138F-2FBE-BF77-34F3BD6FCA1E}"/>
                    </a:ext>
                  </a:extLst>
                </p14:cNvPr>
                <p14:cNvContentPartPr/>
                <p14:nvPr/>
              </p14:nvContentPartPr>
              <p14:xfrm>
                <a:off x="5571542" y="4967621"/>
                <a:ext cx="174240" cy="19440"/>
              </p14:xfrm>
            </p:contentPart>
          </mc:Choice>
          <mc:Fallback>
            <p:pic>
              <p:nvPicPr>
                <p:cNvPr id="455" name="Tinta 454">
                  <a:extLst>
                    <a:ext uri="{FF2B5EF4-FFF2-40B4-BE49-F238E27FC236}">
                      <a16:creationId xmlns:a16="http://schemas.microsoft.com/office/drawing/2014/main" id="{4F0BD067-138F-2FBE-BF77-34F3BD6FCA1E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5553902" y="4949981"/>
                  <a:ext cx="2098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9" name="Agrupar 458">
            <a:extLst>
              <a:ext uri="{FF2B5EF4-FFF2-40B4-BE49-F238E27FC236}">
                <a16:creationId xmlns:a16="http://schemas.microsoft.com/office/drawing/2014/main" id="{A860FBB7-0A27-132E-659E-908E141C9222}"/>
              </a:ext>
            </a:extLst>
          </p:cNvPr>
          <p:cNvGrpSpPr/>
          <p:nvPr/>
        </p:nvGrpSpPr>
        <p:grpSpPr>
          <a:xfrm>
            <a:off x="5939102" y="4823261"/>
            <a:ext cx="242640" cy="263520"/>
            <a:chOff x="5939102" y="4823261"/>
            <a:chExt cx="24264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56" name="Tinta 455">
                  <a:extLst>
                    <a:ext uri="{FF2B5EF4-FFF2-40B4-BE49-F238E27FC236}">
                      <a16:creationId xmlns:a16="http://schemas.microsoft.com/office/drawing/2014/main" id="{56DE05BA-72EE-FF01-8BD3-CF4FAD72403C}"/>
                    </a:ext>
                  </a:extLst>
                </p14:cNvPr>
                <p14:cNvContentPartPr/>
                <p14:nvPr/>
              </p14:nvContentPartPr>
              <p14:xfrm>
                <a:off x="5939102" y="4823261"/>
                <a:ext cx="131040" cy="263520"/>
              </p14:xfrm>
            </p:contentPart>
          </mc:Choice>
          <mc:Fallback>
            <p:pic>
              <p:nvPicPr>
                <p:cNvPr id="456" name="Tinta 455">
                  <a:extLst>
                    <a:ext uri="{FF2B5EF4-FFF2-40B4-BE49-F238E27FC236}">
                      <a16:creationId xmlns:a16="http://schemas.microsoft.com/office/drawing/2014/main" id="{56DE05BA-72EE-FF01-8BD3-CF4FAD72403C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5921102" y="4805261"/>
                  <a:ext cx="166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57" name="Tinta 456">
                  <a:extLst>
                    <a:ext uri="{FF2B5EF4-FFF2-40B4-BE49-F238E27FC236}">
                      <a16:creationId xmlns:a16="http://schemas.microsoft.com/office/drawing/2014/main" id="{1498469C-139C-0650-10C3-17643605B664}"/>
                    </a:ext>
                  </a:extLst>
                </p14:cNvPr>
                <p14:cNvContentPartPr/>
                <p14:nvPr/>
              </p14:nvContentPartPr>
              <p14:xfrm>
                <a:off x="5971502" y="4978781"/>
                <a:ext cx="125640" cy="2520"/>
              </p14:xfrm>
            </p:contentPart>
          </mc:Choice>
          <mc:Fallback>
            <p:pic>
              <p:nvPicPr>
                <p:cNvPr id="457" name="Tinta 456">
                  <a:extLst>
                    <a:ext uri="{FF2B5EF4-FFF2-40B4-BE49-F238E27FC236}">
                      <a16:creationId xmlns:a16="http://schemas.microsoft.com/office/drawing/2014/main" id="{1498469C-139C-0650-10C3-17643605B664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953862" y="4961141"/>
                  <a:ext cx="161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58" name="Tinta 457">
                  <a:extLst>
                    <a:ext uri="{FF2B5EF4-FFF2-40B4-BE49-F238E27FC236}">
                      <a16:creationId xmlns:a16="http://schemas.microsoft.com/office/drawing/2014/main" id="{98477F08-5634-4AF7-56B3-CCEFD78EB5DA}"/>
                    </a:ext>
                  </a:extLst>
                </p14:cNvPr>
                <p14:cNvContentPartPr/>
                <p14:nvPr/>
              </p14:nvContentPartPr>
              <p14:xfrm>
                <a:off x="6181382" y="5039261"/>
                <a:ext cx="360" cy="360"/>
              </p14:xfrm>
            </p:contentPart>
          </mc:Choice>
          <mc:Fallback>
            <p:pic>
              <p:nvPicPr>
                <p:cNvPr id="458" name="Tinta 457">
                  <a:extLst>
                    <a:ext uri="{FF2B5EF4-FFF2-40B4-BE49-F238E27FC236}">
                      <a16:creationId xmlns:a16="http://schemas.microsoft.com/office/drawing/2014/main" id="{98477F08-5634-4AF7-56B3-CCEFD78EB5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63742" y="50216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6">
            <p14:nvContentPartPr>
              <p14:cNvPr id="464" name="Tinta 463">
                <a:extLst>
                  <a:ext uri="{FF2B5EF4-FFF2-40B4-BE49-F238E27FC236}">
                    <a16:creationId xmlns:a16="http://schemas.microsoft.com/office/drawing/2014/main" id="{B764E8D5-B315-2D2F-80AD-F28C0AF34422}"/>
                  </a:ext>
                </a:extLst>
              </p14:cNvPr>
              <p14:cNvContentPartPr/>
              <p14:nvPr/>
            </p14:nvContentPartPr>
            <p14:xfrm>
              <a:off x="6493862" y="4644701"/>
              <a:ext cx="93960" cy="117000"/>
            </p14:xfrm>
          </p:contentPart>
        </mc:Choice>
        <mc:Fallback>
          <p:pic>
            <p:nvPicPr>
              <p:cNvPr id="464" name="Tinta 463">
                <a:extLst>
                  <a:ext uri="{FF2B5EF4-FFF2-40B4-BE49-F238E27FC236}">
                    <a16:creationId xmlns:a16="http://schemas.microsoft.com/office/drawing/2014/main" id="{B764E8D5-B315-2D2F-80AD-F28C0AF34422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6476222" y="4627061"/>
                <a:ext cx="12960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7" name="Agrupar 466">
            <a:extLst>
              <a:ext uri="{FF2B5EF4-FFF2-40B4-BE49-F238E27FC236}">
                <a16:creationId xmlns:a16="http://schemas.microsoft.com/office/drawing/2014/main" id="{6C87CF92-7073-17C0-4260-1EF035C46A23}"/>
              </a:ext>
            </a:extLst>
          </p:cNvPr>
          <p:cNvGrpSpPr/>
          <p:nvPr/>
        </p:nvGrpSpPr>
        <p:grpSpPr>
          <a:xfrm>
            <a:off x="6288302" y="4852781"/>
            <a:ext cx="261000" cy="284040"/>
            <a:chOff x="6288302" y="4852781"/>
            <a:chExt cx="26100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61" name="Tinta 460">
                  <a:extLst>
                    <a:ext uri="{FF2B5EF4-FFF2-40B4-BE49-F238E27FC236}">
                      <a16:creationId xmlns:a16="http://schemas.microsoft.com/office/drawing/2014/main" id="{B5E0A6E4-6CA9-E726-EBB2-5076692FEB2E}"/>
                    </a:ext>
                  </a:extLst>
                </p14:cNvPr>
                <p14:cNvContentPartPr/>
                <p14:nvPr/>
              </p14:nvContentPartPr>
              <p14:xfrm>
                <a:off x="6335462" y="4852781"/>
                <a:ext cx="130680" cy="201600"/>
              </p14:xfrm>
            </p:contentPart>
          </mc:Choice>
          <mc:Fallback>
            <p:pic>
              <p:nvPicPr>
                <p:cNvPr id="461" name="Tinta 460">
                  <a:extLst>
                    <a:ext uri="{FF2B5EF4-FFF2-40B4-BE49-F238E27FC236}">
                      <a16:creationId xmlns:a16="http://schemas.microsoft.com/office/drawing/2014/main" id="{B5E0A6E4-6CA9-E726-EBB2-5076692FEB2E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317462" y="4834781"/>
                  <a:ext cx="166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62" name="Tinta 461">
                  <a:extLst>
                    <a:ext uri="{FF2B5EF4-FFF2-40B4-BE49-F238E27FC236}">
                      <a16:creationId xmlns:a16="http://schemas.microsoft.com/office/drawing/2014/main" id="{34172F64-16AF-2DE8-2D23-46921354EC95}"/>
                    </a:ext>
                  </a:extLst>
                </p14:cNvPr>
                <p14:cNvContentPartPr/>
                <p14:nvPr/>
              </p14:nvContentPartPr>
              <p14:xfrm>
                <a:off x="6319262" y="4903901"/>
                <a:ext cx="176760" cy="105480"/>
              </p14:xfrm>
            </p:contentPart>
          </mc:Choice>
          <mc:Fallback>
            <p:pic>
              <p:nvPicPr>
                <p:cNvPr id="462" name="Tinta 461">
                  <a:extLst>
                    <a:ext uri="{FF2B5EF4-FFF2-40B4-BE49-F238E27FC236}">
                      <a16:creationId xmlns:a16="http://schemas.microsoft.com/office/drawing/2014/main" id="{34172F64-16AF-2DE8-2D23-46921354EC95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301622" y="4886261"/>
                  <a:ext cx="212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65" name="Tinta 464">
                  <a:extLst>
                    <a:ext uri="{FF2B5EF4-FFF2-40B4-BE49-F238E27FC236}">
                      <a16:creationId xmlns:a16="http://schemas.microsoft.com/office/drawing/2014/main" id="{70646FBE-7473-C1BA-302A-2F91B3FA97B6}"/>
                    </a:ext>
                  </a:extLst>
                </p14:cNvPr>
                <p14:cNvContentPartPr/>
                <p14:nvPr/>
              </p14:nvContentPartPr>
              <p14:xfrm>
                <a:off x="6288302" y="5134301"/>
                <a:ext cx="261000" cy="2520"/>
              </p14:xfrm>
            </p:contentPart>
          </mc:Choice>
          <mc:Fallback>
            <p:pic>
              <p:nvPicPr>
                <p:cNvPr id="465" name="Tinta 464">
                  <a:extLst>
                    <a:ext uri="{FF2B5EF4-FFF2-40B4-BE49-F238E27FC236}">
                      <a16:creationId xmlns:a16="http://schemas.microsoft.com/office/drawing/2014/main" id="{70646FBE-7473-C1BA-302A-2F91B3FA97B6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270302" y="5116301"/>
                  <a:ext cx="29664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4">
            <p14:nvContentPartPr>
              <p14:cNvPr id="466" name="Tinta 465">
                <a:extLst>
                  <a:ext uri="{FF2B5EF4-FFF2-40B4-BE49-F238E27FC236}">
                    <a16:creationId xmlns:a16="http://schemas.microsoft.com/office/drawing/2014/main" id="{984CB55F-69C2-77A8-279E-C182F449ECFC}"/>
                  </a:ext>
                </a:extLst>
              </p14:cNvPr>
              <p14:cNvContentPartPr/>
              <p14:nvPr/>
            </p14:nvContentPartPr>
            <p14:xfrm>
              <a:off x="6406742" y="5274341"/>
              <a:ext cx="112680" cy="207000"/>
            </p14:xfrm>
          </p:contentPart>
        </mc:Choice>
        <mc:Fallback>
          <p:pic>
            <p:nvPicPr>
              <p:cNvPr id="466" name="Tinta 465">
                <a:extLst>
                  <a:ext uri="{FF2B5EF4-FFF2-40B4-BE49-F238E27FC236}">
                    <a16:creationId xmlns:a16="http://schemas.microsoft.com/office/drawing/2014/main" id="{984CB55F-69C2-77A8-279E-C182F449ECFC}"/>
                  </a:ext>
                </a:extLst>
              </p:cNvPr>
              <p:cNvPicPr/>
              <p:nvPr/>
            </p:nvPicPr>
            <p:blipFill>
              <a:blip r:embed="rId635"/>
              <a:stretch>
                <a:fillRect/>
              </a:stretch>
            </p:blipFill>
            <p:spPr>
              <a:xfrm>
                <a:off x="6389102" y="5256341"/>
                <a:ext cx="14832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4" name="Agrupar 473">
            <a:extLst>
              <a:ext uri="{FF2B5EF4-FFF2-40B4-BE49-F238E27FC236}">
                <a16:creationId xmlns:a16="http://schemas.microsoft.com/office/drawing/2014/main" id="{5FB669C4-388E-3238-7C42-758108DBE545}"/>
              </a:ext>
            </a:extLst>
          </p:cNvPr>
          <p:cNvGrpSpPr/>
          <p:nvPr/>
        </p:nvGrpSpPr>
        <p:grpSpPr>
          <a:xfrm>
            <a:off x="6762782" y="4914701"/>
            <a:ext cx="111960" cy="195120"/>
            <a:chOff x="6762782" y="4914701"/>
            <a:chExt cx="11196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68" name="Tinta 467">
                  <a:extLst>
                    <a:ext uri="{FF2B5EF4-FFF2-40B4-BE49-F238E27FC236}">
                      <a16:creationId xmlns:a16="http://schemas.microsoft.com/office/drawing/2014/main" id="{FC41B985-0B3D-4B4C-20CE-5ED57D3EEB50}"/>
                    </a:ext>
                  </a:extLst>
                </p14:cNvPr>
                <p14:cNvContentPartPr/>
                <p14:nvPr/>
              </p14:nvContentPartPr>
              <p14:xfrm>
                <a:off x="6800582" y="4914701"/>
                <a:ext cx="18360" cy="195120"/>
              </p14:xfrm>
            </p:contentPart>
          </mc:Choice>
          <mc:Fallback>
            <p:pic>
              <p:nvPicPr>
                <p:cNvPr id="468" name="Tinta 467">
                  <a:extLst>
                    <a:ext uri="{FF2B5EF4-FFF2-40B4-BE49-F238E27FC236}">
                      <a16:creationId xmlns:a16="http://schemas.microsoft.com/office/drawing/2014/main" id="{FC41B985-0B3D-4B4C-20CE-5ED57D3EEB5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782942" y="4897061"/>
                  <a:ext cx="54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69" name="Tinta 468">
                  <a:extLst>
                    <a:ext uri="{FF2B5EF4-FFF2-40B4-BE49-F238E27FC236}">
                      <a16:creationId xmlns:a16="http://schemas.microsoft.com/office/drawing/2014/main" id="{A3DE7967-4925-836D-503E-CF5FE25D4C68}"/>
                    </a:ext>
                  </a:extLst>
                </p14:cNvPr>
                <p14:cNvContentPartPr/>
                <p14:nvPr/>
              </p14:nvContentPartPr>
              <p14:xfrm>
                <a:off x="6762782" y="5018021"/>
                <a:ext cx="111960" cy="14760"/>
              </p14:xfrm>
            </p:contentPart>
          </mc:Choice>
          <mc:Fallback>
            <p:pic>
              <p:nvPicPr>
                <p:cNvPr id="469" name="Tinta 468">
                  <a:extLst>
                    <a:ext uri="{FF2B5EF4-FFF2-40B4-BE49-F238E27FC236}">
                      <a16:creationId xmlns:a16="http://schemas.microsoft.com/office/drawing/2014/main" id="{A3DE7967-4925-836D-503E-CF5FE25D4C68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744782" y="5000381"/>
                  <a:ext cx="14760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0">
            <p14:nvContentPartPr>
              <p14:cNvPr id="470" name="Tinta 469">
                <a:extLst>
                  <a:ext uri="{FF2B5EF4-FFF2-40B4-BE49-F238E27FC236}">
                    <a16:creationId xmlns:a16="http://schemas.microsoft.com/office/drawing/2014/main" id="{6907D16B-8C98-00FD-58CC-C9CA31C2F21B}"/>
                  </a:ext>
                </a:extLst>
              </p14:cNvPr>
              <p14:cNvContentPartPr/>
              <p14:nvPr/>
            </p14:nvContentPartPr>
            <p14:xfrm>
              <a:off x="7084622" y="4888781"/>
              <a:ext cx="224640" cy="181800"/>
            </p14:xfrm>
          </p:contentPart>
        </mc:Choice>
        <mc:Fallback>
          <p:pic>
            <p:nvPicPr>
              <p:cNvPr id="470" name="Tinta 469">
                <a:extLst>
                  <a:ext uri="{FF2B5EF4-FFF2-40B4-BE49-F238E27FC236}">
                    <a16:creationId xmlns:a16="http://schemas.microsoft.com/office/drawing/2014/main" id="{6907D16B-8C98-00FD-58CC-C9CA31C2F21B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7066982" y="4871141"/>
                <a:ext cx="26028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3" name="Agrupar 472">
            <a:extLst>
              <a:ext uri="{FF2B5EF4-FFF2-40B4-BE49-F238E27FC236}">
                <a16:creationId xmlns:a16="http://schemas.microsoft.com/office/drawing/2014/main" id="{D5ED5AA1-B40C-A0B8-10F5-D158323A30C8}"/>
              </a:ext>
            </a:extLst>
          </p:cNvPr>
          <p:cNvGrpSpPr/>
          <p:nvPr/>
        </p:nvGrpSpPr>
        <p:grpSpPr>
          <a:xfrm>
            <a:off x="7609502" y="4919741"/>
            <a:ext cx="175320" cy="111240"/>
            <a:chOff x="7609502" y="4919741"/>
            <a:chExt cx="175320" cy="1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71" name="Tinta 470">
                  <a:extLst>
                    <a:ext uri="{FF2B5EF4-FFF2-40B4-BE49-F238E27FC236}">
                      <a16:creationId xmlns:a16="http://schemas.microsoft.com/office/drawing/2014/main" id="{9F43FBB1-58DC-DEB9-4292-D65C05395695}"/>
                    </a:ext>
                  </a:extLst>
                </p14:cNvPr>
                <p14:cNvContentPartPr/>
                <p14:nvPr/>
              </p14:nvContentPartPr>
              <p14:xfrm>
                <a:off x="7609502" y="5013701"/>
                <a:ext cx="175320" cy="17280"/>
              </p14:xfrm>
            </p:contentPart>
          </mc:Choice>
          <mc:Fallback>
            <p:pic>
              <p:nvPicPr>
                <p:cNvPr id="471" name="Tinta 470">
                  <a:extLst>
                    <a:ext uri="{FF2B5EF4-FFF2-40B4-BE49-F238E27FC236}">
                      <a16:creationId xmlns:a16="http://schemas.microsoft.com/office/drawing/2014/main" id="{9F43FBB1-58DC-DEB9-4292-D65C05395695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591862" y="4995701"/>
                  <a:ext cx="210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72" name="Tinta 471">
                  <a:extLst>
                    <a:ext uri="{FF2B5EF4-FFF2-40B4-BE49-F238E27FC236}">
                      <a16:creationId xmlns:a16="http://schemas.microsoft.com/office/drawing/2014/main" id="{2327269F-3349-6691-4A56-89D7041364A0}"/>
                    </a:ext>
                  </a:extLst>
                </p14:cNvPr>
                <p14:cNvContentPartPr/>
                <p14:nvPr/>
              </p14:nvContentPartPr>
              <p14:xfrm>
                <a:off x="7620662" y="4919741"/>
                <a:ext cx="156960" cy="24840"/>
              </p14:xfrm>
            </p:contentPart>
          </mc:Choice>
          <mc:Fallback>
            <p:pic>
              <p:nvPicPr>
                <p:cNvPr id="472" name="Tinta 471">
                  <a:extLst>
                    <a:ext uri="{FF2B5EF4-FFF2-40B4-BE49-F238E27FC236}">
                      <a16:creationId xmlns:a16="http://schemas.microsoft.com/office/drawing/2014/main" id="{2327269F-3349-6691-4A56-89D7041364A0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7603022" y="4901741"/>
                  <a:ext cx="1926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1" name="Agrupar 480">
            <a:extLst>
              <a:ext uri="{FF2B5EF4-FFF2-40B4-BE49-F238E27FC236}">
                <a16:creationId xmlns:a16="http://schemas.microsoft.com/office/drawing/2014/main" id="{3E2D9DA5-E1A2-E5C3-4CF0-3111744A5BCE}"/>
              </a:ext>
            </a:extLst>
          </p:cNvPr>
          <p:cNvGrpSpPr/>
          <p:nvPr/>
        </p:nvGrpSpPr>
        <p:grpSpPr>
          <a:xfrm>
            <a:off x="862382" y="4432661"/>
            <a:ext cx="812520" cy="1070640"/>
            <a:chOff x="862382" y="4432661"/>
            <a:chExt cx="812520" cy="10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77" name="Tinta 476">
                  <a:extLst>
                    <a:ext uri="{FF2B5EF4-FFF2-40B4-BE49-F238E27FC236}">
                      <a16:creationId xmlns:a16="http://schemas.microsoft.com/office/drawing/2014/main" id="{35041F50-BEC4-0C32-4DEE-9F97D16080DB}"/>
                    </a:ext>
                  </a:extLst>
                </p14:cNvPr>
                <p14:cNvContentPartPr/>
                <p14:nvPr/>
              </p14:nvContentPartPr>
              <p14:xfrm>
                <a:off x="862382" y="4633541"/>
                <a:ext cx="448560" cy="513360"/>
              </p14:xfrm>
            </p:contentPart>
          </mc:Choice>
          <mc:Fallback>
            <p:pic>
              <p:nvPicPr>
                <p:cNvPr id="477" name="Tinta 476">
                  <a:extLst>
                    <a:ext uri="{FF2B5EF4-FFF2-40B4-BE49-F238E27FC236}">
                      <a16:creationId xmlns:a16="http://schemas.microsoft.com/office/drawing/2014/main" id="{35041F50-BEC4-0C32-4DEE-9F97D16080DB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844742" y="4615901"/>
                  <a:ext cx="4842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78" name="Tinta 477">
                  <a:extLst>
                    <a:ext uri="{FF2B5EF4-FFF2-40B4-BE49-F238E27FC236}">
                      <a16:creationId xmlns:a16="http://schemas.microsoft.com/office/drawing/2014/main" id="{306EC513-BC0E-09D0-B3F4-BA7E29AA530C}"/>
                    </a:ext>
                  </a:extLst>
                </p14:cNvPr>
                <p14:cNvContentPartPr/>
                <p14:nvPr/>
              </p14:nvContentPartPr>
              <p14:xfrm>
                <a:off x="1360262" y="5137541"/>
                <a:ext cx="314640" cy="365760"/>
              </p14:xfrm>
            </p:contentPart>
          </mc:Choice>
          <mc:Fallback>
            <p:pic>
              <p:nvPicPr>
                <p:cNvPr id="478" name="Tinta 477">
                  <a:extLst>
                    <a:ext uri="{FF2B5EF4-FFF2-40B4-BE49-F238E27FC236}">
                      <a16:creationId xmlns:a16="http://schemas.microsoft.com/office/drawing/2014/main" id="{306EC513-BC0E-09D0-B3F4-BA7E29AA530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342622" y="5119901"/>
                  <a:ext cx="3502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80" name="Tinta 479">
                  <a:extLst>
                    <a:ext uri="{FF2B5EF4-FFF2-40B4-BE49-F238E27FC236}">
                      <a16:creationId xmlns:a16="http://schemas.microsoft.com/office/drawing/2014/main" id="{07B32854-5CC1-8BA2-830D-31D93C18D455}"/>
                    </a:ext>
                  </a:extLst>
                </p14:cNvPr>
                <p14:cNvContentPartPr/>
                <p14:nvPr/>
              </p14:nvContentPartPr>
              <p14:xfrm>
                <a:off x="963542" y="4432661"/>
                <a:ext cx="172440" cy="159120"/>
              </p14:xfrm>
            </p:contentPart>
          </mc:Choice>
          <mc:Fallback>
            <p:pic>
              <p:nvPicPr>
                <p:cNvPr id="480" name="Tinta 479">
                  <a:extLst>
                    <a:ext uri="{FF2B5EF4-FFF2-40B4-BE49-F238E27FC236}">
                      <a16:creationId xmlns:a16="http://schemas.microsoft.com/office/drawing/2014/main" id="{07B32854-5CC1-8BA2-830D-31D93C18D455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45542" y="4414661"/>
                  <a:ext cx="2080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1" name="Agrupar 490">
            <a:extLst>
              <a:ext uri="{FF2B5EF4-FFF2-40B4-BE49-F238E27FC236}">
                <a16:creationId xmlns:a16="http://schemas.microsoft.com/office/drawing/2014/main" id="{3E480C7B-D305-CB9E-35FF-739FEE8172C7}"/>
              </a:ext>
            </a:extLst>
          </p:cNvPr>
          <p:cNvGrpSpPr/>
          <p:nvPr/>
        </p:nvGrpSpPr>
        <p:grpSpPr>
          <a:xfrm>
            <a:off x="2145422" y="4521941"/>
            <a:ext cx="871920" cy="1005120"/>
            <a:chOff x="2145422" y="4521941"/>
            <a:chExt cx="871920" cy="10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82" name="Tinta 481">
                  <a:extLst>
                    <a:ext uri="{FF2B5EF4-FFF2-40B4-BE49-F238E27FC236}">
                      <a16:creationId xmlns:a16="http://schemas.microsoft.com/office/drawing/2014/main" id="{036A8157-7302-0B2B-6FB7-DC31AC504130}"/>
                    </a:ext>
                  </a:extLst>
                </p14:cNvPr>
                <p14:cNvContentPartPr/>
                <p14:nvPr/>
              </p14:nvContentPartPr>
              <p14:xfrm>
                <a:off x="2145422" y="4732901"/>
                <a:ext cx="411480" cy="485280"/>
              </p14:xfrm>
            </p:contentPart>
          </mc:Choice>
          <mc:Fallback>
            <p:pic>
              <p:nvPicPr>
                <p:cNvPr id="482" name="Tinta 481">
                  <a:extLst>
                    <a:ext uri="{FF2B5EF4-FFF2-40B4-BE49-F238E27FC236}">
                      <a16:creationId xmlns:a16="http://schemas.microsoft.com/office/drawing/2014/main" id="{036A8157-7302-0B2B-6FB7-DC31AC504130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127422" y="4715261"/>
                  <a:ext cx="4471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83" name="Tinta 482">
                  <a:extLst>
                    <a:ext uri="{FF2B5EF4-FFF2-40B4-BE49-F238E27FC236}">
                      <a16:creationId xmlns:a16="http://schemas.microsoft.com/office/drawing/2014/main" id="{FDCC66A3-EA0E-1EF5-E94A-7602AB205AF1}"/>
                    </a:ext>
                  </a:extLst>
                </p14:cNvPr>
                <p14:cNvContentPartPr/>
                <p14:nvPr/>
              </p14:nvContentPartPr>
              <p14:xfrm>
                <a:off x="2717822" y="5200541"/>
                <a:ext cx="299520" cy="326520"/>
              </p14:xfrm>
            </p:contentPart>
          </mc:Choice>
          <mc:Fallback>
            <p:pic>
              <p:nvPicPr>
                <p:cNvPr id="483" name="Tinta 482">
                  <a:extLst>
                    <a:ext uri="{FF2B5EF4-FFF2-40B4-BE49-F238E27FC236}">
                      <a16:creationId xmlns:a16="http://schemas.microsoft.com/office/drawing/2014/main" id="{FDCC66A3-EA0E-1EF5-E94A-7602AB205AF1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699822" y="5182901"/>
                  <a:ext cx="3351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84" name="Tinta 483">
                  <a:extLst>
                    <a:ext uri="{FF2B5EF4-FFF2-40B4-BE49-F238E27FC236}">
                      <a16:creationId xmlns:a16="http://schemas.microsoft.com/office/drawing/2014/main" id="{81C32725-7D6D-0F2B-D451-8A493D99835D}"/>
                    </a:ext>
                  </a:extLst>
                </p14:cNvPr>
                <p14:cNvContentPartPr/>
                <p14:nvPr/>
              </p14:nvContentPartPr>
              <p14:xfrm>
                <a:off x="2372582" y="4521941"/>
                <a:ext cx="131040" cy="141120"/>
              </p14:xfrm>
            </p:contentPart>
          </mc:Choice>
          <mc:Fallback>
            <p:pic>
              <p:nvPicPr>
                <p:cNvPr id="484" name="Tinta 483">
                  <a:extLst>
                    <a:ext uri="{FF2B5EF4-FFF2-40B4-BE49-F238E27FC236}">
                      <a16:creationId xmlns:a16="http://schemas.microsoft.com/office/drawing/2014/main" id="{81C32725-7D6D-0F2B-D451-8A493D99835D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354582" y="4504301"/>
                  <a:ext cx="16668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0" name="Agrupar 489">
            <a:extLst>
              <a:ext uri="{FF2B5EF4-FFF2-40B4-BE49-F238E27FC236}">
                <a16:creationId xmlns:a16="http://schemas.microsoft.com/office/drawing/2014/main" id="{BE36C650-F928-43A8-1F09-DC5CC9795E2E}"/>
              </a:ext>
            </a:extLst>
          </p:cNvPr>
          <p:cNvGrpSpPr/>
          <p:nvPr/>
        </p:nvGrpSpPr>
        <p:grpSpPr>
          <a:xfrm>
            <a:off x="3544742" y="4542101"/>
            <a:ext cx="789120" cy="954720"/>
            <a:chOff x="3544742" y="4542101"/>
            <a:chExt cx="789120" cy="9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85" name="Tinta 484">
                  <a:extLst>
                    <a:ext uri="{FF2B5EF4-FFF2-40B4-BE49-F238E27FC236}">
                      <a16:creationId xmlns:a16="http://schemas.microsoft.com/office/drawing/2014/main" id="{746873C6-CAFE-F1A8-E675-9C665E9BE9D5}"/>
                    </a:ext>
                  </a:extLst>
                </p14:cNvPr>
                <p14:cNvContentPartPr/>
                <p14:nvPr/>
              </p14:nvContentPartPr>
              <p14:xfrm>
                <a:off x="3544742" y="4763141"/>
                <a:ext cx="338040" cy="376920"/>
              </p14:xfrm>
            </p:contentPart>
          </mc:Choice>
          <mc:Fallback>
            <p:pic>
              <p:nvPicPr>
                <p:cNvPr id="485" name="Tinta 484">
                  <a:extLst>
                    <a:ext uri="{FF2B5EF4-FFF2-40B4-BE49-F238E27FC236}">
                      <a16:creationId xmlns:a16="http://schemas.microsoft.com/office/drawing/2014/main" id="{746873C6-CAFE-F1A8-E675-9C665E9BE9D5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527102" y="4745501"/>
                  <a:ext cx="3736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86" name="Tinta 485">
                  <a:extLst>
                    <a:ext uri="{FF2B5EF4-FFF2-40B4-BE49-F238E27FC236}">
                      <a16:creationId xmlns:a16="http://schemas.microsoft.com/office/drawing/2014/main" id="{873EB40F-4ABF-0B4A-1941-4EE2D7FD7CEC}"/>
                    </a:ext>
                  </a:extLst>
                </p14:cNvPr>
                <p14:cNvContentPartPr/>
                <p14:nvPr/>
              </p14:nvContentPartPr>
              <p14:xfrm>
                <a:off x="3994382" y="5169941"/>
                <a:ext cx="339480" cy="326880"/>
              </p14:xfrm>
            </p:contentPart>
          </mc:Choice>
          <mc:Fallback>
            <p:pic>
              <p:nvPicPr>
                <p:cNvPr id="486" name="Tinta 485">
                  <a:extLst>
                    <a:ext uri="{FF2B5EF4-FFF2-40B4-BE49-F238E27FC236}">
                      <a16:creationId xmlns:a16="http://schemas.microsoft.com/office/drawing/2014/main" id="{873EB40F-4ABF-0B4A-1941-4EE2D7FD7CEC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976742" y="5152301"/>
                  <a:ext cx="3751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87" name="Tinta 486">
                  <a:extLst>
                    <a:ext uri="{FF2B5EF4-FFF2-40B4-BE49-F238E27FC236}">
                      <a16:creationId xmlns:a16="http://schemas.microsoft.com/office/drawing/2014/main" id="{F0D2C67A-8E0C-5BA1-3FD5-1CC81C9EF859}"/>
                    </a:ext>
                  </a:extLst>
                </p14:cNvPr>
                <p14:cNvContentPartPr/>
                <p14:nvPr/>
              </p14:nvContentPartPr>
              <p14:xfrm>
                <a:off x="3672902" y="4542101"/>
                <a:ext cx="53640" cy="3600"/>
              </p14:xfrm>
            </p:contentPart>
          </mc:Choice>
          <mc:Fallback>
            <p:pic>
              <p:nvPicPr>
                <p:cNvPr id="487" name="Tinta 486">
                  <a:extLst>
                    <a:ext uri="{FF2B5EF4-FFF2-40B4-BE49-F238E27FC236}">
                      <a16:creationId xmlns:a16="http://schemas.microsoft.com/office/drawing/2014/main" id="{F0D2C67A-8E0C-5BA1-3FD5-1CC81C9EF85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654902" y="4524101"/>
                  <a:ext cx="89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88" name="Tinta 487">
                  <a:extLst>
                    <a:ext uri="{FF2B5EF4-FFF2-40B4-BE49-F238E27FC236}">
                      <a16:creationId xmlns:a16="http://schemas.microsoft.com/office/drawing/2014/main" id="{0BE3A0D7-44D7-AF93-D957-0B877004C5AC}"/>
                    </a:ext>
                  </a:extLst>
                </p14:cNvPr>
                <p14:cNvContentPartPr/>
                <p14:nvPr/>
              </p14:nvContentPartPr>
              <p14:xfrm>
                <a:off x="3629342" y="4545341"/>
                <a:ext cx="88560" cy="195840"/>
              </p14:xfrm>
            </p:contentPart>
          </mc:Choice>
          <mc:Fallback>
            <p:pic>
              <p:nvPicPr>
                <p:cNvPr id="488" name="Tinta 487">
                  <a:extLst>
                    <a:ext uri="{FF2B5EF4-FFF2-40B4-BE49-F238E27FC236}">
                      <a16:creationId xmlns:a16="http://schemas.microsoft.com/office/drawing/2014/main" id="{0BE3A0D7-44D7-AF93-D957-0B877004C5AC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611702" y="4527341"/>
                  <a:ext cx="12420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Agrupar 493">
            <a:extLst>
              <a:ext uri="{FF2B5EF4-FFF2-40B4-BE49-F238E27FC236}">
                <a16:creationId xmlns:a16="http://schemas.microsoft.com/office/drawing/2014/main" id="{12FA0AA8-9A19-CDBB-86B9-8BE88C681A5E}"/>
              </a:ext>
            </a:extLst>
          </p:cNvPr>
          <p:cNvGrpSpPr/>
          <p:nvPr/>
        </p:nvGrpSpPr>
        <p:grpSpPr>
          <a:xfrm>
            <a:off x="4610342" y="4500701"/>
            <a:ext cx="804960" cy="990720"/>
            <a:chOff x="4610342" y="4500701"/>
            <a:chExt cx="804960" cy="9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89" name="Tinta 488">
                  <a:extLst>
                    <a:ext uri="{FF2B5EF4-FFF2-40B4-BE49-F238E27FC236}">
                      <a16:creationId xmlns:a16="http://schemas.microsoft.com/office/drawing/2014/main" id="{9AF1A91B-E74C-62A6-DA94-A704283E0545}"/>
                    </a:ext>
                  </a:extLst>
                </p14:cNvPr>
                <p14:cNvContentPartPr/>
                <p14:nvPr/>
              </p14:nvContentPartPr>
              <p14:xfrm>
                <a:off x="4610342" y="4707341"/>
                <a:ext cx="310320" cy="399600"/>
              </p14:xfrm>
            </p:contentPart>
          </mc:Choice>
          <mc:Fallback>
            <p:pic>
              <p:nvPicPr>
                <p:cNvPr id="489" name="Tinta 488">
                  <a:extLst>
                    <a:ext uri="{FF2B5EF4-FFF2-40B4-BE49-F238E27FC236}">
                      <a16:creationId xmlns:a16="http://schemas.microsoft.com/office/drawing/2014/main" id="{9AF1A91B-E74C-62A6-DA94-A704283E0545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592702" y="4689341"/>
                  <a:ext cx="3459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92" name="Tinta 491">
                  <a:extLst>
                    <a:ext uri="{FF2B5EF4-FFF2-40B4-BE49-F238E27FC236}">
                      <a16:creationId xmlns:a16="http://schemas.microsoft.com/office/drawing/2014/main" id="{AE684547-B4FF-4AB7-5308-2AF7C7AE2DB6}"/>
                    </a:ext>
                  </a:extLst>
                </p14:cNvPr>
                <p14:cNvContentPartPr/>
                <p14:nvPr/>
              </p14:nvContentPartPr>
              <p14:xfrm>
                <a:off x="5013902" y="5078501"/>
                <a:ext cx="401400" cy="412920"/>
              </p14:xfrm>
            </p:contentPart>
          </mc:Choice>
          <mc:Fallback>
            <p:pic>
              <p:nvPicPr>
                <p:cNvPr id="492" name="Tinta 491">
                  <a:extLst>
                    <a:ext uri="{FF2B5EF4-FFF2-40B4-BE49-F238E27FC236}">
                      <a16:creationId xmlns:a16="http://schemas.microsoft.com/office/drawing/2014/main" id="{AE684547-B4FF-4AB7-5308-2AF7C7AE2DB6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996262" y="5060501"/>
                  <a:ext cx="437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93" name="Tinta 492">
                  <a:extLst>
                    <a:ext uri="{FF2B5EF4-FFF2-40B4-BE49-F238E27FC236}">
                      <a16:creationId xmlns:a16="http://schemas.microsoft.com/office/drawing/2014/main" id="{33E1EA8A-6333-9E48-E175-0CB9CE6117A2}"/>
                    </a:ext>
                  </a:extLst>
                </p14:cNvPr>
                <p14:cNvContentPartPr/>
                <p14:nvPr/>
              </p14:nvContentPartPr>
              <p14:xfrm>
                <a:off x="4724462" y="4500701"/>
                <a:ext cx="92160" cy="174600"/>
              </p14:xfrm>
            </p:contentPart>
          </mc:Choice>
          <mc:Fallback>
            <p:pic>
              <p:nvPicPr>
                <p:cNvPr id="493" name="Tinta 492">
                  <a:extLst>
                    <a:ext uri="{FF2B5EF4-FFF2-40B4-BE49-F238E27FC236}">
                      <a16:creationId xmlns:a16="http://schemas.microsoft.com/office/drawing/2014/main" id="{33E1EA8A-6333-9E48-E175-0CB9CE6117A2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06822" y="4482701"/>
                  <a:ext cx="1278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8" name="Agrupar 537">
            <a:extLst>
              <a:ext uri="{FF2B5EF4-FFF2-40B4-BE49-F238E27FC236}">
                <a16:creationId xmlns:a16="http://schemas.microsoft.com/office/drawing/2014/main" id="{B4AD8163-251D-697A-5F1F-1273DAFF2874}"/>
              </a:ext>
            </a:extLst>
          </p:cNvPr>
          <p:cNvGrpSpPr/>
          <p:nvPr/>
        </p:nvGrpSpPr>
        <p:grpSpPr>
          <a:xfrm>
            <a:off x="883982" y="5713181"/>
            <a:ext cx="961200" cy="451080"/>
            <a:chOff x="883982" y="5713181"/>
            <a:chExt cx="96120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98" name="Tinta 497">
                  <a:extLst>
                    <a:ext uri="{FF2B5EF4-FFF2-40B4-BE49-F238E27FC236}">
                      <a16:creationId xmlns:a16="http://schemas.microsoft.com/office/drawing/2014/main" id="{3702D75D-6C10-B7D2-071F-2C802292F58D}"/>
                    </a:ext>
                  </a:extLst>
                </p14:cNvPr>
                <p14:cNvContentPartPr/>
                <p14:nvPr/>
              </p14:nvContentPartPr>
              <p14:xfrm>
                <a:off x="883982" y="5889941"/>
                <a:ext cx="373680" cy="266400"/>
              </p14:xfrm>
            </p:contentPart>
          </mc:Choice>
          <mc:Fallback>
            <p:pic>
              <p:nvPicPr>
                <p:cNvPr id="498" name="Tinta 497">
                  <a:extLst>
                    <a:ext uri="{FF2B5EF4-FFF2-40B4-BE49-F238E27FC236}">
                      <a16:creationId xmlns:a16="http://schemas.microsoft.com/office/drawing/2014/main" id="{3702D75D-6C10-B7D2-071F-2C802292F58D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866342" y="5871941"/>
                  <a:ext cx="409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99" name="Tinta 498">
                  <a:extLst>
                    <a:ext uri="{FF2B5EF4-FFF2-40B4-BE49-F238E27FC236}">
                      <a16:creationId xmlns:a16="http://schemas.microsoft.com/office/drawing/2014/main" id="{BE653A03-A07B-05B5-DE1C-65C6BE6640D9}"/>
                    </a:ext>
                  </a:extLst>
                </p14:cNvPr>
                <p14:cNvContentPartPr/>
                <p14:nvPr/>
              </p14:nvContentPartPr>
              <p14:xfrm>
                <a:off x="1128062" y="5977061"/>
                <a:ext cx="164160" cy="122040"/>
              </p14:xfrm>
            </p:contentPart>
          </mc:Choice>
          <mc:Fallback>
            <p:pic>
              <p:nvPicPr>
                <p:cNvPr id="499" name="Tinta 498">
                  <a:extLst>
                    <a:ext uri="{FF2B5EF4-FFF2-40B4-BE49-F238E27FC236}">
                      <a16:creationId xmlns:a16="http://schemas.microsoft.com/office/drawing/2014/main" id="{BE653A03-A07B-05B5-DE1C-65C6BE6640D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0422" y="5959061"/>
                  <a:ext cx="199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500" name="Tinta 499">
                  <a:extLst>
                    <a:ext uri="{FF2B5EF4-FFF2-40B4-BE49-F238E27FC236}">
                      <a16:creationId xmlns:a16="http://schemas.microsoft.com/office/drawing/2014/main" id="{CAC6E894-F7AF-3023-43ED-08BE3819C073}"/>
                    </a:ext>
                  </a:extLst>
                </p14:cNvPr>
                <p14:cNvContentPartPr/>
                <p14:nvPr/>
              </p14:nvContentPartPr>
              <p14:xfrm>
                <a:off x="1377902" y="5713181"/>
                <a:ext cx="75960" cy="8280"/>
              </p14:xfrm>
            </p:contentPart>
          </mc:Choice>
          <mc:Fallback>
            <p:pic>
              <p:nvPicPr>
                <p:cNvPr id="500" name="Tinta 499">
                  <a:extLst>
                    <a:ext uri="{FF2B5EF4-FFF2-40B4-BE49-F238E27FC236}">
                      <a16:creationId xmlns:a16="http://schemas.microsoft.com/office/drawing/2014/main" id="{CAC6E894-F7AF-3023-43ED-08BE3819C073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359902" y="5695541"/>
                  <a:ext cx="111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501" name="Tinta 500">
                  <a:extLst>
                    <a:ext uri="{FF2B5EF4-FFF2-40B4-BE49-F238E27FC236}">
                      <a16:creationId xmlns:a16="http://schemas.microsoft.com/office/drawing/2014/main" id="{1737555F-E153-57BF-AB20-AA0E23547B54}"/>
                    </a:ext>
                  </a:extLst>
                </p14:cNvPr>
                <p14:cNvContentPartPr/>
                <p14:nvPr/>
              </p14:nvContentPartPr>
              <p14:xfrm>
                <a:off x="1325702" y="5721101"/>
                <a:ext cx="101520" cy="178200"/>
              </p14:xfrm>
            </p:contentPart>
          </mc:Choice>
          <mc:Fallback>
            <p:pic>
              <p:nvPicPr>
                <p:cNvPr id="501" name="Tinta 500">
                  <a:extLst>
                    <a:ext uri="{FF2B5EF4-FFF2-40B4-BE49-F238E27FC236}">
                      <a16:creationId xmlns:a16="http://schemas.microsoft.com/office/drawing/2014/main" id="{1737555F-E153-57BF-AB20-AA0E23547B54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307702" y="5703101"/>
                  <a:ext cx="137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502" name="Tinta 501">
                  <a:extLst>
                    <a:ext uri="{FF2B5EF4-FFF2-40B4-BE49-F238E27FC236}">
                      <a16:creationId xmlns:a16="http://schemas.microsoft.com/office/drawing/2014/main" id="{B68D2540-8DB1-6F07-377D-06733EFDDD06}"/>
                    </a:ext>
                  </a:extLst>
                </p14:cNvPr>
                <p14:cNvContentPartPr/>
                <p14:nvPr/>
              </p14:nvContentPartPr>
              <p14:xfrm>
                <a:off x="1689662" y="5964821"/>
                <a:ext cx="19080" cy="199440"/>
              </p14:xfrm>
            </p:contentPart>
          </mc:Choice>
          <mc:Fallback>
            <p:pic>
              <p:nvPicPr>
                <p:cNvPr id="502" name="Tinta 501">
                  <a:extLst>
                    <a:ext uri="{FF2B5EF4-FFF2-40B4-BE49-F238E27FC236}">
                      <a16:creationId xmlns:a16="http://schemas.microsoft.com/office/drawing/2014/main" id="{B68D2540-8DB1-6F07-377D-06733EFDDD0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671662" y="5946821"/>
                  <a:ext cx="54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503" name="Tinta 502">
                  <a:extLst>
                    <a:ext uri="{FF2B5EF4-FFF2-40B4-BE49-F238E27FC236}">
                      <a16:creationId xmlns:a16="http://schemas.microsoft.com/office/drawing/2014/main" id="{71865C4D-2C17-0682-0795-3B3465E5D09C}"/>
                    </a:ext>
                  </a:extLst>
                </p14:cNvPr>
                <p14:cNvContentPartPr/>
                <p14:nvPr/>
              </p14:nvContentPartPr>
              <p14:xfrm>
                <a:off x="1636022" y="6049781"/>
                <a:ext cx="209160" cy="27360"/>
              </p14:xfrm>
            </p:contentPart>
          </mc:Choice>
          <mc:Fallback>
            <p:pic>
              <p:nvPicPr>
                <p:cNvPr id="503" name="Tinta 502">
                  <a:extLst>
                    <a:ext uri="{FF2B5EF4-FFF2-40B4-BE49-F238E27FC236}">
                      <a16:creationId xmlns:a16="http://schemas.microsoft.com/office/drawing/2014/main" id="{71865C4D-2C17-0682-0795-3B3465E5D09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618382" y="6031781"/>
                  <a:ext cx="2448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6" name="Agrupar 535">
            <a:extLst>
              <a:ext uri="{FF2B5EF4-FFF2-40B4-BE49-F238E27FC236}">
                <a16:creationId xmlns:a16="http://schemas.microsoft.com/office/drawing/2014/main" id="{08E4D259-117E-EE73-7D42-EEA8857D6B91}"/>
              </a:ext>
            </a:extLst>
          </p:cNvPr>
          <p:cNvGrpSpPr/>
          <p:nvPr/>
        </p:nvGrpSpPr>
        <p:grpSpPr>
          <a:xfrm>
            <a:off x="2087102" y="5723261"/>
            <a:ext cx="531720" cy="451080"/>
            <a:chOff x="2087102" y="5723261"/>
            <a:chExt cx="53172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504" name="Tinta 503">
                  <a:extLst>
                    <a:ext uri="{FF2B5EF4-FFF2-40B4-BE49-F238E27FC236}">
                      <a16:creationId xmlns:a16="http://schemas.microsoft.com/office/drawing/2014/main" id="{AA36B0D3-F82B-D17A-5C22-8712FBD10E0F}"/>
                    </a:ext>
                  </a:extLst>
                </p14:cNvPr>
                <p14:cNvContentPartPr/>
                <p14:nvPr/>
              </p14:nvContentPartPr>
              <p14:xfrm>
                <a:off x="2087102" y="5927741"/>
                <a:ext cx="171360" cy="246600"/>
              </p14:xfrm>
            </p:contentPart>
          </mc:Choice>
          <mc:Fallback>
            <p:pic>
              <p:nvPicPr>
                <p:cNvPr id="504" name="Tinta 503">
                  <a:extLst>
                    <a:ext uri="{FF2B5EF4-FFF2-40B4-BE49-F238E27FC236}">
                      <a16:creationId xmlns:a16="http://schemas.microsoft.com/office/drawing/2014/main" id="{AA36B0D3-F82B-D17A-5C22-8712FBD10E0F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069102" y="5910101"/>
                  <a:ext cx="2070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505" name="Tinta 504">
                  <a:extLst>
                    <a:ext uri="{FF2B5EF4-FFF2-40B4-BE49-F238E27FC236}">
                      <a16:creationId xmlns:a16="http://schemas.microsoft.com/office/drawing/2014/main" id="{DA2D697A-9174-6BE8-0FBD-A1232CCB0359}"/>
                    </a:ext>
                  </a:extLst>
                </p14:cNvPr>
                <p14:cNvContentPartPr/>
                <p14:nvPr/>
              </p14:nvContentPartPr>
              <p14:xfrm>
                <a:off x="2342702" y="5989301"/>
                <a:ext cx="130680" cy="152280"/>
              </p14:xfrm>
            </p:contentPart>
          </mc:Choice>
          <mc:Fallback>
            <p:pic>
              <p:nvPicPr>
                <p:cNvPr id="505" name="Tinta 504">
                  <a:extLst>
                    <a:ext uri="{FF2B5EF4-FFF2-40B4-BE49-F238E27FC236}">
                      <a16:creationId xmlns:a16="http://schemas.microsoft.com/office/drawing/2014/main" id="{DA2D697A-9174-6BE8-0FBD-A1232CCB0359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2325062" y="5971301"/>
                  <a:ext cx="166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506" name="Tinta 505">
                  <a:extLst>
                    <a:ext uri="{FF2B5EF4-FFF2-40B4-BE49-F238E27FC236}">
                      <a16:creationId xmlns:a16="http://schemas.microsoft.com/office/drawing/2014/main" id="{489294D5-C499-B108-D9EB-EEBB54D2114B}"/>
                    </a:ext>
                  </a:extLst>
                </p14:cNvPr>
                <p14:cNvContentPartPr/>
                <p14:nvPr/>
              </p14:nvContentPartPr>
              <p14:xfrm>
                <a:off x="2308142" y="5992541"/>
                <a:ext cx="180360" cy="131040"/>
              </p14:xfrm>
            </p:contentPart>
          </mc:Choice>
          <mc:Fallback>
            <p:pic>
              <p:nvPicPr>
                <p:cNvPr id="506" name="Tinta 505">
                  <a:extLst>
                    <a:ext uri="{FF2B5EF4-FFF2-40B4-BE49-F238E27FC236}">
                      <a16:creationId xmlns:a16="http://schemas.microsoft.com/office/drawing/2014/main" id="{489294D5-C499-B108-D9EB-EEBB54D2114B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2290142" y="5974901"/>
                  <a:ext cx="216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507" name="Tinta 506">
                  <a:extLst>
                    <a:ext uri="{FF2B5EF4-FFF2-40B4-BE49-F238E27FC236}">
                      <a16:creationId xmlns:a16="http://schemas.microsoft.com/office/drawing/2014/main" id="{6A892FE6-7456-7970-591E-28A57553D497}"/>
                    </a:ext>
                  </a:extLst>
                </p14:cNvPr>
                <p14:cNvContentPartPr/>
                <p14:nvPr/>
              </p14:nvContentPartPr>
              <p14:xfrm>
                <a:off x="2478062" y="5723261"/>
                <a:ext cx="140760" cy="246240"/>
              </p14:xfrm>
            </p:contentPart>
          </mc:Choice>
          <mc:Fallback>
            <p:pic>
              <p:nvPicPr>
                <p:cNvPr id="507" name="Tinta 506">
                  <a:extLst>
                    <a:ext uri="{FF2B5EF4-FFF2-40B4-BE49-F238E27FC236}">
                      <a16:creationId xmlns:a16="http://schemas.microsoft.com/office/drawing/2014/main" id="{6A892FE6-7456-7970-591E-28A57553D49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460062" y="5705621"/>
                  <a:ext cx="17640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5" name="Agrupar 534">
            <a:extLst>
              <a:ext uri="{FF2B5EF4-FFF2-40B4-BE49-F238E27FC236}">
                <a16:creationId xmlns:a16="http://schemas.microsoft.com/office/drawing/2014/main" id="{F42EF14E-BF49-6F70-1452-CF35281A4AE8}"/>
              </a:ext>
            </a:extLst>
          </p:cNvPr>
          <p:cNvGrpSpPr/>
          <p:nvPr/>
        </p:nvGrpSpPr>
        <p:grpSpPr>
          <a:xfrm>
            <a:off x="2848142" y="5989301"/>
            <a:ext cx="186480" cy="184680"/>
            <a:chOff x="2848142" y="5989301"/>
            <a:chExt cx="18648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508" name="Tinta 507">
                  <a:extLst>
                    <a:ext uri="{FF2B5EF4-FFF2-40B4-BE49-F238E27FC236}">
                      <a16:creationId xmlns:a16="http://schemas.microsoft.com/office/drawing/2014/main" id="{0791AE5C-603E-6AE5-86BD-1D42634E73D8}"/>
                    </a:ext>
                  </a:extLst>
                </p14:cNvPr>
                <p14:cNvContentPartPr/>
                <p14:nvPr/>
              </p14:nvContentPartPr>
              <p14:xfrm>
                <a:off x="2905382" y="5989301"/>
                <a:ext cx="39960" cy="184680"/>
              </p14:xfrm>
            </p:contentPart>
          </mc:Choice>
          <mc:Fallback>
            <p:pic>
              <p:nvPicPr>
                <p:cNvPr id="508" name="Tinta 507">
                  <a:extLst>
                    <a:ext uri="{FF2B5EF4-FFF2-40B4-BE49-F238E27FC236}">
                      <a16:creationId xmlns:a16="http://schemas.microsoft.com/office/drawing/2014/main" id="{0791AE5C-603E-6AE5-86BD-1D42634E73D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2887382" y="5971301"/>
                  <a:ext cx="75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509" name="Tinta 508">
                  <a:extLst>
                    <a:ext uri="{FF2B5EF4-FFF2-40B4-BE49-F238E27FC236}">
                      <a16:creationId xmlns:a16="http://schemas.microsoft.com/office/drawing/2014/main" id="{8900ED0D-C7C0-D383-9382-C23C633DE4D8}"/>
                    </a:ext>
                  </a:extLst>
                </p14:cNvPr>
                <p14:cNvContentPartPr/>
                <p14:nvPr/>
              </p14:nvContentPartPr>
              <p14:xfrm>
                <a:off x="2848142" y="6078581"/>
                <a:ext cx="186480" cy="15840"/>
              </p14:xfrm>
            </p:contentPart>
          </mc:Choice>
          <mc:Fallback>
            <p:pic>
              <p:nvPicPr>
                <p:cNvPr id="509" name="Tinta 508">
                  <a:extLst>
                    <a:ext uri="{FF2B5EF4-FFF2-40B4-BE49-F238E27FC236}">
                      <a16:creationId xmlns:a16="http://schemas.microsoft.com/office/drawing/2014/main" id="{8900ED0D-C7C0-D383-9382-C23C633DE4D8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2830502" y="6060941"/>
                  <a:ext cx="22212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Agrupar 533">
            <a:extLst>
              <a:ext uri="{FF2B5EF4-FFF2-40B4-BE49-F238E27FC236}">
                <a16:creationId xmlns:a16="http://schemas.microsoft.com/office/drawing/2014/main" id="{6F25C3AB-9C44-A409-39CE-79B3F0C16359}"/>
              </a:ext>
            </a:extLst>
          </p:cNvPr>
          <p:cNvGrpSpPr/>
          <p:nvPr/>
        </p:nvGrpSpPr>
        <p:grpSpPr>
          <a:xfrm>
            <a:off x="3358622" y="5775821"/>
            <a:ext cx="525960" cy="437400"/>
            <a:chOff x="3358622" y="5775821"/>
            <a:chExt cx="52596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510" name="Tinta 509">
                  <a:extLst>
                    <a:ext uri="{FF2B5EF4-FFF2-40B4-BE49-F238E27FC236}">
                      <a16:creationId xmlns:a16="http://schemas.microsoft.com/office/drawing/2014/main" id="{214EC006-D892-BB5B-B90C-9B34EC8ECEC0}"/>
                    </a:ext>
                  </a:extLst>
                </p14:cNvPr>
                <p14:cNvContentPartPr/>
                <p14:nvPr/>
              </p14:nvContentPartPr>
              <p14:xfrm>
                <a:off x="3387062" y="5905421"/>
                <a:ext cx="139320" cy="1440"/>
              </p14:xfrm>
            </p:contentPart>
          </mc:Choice>
          <mc:Fallback>
            <p:pic>
              <p:nvPicPr>
                <p:cNvPr id="510" name="Tinta 509">
                  <a:extLst>
                    <a:ext uri="{FF2B5EF4-FFF2-40B4-BE49-F238E27FC236}">
                      <a16:creationId xmlns:a16="http://schemas.microsoft.com/office/drawing/2014/main" id="{214EC006-D892-BB5B-B90C-9B34EC8ECEC0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369422" y="5887781"/>
                  <a:ext cx="174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511" name="Tinta 510">
                  <a:extLst>
                    <a:ext uri="{FF2B5EF4-FFF2-40B4-BE49-F238E27FC236}">
                      <a16:creationId xmlns:a16="http://schemas.microsoft.com/office/drawing/2014/main" id="{9854CE61-1BB7-01A1-F628-F0971578E258}"/>
                    </a:ext>
                  </a:extLst>
                </p14:cNvPr>
                <p14:cNvContentPartPr/>
                <p14:nvPr/>
              </p14:nvContentPartPr>
              <p14:xfrm>
                <a:off x="3358622" y="5934581"/>
                <a:ext cx="146880" cy="278640"/>
              </p14:xfrm>
            </p:contentPart>
          </mc:Choice>
          <mc:Fallback>
            <p:pic>
              <p:nvPicPr>
                <p:cNvPr id="511" name="Tinta 510">
                  <a:extLst>
                    <a:ext uri="{FF2B5EF4-FFF2-40B4-BE49-F238E27FC236}">
                      <a16:creationId xmlns:a16="http://schemas.microsoft.com/office/drawing/2014/main" id="{9854CE61-1BB7-01A1-F628-F0971578E258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340622" y="5916581"/>
                  <a:ext cx="1825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512" name="Tinta 511">
                  <a:extLst>
                    <a:ext uri="{FF2B5EF4-FFF2-40B4-BE49-F238E27FC236}">
                      <a16:creationId xmlns:a16="http://schemas.microsoft.com/office/drawing/2014/main" id="{D37312E1-144D-D1C0-8329-1E915891A0A5}"/>
                    </a:ext>
                  </a:extLst>
                </p14:cNvPr>
                <p14:cNvContentPartPr/>
                <p14:nvPr/>
              </p14:nvContentPartPr>
              <p14:xfrm>
                <a:off x="3618182" y="6001541"/>
                <a:ext cx="150480" cy="182520"/>
              </p14:xfrm>
            </p:contentPart>
          </mc:Choice>
          <mc:Fallback>
            <p:pic>
              <p:nvPicPr>
                <p:cNvPr id="512" name="Tinta 511">
                  <a:extLst>
                    <a:ext uri="{FF2B5EF4-FFF2-40B4-BE49-F238E27FC236}">
                      <a16:creationId xmlns:a16="http://schemas.microsoft.com/office/drawing/2014/main" id="{D37312E1-144D-D1C0-8329-1E915891A0A5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600182" y="5983901"/>
                  <a:ext cx="186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513" name="Tinta 512">
                  <a:extLst>
                    <a:ext uri="{FF2B5EF4-FFF2-40B4-BE49-F238E27FC236}">
                      <a16:creationId xmlns:a16="http://schemas.microsoft.com/office/drawing/2014/main" id="{B37C1FD6-8DE9-1D65-580D-49DC71AF3F7D}"/>
                    </a:ext>
                  </a:extLst>
                </p14:cNvPr>
                <p14:cNvContentPartPr/>
                <p14:nvPr/>
              </p14:nvContentPartPr>
              <p14:xfrm>
                <a:off x="3631862" y="6036101"/>
                <a:ext cx="145800" cy="133200"/>
              </p14:xfrm>
            </p:contentPart>
          </mc:Choice>
          <mc:Fallback>
            <p:pic>
              <p:nvPicPr>
                <p:cNvPr id="513" name="Tinta 512">
                  <a:extLst>
                    <a:ext uri="{FF2B5EF4-FFF2-40B4-BE49-F238E27FC236}">
                      <a16:creationId xmlns:a16="http://schemas.microsoft.com/office/drawing/2014/main" id="{B37C1FD6-8DE9-1D65-580D-49DC71AF3F7D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613862" y="6018461"/>
                  <a:ext cx="181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514" name="Tinta 513">
                  <a:extLst>
                    <a:ext uri="{FF2B5EF4-FFF2-40B4-BE49-F238E27FC236}">
                      <a16:creationId xmlns:a16="http://schemas.microsoft.com/office/drawing/2014/main" id="{D2A2542B-4F14-0C55-73B7-B27783DBAD0C}"/>
                    </a:ext>
                  </a:extLst>
                </p14:cNvPr>
                <p14:cNvContentPartPr/>
                <p14:nvPr/>
              </p14:nvContentPartPr>
              <p14:xfrm>
                <a:off x="3763622" y="5775821"/>
                <a:ext cx="120960" cy="164520"/>
              </p14:xfrm>
            </p:contentPart>
          </mc:Choice>
          <mc:Fallback>
            <p:pic>
              <p:nvPicPr>
                <p:cNvPr id="514" name="Tinta 513">
                  <a:extLst>
                    <a:ext uri="{FF2B5EF4-FFF2-40B4-BE49-F238E27FC236}">
                      <a16:creationId xmlns:a16="http://schemas.microsoft.com/office/drawing/2014/main" id="{D2A2542B-4F14-0C55-73B7-B27783DBAD0C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3745622" y="5758181"/>
                  <a:ext cx="1566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Agrupar 532">
            <a:extLst>
              <a:ext uri="{FF2B5EF4-FFF2-40B4-BE49-F238E27FC236}">
                <a16:creationId xmlns:a16="http://schemas.microsoft.com/office/drawing/2014/main" id="{74FE7711-FC14-6A3E-041A-7FEEDC4AFFA1}"/>
              </a:ext>
            </a:extLst>
          </p:cNvPr>
          <p:cNvGrpSpPr/>
          <p:nvPr/>
        </p:nvGrpSpPr>
        <p:grpSpPr>
          <a:xfrm>
            <a:off x="4114982" y="5999381"/>
            <a:ext cx="149400" cy="213840"/>
            <a:chOff x="4114982" y="5999381"/>
            <a:chExt cx="14940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515" name="Tinta 514">
                  <a:extLst>
                    <a:ext uri="{FF2B5EF4-FFF2-40B4-BE49-F238E27FC236}">
                      <a16:creationId xmlns:a16="http://schemas.microsoft.com/office/drawing/2014/main" id="{02697613-9E5D-E6BD-9396-A51053EFCB1F}"/>
                    </a:ext>
                  </a:extLst>
                </p14:cNvPr>
                <p14:cNvContentPartPr/>
                <p14:nvPr/>
              </p14:nvContentPartPr>
              <p14:xfrm>
                <a:off x="4158542" y="5999381"/>
                <a:ext cx="25200" cy="213840"/>
              </p14:xfrm>
            </p:contentPart>
          </mc:Choice>
          <mc:Fallback>
            <p:pic>
              <p:nvPicPr>
                <p:cNvPr id="515" name="Tinta 514">
                  <a:extLst>
                    <a:ext uri="{FF2B5EF4-FFF2-40B4-BE49-F238E27FC236}">
                      <a16:creationId xmlns:a16="http://schemas.microsoft.com/office/drawing/2014/main" id="{02697613-9E5D-E6BD-9396-A51053EFCB1F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140542" y="5981381"/>
                  <a:ext cx="60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516" name="Tinta 515">
                  <a:extLst>
                    <a:ext uri="{FF2B5EF4-FFF2-40B4-BE49-F238E27FC236}">
                      <a16:creationId xmlns:a16="http://schemas.microsoft.com/office/drawing/2014/main" id="{27DE7055-EC89-5BFC-24DE-F93B2BAF6CE8}"/>
                    </a:ext>
                  </a:extLst>
                </p14:cNvPr>
                <p14:cNvContentPartPr/>
                <p14:nvPr/>
              </p14:nvContentPartPr>
              <p14:xfrm>
                <a:off x="4114982" y="6088661"/>
                <a:ext cx="149400" cy="8280"/>
              </p14:xfrm>
            </p:contentPart>
          </mc:Choice>
          <mc:Fallback>
            <p:pic>
              <p:nvPicPr>
                <p:cNvPr id="516" name="Tinta 515">
                  <a:extLst>
                    <a:ext uri="{FF2B5EF4-FFF2-40B4-BE49-F238E27FC236}">
                      <a16:creationId xmlns:a16="http://schemas.microsoft.com/office/drawing/2014/main" id="{27DE7055-EC89-5BFC-24DE-F93B2BAF6CE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096982" y="6071021"/>
                  <a:ext cx="1850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Agrupar 531">
            <a:extLst>
              <a:ext uri="{FF2B5EF4-FFF2-40B4-BE49-F238E27FC236}">
                <a16:creationId xmlns:a16="http://schemas.microsoft.com/office/drawing/2014/main" id="{569D3629-625A-6676-6161-AB8E5F4B2BA6}"/>
              </a:ext>
            </a:extLst>
          </p:cNvPr>
          <p:cNvGrpSpPr/>
          <p:nvPr/>
        </p:nvGrpSpPr>
        <p:grpSpPr>
          <a:xfrm>
            <a:off x="4476422" y="5758181"/>
            <a:ext cx="582840" cy="502920"/>
            <a:chOff x="4476422" y="5758181"/>
            <a:chExt cx="58284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517" name="Tinta 516">
                  <a:extLst>
                    <a:ext uri="{FF2B5EF4-FFF2-40B4-BE49-F238E27FC236}">
                      <a16:creationId xmlns:a16="http://schemas.microsoft.com/office/drawing/2014/main" id="{5989E821-C3B8-8082-40BF-9B1C209C3EE2}"/>
                    </a:ext>
                  </a:extLst>
                </p14:cNvPr>
                <p14:cNvContentPartPr/>
                <p14:nvPr/>
              </p14:nvContentPartPr>
              <p14:xfrm>
                <a:off x="4476422" y="5929901"/>
                <a:ext cx="164160" cy="331200"/>
              </p14:xfrm>
            </p:contentPart>
          </mc:Choice>
          <mc:Fallback>
            <p:pic>
              <p:nvPicPr>
                <p:cNvPr id="517" name="Tinta 516">
                  <a:extLst>
                    <a:ext uri="{FF2B5EF4-FFF2-40B4-BE49-F238E27FC236}">
                      <a16:creationId xmlns:a16="http://schemas.microsoft.com/office/drawing/2014/main" id="{5989E821-C3B8-8082-40BF-9B1C209C3EE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458422" y="5912261"/>
                  <a:ext cx="1998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518" name="Tinta 517">
                  <a:extLst>
                    <a:ext uri="{FF2B5EF4-FFF2-40B4-BE49-F238E27FC236}">
                      <a16:creationId xmlns:a16="http://schemas.microsoft.com/office/drawing/2014/main" id="{4859A484-7505-9318-8B93-66BF36BE6316}"/>
                    </a:ext>
                  </a:extLst>
                </p14:cNvPr>
                <p14:cNvContentPartPr/>
                <p14:nvPr/>
              </p14:nvContentPartPr>
              <p14:xfrm>
                <a:off x="4755782" y="6031781"/>
                <a:ext cx="148320" cy="182520"/>
              </p14:xfrm>
            </p:contentPart>
          </mc:Choice>
          <mc:Fallback>
            <p:pic>
              <p:nvPicPr>
                <p:cNvPr id="518" name="Tinta 517">
                  <a:extLst>
                    <a:ext uri="{FF2B5EF4-FFF2-40B4-BE49-F238E27FC236}">
                      <a16:creationId xmlns:a16="http://schemas.microsoft.com/office/drawing/2014/main" id="{4859A484-7505-9318-8B93-66BF36BE6316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737782" y="6013781"/>
                  <a:ext cx="183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519" name="Tinta 518">
                  <a:extLst>
                    <a:ext uri="{FF2B5EF4-FFF2-40B4-BE49-F238E27FC236}">
                      <a16:creationId xmlns:a16="http://schemas.microsoft.com/office/drawing/2014/main" id="{C9FE9133-F247-8745-7FB2-961F00BC1A8B}"/>
                    </a:ext>
                  </a:extLst>
                </p14:cNvPr>
                <p14:cNvContentPartPr/>
                <p14:nvPr/>
              </p14:nvContentPartPr>
              <p14:xfrm>
                <a:off x="4775582" y="6068501"/>
                <a:ext cx="169200" cy="123480"/>
              </p14:xfrm>
            </p:contentPart>
          </mc:Choice>
          <mc:Fallback>
            <p:pic>
              <p:nvPicPr>
                <p:cNvPr id="519" name="Tinta 518">
                  <a:extLst>
                    <a:ext uri="{FF2B5EF4-FFF2-40B4-BE49-F238E27FC236}">
                      <a16:creationId xmlns:a16="http://schemas.microsoft.com/office/drawing/2014/main" id="{C9FE9133-F247-8745-7FB2-961F00BC1A8B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757942" y="6050861"/>
                  <a:ext cx="204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520" name="Tinta 519">
                  <a:extLst>
                    <a:ext uri="{FF2B5EF4-FFF2-40B4-BE49-F238E27FC236}">
                      <a16:creationId xmlns:a16="http://schemas.microsoft.com/office/drawing/2014/main" id="{A33AAD87-FD92-09D4-6E1F-9EFC0FEE728F}"/>
                    </a:ext>
                  </a:extLst>
                </p14:cNvPr>
                <p14:cNvContentPartPr/>
                <p14:nvPr/>
              </p14:nvContentPartPr>
              <p14:xfrm>
                <a:off x="4907342" y="5758181"/>
                <a:ext cx="151920" cy="169200"/>
              </p14:xfrm>
            </p:contentPart>
          </mc:Choice>
          <mc:Fallback>
            <p:pic>
              <p:nvPicPr>
                <p:cNvPr id="520" name="Tinta 519">
                  <a:extLst>
                    <a:ext uri="{FF2B5EF4-FFF2-40B4-BE49-F238E27FC236}">
                      <a16:creationId xmlns:a16="http://schemas.microsoft.com/office/drawing/2014/main" id="{A33AAD87-FD92-09D4-6E1F-9EFC0FEE728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889342" y="5740181"/>
                  <a:ext cx="1875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Agrupar 530">
            <a:extLst>
              <a:ext uri="{FF2B5EF4-FFF2-40B4-BE49-F238E27FC236}">
                <a16:creationId xmlns:a16="http://schemas.microsoft.com/office/drawing/2014/main" id="{5EE179F5-E9DB-59DA-06C2-2C9F89484C2B}"/>
              </a:ext>
            </a:extLst>
          </p:cNvPr>
          <p:cNvGrpSpPr/>
          <p:nvPr/>
        </p:nvGrpSpPr>
        <p:grpSpPr>
          <a:xfrm>
            <a:off x="5338262" y="6002621"/>
            <a:ext cx="125640" cy="205920"/>
            <a:chOff x="5338262" y="6002621"/>
            <a:chExt cx="12564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521" name="Tinta 520">
                  <a:extLst>
                    <a:ext uri="{FF2B5EF4-FFF2-40B4-BE49-F238E27FC236}">
                      <a16:creationId xmlns:a16="http://schemas.microsoft.com/office/drawing/2014/main" id="{CE23B5E3-862C-6007-7145-1505E2C21AE1}"/>
                    </a:ext>
                  </a:extLst>
                </p14:cNvPr>
                <p14:cNvContentPartPr/>
                <p14:nvPr/>
              </p14:nvContentPartPr>
              <p14:xfrm>
                <a:off x="5363102" y="6002621"/>
                <a:ext cx="37440" cy="205920"/>
              </p14:xfrm>
            </p:contentPart>
          </mc:Choice>
          <mc:Fallback>
            <p:pic>
              <p:nvPicPr>
                <p:cNvPr id="521" name="Tinta 520">
                  <a:extLst>
                    <a:ext uri="{FF2B5EF4-FFF2-40B4-BE49-F238E27FC236}">
                      <a16:creationId xmlns:a16="http://schemas.microsoft.com/office/drawing/2014/main" id="{CE23B5E3-862C-6007-7145-1505E2C21AE1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5345102" y="5984981"/>
                  <a:ext cx="73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522" name="Tinta 521">
                  <a:extLst>
                    <a:ext uri="{FF2B5EF4-FFF2-40B4-BE49-F238E27FC236}">
                      <a16:creationId xmlns:a16="http://schemas.microsoft.com/office/drawing/2014/main" id="{67ED376E-8512-0FD9-C055-419EA17D47B5}"/>
                    </a:ext>
                  </a:extLst>
                </p14:cNvPr>
                <p14:cNvContentPartPr/>
                <p14:nvPr/>
              </p14:nvContentPartPr>
              <p14:xfrm>
                <a:off x="5338262" y="6096581"/>
                <a:ext cx="125640" cy="14760"/>
              </p14:xfrm>
            </p:contentPart>
          </mc:Choice>
          <mc:Fallback>
            <p:pic>
              <p:nvPicPr>
                <p:cNvPr id="522" name="Tinta 521">
                  <a:extLst>
                    <a:ext uri="{FF2B5EF4-FFF2-40B4-BE49-F238E27FC236}">
                      <a16:creationId xmlns:a16="http://schemas.microsoft.com/office/drawing/2014/main" id="{67ED376E-8512-0FD9-C055-419EA17D47B5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320262" y="6078941"/>
                  <a:ext cx="1612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" name="Agrupar 529">
            <a:extLst>
              <a:ext uri="{FF2B5EF4-FFF2-40B4-BE49-F238E27FC236}">
                <a16:creationId xmlns:a16="http://schemas.microsoft.com/office/drawing/2014/main" id="{F1E45674-90AF-40D7-14ED-3F2A02D27807}"/>
              </a:ext>
            </a:extLst>
          </p:cNvPr>
          <p:cNvGrpSpPr/>
          <p:nvPr/>
        </p:nvGrpSpPr>
        <p:grpSpPr>
          <a:xfrm>
            <a:off x="5780342" y="5926661"/>
            <a:ext cx="416520" cy="312120"/>
            <a:chOff x="5780342" y="5926661"/>
            <a:chExt cx="4165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523" name="Tinta 522">
                  <a:extLst>
                    <a:ext uri="{FF2B5EF4-FFF2-40B4-BE49-F238E27FC236}">
                      <a16:creationId xmlns:a16="http://schemas.microsoft.com/office/drawing/2014/main" id="{F10A0539-6CDE-9973-39BB-8E78D1DD0E3B}"/>
                    </a:ext>
                  </a:extLst>
                </p14:cNvPr>
                <p14:cNvContentPartPr/>
                <p14:nvPr/>
              </p14:nvContentPartPr>
              <p14:xfrm>
                <a:off x="5780342" y="5926661"/>
                <a:ext cx="149760" cy="312120"/>
              </p14:xfrm>
            </p:contentPart>
          </mc:Choice>
          <mc:Fallback>
            <p:pic>
              <p:nvPicPr>
                <p:cNvPr id="523" name="Tinta 522">
                  <a:extLst>
                    <a:ext uri="{FF2B5EF4-FFF2-40B4-BE49-F238E27FC236}">
                      <a16:creationId xmlns:a16="http://schemas.microsoft.com/office/drawing/2014/main" id="{F10A0539-6CDE-9973-39BB-8E78D1DD0E3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5762342" y="5909021"/>
                  <a:ext cx="1854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524" name="Tinta 523">
                  <a:extLst>
                    <a:ext uri="{FF2B5EF4-FFF2-40B4-BE49-F238E27FC236}">
                      <a16:creationId xmlns:a16="http://schemas.microsoft.com/office/drawing/2014/main" id="{E27A385A-AD3A-BB84-22FC-E8775029C07A}"/>
                    </a:ext>
                  </a:extLst>
                </p14:cNvPr>
                <p14:cNvContentPartPr/>
                <p14:nvPr/>
              </p14:nvContentPartPr>
              <p14:xfrm>
                <a:off x="5817422" y="6076421"/>
                <a:ext cx="125640" cy="10440"/>
              </p14:xfrm>
            </p:contentPart>
          </mc:Choice>
          <mc:Fallback>
            <p:pic>
              <p:nvPicPr>
                <p:cNvPr id="524" name="Tinta 523">
                  <a:extLst>
                    <a:ext uri="{FF2B5EF4-FFF2-40B4-BE49-F238E27FC236}">
                      <a16:creationId xmlns:a16="http://schemas.microsoft.com/office/drawing/2014/main" id="{E27A385A-AD3A-BB84-22FC-E8775029C07A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799782" y="6058781"/>
                  <a:ext cx="161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525" name="Tinta 524">
                  <a:extLst>
                    <a:ext uri="{FF2B5EF4-FFF2-40B4-BE49-F238E27FC236}">
                      <a16:creationId xmlns:a16="http://schemas.microsoft.com/office/drawing/2014/main" id="{C4B404C2-5420-873D-AB5F-D17BE8CB0CE2}"/>
                    </a:ext>
                  </a:extLst>
                </p14:cNvPr>
                <p14:cNvContentPartPr/>
                <p14:nvPr/>
              </p14:nvContentPartPr>
              <p14:xfrm>
                <a:off x="6042422" y="6026021"/>
                <a:ext cx="154440" cy="163440"/>
              </p14:xfrm>
            </p:contentPart>
          </mc:Choice>
          <mc:Fallback>
            <p:pic>
              <p:nvPicPr>
                <p:cNvPr id="525" name="Tinta 524">
                  <a:extLst>
                    <a:ext uri="{FF2B5EF4-FFF2-40B4-BE49-F238E27FC236}">
                      <a16:creationId xmlns:a16="http://schemas.microsoft.com/office/drawing/2014/main" id="{C4B404C2-5420-873D-AB5F-D17BE8CB0CE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6024422" y="6008381"/>
                  <a:ext cx="19008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1" name="Agrupar 540">
            <a:extLst>
              <a:ext uri="{FF2B5EF4-FFF2-40B4-BE49-F238E27FC236}">
                <a16:creationId xmlns:a16="http://schemas.microsoft.com/office/drawing/2014/main" id="{860129AC-6933-5498-72F0-449852A5107C}"/>
              </a:ext>
            </a:extLst>
          </p:cNvPr>
          <p:cNvGrpSpPr/>
          <p:nvPr/>
        </p:nvGrpSpPr>
        <p:grpSpPr>
          <a:xfrm>
            <a:off x="494822" y="6026021"/>
            <a:ext cx="174240" cy="125640"/>
            <a:chOff x="494822" y="6026021"/>
            <a:chExt cx="17424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539" name="Tinta 538">
                  <a:extLst>
                    <a:ext uri="{FF2B5EF4-FFF2-40B4-BE49-F238E27FC236}">
                      <a16:creationId xmlns:a16="http://schemas.microsoft.com/office/drawing/2014/main" id="{F58E3E31-1B8B-6205-CA94-FC149721FF24}"/>
                    </a:ext>
                  </a:extLst>
                </p14:cNvPr>
                <p14:cNvContentPartPr/>
                <p14:nvPr/>
              </p14:nvContentPartPr>
              <p14:xfrm>
                <a:off x="509582" y="6128981"/>
                <a:ext cx="159480" cy="22680"/>
              </p14:xfrm>
            </p:contentPart>
          </mc:Choice>
          <mc:Fallback>
            <p:pic>
              <p:nvPicPr>
                <p:cNvPr id="539" name="Tinta 538">
                  <a:extLst>
                    <a:ext uri="{FF2B5EF4-FFF2-40B4-BE49-F238E27FC236}">
                      <a16:creationId xmlns:a16="http://schemas.microsoft.com/office/drawing/2014/main" id="{F58E3E31-1B8B-6205-CA94-FC149721FF24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491942" y="6111341"/>
                  <a:ext cx="195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540" name="Tinta 539">
                  <a:extLst>
                    <a:ext uri="{FF2B5EF4-FFF2-40B4-BE49-F238E27FC236}">
                      <a16:creationId xmlns:a16="http://schemas.microsoft.com/office/drawing/2014/main" id="{B9DA163D-1C3D-80C3-920C-664632DF2D0F}"/>
                    </a:ext>
                  </a:extLst>
                </p14:cNvPr>
                <p14:cNvContentPartPr/>
                <p14:nvPr/>
              </p14:nvContentPartPr>
              <p14:xfrm>
                <a:off x="494822" y="6026021"/>
                <a:ext cx="160560" cy="15840"/>
              </p14:xfrm>
            </p:contentPart>
          </mc:Choice>
          <mc:Fallback>
            <p:pic>
              <p:nvPicPr>
                <p:cNvPr id="540" name="Tinta 539">
                  <a:extLst>
                    <a:ext uri="{FF2B5EF4-FFF2-40B4-BE49-F238E27FC236}">
                      <a16:creationId xmlns:a16="http://schemas.microsoft.com/office/drawing/2014/main" id="{B9DA163D-1C3D-80C3-920C-664632DF2D0F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477182" y="6008381"/>
                  <a:ext cx="1962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8" name="Agrupar 547">
            <a:extLst>
              <a:ext uri="{FF2B5EF4-FFF2-40B4-BE49-F238E27FC236}">
                <a16:creationId xmlns:a16="http://schemas.microsoft.com/office/drawing/2014/main" id="{BDBA5268-00E1-8F86-3AFD-3CC96B4A79A5}"/>
              </a:ext>
            </a:extLst>
          </p:cNvPr>
          <p:cNvGrpSpPr/>
          <p:nvPr/>
        </p:nvGrpSpPr>
        <p:grpSpPr>
          <a:xfrm>
            <a:off x="9175502" y="4765301"/>
            <a:ext cx="1098360" cy="455040"/>
            <a:chOff x="9175502" y="4765301"/>
            <a:chExt cx="109836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542" name="Tinta 541">
                  <a:extLst>
                    <a:ext uri="{FF2B5EF4-FFF2-40B4-BE49-F238E27FC236}">
                      <a16:creationId xmlns:a16="http://schemas.microsoft.com/office/drawing/2014/main" id="{B564E043-8545-FEF8-A514-9CFADA52D53C}"/>
                    </a:ext>
                  </a:extLst>
                </p14:cNvPr>
                <p14:cNvContentPartPr/>
                <p14:nvPr/>
              </p14:nvContentPartPr>
              <p14:xfrm>
                <a:off x="9175502" y="4915781"/>
                <a:ext cx="79920" cy="263160"/>
              </p14:xfrm>
            </p:contentPart>
          </mc:Choice>
          <mc:Fallback>
            <p:pic>
              <p:nvPicPr>
                <p:cNvPr id="542" name="Tinta 541">
                  <a:extLst>
                    <a:ext uri="{FF2B5EF4-FFF2-40B4-BE49-F238E27FC236}">
                      <a16:creationId xmlns:a16="http://schemas.microsoft.com/office/drawing/2014/main" id="{B564E043-8545-FEF8-A514-9CFADA52D53C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9157862" y="4897781"/>
                  <a:ext cx="115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543" name="Tinta 542">
                  <a:extLst>
                    <a:ext uri="{FF2B5EF4-FFF2-40B4-BE49-F238E27FC236}">
                      <a16:creationId xmlns:a16="http://schemas.microsoft.com/office/drawing/2014/main" id="{4A52992D-7A10-E3A5-60BD-2C1443AA5488}"/>
                    </a:ext>
                  </a:extLst>
                </p14:cNvPr>
                <p14:cNvContentPartPr/>
                <p14:nvPr/>
              </p14:nvContentPartPr>
              <p14:xfrm>
                <a:off x="9222302" y="4834061"/>
                <a:ext cx="568800" cy="386280"/>
              </p14:xfrm>
            </p:contentPart>
          </mc:Choice>
          <mc:Fallback>
            <p:pic>
              <p:nvPicPr>
                <p:cNvPr id="543" name="Tinta 542">
                  <a:extLst>
                    <a:ext uri="{FF2B5EF4-FFF2-40B4-BE49-F238E27FC236}">
                      <a16:creationId xmlns:a16="http://schemas.microsoft.com/office/drawing/2014/main" id="{4A52992D-7A10-E3A5-60BD-2C1443AA5488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204302" y="4816421"/>
                  <a:ext cx="6044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544" name="Tinta 543">
                  <a:extLst>
                    <a:ext uri="{FF2B5EF4-FFF2-40B4-BE49-F238E27FC236}">
                      <a16:creationId xmlns:a16="http://schemas.microsoft.com/office/drawing/2014/main" id="{1C105CFE-5B7C-75D1-2D02-0A3129020671}"/>
                    </a:ext>
                  </a:extLst>
                </p14:cNvPr>
                <p14:cNvContentPartPr/>
                <p14:nvPr/>
              </p14:nvContentPartPr>
              <p14:xfrm>
                <a:off x="9802622" y="4949981"/>
                <a:ext cx="121680" cy="106560"/>
              </p14:xfrm>
            </p:contentPart>
          </mc:Choice>
          <mc:Fallback>
            <p:pic>
              <p:nvPicPr>
                <p:cNvPr id="544" name="Tinta 543">
                  <a:extLst>
                    <a:ext uri="{FF2B5EF4-FFF2-40B4-BE49-F238E27FC236}">
                      <a16:creationId xmlns:a16="http://schemas.microsoft.com/office/drawing/2014/main" id="{1C105CFE-5B7C-75D1-2D02-0A312902067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784982" y="4931981"/>
                  <a:ext cx="157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545" name="Tinta 544">
                  <a:extLst>
                    <a:ext uri="{FF2B5EF4-FFF2-40B4-BE49-F238E27FC236}">
                      <a16:creationId xmlns:a16="http://schemas.microsoft.com/office/drawing/2014/main" id="{B8A66245-89E0-DB32-4555-0C19CA569740}"/>
                    </a:ext>
                  </a:extLst>
                </p14:cNvPr>
                <p14:cNvContentPartPr/>
                <p14:nvPr/>
              </p14:nvContentPartPr>
              <p14:xfrm>
                <a:off x="9966062" y="4906421"/>
                <a:ext cx="89280" cy="162360"/>
              </p14:xfrm>
            </p:contentPart>
          </mc:Choice>
          <mc:Fallback>
            <p:pic>
              <p:nvPicPr>
                <p:cNvPr id="545" name="Tinta 544">
                  <a:extLst>
                    <a:ext uri="{FF2B5EF4-FFF2-40B4-BE49-F238E27FC236}">
                      <a16:creationId xmlns:a16="http://schemas.microsoft.com/office/drawing/2014/main" id="{B8A66245-89E0-DB32-4555-0C19CA569740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948422" y="4888421"/>
                  <a:ext cx="124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546" name="Tinta 545">
                  <a:extLst>
                    <a:ext uri="{FF2B5EF4-FFF2-40B4-BE49-F238E27FC236}">
                      <a16:creationId xmlns:a16="http://schemas.microsoft.com/office/drawing/2014/main" id="{CF7E5956-A400-801C-2757-5BB3AF34BDA8}"/>
                    </a:ext>
                  </a:extLst>
                </p14:cNvPr>
                <p14:cNvContentPartPr/>
                <p14:nvPr/>
              </p14:nvContentPartPr>
              <p14:xfrm>
                <a:off x="10010342" y="4765301"/>
                <a:ext cx="263520" cy="248400"/>
              </p14:xfrm>
            </p:contentPart>
          </mc:Choice>
          <mc:Fallback>
            <p:pic>
              <p:nvPicPr>
                <p:cNvPr id="546" name="Tinta 545">
                  <a:extLst>
                    <a:ext uri="{FF2B5EF4-FFF2-40B4-BE49-F238E27FC236}">
                      <a16:creationId xmlns:a16="http://schemas.microsoft.com/office/drawing/2014/main" id="{CF7E5956-A400-801C-2757-5BB3AF34BDA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9992342" y="4747661"/>
                  <a:ext cx="299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547" name="Tinta 546">
                  <a:extLst>
                    <a:ext uri="{FF2B5EF4-FFF2-40B4-BE49-F238E27FC236}">
                      <a16:creationId xmlns:a16="http://schemas.microsoft.com/office/drawing/2014/main" id="{EFC3DDC4-C313-756B-5DA6-1D590CDF2191}"/>
                    </a:ext>
                  </a:extLst>
                </p14:cNvPr>
                <p14:cNvContentPartPr/>
                <p14:nvPr/>
              </p14:nvContentPartPr>
              <p14:xfrm>
                <a:off x="10144982" y="4910741"/>
                <a:ext cx="120240" cy="127080"/>
              </p14:xfrm>
            </p:contentPart>
          </mc:Choice>
          <mc:Fallback>
            <p:pic>
              <p:nvPicPr>
                <p:cNvPr id="547" name="Tinta 546">
                  <a:extLst>
                    <a:ext uri="{FF2B5EF4-FFF2-40B4-BE49-F238E27FC236}">
                      <a16:creationId xmlns:a16="http://schemas.microsoft.com/office/drawing/2014/main" id="{EFC3DDC4-C313-756B-5DA6-1D590CDF2191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0126982" y="4893101"/>
                  <a:ext cx="1558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Agrupar 570">
            <a:extLst>
              <a:ext uri="{FF2B5EF4-FFF2-40B4-BE49-F238E27FC236}">
                <a16:creationId xmlns:a16="http://schemas.microsoft.com/office/drawing/2014/main" id="{ECC9F4AB-F418-D8D8-1773-C54F4F943DEE}"/>
              </a:ext>
            </a:extLst>
          </p:cNvPr>
          <p:cNvGrpSpPr/>
          <p:nvPr/>
        </p:nvGrpSpPr>
        <p:grpSpPr>
          <a:xfrm>
            <a:off x="9056342" y="5335181"/>
            <a:ext cx="1308240" cy="400680"/>
            <a:chOff x="9056342" y="5335181"/>
            <a:chExt cx="130824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549" name="Tinta 548">
                  <a:extLst>
                    <a:ext uri="{FF2B5EF4-FFF2-40B4-BE49-F238E27FC236}">
                      <a16:creationId xmlns:a16="http://schemas.microsoft.com/office/drawing/2014/main" id="{FBDAAEE4-5836-2702-DB3C-2F7877FE5E19}"/>
                    </a:ext>
                  </a:extLst>
                </p14:cNvPr>
                <p14:cNvContentPartPr/>
                <p14:nvPr/>
              </p14:nvContentPartPr>
              <p14:xfrm>
                <a:off x="9056342" y="5335181"/>
                <a:ext cx="197640" cy="289080"/>
              </p14:xfrm>
            </p:contentPart>
          </mc:Choice>
          <mc:Fallback>
            <p:pic>
              <p:nvPicPr>
                <p:cNvPr id="549" name="Tinta 548">
                  <a:extLst>
                    <a:ext uri="{FF2B5EF4-FFF2-40B4-BE49-F238E27FC236}">
                      <a16:creationId xmlns:a16="http://schemas.microsoft.com/office/drawing/2014/main" id="{FBDAAEE4-5836-2702-DB3C-2F7877FE5E19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038702" y="5317181"/>
                  <a:ext cx="233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550" name="Tinta 549">
                  <a:extLst>
                    <a:ext uri="{FF2B5EF4-FFF2-40B4-BE49-F238E27FC236}">
                      <a16:creationId xmlns:a16="http://schemas.microsoft.com/office/drawing/2014/main" id="{36B9C917-EF1E-C8AA-D330-B11416E7CB0B}"/>
                    </a:ext>
                  </a:extLst>
                </p14:cNvPr>
                <p14:cNvContentPartPr/>
                <p14:nvPr/>
              </p14:nvContentPartPr>
              <p14:xfrm>
                <a:off x="9111062" y="5516621"/>
                <a:ext cx="154440" cy="28440"/>
              </p14:xfrm>
            </p:contentPart>
          </mc:Choice>
          <mc:Fallback>
            <p:pic>
              <p:nvPicPr>
                <p:cNvPr id="550" name="Tinta 549">
                  <a:extLst>
                    <a:ext uri="{FF2B5EF4-FFF2-40B4-BE49-F238E27FC236}">
                      <a16:creationId xmlns:a16="http://schemas.microsoft.com/office/drawing/2014/main" id="{36B9C917-EF1E-C8AA-D330-B11416E7CB0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093062" y="5498621"/>
                  <a:ext cx="190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551" name="Tinta 550">
                  <a:extLst>
                    <a:ext uri="{FF2B5EF4-FFF2-40B4-BE49-F238E27FC236}">
                      <a16:creationId xmlns:a16="http://schemas.microsoft.com/office/drawing/2014/main" id="{EA9A8D3F-36E8-4F47-6C38-5D479D41191B}"/>
                    </a:ext>
                  </a:extLst>
                </p14:cNvPr>
                <p14:cNvContentPartPr/>
                <p14:nvPr/>
              </p14:nvContentPartPr>
              <p14:xfrm>
                <a:off x="9397982" y="5342021"/>
                <a:ext cx="173160" cy="359280"/>
              </p14:xfrm>
            </p:contentPart>
          </mc:Choice>
          <mc:Fallback>
            <p:pic>
              <p:nvPicPr>
                <p:cNvPr id="551" name="Tinta 550">
                  <a:extLst>
                    <a:ext uri="{FF2B5EF4-FFF2-40B4-BE49-F238E27FC236}">
                      <a16:creationId xmlns:a16="http://schemas.microsoft.com/office/drawing/2014/main" id="{EA9A8D3F-36E8-4F47-6C38-5D479D41191B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379982" y="5324381"/>
                  <a:ext cx="2088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552" name="Tinta 551">
                  <a:extLst>
                    <a:ext uri="{FF2B5EF4-FFF2-40B4-BE49-F238E27FC236}">
                      <a16:creationId xmlns:a16="http://schemas.microsoft.com/office/drawing/2014/main" id="{A896F915-DD65-5112-B6DC-AA54ED79593D}"/>
                    </a:ext>
                  </a:extLst>
                </p14:cNvPr>
                <p14:cNvContentPartPr/>
                <p14:nvPr/>
              </p14:nvContentPartPr>
              <p14:xfrm>
                <a:off x="9445142" y="5520941"/>
                <a:ext cx="253800" cy="100080"/>
              </p14:xfrm>
            </p:contentPart>
          </mc:Choice>
          <mc:Fallback>
            <p:pic>
              <p:nvPicPr>
                <p:cNvPr id="552" name="Tinta 551">
                  <a:extLst>
                    <a:ext uri="{FF2B5EF4-FFF2-40B4-BE49-F238E27FC236}">
                      <a16:creationId xmlns:a16="http://schemas.microsoft.com/office/drawing/2014/main" id="{A896F915-DD65-5112-B6DC-AA54ED79593D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427142" y="5502941"/>
                  <a:ext cx="289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553" name="Tinta 552">
                  <a:extLst>
                    <a:ext uri="{FF2B5EF4-FFF2-40B4-BE49-F238E27FC236}">
                      <a16:creationId xmlns:a16="http://schemas.microsoft.com/office/drawing/2014/main" id="{8EF2DAE0-B36D-71C5-6441-A86B94A86728}"/>
                    </a:ext>
                  </a:extLst>
                </p14:cNvPr>
                <p14:cNvContentPartPr/>
                <p14:nvPr/>
              </p14:nvContentPartPr>
              <p14:xfrm>
                <a:off x="9779222" y="5480981"/>
                <a:ext cx="122040" cy="116280"/>
              </p14:xfrm>
            </p:contentPart>
          </mc:Choice>
          <mc:Fallback>
            <p:pic>
              <p:nvPicPr>
                <p:cNvPr id="553" name="Tinta 552">
                  <a:extLst>
                    <a:ext uri="{FF2B5EF4-FFF2-40B4-BE49-F238E27FC236}">
                      <a16:creationId xmlns:a16="http://schemas.microsoft.com/office/drawing/2014/main" id="{8EF2DAE0-B36D-71C5-6441-A86B94A86728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761222" y="5462981"/>
                  <a:ext cx="157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554" name="Tinta 553">
                  <a:extLst>
                    <a:ext uri="{FF2B5EF4-FFF2-40B4-BE49-F238E27FC236}">
                      <a16:creationId xmlns:a16="http://schemas.microsoft.com/office/drawing/2014/main" id="{FBBC0A3E-6098-7053-F879-5380773E7AEA}"/>
                    </a:ext>
                  </a:extLst>
                </p14:cNvPr>
                <p14:cNvContentPartPr/>
                <p14:nvPr/>
              </p14:nvContentPartPr>
              <p14:xfrm>
                <a:off x="9968582" y="5452541"/>
                <a:ext cx="137520" cy="128160"/>
              </p14:xfrm>
            </p:contentPart>
          </mc:Choice>
          <mc:Fallback>
            <p:pic>
              <p:nvPicPr>
                <p:cNvPr id="554" name="Tinta 553">
                  <a:extLst>
                    <a:ext uri="{FF2B5EF4-FFF2-40B4-BE49-F238E27FC236}">
                      <a16:creationId xmlns:a16="http://schemas.microsoft.com/office/drawing/2014/main" id="{FBBC0A3E-6098-7053-F879-5380773E7AEA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950942" y="5434541"/>
                  <a:ext cx="173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555" name="Tinta 554">
                  <a:extLst>
                    <a:ext uri="{FF2B5EF4-FFF2-40B4-BE49-F238E27FC236}">
                      <a16:creationId xmlns:a16="http://schemas.microsoft.com/office/drawing/2014/main" id="{B0B14B79-ABBA-A383-4A61-845D28F1C39A}"/>
                    </a:ext>
                  </a:extLst>
                </p14:cNvPr>
                <p14:cNvContentPartPr/>
                <p14:nvPr/>
              </p14:nvContentPartPr>
              <p14:xfrm>
                <a:off x="10118342" y="5433821"/>
                <a:ext cx="246240" cy="140040"/>
              </p14:xfrm>
            </p:contentPart>
          </mc:Choice>
          <mc:Fallback>
            <p:pic>
              <p:nvPicPr>
                <p:cNvPr id="555" name="Tinta 554">
                  <a:extLst>
                    <a:ext uri="{FF2B5EF4-FFF2-40B4-BE49-F238E27FC236}">
                      <a16:creationId xmlns:a16="http://schemas.microsoft.com/office/drawing/2014/main" id="{B0B14B79-ABBA-A383-4A61-845D28F1C39A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100702" y="5415821"/>
                  <a:ext cx="281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556" name="Tinta 555">
                  <a:extLst>
                    <a:ext uri="{FF2B5EF4-FFF2-40B4-BE49-F238E27FC236}">
                      <a16:creationId xmlns:a16="http://schemas.microsoft.com/office/drawing/2014/main" id="{E113D105-CD61-F11C-3381-9BF61674BACD}"/>
                    </a:ext>
                  </a:extLst>
                </p14:cNvPr>
                <p14:cNvContentPartPr/>
                <p14:nvPr/>
              </p14:nvContentPartPr>
              <p14:xfrm>
                <a:off x="10227422" y="5422661"/>
                <a:ext cx="82440" cy="24840"/>
              </p14:xfrm>
            </p:contentPart>
          </mc:Choice>
          <mc:Fallback>
            <p:pic>
              <p:nvPicPr>
                <p:cNvPr id="556" name="Tinta 555">
                  <a:extLst>
                    <a:ext uri="{FF2B5EF4-FFF2-40B4-BE49-F238E27FC236}">
                      <a16:creationId xmlns:a16="http://schemas.microsoft.com/office/drawing/2014/main" id="{E113D105-CD61-F11C-3381-9BF61674BAC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209782" y="5404661"/>
                  <a:ext cx="118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557" name="Tinta 556">
                  <a:extLst>
                    <a:ext uri="{FF2B5EF4-FFF2-40B4-BE49-F238E27FC236}">
                      <a16:creationId xmlns:a16="http://schemas.microsoft.com/office/drawing/2014/main" id="{6E506A9C-9B79-F66A-B2EB-70D264AAC28F}"/>
                    </a:ext>
                  </a:extLst>
                </p14:cNvPr>
                <p14:cNvContentPartPr/>
                <p14:nvPr/>
              </p14:nvContentPartPr>
              <p14:xfrm>
                <a:off x="10138142" y="5336621"/>
                <a:ext cx="117000" cy="8280"/>
              </p14:xfrm>
            </p:contentPart>
          </mc:Choice>
          <mc:Fallback>
            <p:pic>
              <p:nvPicPr>
                <p:cNvPr id="557" name="Tinta 556">
                  <a:extLst>
                    <a:ext uri="{FF2B5EF4-FFF2-40B4-BE49-F238E27FC236}">
                      <a16:creationId xmlns:a16="http://schemas.microsoft.com/office/drawing/2014/main" id="{6E506A9C-9B79-F66A-B2EB-70D264AAC28F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120142" y="5318621"/>
                  <a:ext cx="152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558" name="Tinta 557">
                  <a:extLst>
                    <a:ext uri="{FF2B5EF4-FFF2-40B4-BE49-F238E27FC236}">
                      <a16:creationId xmlns:a16="http://schemas.microsoft.com/office/drawing/2014/main" id="{9AC8C4DE-AA37-0010-763F-7AD19CA99609}"/>
                    </a:ext>
                  </a:extLst>
                </p14:cNvPr>
                <p14:cNvContentPartPr/>
                <p14:nvPr/>
              </p14:nvContentPartPr>
              <p14:xfrm>
                <a:off x="10011422" y="5581421"/>
                <a:ext cx="48960" cy="154440"/>
              </p14:xfrm>
            </p:contentPart>
          </mc:Choice>
          <mc:Fallback>
            <p:pic>
              <p:nvPicPr>
                <p:cNvPr id="558" name="Tinta 557">
                  <a:extLst>
                    <a:ext uri="{FF2B5EF4-FFF2-40B4-BE49-F238E27FC236}">
                      <a16:creationId xmlns:a16="http://schemas.microsoft.com/office/drawing/2014/main" id="{9AC8C4DE-AA37-0010-763F-7AD19CA99609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993422" y="5563421"/>
                  <a:ext cx="8460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4">
            <p14:nvContentPartPr>
              <p14:cNvPr id="568" name="Tinta 567">
                <a:extLst>
                  <a:ext uri="{FF2B5EF4-FFF2-40B4-BE49-F238E27FC236}">
                    <a16:creationId xmlns:a16="http://schemas.microsoft.com/office/drawing/2014/main" id="{86AD82E9-01B2-61EA-B8C4-E0787AB45686}"/>
                  </a:ext>
                </a:extLst>
              </p14:cNvPr>
              <p14:cNvContentPartPr/>
              <p14:nvPr/>
            </p14:nvContentPartPr>
            <p14:xfrm>
              <a:off x="12196982" y="5353541"/>
              <a:ext cx="143280" cy="138600"/>
            </p14:xfrm>
          </p:contentPart>
        </mc:Choice>
        <mc:Fallback>
          <p:pic>
            <p:nvPicPr>
              <p:cNvPr id="568" name="Tinta 567">
                <a:extLst>
                  <a:ext uri="{FF2B5EF4-FFF2-40B4-BE49-F238E27FC236}">
                    <a16:creationId xmlns:a16="http://schemas.microsoft.com/office/drawing/2014/main" id="{86AD82E9-01B2-61EA-B8C4-E0787AB45686}"/>
                  </a:ext>
                </a:extLst>
              </p:cNvPr>
              <p:cNvPicPr/>
              <p:nvPr/>
            </p:nvPicPr>
            <p:blipFill>
              <a:blip r:embed="rId765"/>
              <a:stretch>
                <a:fillRect/>
              </a:stretch>
            </p:blipFill>
            <p:spPr>
              <a:xfrm>
                <a:off x="12179342" y="5335901"/>
                <a:ext cx="1789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6">
            <p14:nvContentPartPr>
              <p14:cNvPr id="569" name="Tinta 568">
                <a:extLst>
                  <a:ext uri="{FF2B5EF4-FFF2-40B4-BE49-F238E27FC236}">
                    <a16:creationId xmlns:a16="http://schemas.microsoft.com/office/drawing/2014/main" id="{E2C4E02A-C752-7C06-8F74-3CD69055268D}"/>
                  </a:ext>
                </a:extLst>
              </p14:cNvPr>
              <p14:cNvContentPartPr/>
              <p14:nvPr/>
            </p14:nvContentPartPr>
            <p14:xfrm>
              <a:off x="12359702" y="5155541"/>
              <a:ext cx="113400" cy="107640"/>
            </p14:xfrm>
          </p:contentPart>
        </mc:Choice>
        <mc:Fallback>
          <p:pic>
            <p:nvPicPr>
              <p:cNvPr id="569" name="Tinta 568">
                <a:extLst>
                  <a:ext uri="{FF2B5EF4-FFF2-40B4-BE49-F238E27FC236}">
                    <a16:creationId xmlns:a16="http://schemas.microsoft.com/office/drawing/2014/main" id="{E2C4E02A-C752-7C06-8F74-3CD69055268D}"/>
                  </a:ext>
                </a:extLst>
              </p:cNvPr>
              <p:cNvPicPr/>
              <p:nvPr/>
            </p:nvPicPr>
            <p:blipFill>
              <a:blip r:embed="rId767"/>
              <a:stretch>
                <a:fillRect/>
              </a:stretch>
            </p:blipFill>
            <p:spPr>
              <a:xfrm>
                <a:off x="12342062" y="5137541"/>
                <a:ext cx="14904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8" name="Agrupar 577">
            <a:extLst>
              <a:ext uri="{FF2B5EF4-FFF2-40B4-BE49-F238E27FC236}">
                <a16:creationId xmlns:a16="http://schemas.microsoft.com/office/drawing/2014/main" id="{3FFD76CD-FD46-1671-7EDB-2C3781F75976}"/>
              </a:ext>
            </a:extLst>
          </p:cNvPr>
          <p:cNvGrpSpPr/>
          <p:nvPr/>
        </p:nvGrpSpPr>
        <p:grpSpPr>
          <a:xfrm>
            <a:off x="8338502" y="6036101"/>
            <a:ext cx="856080" cy="393840"/>
            <a:chOff x="8338502" y="6036101"/>
            <a:chExt cx="85608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572" name="Tinta 571">
                  <a:extLst>
                    <a:ext uri="{FF2B5EF4-FFF2-40B4-BE49-F238E27FC236}">
                      <a16:creationId xmlns:a16="http://schemas.microsoft.com/office/drawing/2014/main" id="{8FAD8A1E-5079-9F59-BDC8-CABADF967479}"/>
                    </a:ext>
                  </a:extLst>
                </p14:cNvPr>
                <p14:cNvContentPartPr/>
                <p14:nvPr/>
              </p14:nvContentPartPr>
              <p14:xfrm>
                <a:off x="8416982" y="6047261"/>
                <a:ext cx="161640" cy="382680"/>
              </p14:xfrm>
            </p:contentPart>
          </mc:Choice>
          <mc:Fallback>
            <p:pic>
              <p:nvPicPr>
                <p:cNvPr id="572" name="Tinta 571">
                  <a:extLst>
                    <a:ext uri="{FF2B5EF4-FFF2-40B4-BE49-F238E27FC236}">
                      <a16:creationId xmlns:a16="http://schemas.microsoft.com/office/drawing/2014/main" id="{8FAD8A1E-5079-9F59-BDC8-CABADF967479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8398982" y="6029621"/>
                  <a:ext cx="1972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573" name="Tinta 572">
                  <a:extLst>
                    <a:ext uri="{FF2B5EF4-FFF2-40B4-BE49-F238E27FC236}">
                      <a16:creationId xmlns:a16="http://schemas.microsoft.com/office/drawing/2014/main" id="{91ECD130-9720-AFD8-F93D-25D84DC23395}"/>
                    </a:ext>
                  </a:extLst>
                </p14:cNvPr>
                <p14:cNvContentPartPr/>
                <p14:nvPr/>
              </p14:nvContentPartPr>
              <p14:xfrm>
                <a:off x="8338502" y="6253181"/>
                <a:ext cx="211320" cy="25920"/>
              </p14:xfrm>
            </p:contentPart>
          </mc:Choice>
          <mc:Fallback>
            <p:pic>
              <p:nvPicPr>
                <p:cNvPr id="573" name="Tinta 572">
                  <a:extLst>
                    <a:ext uri="{FF2B5EF4-FFF2-40B4-BE49-F238E27FC236}">
                      <a16:creationId xmlns:a16="http://schemas.microsoft.com/office/drawing/2014/main" id="{91ECD130-9720-AFD8-F93D-25D84DC23395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8320862" y="6235181"/>
                  <a:ext cx="246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574" name="Tinta 573">
                  <a:extLst>
                    <a:ext uri="{FF2B5EF4-FFF2-40B4-BE49-F238E27FC236}">
                      <a16:creationId xmlns:a16="http://schemas.microsoft.com/office/drawing/2014/main" id="{5E4BD60B-CB2A-A8B1-6387-B8B78CE8D495}"/>
                    </a:ext>
                  </a:extLst>
                </p14:cNvPr>
                <p14:cNvContentPartPr/>
                <p14:nvPr/>
              </p14:nvContentPartPr>
              <p14:xfrm>
                <a:off x="8625422" y="6076421"/>
                <a:ext cx="74880" cy="254160"/>
              </p14:xfrm>
            </p:contentPart>
          </mc:Choice>
          <mc:Fallback>
            <p:pic>
              <p:nvPicPr>
                <p:cNvPr id="574" name="Tinta 573">
                  <a:extLst>
                    <a:ext uri="{FF2B5EF4-FFF2-40B4-BE49-F238E27FC236}">
                      <a16:creationId xmlns:a16="http://schemas.microsoft.com/office/drawing/2014/main" id="{5E4BD60B-CB2A-A8B1-6387-B8B78CE8D495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8607782" y="6058781"/>
                  <a:ext cx="110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575" name="Tinta 574">
                  <a:extLst>
                    <a:ext uri="{FF2B5EF4-FFF2-40B4-BE49-F238E27FC236}">
                      <a16:creationId xmlns:a16="http://schemas.microsoft.com/office/drawing/2014/main" id="{BE0E86BD-4753-31AB-F2DD-798489CA50DF}"/>
                    </a:ext>
                  </a:extLst>
                </p14:cNvPr>
                <p14:cNvContentPartPr/>
                <p14:nvPr/>
              </p14:nvContentPartPr>
              <p14:xfrm>
                <a:off x="8714702" y="6161381"/>
                <a:ext cx="153000" cy="126720"/>
              </p14:xfrm>
            </p:contentPart>
          </mc:Choice>
          <mc:Fallback>
            <p:pic>
              <p:nvPicPr>
                <p:cNvPr id="575" name="Tinta 574">
                  <a:extLst>
                    <a:ext uri="{FF2B5EF4-FFF2-40B4-BE49-F238E27FC236}">
                      <a16:creationId xmlns:a16="http://schemas.microsoft.com/office/drawing/2014/main" id="{BE0E86BD-4753-31AB-F2DD-798489CA50DF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8697062" y="6143741"/>
                  <a:ext cx="188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576" name="Tinta 575">
                  <a:extLst>
                    <a:ext uri="{FF2B5EF4-FFF2-40B4-BE49-F238E27FC236}">
                      <a16:creationId xmlns:a16="http://schemas.microsoft.com/office/drawing/2014/main" id="{EF0C622E-9327-51AD-4FFC-BAFF207CA9AD}"/>
                    </a:ext>
                  </a:extLst>
                </p14:cNvPr>
                <p14:cNvContentPartPr/>
                <p14:nvPr/>
              </p14:nvContentPartPr>
              <p14:xfrm>
                <a:off x="8924582" y="6036101"/>
                <a:ext cx="62280" cy="309960"/>
              </p14:xfrm>
            </p:contentPart>
          </mc:Choice>
          <mc:Fallback>
            <p:pic>
              <p:nvPicPr>
                <p:cNvPr id="576" name="Tinta 575">
                  <a:extLst>
                    <a:ext uri="{FF2B5EF4-FFF2-40B4-BE49-F238E27FC236}">
                      <a16:creationId xmlns:a16="http://schemas.microsoft.com/office/drawing/2014/main" id="{EF0C622E-9327-51AD-4FFC-BAFF207CA9AD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8906942" y="6018461"/>
                  <a:ext cx="979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577" name="Tinta 576">
                  <a:extLst>
                    <a:ext uri="{FF2B5EF4-FFF2-40B4-BE49-F238E27FC236}">
                      <a16:creationId xmlns:a16="http://schemas.microsoft.com/office/drawing/2014/main" id="{8D63BF64-7566-5893-8DD8-F000936047A7}"/>
                    </a:ext>
                  </a:extLst>
                </p14:cNvPr>
                <p14:cNvContentPartPr/>
                <p14:nvPr/>
              </p14:nvContentPartPr>
              <p14:xfrm>
                <a:off x="9075062" y="6198461"/>
                <a:ext cx="119520" cy="90720"/>
              </p14:xfrm>
            </p:contentPart>
          </mc:Choice>
          <mc:Fallback>
            <p:pic>
              <p:nvPicPr>
                <p:cNvPr id="577" name="Tinta 576">
                  <a:extLst>
                    <a:ext uri="{FF2B5EF4-FFF2-40B4-BE49-F238E27FC236}">
                      <a16:creationId xmlns:a16="http://schemas.microsoft.com/office/drawing/2014/main" id="{8D63BF64-7566-5893-8DD8-F000936047A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9057062" y="6180461"/>
                  <a:ext cx="15516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1" name="Agrupar 610">
            <a:extLst>
              <a:ext uri="{FF2B5EF4-FFF2-40B4-BE49-F238E27FC236}">
                <a16:creationId xmlns:a16="http://schemas.microsoft.com/office/drawing/2014/main" id="{8D38CC0D-B4F7-CB6A-D88A-77CBD4E9DA36}"/>
              </a:ext>
            </a:extLst>
          </p:cNvPr>
          <p:cNvGrpSpPr/>
          <p:nvPr/>
        </p:nvGrpSpPr>
        <p:grpSpPr>
          <a:xfrm>
            <a:off x="9305822" y="5847461"/>
            <a:ext cx="3025800" cy="495360"/>
            <a:chOff x="9305822" y="5847461"/>
            <a:chExt cx="3025800" cy="49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579" name="Tinta 578">
                  <a:extLst>
                    <a:ext uri="{FF2B5EF4-FFF2-40B4-BE49-F238E27FC236}">
                      <a16:creationId xmlns:a16="http://schemas.microsoft.com/office/drawing/2014/main" id="{811235F2-340C-73CF-9CD0-9FDC27B36AF0}"/>
                    </a:ext>
                  </a:extLst>
                </p14:cNvPr>
                <p14:cNvContentPartPr/>
                <p14:nvPr/>
              </p14:nvContentPartPr>
              <p14:xfrm>
                <a:off x="9305822" y="6023501"/>
                <a:ext cx="324720" cy="255600"/>
              </p14:xfrm>
            </p:contentPart>
          </mc:Choice>
          <mc:Fallback>
            <p:pic>
              <p:nvPicPr>
                <p:cNvPr id="579" name="Tinta 578">
                  <a:extLst>
                    <a:ext uri="{FF2B5EF4-FFF2-40B4-BE49-F238E27FC236}">
                      <a16:creationId xmlns:a16="http://schemas.microsoft.com/office/drawing/2014/main" id="{811235F2-340C-73CF-9CD0-9FDC27B36AF0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9288182" y="6005501"/>
                  <a:ext cx="360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580" name="Tinta 579">
                  <a:extLst>
                    <a:ext uri="{FF2B5EF4-FFF2-40B4-BE49-F238E27FC236}">
                      <a16:creationId xmlns:a16="http://schemas.microsoft.com/office/drawing/2014/main" id="{3EF1CEED-7C98-3A6D-DAA3-B5EE2033B6EE}"/>
                    </a:ext>
                  </a:extLst>
                </p14:cNvPr>
                <p14:cNvContentPartPr/>
                <p14:nvPr/>
              </p14:nvContentPartPr>
              <p14:xfrm>
                <a:off x="9497342" y="6081101"/>
                <a:ext cx="105840" cy="182520"/>
              </p14:xfrm>
            </p:contentPart>
          </mc:Choice>
          <mc:Fallback>
            <p:pic>
              <p:nvPicPr>
                <p:cNvPr id="580" name="Tinta 579">
                  <a:extLst>
                    <a:ext uri="{FF2B5EF4-FFF2-40B4-BE49-F238E27FC236}">
                      <a16:creationId xmlns:a16="http://schemas.microsoft.com/office/drawing/2014/main" id="{3EF1CEED-7C98-3A6D-DAA3-B5EE2033B6EE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9479342" y="6063101"/>
                  <a:ext cx="141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581" name="Tinta 580">
                  <a:extLst>
                    <a:ext uri="{FF2B5EF4-FFF2-40B4-BE49-F238E27FC236}">
                      <a16:creationId xmlns:a16="http://schemas.microsoft.com/office/drawing/2014/main" id="{A6994A67-99FB-ADE7-BDFC-90AAB91D4A96}"/>
                    </a:ext>
                  </a:extLst>
                </p14:cNvPr>
                <p14:cNvContentPartPr/>
                <p14:nvPr/>
              </p14:nvContentPartPr>
              <p14:xfrm>
                <a:off x="9699662" y="5864021"/>
                <a:ext cx="58680" cy="10440"/>
              </p14:xfrm>
            </p:contentPart>
          </mc:Choice>
          <mc:Fallback>
            <p:pic>
              <p:nvPicPr>
                <p:cNvPr id="581" name="Tinta 580">
                  <a:extLst>
                    <a:ext uri="{FF2B5EF4-FFF2-40B4-BE49-F238E27FC236}">
                      <a16:creationId xmlns:a16="http://schemas.microsoft.com/office/drawing/2014/main" id="{A6994A67-99FB-ADE7-BDFC-90AAB91D4A96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9682022" y="5846381"/>
                  <a:ext cx="94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582" name="Tinta 581">
                  <a:extLst>
                    <a:ext uri="{FF2B5EF4-FFF2-40B4-BE49-F238E27FC236}">
                      <a16:creationId xmlns:a16="http://schemas.microsoft.com/office/drawing/2014/main" id="{958B1426-E923-F034-8301-01EE6FE844C6}"/>
                    </a:ext>
                  </a:extLst>
                </p14:cNvPr>
                <p14:cNvContentPartPr/>
                <p14:nvPr/>
              </p14:nvContentPartPr>
              <p14:xfrm>
                <a:off x="9647462" y="5874101"/>
                <a:ext cx="92520" cy="172440"/>
              </p14:xfrm>
            </p:contentPart>
          </mc:Choice>
          <mc:Fallback>
            <p:pic>
              <p:nvPicPr>
                <p:cNvPr id="582" name="Tinta 581">
                  <a:extLst>
                    <a:ext uri="{FF2B5EF4-FFF2-40B4-BE49-F238E27FC236}">
                      <a16:creationId xmlns:a16="http://schemas.microsoft.com/office/drawing/2014/main" id="{958B1426-E923-F034-8301-01EE6FE844C6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629462" y="5856461"/>
                  <a:ext cx="128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583" name="Tinta 582">
                  <a:extLst>
                    <a:ext uri="{FF2B5EF4-FFF2-40B4-BE49-F238E27FC236}">
                      <a16:creationId xmlns:a16="http://schemas.microsoft.com/office/drawing/2014/main" id="{AC2D723C-566A-F4B5-D92E-C7E2EB6D8962}"/>
                    </a:ext>
                  </a:extLst>
                </p14:cNvPr>
                <p14:cNvContentPartPr/>
                <p14:nvPr/>
              </p14:nvContentPartPr>
              <p14:xfrm>
                <a:off x="9784262" y="6131141"/>
                <a:ext cx="25200" cy="154440"/>
              </p14:xfrm>
            </p:contentPart>
          </mc:Choice>
          <mc:Fallback>
            <p:pic>
              <p:nvPicPr>
                <p:cNvPr id="583" name="Tinta 582">
                  <a:extLst>
                    <a:ext uri="{FF2B5EF4-FFF2-40B4-BE49-F238E27FC236}">
                      <a16:creationId xmlns:a16="http://schemas.microsoft.com/office/drawing/2014/main" id="{AC2D723C-566A-F4B5-D92E-C7E2EB6D8962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9766262" y="6113501"/>
                  <a:ext cx="60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584" name="Tinta 583">
                  <a:extLst>
                    <a:ext uri="{FF2B5EF4-FFF2-40B4-BE49-F238E27FC236}">
                      <a16:creationId xmlns:a16="http://schemas.microsoft.com/office/drawing/2014/main" id="{35EA75CD-F627-6961-364D-CD5C7F74A2A0}"/>
                    </a:ext>
                  </a:extLst>
                </p14:cNvPr>
                <p14:cNvContentPartPr/>
                <p14:nvPr/>
              </p14:nvContentPartPr>
              <p14:xfrm>
                <a:off x="9744302" y="6202781"/>
                <a:ext cx="149400" cy="22680"/>
              </p14:xfrm>
            </p:contentPart>
          </mc:Choice>
          <mc:Fallback>
            <p:pic>
              <p:nvPicPr>
                <p:cNvPr id="584" name="Tinta 583">
                  <a:extLst>
                    <a:ext uri="{FF2B5EF4-FFF2-40B4-BE49-F238E27FC236}">
                      <a16:creationId xmlns:a16="http://schemas.microsoft.com/office/drawing/2014/main" id="{35EA75CD-F627-6961-364D-CD5C7F74A2A0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9726662" y="6184781"/>
                  <a:ext cx="185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585" name="Tinta 584">
                  <a:extLst>
                    <a:ext uri="{FF2B5EF4-FFF2-40B4-BE49-F238E27FC236}">
                      <a16:creationId xmlns:a16="http://schemas.microsoft.com/office/drawing/2014/main" id="{1AF7B3B5-117C-8FB8-91E6-67A57FC2934C}"/>
                    </a:ext>
                  </a:extLst>
                </p14:cNvPr>
                <p14:cNvContentPartPr/>
                <p14:nvPr/>
              </p14:nvContentPartPr>
              <p14:xfrm>
                <a:off x="10021502" y="6068141"/>
                <a:ext cx="92880" cy="274680"/>
              </p14:xfrm>
            </p:contentPart>
          </mc:Choice>
          <mc:Fallback>
            <p:pic>
              <p:nvPicPr>
                <p:cNvPr id="585" name="Tinta 584">
                  <a:extLst>
                    <a:ext uri="{FF2B5EF4-FFF2-40B4-BE49-F238E27FC236}">
                      <a16:creationId xmlns:a16="http://schemas.microsoft.com/office/drawing/2014/main" id="{1AF7B3B5-117C-8FB8-91E6-67A57FC2934C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0003502" y="6050141"/>
                  <a:ext cx="128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586" name="Tinta 585">
                  <a:extLst>
                    <a:ext uri="{FF2B5EF4-FFF2-40B4-BE49-F238E27FC236}">
                      <a16:creationId xmlns:a16="http://schemas.microsoft.com/office/drawing/2014/main" id="{1F2A45A3-AB3E-022F-6409-8EC264D4FF90}"/>
                    </a:ext>
                  </a:extLst>
                </p14:cNvPr>
                <p14:cNvContentPartPr/>
                <p14:nvPr/>
              </p14:nvContentPartPr>
              <p14:xfrm>
                <a:off x="10172702" y="6141221"/>
                <a:ext cx="128160" cy="169200"/>
              </p14:xfrm>
            </p:contentPart>
          </mc:Choice>
          <mc:Fallback>
            <p:pic>
              <p:nvPicPr>
                <p:cNvPr id="586" name="Tinta 585">
                  <a:extLst>
                    <a:ext uri="{FF2B5EF4-FFF2-40B4-BE49-F238E27FC236}">
                      <a16:creationId xmlns:a16="http://schemas.microsoft.com/office/drawing/2014/main" id="{1F2A45A3-AB3E-022F-6409-8EC264D4FF90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0155062" y="6123581"/>
                  <a:ext cx="163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587" name="Tinta 586">
                  <a:extLst>
                    <a:ext uri="{FF2B5EF4-FFF2-40B4-BE49-F238E27FC236}">
                      <a16:creationId xmlns:a16="http://schemas.microsoft.com/office/drawing/2014/main" id="{C2256D66-DD9C-2F37-7EB0-35675F4EA77D}"/>
                    </a:ext>
                  </a:extLst>
                </p14:cNvPr>
                <p14:cNvContentPartPr/>
                <p14:nvPr/>
              </p14:nvContentPartPr>
              <p14:xfrm>
                <a:off x="10180262" y="6153461"/>
                <a:ext cx="120960" cy="136800"/>
              </p14:xfrm>
            </p:contentPart>
          </mc:Choice>
          <mc:Fallback>
            <p:pic>
              <p:nvPicPr>
                <p:cNvPr id="587" name="Tinta 586">
                  <a:extLst>
                    <a:ext uri="{FF2B5EF4-FFF2-40B4-BE49-F238E27FC236}">
                      <a16:creationId xmlns:a16="http://schemas.microsoft.com/office/drawing/2014/main" id="{C2256D66-DD9C-2F37-7EB0-35675F4EA77D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0162622" y="6135821"/>
                  <a:ext cx="156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588" name="Tinta 587">
                  <a:extLst>
                    <a:ext uri="{FF2B5EF4-FFF2-40B4-BE49-F238E27FC236}">
                      <a16:creationId xmlns:a16="http://schemas.microsoft.com/office/drawing/2014/main" id="{B1AF075D-FA8D-A66F-7879-78FF3990BE93}"/>
                    </a:ext>
                  </a:extLst>
                </p14:cNvPr>
                <p14:cNvContentPartPr/>
                <p14:nvPr/>
              </p14:nvContentPartPr>
              <p14:xfrm>
                <a:off x="10309502" y="5847461"/>
                <a:ext cx="74880" cy="208080"/>
              </p14:xfrm>
            </p:contentPart>
          </mc:Choice>
          <mc:Fallback>
            <p:pic>
              <p:nvPicPr>
                <p:cNvPr id="588" name="Tinta 587">
                  <a:extLst>
                    <a:ext uri="{FF2B5EF4-FFF2-40B4-BE49-F238E27FC236}">
                      <a16:creationId xmlns:a16="http://schemas.microsoft.com/office/drawing/2014/main" id="{B1AF075D-FA8D-A66F-7879-78FF3990BE93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291862" y="5829461"/>
                  <a:ext cx="110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589" name="Tinta 588">
                  <a:extLst>
                    <a:ext uri="{FF2B5EF4-FFF2-40B4-BE49-F238E27FC236}">
                      <a16:creationId xmlns:a16="http://schemas.microsoft.com/office/drawing/2014/main" id="{AE1A4461-8409-6A7A-D8A0-AA68DC6B5930}"/>
                    </a:ext>
                  </a:extLst>
                </p14:cNvPr>
                <p14:cNvContentPartPr/>
                <p14:nvPr/>
              </p14:nvContentPartPr>
              <p14:xfrm>
                <a:off x="10490942" y="6103421"/>
                <a:ext cx="360" cy="152280"/>
              </p14:xfrm>
            </p:contentPart>
          </mc:Choice>
          <mc:Fallback>
            <p:pic>
              <p:nvPicPr>
                <p:cNvPr id="589" name="Tinta 588">
                  <a:extLst>
                    <a:ext uri="{FF2B5EF4-FFF2-40B4-BE49-F238E27FC236}">
                      <a16:creationId xmlns:a16="http://schemas.microsoft.com/office/drawing/2014/main" id="{AE1A4461-8409-6A7A-D8A0-AA68DC6B5930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472942" y="6085421"/>
                  <a:ext cx="36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590" name="Tinta 589">
                  <a:extLst>
                    <a:ext uri="{FF2B5EF4-FFF2-40B4-BE49-F238E27FC236}">
                      <a16:creationId xmlns:a16="http://schemas.microsoft.com/office/drawing/2014/main" id="{5EF5AEE8-ECA5-9F16-8ECA-4947672845A5}"/>
                    </a:ext>
                  </a:extLst>
                </p14:cNvPr>
                <p14:cNvContentPartPr/>
                <p14:nvPr/>
              </p14:nvContentPartPr>
              <p14:xfrm>
                <a:off x="10461062" y="6181541"/>
                <a:ext cx="102240" cy="2520"/>
              </p14:xfrm>
            </p:contentPart>
          </mc:Choice>
          <mc:Fallback>
            <p:pic>
              <p:nvPicPr>
                <p:cNvPr id="590" name="Tinta 589">
                  <a:extLst>
                    <a:ext uri="{FF2B5EF4-FFF2-40B4-BE49-F238E27FC236}">
                      <a16:creationId xmlns:a16="http://schemas.microsoft.com/office/drawing/2014/main" id="{5EF5AEE8-ECA5-9F16-8ECA-4947672845A5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443062" y="6163541"/>
                  <a:ext cx="137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591" name="Tinta 590">
                  <a:extLst>
                    <a:ext uri="{FF2B5EF4-FFF2-40B4-BE49-F238E27FC236}">
                      <a16:creationId xmlns:a16="http://schemas.microsoft.com/office/drawing/2014/main" id="{387FE297-E0A1-431D-6FB6-6CC903534E1E}"/>
                    </a:ext>
                  </a:extLst>
                </p14:cNvPr>
                <p14:cNvContentPartPr/>
                <p14:nvPr/>
              </p14:nvContentPartPr>
              <p14:xfrm>
                <a:off x="10730342" y="6038621"/>
                <a:ext cx="86040" cy="31680"/>
              </p14:xfrm>
            </p:contentPart>
          </mc:Choice>
          <mc:Fallback>
            <p:pic>
              <p:nvPicPr>
                <p:cNvPr id="591" name="Tinta 590">
                  <a:extLst>
                    <a:ext uri="{FF2B5EF4-FFF2-40B4-BE49-F238E27FC236}">
                      <a16:creationId xmlns:a16="http://schemas.microsoft.com/office/drawing/2014/main" id="{387FE297-E0A1-431D-6FB6-6CC903534E1E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712702" y="6020621"/>
                  <a:ext cx="121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592" name="Tinta 591">
                  <a:extLst>
                    <a:ext uri="{FF2B5EF4-FFF2-40B4-BE49-F238E27FC236}">
                      <a16:creationId xmlns:a16="http://schemas.microsoft.com/office/drawing/2014/main" id="{B12D13B4-ABA0-17C6-575B-CF4AF9D1F4B0}"/>
                    </a:ext>
                  </a:extLst>
                </p14:cNvPr>
                <p14:cNvContentPartPr/>
                <p14:nvPr/>
              </p14:nvContentPartPr>
              <p14:xfrm>
                <a:off x="10695782" y="6069941"/>
                <a:ext cx="101160" cy="242640"/>
              </p14:xfrm>
            </p:contentPart>
          </mc:Choice>
          <mc:Fallback>
            <p:pic>
              <p:nvPicPr>
                <p:cNvPr id="592" name="Tinta 591">
                  <a:extLst>
                    <a:ext uri="{FF2B5EF4-FFF2-40B4-BE49-F238E27FC236}">
                      <a16:creationId xmlns:a16="http://schemas.microsoft.com/office/drawing/2014/main" id="{B12D13B4-ABA0-17C6-575B-CF4AF9D1F4B0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677782" y="6051941"/>
                  <a:ext cx="1368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593" name="Tinta 592">
                  <a:extLst>
                    <a:ext uri="{FF2B5EF4-FFF2-40B4-BE49-F238E27FC236}">
                      <a16:creationId xmlns:a16="http://schemas.microsoft.com/office/drawing/2014/main" id="{C84576B7-4D26-8298-FC3F-3F5A110AA32A}"/>
                    </a:ext>
                  </a:extLst>
                </p14:cNvPr>
                <p14:cNvContentPartPr/>
                <p14:nvPr/>
              </p14:nvContentPartPr>
              <p14:xfrm>
                <a:off x="10853462" y="6116741"/>
                <a:ext cx="132120" cy="161280"/>
              </p14:xfrm>
            </p:contentPart>
          </mc:Choice>
          <mc:Fallback>
            <p:pic>
              <p:nvPicPr>
                <p:cNvPr id="593" name="Tinta 592">
                  <a:extLst>
                    <a:ext uri="{FF2B5EF4-FFF2-40B4-BE49-F238E27FC236}">
                      <a16:creationId xmlns:a16="http://schemas.microsoft.com/office/drawing/2014/main" id="{C84576B7-4D26-8298-FC3F-3F5A110AA32A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835462" y="6098741"/>
                  <a:ext cx="167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594" name="Tinta 593">
                  <a:extLst>
                    <a:ext uri="{FF2B5EF4-FFF2-40B4-BE49-F238E27FC236}">
                      <a16:creationId xmlns:a16="http://schemas.microsoft.com/office/drawing/2014/main" id="{AAF6BE28-2AB9-8275-4F1D-A25B341765AE}"/>
                    </a:ext>
                  </a:extLst>
                </p14:cNvPr>
                <p14:cNvContentPartPr/>
                <p14:nvPr/>
              </p14:nvContentPartPr>
              <p14:xfrm>
                <a:off x="10870742" y="6141221"/>
                <a:ext cx="118440" cy="119880"/>
              </p14:xfrm>
            </p:contentPart>
          </mc:Choice>
          <mc:Fallback>
            <p:pic>
              <p:nvPicPr>
                <p:cNvPr id="594" name="Tinta 593">
                  <a:extLst>
                    <a:ext uri="{FF2B5EF4-FFF2-40B4-BE49-F238E27FC236}">
                      <a16:creationId xmlns:a16="http://schemas.microsoft.com/office/drawing/2014/main" id="{AAF6BE28-2AB9-8275-4F1D-A25B341765AE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853102" y="6123581"/>
                  <a:ext cx="154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2">
              <p14:nvContentPartPr>
                <p14:cNvPr id="595" name="Tinta 594">
                  <a:extLst>
                    <a:ext uri="{FF2B5EF4-FFF2-40B4-BE49-F238E27FC236}">
                      <a16:creationId xmlns:a16="http://schemas.microsoft.com/office/drawing/2014/main" id="{E7BAC317-A21A-1687-3769-625735419209}"/>
                    </a:ext>
                  </a:extLst>
                </p14:cNvPr>
                <p14:cNvContentPartPr/>
                <p14:nvPr/>
              </p14:nvContentPartPr>
              <p14:xfrm>
                <a:off x="11027342" y="5893901"/>
                <a:ext cx="92520" cy="150480"/>
              </p14:xfrm>
            </p:contentPart>
          </mc:Choice>
          <mc:Fallback>
            <p:pic>
              <p:nvPicPr>
                <p:cNvPr id="595" name="Tinta 594">
                  <a:extLst>
                    <a:ext uri="{FF2B5EF4-FFF2-40B4-BE49-F238E27FC236}">
                      <a16:creationId xmlns:a16="http://schemas.microsoft.com/office/drawing/2014/main" id="{E7BAC317-A21A-1687-3769-625735419209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11009342" y="5876261"/>
                  <a:ext cx="1281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4">
              <p14:nvContentPartPr>
                <p14:cNvPr id="596" name="Tinta 595">
                  <a:extLst>
                    <a:ext uri="{FF2B5EF4-FFF2-40B4-BE49-F238E27FC236}">
                      <a16:creationId xmlns:a16="http://schemas.microsoft.com/office/drawing/2014/main" id="{14004DFC-1E52-610C-2ACB-34C843C8DAEE}"/>
                    </a:ext>
                  </a:extLst>
                </p14:cNvPr>
                <p14:cNvContentPartPr/>
                <p14:nvPr/>
              </p14:nvContentPartPr>
              <p14:xfrm>
                <a:off x="11166302" y="6078581"/>
                <a:ext cx="360" cy="150120"/>
              </p14:xfrm>
            </p:contentPart>
          </mc:Choice>
          <mc:Fallback>
            <p:pic>
              <p:nvPicPr>
                <p:cNvPr id="596" name="Tinta 595">
                  <a:extLst>
                    <a:ext uri="{FF2B5EF4-FFF2-40B4-BE49-F238E27FC236}">
                      <a16:creationId xmlns:a16="http://schemas.microsoft.com/office/drawing/2014/main" id="{14004DFC-1E52-610C-2ACB-34C843C8DAEE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11148662" y="6060941"/>
                  <a:ext cx="36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6">
              <p14:nvContentPartPr>
                <p14:cNvPr id="597" name="Tinta 596">
                  <a:extLst>
                    <a:ext uri="{FF2B5EF4-FFF2-40B4-BE49-F238E27FC236}">
                      <a16:creationId xmlns:a16="http://schemas.microsoft.com/office/drawing/2014/main" id="{B60E5261-E262-8BDE-A540-8A7ABD419114}"/>
                    </a:ext>
                  </a:extLst>
                </p14:cNvPr>
                <p14:cNvContentPartPr/>
                <p14:nvPr/>
              </p14:nvContentPartPr>
              <p14:xfrm>
                <a:off x="11121662" y="6168221"/>
                <a:ext cx="108360" cy="8280"/>
              </p14:xfrm>
            </p:contentPart>
          </mc:Choice>
          <mc:Fallback>
            <p:pic>
              <p:nvPicPr>
                <p:cNvPr id="597" name="Tinta 596">
                  <a:extLst>
                    <a:ext uri="{FF2B5EF4-FFF2-40B4-BE49-F238E27FC236}">
                      <a16:creationId xmlns:a16="http://schemas.microsoft.com/office/drawing/2014/main" id="{B60E5261-E262-8BDE-A540-8A7ABD419114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11103662" y="6150221"/>
                  <a:ext cx="144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8">
              <p14:nvContentPartPr>
                <p14:cNvPr id="599" name="Tinta 598">
                  <a:extLst>
                    <a:ext uri="{FF2B5EF4-FFF2-40B4-BE49-F238E27FC236}">
                      <a16:creationId xmlns:a16="http://schemas.microsoft.com/office/drawing/2014/main" id="{020FE765-38EA-3A08-111C-338839441BA5}"/>
                    </a:ext>
                  </a:extLst>
                </p14:cNvPr>
                <p14:cNvContentPartPr/>
                <p14:nvPr/>
              </p14:nvContentPartPr>
              <p14:xfrm>
                <a:off x="11344142" y="6023861"/>
                <a:ext cx="87840" cy="286560"/>
              </p14:xfrm>
            </p:contentPart>
          </mc:Choice>
          <mc:Fallback>
            <p:pic>
              <p:nvPicPr>
                <p:cNvPr id="599" name="Tinta 598">
                  <a:extLst>
                    <a:ext uri="{FF2B5EF4-FFF2-40B4-BE49-F238E27FC236}">
                      <a16:creationId xmlns:a16="http://schemas.microsoft.com/office/drawing/2014/main" id="{020FE765-38EA-3A08-111C-338839441BA5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11326502" y="6006221"/>
                  <a:ext cx="1234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0">
              <p14:nvContentPartPr>
                <p14:cNvPr id="600" name="Tinta 599">
                  <a:extLst>
                    <a:ext uri="{FF2B5EF4-FFF2-40B4-BE49-F238E27FC236}">
                      <a16:creationId xmlns:a16="http://schemas.microsoft.com/office/drawing/2014/main" id="{1D632FAF-8670-00F5-0852-A4D819481AB1}"/>
                    </a:ext>
                  </a:extLst>
                </p14:cNvPr>
                <p14:cNvContentPartPr/>
                <p14:nvPr/>
              </p14:nvContentPartPr>
              <p14:xfrm>
                <a:off x="11496782" y="6125741"/>
                <a:ext cx="128160" cy="158040"/>
              </p14:xfrm>
            </p:contentPart>
          </mc:Choice>
          <mc:Fallback>
            <p:pic>
              <p:nvPicPr>
                <p:cNvPr id="600" name="Tinta 599">
                  <a:extLst>
                    <a:ext uri="{FF2B5EF4-FFF2-40B4-BE49-F238E27FC236}">
                      <a16:creationId xmlns:a16="http://schemas.microsoft.com/office/drawing/2014/main" id="{1D632FAF-8670-00F5-0852-A4D819481AB1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11478782" y="6107741"/>
                  <a:ext cx="163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2">
              <p14:nvContentPartPr>
                <p14:cNvPr id="601" name="Tinta 600">
                  <a:extLst>
                    <a:ext uri="{FF2B5EF4-FFF2-40B4-BE49-F238E27FC236}">
                      <a16:creationId xmlns:a16="http://schemas.microsoft.com/office/drawing/2014/main" id="{5B0267A2-507E-CCFD-AC13-4D2A6DED0CB0}"/>
                    </a:ext>
                  </a:extLst>
                </p14:cNvPr>
                <p14:cNvContentPartPr/>
                <p14:nvPr/>
              </p14:nvContentPartPr>
              <p14:xfrm>
                <a:off x="11520182" y="6136901"/>
                <a:ext cx="149400" cy="138960"/>
              </p14:xfrm>
            </p:contentPart>
          </mc:Choice>
          <mc:Fallback>
            <p:pic>
              <p:nvPicPr>
                <p:cNvPr id="601" name="Tinta 600">
                  <a:extLst>
                    <a:ext uri="{FF2B5EF4-FFF2-40B4-BE49-F238E27FC236}">
                      <a16:creationId xmlns:a16="http://schemas.microsoft.com/office/drawing/2014/main" id="{5B0267A2-507E-CCFD-AC13-4D2A6DED0CB0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11502542" y="6118901"/>
                  <a:ext cx="185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4">
              <p14:nvContentPartPr>
                <p14:cNvPr id="602" name="Tinta 601">
                  <a:extLst>
                    <a:ext uri="{FF2B5EF4-FFF2-40B4-BE49-F238E27FC236}">
                      <a16:creationId xmlns:a16="http://schemas.microsoft.com/office/drawing/2014/main" id="{36B7CF60-7CDF-F584-D3F1-A0F4F5FFC771}"/>
                    </a:ext>
                  </a:extLst>
                </p14:cNvPr>
                <p14:cNvContentPartPr/>
                <p14:nvPr/>
              </p14:nvContentPartPr>
              <p14:xfrm>
                <a:off x="11626382" y="5905421"/>
                <a:ext cx="141480" cy="179280"/>
              </p14:xfrm>
            </p:contentPart>
          </mc:Choice>
          <mc:Fallback>
            <p:pic>
              <p:nvPicPr>
                <p:cNvPr id="602" name="Tinta 601">
                  <a:extLst>
                    <a:ext uri="{FF2B5EF4-FFF2-40B4-BE49-F238E27FC236}">
                      <a16:creationId xmlns:a16="http://schemas.microsoft.com/office/drawing/2014/main" id="{36B7CF60-7CDF-F584-D3F1-A0F4F5FFC771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11608382" y="5887781"/>
                  <a:ext cx="177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6">
              <p14:nvContentPartPr>
                <p14:cNvPr id="603" name="Tinta 602">
                  <a:extLst>
                    <a:ext uri="{FF2B5EF4-FFF2-40B4-BE49-F238E27FC236}">
                      <a16:creationId xmlns:a16="http://schemas.microsoft.com/office/drawing/2014/main" id="{CEA1BA1D-3C9C-D72D-95ED-4E97BB793AAA}"/>
                    </a:ext>
                  </a:extLst>
                </p14:cNvPr>
                <p14:cNvContentPartPr/>
                <p14:nvPr/>
              </p14:nvContentPartPr>
              <p14:xfrm>
                <a:off x="11851742" y="6132221"/>
                <a:ext cx="1440" cy="173160"/>
              </p14:xfrm>
            </p:contentPart>
          </mc:Choice>
          <mc:Fallback>
            <p:pic>
              <p:nvPicPr>
                <p:cNvPr id="603" name="Tinta 602">
                  <a:extLst>
                    <a:ext uri="{FF2B5EF4-FFF2-40B4-BE49-F238E27FC236}">
                      <a16:creationId xmlns:a16="http://schemas.microsoft.com/office/drawing/2014/main" id="{CEA1BA1D-3C9C-D72D-95ED-4E97BB793AAA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11834102" y="6114221"/>
                  <a:ext cx="37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8">
              <p14:nvContentPartPr>
                <p14:cNvPr id="604" name="Tinta 603">
                  <a:extLst>
                    <a:ext uri="{FF2B5EF4-FFF2-40B4-BE49-F238E27FC236}">
                      <a16:creationId xmlns:a16="http://schemas.microsoft.com/office/drawing/2014/main" id="{A3B865DB-673D-53C8-7F7B-A6C46B2AA6AB}"/>
                    </a:ext>
                  </a:extLst>
                </p14:cNvPr>
                <p14:cNvContentPartPr/>
                <p14:nvPr/>
              </p14:nvContentPartPr>
              <p14:xfrm>
                <a:off x="11797382" y="6238421"/>
                <a:ext cx="129600" cy="22680"/>
              </p14:xfrm>
            </p:contentPart>
          </mc:Choice>
          <mc:Fallback>
            <p:pic>
              <p:nvPicPr>
                <p:cNvPr id="604" name="Tinta 603">
                  <a:extLst>
                    <a:ext uri="{FF2B5EF4-FFF2-40B4-BE49-F238E27FC236}">
                      <a16:creationId xmlns:a16="http://schemas.microsoft.com/office/drawing/2014/main" id="{A3B865DB-673D-53C8-7F7B-A6C46B2AA6AB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11779382" y="6220781"/>
                  <a:ext cx="165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0">
              <p14:nvContentPartPr>
                <p14:cNvPr id="605" name="Tinta 604">
                  <a:extLst>
                    <a:ext uri="{FF2B5EF4-FFF2-40B4-BE49-F238E27FC236}">
                      <a16:creationId xmlns:a16="http://schemas.microsoft.com/office/drawing/2014/main" id="{C9151473-B9E6-7F97-AB4E-C2C309F9EA95}"/>
                    </a:ext>
                  </a:extLst>
                </p14:cNvPr>
                <p14:cNvContentPartPr/>
                <p14:nvPr/>
              </p14:nvContentPartPr>
              <p14:xfrm>
                <a:off x="12042902" y="6076421"/>
                <a:ext cx="98640" cy="227160"/>
              </p14:xfrm>
            </p:contentPart>
          </mc:Choice>
          <mc:Fallback>
            <p:pic>
              <p:nvPicPr>
                <p:cNvPr id="605" name="Tinta 604">
                  <a:extLst>
                    <a:ext uri="{FF2B5EF4-FFF2-40B4-BE49-F238E27FC236}">
                      <a16:creationId xmlns:a16="http://schemas.microsoft.com/office/drawing/2014/main" id="{C9151473-B9E6-7F97-AB4E-C2C309F9EA95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12024902" y="6058781"/>
                  <a:ext cx="134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2">
              <p14:nvContentPartPr>
                <p14:cNvPr id="606" name="Tinta 605">
                  <a:extLst>
                    <a:ext uri="{FF2B5EF4-FFF2-40B4-BE49-F238E27FC236}">
                      <a16:creationId xmlns:a16="http://schemas.microsoft.com/office/drawing/2014/main" id="{D7B8BF05-3E4A-3481-06EA-AFACF534922A}"/>
                    </a:ext>
                  </a:extLst>
                </p14:cNvPr>
                <p14:cNvContentPartPr/>
                <p14:nvPr/>
              </p14:nvContentPartPr>
              <p14:xfrm>
                <a:off x="12039302" y="6189461"/>
                <a:ext cx="128160" cy="4680"/>
              </p14:xfrm>
            </p:contentPart>
          </mc:Choice>
          <mc:Fallback>
            <p:pic>
              <p:nvPicPr>
                <p:cNvPr id="606" name="Tinta 605">
                  <a:extLst>
                    <a:ext uri="{FF2B5EF4-FFF2-40B4-BE49-F238E27FC236}">
                      <a16:creationId xmlns:a16="http://schemas.microsoft.com/office/drawing/2014/main" id="{D7B8BF05-3E4A-3481-06EA-AFACF534922A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12021662" y="6171461"/>
                  <a:ext cx="163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4">
              <p14:nvContentPartPr>
                <p14:cNvPr id="607" name="Tinta 606">
                  <a:extLst>
                    <a:ext uri="{FF2B5EF4-FFF2-40B4-BE49-F238E27FC236}">
                      <a16:creationId xmlns:a16="http://schemas.microsoft.com/office/drawing/2014/main" id="{4ED1DEBD-4AA1-4571-0BBA-E92DAA6D9358}"/>
                    </a:ext>
                  </a:extLst>
                </p14:cNvPr>
                <p14:cNvContentPartPr/>
                <p14:nvPr/>
              </p14:nvContentPartPr>
              <p14:xfrm>
                <a:off x="12199502" y="6112061"/>
                <a:ext cx="119520" cy="173520"/>
              </p14:xfrm>
            </p:contentPart>
          </mc:Choice>
          <mc:Fallback>
            <p:pic>
              <p:nvPicPr>
                <p:cNvPr id="607" name="Tinta 606">
                  <a:extLst>
                    <a:ext uri="{FF2B5EF4-FFF2-40B4-BE49-F238E27FC236}">
                      <a16:creationId xmlns:a16="http://schemas.microsoft.com/office/drawing/2014/main" id="{4ED1DEBD-4AA1-4571-0BBA-E92DAA6D9358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12181862" y="6094421"/>
                  <a:ext cx="155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6">
              <p14:nvContentPartPr>
                <p14:cNvPr id="608" name="Tinta 607">
                  <a:extLst>
                    <a:ext uri="{FF2B5EF4-FFF2-40B4-BE49-F238E27FC236}">
                      <a16:creationId xmlns:a16="http://schemas.microsoft.com/office/drawing/2014/main" id="{B51DEDF9-51C3-3F5B-0FE1-27993CA22DF7}"/>
                    </a:ext>
                  </a:extLst>
                </p14:cNvPr>
                <p14:cNvContentPartPr/>
                <p14:nvPr/>
              </p14:nvContentPartPr>
              <p14:xfrm>
                <a:off x="12234422" y="6145901"/>
                <a:ext cx="97200" cy="119880"/>
              </p14:xfrm>
            </p:contentPart>
          </mc:Choice>
          <mc:Fallback>
            <p:pic>
              <p:nvPicPr>
                <p:cNvPr id="608" name="Tinta 607">
                  <a:extLst>
                    <a:ext uri="{FF2B5EF4-FFF2-40B4-BE49-F238E27FC236}">
                      <a16:creationId xmlns:a16="http://schemas.microsoft.com/office/drawing/2014/main" id="{B51DEDF9-51C3-3F5B-0FE1-27993CA22DF7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12216422" y="6127901"/>
                  <a:ext cx="1328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Agrupar 613">
            <a:extLst>
              <a:ext uri="{FF2B5EF4-FFF2-40B4-BE49-F238E27FC236}">
                <a16:creationId xmlns:a16="http://schemas.microsoft.com/office/drawing/2014/main" id="{178E76A2-DEB6-D44D-D245-A67C220D61B7}"/>
              </a:ext>
            </a:extLst>
          </p:cNvPr>
          <p:cNvGrpSpPr/>
          <p:nvPr/>
        </p:nvGrpSpPr>
        <p:grpSpPr>
          <a:xfrm>
            <a:off x="10562942" y="5303141"/>
            <a:ext cx="1366200" cy="331200"/>
            <a:chOff x="10562942" y="5303141"/>
            <a:chExt cx="136620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8">
              <p14:nvContentPartPr>
                <p14:cNvPr id="559" name="Tinta 558">
                  <a:extLst>
                    <a:ext uri="{FF2B5EF4-FFF2-40B4-BE49-F238E27FC236}">
                      <a16:creationId xmlns:a16="http://schemas.microsoft.com/office/drawing/2014/main" id="{74059830-F4E0-36EB-EB2D-1B066AD31883}"/>
                    </a:ext>
                  </a:extLst>
                </p14:cNvPr>
                <p14:cNvContentPartPr/>
                <p14:nvPr/>
              </p14:nvContentPartPr>
              <p14:xfrm>
                <a:off x="10564022" y="5467301"/>
                <a:ext cx="33840" cy="167040"/>
              </p14:xfrm>
            </p:contentPart>
          </mc:Choice>
          <mc:Fallback>
            <p:pic>
              <p:nvPicPr>
                <p:cNvPr id="559" name="Tinta 558">
                  <a:extLst>
                    <a:ext uri="{FF2B5EF4-FFF2-40B4-BE49-F238E27FC236}">
                      <a16:creationId xmlns:a16="http://schemas.microsoft.com/office/drawing/2014/main" id="{74059830-F4E0-36EB-EB2D-1B066AD31883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10546382" y="5449661"/>
                  <a:ext cx="694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0">
              <p14:nvContentPartPr>
                <p14:cNvPr id="560" name="Tinta 559">
                  <a:extLst>
                    <a:ext uri="{FF2B5EF4-FFF2-40B4-BE49-F238E27FC236}">
                      <a16:creationId xmlns:a16="http://schemas.microsoft.com/office/drawing/2014/main" id="{989F6EBE-7668-E726-EC91-139A26E28A0B}"/>
                    </a:ext>
                  </a:extLst>
                </p14:cNvPr>
                <p14:cNvContentPartPr/>
                <p14:nvPr/>
              </p14:nvContentPartPr>
              <p14:xfrm>
                <a:off x="10562942" y="5382341"/>
                <a:ext cx="119520" cy="160200"/>
              </p14:xfrm>
            </p:contentPart>
          </mc:Choice>
          <mc:Fallback>
            <p:pic>
              <p:nvPicPr>
                <p:cNvPr id="560" name="Tinta 559">
                  <a:extLst>
                    <a:ext uri="{FF2B5EF4-FFF2-40B4-BE49-F238E27FC236}">
                      <a16:creationId xmlns:a16="http://schemas.microsoft.com/office/drawing/2014/main" id="{989F6EBE-7668-E726-EC91-139A26E28A0B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10544942" y="5364701"/>
                  <a:ext cx="155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2">
              <p14:nvContentPartPr>
                <p14:cNvPr id="561" name="Tinta 560">
                  <a:extLst>
                    <a:ext uri="{FF2B5EF4-FFF2-40B4-BE49-F238E27FC236}">
                      <a16:creationId xmlns:a16="http://schemas.microsoft.com/office/drawing/2014/main" id="{D4492155-D138-0FB1-C8E4-130BAE51B872}"/>
                    </a:ext>
                  </a:extLst>
                </p14:cNvPr>
                <p14:cNvContentPartPr/>
                <p14:nvPr/>
              </p14:nvContentPartPr>
              <p14:xfrm>
                <a:off x="10734302" y="5419061"/>
                <a:ext cx="241200" cy="117000"/>
              </p14:xfrm>
            </p:contentPart>
          </mc:Choice>
          <mc:Fallback>
            <p:pic>
              <p:nvPicPr>
                <p:cNvPr id="561" name="Tinta 560">
                  <a:extLst>
                    <a:ext uri="{FF2B5EF4-FFF2-40B4-BE49-F238E27FC236}">
                      <a16:creationId xmlns:a16="http://schemas.microsoft.com/office/drawing/2014/main" id="{D4492155-D138-0FB1-C8E4-130BAE51B872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10716302" y="5401061"/>
                  <a:ext cx="276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4">
              <p14:nvContentPartPr>
                <p14:cNvPr id="562" name="Tinta 561">
                  <a:extLst>
                    <a:ext uri="{FF2B5EF4-FFF2-40B4-BE49-F238E27FC236}">
                      <a16:creationId xmlns:a16="http://schemas.microsoft.com/office/drawing/2014/main" id="{085257DC-7ED5-DC33-3645-A250C9E35AF7}"/>
                    </a:ext>
                  </a:extLst>
                </p14:cNvPr>
                <p14:cNvContentPartPr/>
                <p14:nvPr/>
              </p14:nvContentPartPr>
              <p14:xfrm>
                <a:off x="11030942" y="5347781"/>
                <a:ext cx="360" cy="360"/>
              </p14:xfrm>
            </p:contentPart>
          </mc:Choice>
          <mc:Fallback>
            <p:pic>
              <p:nvPicPr>
                <p:cNvPr id="562" name="Tinta 561">
                  <a:extLst>
                    <a:ext uri="{FF2B5EF4-FFF2-40B4-BE49-F238E27FC236}">
                      <a16:creationId xmlns:a16="http://schemas.microsoft.com/office/drawing/2014/main" id="{085257DC-7ED5-DC33-3645-A250C9E35A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13302" y="53297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63" name="Tinta 562">
                  <a:extLst>
                    <a:ext uri="{FF2B5EF4-FFF2-40B4-BE49-F238E27FC236}">
                      <a16:creationId xmlns:a16="http://schemas.microsoft.com/office/drawing/2014/main" id="{22D7C62D-63DD-C741-2CD9-3D326AE1D2EF}"/>
                    </a:ext>
                  </a:extLst>
                </p14:cNvPr>
                <p14:cNvContentPartPr/>
                <p14:nvPr/>
              </p14:nvContentPartPr>
              <p14:xfrm>
                <a:off x="11070902" y="5404661"/>
                <a:ext cx="331920" cy="116640"/>
              </p14:xfrm>
            </p:contentPart>
          </mc:Choice>
          <mc:Fallback>
            <p:pic>
              <p:nvPicPr>
                <p:cNvPr id="563" name="Tinta 562">
                  <a:extLst>
                    <a:ext uri="{FF2B5EF4-FFF2-40B4-BE49-F238E27FC236}">
                      <a16:creationId xmlns:a16="http://schemas.microsoft.com/office/drawing/2014/main" id="{22D7C62D-63DD-C741-2CD9-3D326AE1D2EF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052902" y="5387021"/>
                  <a:ext cx="367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564" name="Tinta 563">
                  <a:extLst>
                    <a:ext uri="{FF2B5EF4-FFF2-40B4-BE49-F238E27FC236}">
                      <a16:creationId xmlns:a16="http://schemas.microsoft.com/office/drawing/2014/main" id="{0B0B28F6-C41E-B432-097E-853D98E1AE50}"/>
                    </a:ext>
                  </a:extLst>
                </p14:cNvPr>
                <p14:cNvContentPartPr/>
                <p14:nvPr/>
              </p14:nvContentPartPr>
              <p14:xfrm>
                <a:off x="11391302" y="5303141"/>
                <a:ext cx="360" cy="360"/>
              </p14:xfrm>
            </p:contentPart>
          </mc:Choice>
          <mc:Fallback>
            <p:pic>
              <p:nvPicPr>
                <p:cNvPr id="564" name="Tinta 563">
                  <a:extLst>
                    <a:ext uri="{FF2B5EF4-FFF2-40B4-BE49-F238E27FC236}">
                      <a16:creationId xmlns:a16="http://schemas.microsoft.com/office/drawing/2014/main" id="{0B0B28F6-C41E-B432-097E-853D98E1AE5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73302" y="52851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8">
              <p14:nvContentPartPr>
                <p14:cNvPr id="565" name="Tinta 564">
                  <a:extLst>
                    <a:ext uri="{FF2B5EF4-FFF2-40B4-BE49-F238E27FC236}">
                      <a16:creationId xmlns:a16="http://schemas.microsoft.com/office/drawing/2014/main" id="{0C3E7D6F-852D-A6A1-A77F-67142C5A24B1}"/>
                    </a:ext>
                  </a:extLst>
                </p14:cNvPr>
                <p14:cNvContentPartPr/>
                <p14:nvPr/>
              </p14:nvContentPartPr>
              <p14:xfrm>
                <a:off x="11480582" y="5305301"/>
                <a:ext cx="24120" cy="208080"/>
              </p14:xfrm>
            </p:contentPart>
          </mc:Choice>
          <mc:Fallback>
            <p:pic>
              <p:nvPicPr>
                <p:cNvPr id="565" name="Tinta 564">
                  <a:extLst>
                    <a:ext uri="{FF2B5EF4-FFF2-40B4-BE49-F238E27FC236}">
                      <a16:creationId xmlns:a16="http://schemas.microsoft.com/office/drawing/2014/main" id="{0C3E7D6F-852D-A6A1-A77F-67142C5A24B1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1462582" y="5287301"/>
                  <a:ext cx="59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0">
              <p14:nvContentPartPr>
                <p14:cNvPr id="566" name="Tinta 565">
                  <a:extLst>
                    <a:ext uri="{FF2B5EF4-FFF2-40B4-BE49-F238E27FC236}">
                      <a16:creationId xmlns:a16="http://schemas.microsoft.com/office/drawing/2014/main" id="{610D085F-F60B-292F-113D-FFE9AC774EB9}"/>
                    </a:ext>
                  </a:extLst>
                </p14:cNvPr>
                <p14:cNvContentPartPr/>
                <p14:nvPr/>
              </p14:nvContentPartPr>
              <p14:xfrm>
                <a:off x="11440982" y="5370101"/>
                <a:ext cx="218880" cy="129960"/>
              </p14:xfrm>
            </p:contentPart>
          </mc:Choice>
          <mc:Fallback>
            <p:pic>
              <p:nvPicPr>
                <p:cNvPr id="566" name="Tinta 565">
                  <a:extLst>
                    <a:ext uri="{FF2B5EF4-FFF2-40B4-BE49-F238E27FC236}">
                      <a16:creationId xmlns:a16="http://schemas.microsoft.com/office/drawing/2014/main" id="{610D085F-F60B-292F-113D-FFE9AC774EB9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11422982" y="5352461"/>
                  <a:ext cx="254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2">
              <p14:nvContentPartPr>
                <p14:cNvPr id="612" name="Tinta 611">
                  <a:extLst>
                    <a:ext uri="{FF2B5EF4-FFF2-40B4-BE49-F238E27FC236}">
                      <a16:creationId xmlns:a16="http://schemas.microsoft.com/office/drawing/2014/main" id="{7EAAAA7B-6C7A-296D-1929-7837DE9CE845}"/>
                    </a:ext>
                  </a:extLst>
                </p14:cNvPr>
                <p14:cNvContentPartPr/>
                <p14:nvPr/>
              </p14:nvContentPartPr>
              <p14:xfrm>
                <a:off x="11726462" y="5369021"/>
                <a:ext cx="114480" cy="182880"/>
              </p14:xfrm>
            </p:contentPart>
          </mc:Choice>
          <mc:Fallback>
            <p:pic>
              <p:nvPicPr>
                <p:cNvPr id="612" name="Tinta 611">
                  <a:extLst>
                    <a:ext uri="{FF2B5EF4-FFF2-40B4-BE49-F238E27FC236}">
                      <a16:creationId xmlns:a16="http://schemas.microsoft.com/office/drawing/2014/main" id="{7EAAAA7B-6C7A-296D-1929-7837DE9CE845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11708462" y="5351021"/>
                  <a:ext cx="15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4">
              <p14:nvContentPartPr>
                <p14:cNvPr id="613" name="Tinta 612">
                  <a:extLst>
                    <a:ext uri="{FF2B5EF4-FFF2-40B4-BE49-F238E27FC236}">
                      <a16:creationId xmlns:a16="http://schemas.microsoft.com/office/drawing/2014/main" id="{01403B10-DD4B-7525-D329-14F3A1057997}"/>
                    </a:ext>
                  </a:extLst>
                </p14:cNvPr>
                <p14:cNvContentPartPr/>
                <p14:nvPr/>
              </p14:nvContentPartPr>
              <p14:xfrm>
                <a:off x="11808182" y="5424821"/>
                <a:ext cx="120960" cy="127800"/>
              </p14:xfrm>
            </p:contentPart>
          </mc:Choice>
          <mc:Fallback>
            <p:pic>
              <p:nvPicPr>
                <p:cNvPr id="613" name="Tinta 612">
                  <a:extLst>
                    <a:ext uri="{FF2B5EF4-FFF2-40B4-BE49-F238E27FC236}">
                      <a16:creationId xmlns:a16="http://schemas.microsoft.com/office/drawing/2014/main" id="{01403B10-DD4B-7525-D329-14F3A1057997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11790542" y="5407181"/>
                  <a:ext cx="1566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6" name="Agrupar 615">
            <a:extLst>
              <a:ext uri="{FF2B5EF4-FFF2-40B4-BE49-F238E27FC236}">
                <a16:creationId xmlns:a16="http://schemas.microsoft.com/office/drawing/2014/main" id="{80A2BCCE-DD04-05B9-2423-00D176CB2138}"/>
              </a:ext>
            </a:extLst>
          </p:cNvPr>
          <p:cNvGrpSpPr/>
          <p:nvPr/>
        </p:nvGrpSpPr>
        <p:grpSpPr>
          <a:xfrm>
            <a:off x="8102702" y="3669821"/>
            <a:ext cx="648720" cy="281160"/>
            <a:chOff x="8102702" y="3669821"/>
            <a:chExt cx="64872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6">
              <p14:nvContentPartPr>
                <p14:cNvPr id="370" name="Tinta 369">
                  <a:extLst>
                    <a:ext uri="{FF2B5EF4-FFF2-40B4-BE49-F238E27FC236}">
                      <a16:creationId xmlns:a16="http://schemas.microsoft.com/office/drawing/2014/main" id="{79B0D532-0FDF-9B97-951A-C129CD3A7684}"/>
                    </a:ext>
                  </a:extLst>
                </p14:cNvPr>
                <p14:cNvContentPartPr/>
                <p14:nvPr/>
              </p14:nvContentPartPr>
              <p14:xfrm>
                <a:off x="8169662" y="3736061"/>
                <a:ext cx="36720" cy="214920"/>
              </p14:xfrm>
            </p:contentPart>
          </mc:Choice>
          <mc:Fallback>
            <p:pic>
              <p:nvPicPr>
                <p:cNvPr id="370" name="Tinta 369">
                  <a:extLst>
                    <a:ext uri="{FF2B5EF4-FFF2-40B4-BE49-F238E27FC236}">
                      <a16:creationId xmlns:a16="http://schemas.microsoft.com/office/drawing/2014/main" id="{79B0D532-0FDF-9B97-951A-C129CD3A7684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8152022" y="3718421"/>
                  <a:ext cx="723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8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67C77647-1D60-9737-9A4A-B47FC16AE018}"/>
                    </a:ext>
                  </a:extLst>
                </p14:cNvPr>
                <p14:cNvContentPartPr/>
                <p14:nvPr/>
              </p14:nvContentPartPr>
              <p14:xfrm>
                <a:off x="8102702" y="3845501"/>
                <a:ext cx="148320" cy="936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67C77647-1D60-9737-9A4A-B47FC16AE018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8084702" y="3827861"/>
                  <a:ext cx="183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0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A4602479-1A46-F35D-D91C-6373C35F787F}"/>
                    </a:ext>
                  </a:extLst>
                </p14:cNvPr>
                <p14:cNvContentPartPr/>
                <p14:nvPr/>
              </p14:nvContentPartPr>
              <p14:xfrm>
                <a:off x="8440742" y="3669821"/>
                <a:ext cx="310680" cy="20520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A4602479-1A46-F35D-D91C-6373C35F787F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8422742" y="3651821"/>
                  <a:ext cx="346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2">
              <p14:nvContentPartPr>
                <p14:cNvPr id="615" name="Tinta 614">
                  <a:extLst>
                    <a:ext uri="{FF2B5EF4-FFF2-40B4-BE49-F238E27FC236}">
                      <a16:creationId xmlns:a16="http://schemas.microsoft.com/office/drawing/2014/main" id="{551D9F9B-209F-85F0-305B-5E08BF6C4E10}"/>
                    </a:ext>
                  </a:extLst>
                </p14:cNvPr>
                <p14:cNvContentPartPr/>
                <p14:nvPr/>
              </p14:nvContentPartPr>
              <p14:xfrm>
                <a:off x="8267942" y="3804101"/>
                <a:ext cx="22680" cy="66240"/>
              </p14:xfrm>
            </p:contentPart>
          </mc:Choice>
          <mc:Fallback>
            <p:pic>
              <p:nvPicPr>
                <p:cNvPr id="615" name="Tinta 614">
                  <a:extLst>
                    <a:ext uri="{FF2B5EF4-FFF2-40B4-BE49-F238E27FC236}">
                      <a16:creationId xmlns:a16="http://schemas.microsoft.com/office/drawing/2014/main" id="{551D9F9B-209F-85F0-305B-5E08BF6C4E10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8249942" y="3786461"/>
                  <a:ext cx="5832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Agrupar 628">
            <a:extLst>
              <a:ext uri="{FF2B5EF4-FFF2-40B4-BE49-F238E27FC236}">
                <a16:creationId xmlns:a16="http://schemas.microsoft.com/office/drawing/2014/main" id="{231ABCDC-2D7B-894D-5663-8C54217207C2}"/>
              </a:ext>
            </a:extLst>
          </p:cNvPr>
          <p:cNvGrpSpPr/>
          <p:nvPr/>
        </p:nvGrpSpPr>
        <p:grpSpPr>
          <a:xfrm>
            <a:off x="872462" y="6060941"/>
            <a:ext cx="6461640" cy="791280"/>
            <a:chOff x="872462" y="6060941"/>
            <a:chExt cx="6461640" cy="79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4">
              <p14:nvContentPartPr>
                <p14:cNvPr id="617" name="Tinta 616">
                  <a:extLst>
                    <a:ext uri="{FF2B5EF4-FFF2-40B4-BE49-F238E27FC236}">
                      <a16:creationId xmlns:a16="http://schemas.microsoft.com/office/drawing/2014/main" id="{908F9C8F-4C5B-C51B-B559-B0491EC6CEB5}"/>
                    </a:ext>
                  </a:extLst>
                </p14:cNvPr>
                <p14:cNvContentPartPr/>
                <p14:nvPr/>
              </p14:nvContentPartPr>
              <p14:xfrm>
                <a:off x="872462" y="6227981"/>
                <a:ext cx="5807520" cy="258840"/>
              </p14:xfrm>
            </p:contentPart>
          </mc:Choice>
          <mc:Fallback>
            <p:pic>
              <p:nvPicPr>
                <p:cNvPr id="617" name="Tinta 616">
                  <a:extLst>
                    <a:ext uri="{FF2B5EF4-FFF2-40B4-BE49-F238E27FC236}">
                      <a16:creationId xmlns:a16="http://schemas.microsoft.com/office/drawing/2014/main" id="{908F9C8F-4C5B-C51B-B559-B0491EC6CEB5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854462" y="6209981"/>
                  <a:ext cx="5843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6">
              <p14:nvContentPartPr>
                <p14:cNvPr id="618" name="Tinta 617">
                  <a:extLst>
                    <a:ext uri="{FF2B5EF4-FFF2-40B4-BE49-F238E27FC236}">
                      <a16:creationId xmlns:a16="http://schemas.microsoft.com/office/drawing/2014/main" id="{41F1367D-927A-42FB-7EC2-764C9F837A61}"/>
                    </a:ext>
                  </a:extLst>
                </p14:cNvPr>
                <p14:cNvContentPartPr/>
                <p14:nvPr/>
              </p14:nvContentPartPr>
              <p14:xfrm>
                <a:off x="6639662" y="6060941"/>
                <a:ext cx="694440" cy="184680"/>
              </p14:xfrm>
            </p:contentPart>
          </mc:Choice>
          <mc:Fallback>
            <p:pic>
              <p:nvPicPr>
                <p:cNvPr id="618" name="Tinta 617">
                  <a:extLst>
                    <a:ext uri="{FF2B5EF4-FFF2-40B4-BE49-F238E27FC236}">
                      <a16:creationId xmlns:a16="http://schemas.microsoft.com/office/drawing/2014/main" id="{41F1367D-927A-42FB-7EC2-764C9F837A61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6622022" y="6042941"/>
                  <a:ext cx="730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8">
              <p14:nvContentPartPr>
                <p14:cNvPr id="619" name="Tinta 618">
                  <a:extLst>
                    <a:ext uri="{FF2B5EF4-FFF2-40B4-BE49-F238E27FC236}">
                      <a16:creationId xmlns:a16="http://schemas.microsoft.com/office/drawing/2014/main" id="{96DCA913-0774-6F05-3E7E-B781AB587D6D}"/>
                    </a:ext>
                  </a:extLst>
                </p14:cNvPr>
                <p14:cNvContentPartPr/>
                <p14:nvPr/>
              </p14:nvContentPartPr>
              <p14:xfrm>
                <a:off x="3555542" y="6623981"/>
                <a:ext cx="21960" cy="97560"/>
              </p14:xfrm>
            </p:contentPart>
          </mc:Choice>
          <mc:Fallback>
            <p:pic>
              <p:nvPicPr>
                <p:cNvPr id="619" name="Tinta 618">
                  <a:extLst>
                    <a:ext uri="{FF2B5EF4-FFF2-40B4-BE49-F238E27FC236}">
                      <a16:creationId xmlns:a16="http://schemas.microsoft.com/office/drawing/2014/main" id="{96DCA913-0774-6F05-3E7E-B781AB587D6D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3537542" y="6606341"/>
                  <a:ext cx="57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0">
              <p14:nvContentPartPr>
                <p14:cNvPr id="620" name="Tinta 619">
                  <a:extLst>
                    <a:ext uri="{FF2B5EF4-FFF2-40B4-BE49-F238E27FC236}">
                      <a16:creationId xmlns:a16="http://schemas.microsoft.com/office/drawing/2014/main" id="{4EACD575-C3C6-FDF8-8858-44735E305A21}"/>
                    </a:ext>
                  </a:extLst>
                </p14:cNvPr>
                <p14:cNvContentPartPr/>
                <p14:nvPr/>
              </p14:nvContentPartPr>
              <p14:xfrm>
                <a:off x="3546182" y="6529301"/>
                <a:ext cx="360" cy="360"/>
              </p14:xfrm>
            </p:contentPart>
          </mc:Choice>
          <mc:Fallback>
            <p:pic>
              <p:nvPicPr>
                <p:cNvPr id="620" name="Tinta 619">
                  <a:extLst>
                    <a:ext uri="{FF2B5EF4-FFF2-40B4-BE49-F238E27FC236}">
                      <a16:creationId xmlns:a16="http://schemas.microsoft.com/office/drawing/2014/main" id="{4EACD575-C3C6-FDF8-8858-44735E305A21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3528182" y="6511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621" name="Tinta 620">
                  <a:extLst>
                    <a:ext uri="{FF2B5EF4-FFF2-40B4-BE49-F238E27FC236}">
                      <a16:creationId xmlns:a16="http://schemas.microsoft.com/office/drawing/2014/main" id="{61DE19A0-9FA4-112F-21C4-3D48F3022713}"/>
                    </a:ext>
                  </a:extLst>
                </p14:cNvPr>
                <p14:cNvContentPartPr/>
                <p14:nvPr/>
              </p14:nvContentPartPr>
              <p14:xfrm>
                <a:off x="3630422" y="6606341"/>
                <a:ext cx="156960" cy="75240"/>
              </p14:xfrm>
            </p:contentPart>
          </mc:Choice>
          <mc:Fallback>
            <p:pic>
              <p:nvPicPr>
                <p:cNvPr id="621" name="Tinta 620">
                  <a:extLst>
                    <a:ext uri="{FF2B5EF4-FFF2-40B4-BE49-F238E27FC236}">
                      <a16:creationId xmlns:a16="http://schemas.microsoft.com/office/drawing/2014/main" id="{61DE19A0-9FA4-112F-21C4-3D48F3022713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612782" y="6588341"/>
                  <a:ext cx="192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622" name="Tinta 621">
                  <a:extLst>
                    <a:ext uri="{FF2B5EF4-FFF2-40B4-BE49-F238E27FC236}">
                      <a16:creationId xmlns:a16="http://schemas.microsoft.com/office/drawing/2014/main" id="{044BC5E0-DDCF-8772-796D-2D93C980B429}"/>
                    </a:ext>
                  </a:extLst>
                </p14:cNvPr>
                <p14:cNvContentPartPr/>
                <p14:nvPr/>
              </p14:nvContentPartPr>
              <p14:xfrm>
                <a:off x="3799622" y="6516701"/>
                <a:ext cx="15120" cy="167040"/>
              </p14:xfrm>
            </p:contentPart>
          </mc:Choice>
          <mc:Fallback>
            <p:pic>
              <p:nvPicPr>
                <p:cNvPr id="622" name="Tinta 621">
                  <a:extLst>
                    <a:ext uri="{FF2B5EF4-FFF2-40B4-BE49-F238E27FC236}">
                      <a16:creationId xmlns:a16="http://schemas.microsoft.com/office/drawing/2014/main" id="{044BC5E0-DDCF-8772-796D-2D93C980B429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3781622" y="6499061"/>
                  <a:ext cx="50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6">
              <p14:nvContentPartPr>
                <p14:cNvPr id="623" name="Tinta 622">
                  <a:extLst>
                    <a:ext uri="{FF2B5EF4-FFF2-40B4-BE49-F238E27FC236}">
                      <a16:creationId xmlns:a16="http://schemas.microsoft.com/office/drawing/2014/main" id="{EDC8152D-71D3-4893-EAB3-A997C8199E78}"/>
                    </a:ext>
                  </a:extLst>
                </p14:cNvPr>
                <p14:cNvContentPartPr/>
                <p14:nvPr/>
              </p14:nvContentPartPr>
              <p14:xfrm>
                <a:off x="3731222" y="6510221"/>
                <a:ext cx="246240" cy="156960"/>
              </p14:xfrm>
            </p:contentPart>
          </mc:Choice>
          <mc:Fallback>
            <p:pic>
              <p:nvPicPr>
                <p:cNvPr id="623" name="Tinta 622">
                  <a:extLst>
                    <a:ext uri="{FF2B5EF4-FFF2-40B4-BE49-F238E27FC236}">
                      <a16:creationId xmlns:a16="http://schemas.microsoft.com/office/drawing/2014/main" id="{EDC8152D-71D3-4893-EAB3-A997C8199E78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3713222" y="6492221"/>
                  <a:ext cx="281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8">
              <p14:nvContentPartPr>
                <p14:cNvPr id="624" name="Tinta 623">
                  <a:extLst>
                    <a:ext uri="{FF2B5EF4-FFF2-40B4-BE49-F238E27FC236}">
                      <a16:creationId xmlns:a16="http://schemas.microsoft.com/office/drawing/2014/main" id="{CDF981E3-3997-A0FD-25CB-EBD52F2F555C}"/>
                    </a:ext>
                  </a:extLst>
                </p14:cNvPr>
                <p14:cNvContentPartPr/>
                <p14:nvPr/>
              </p14:nvContentPartPr>
              <p14:xfrm>
                <a:off x="3993302" y="6585821"/>
                <a:ext cx="109440" cy="266400"/>
              </p14:xfrm>
            </p:contentPart>
          </mc:Choice>
          <mc:Fallback>
            <p:pic>
              <p:nvPicPr>
                <p:cNvPr id="624" name="Tinta 623">
                  <a:extLst>
                    <a:ext uri="{FF2B5EF4-FFF2-40B4-BE49-F238E27FC236}">
                      <a16:creationId xmlns:a16="http://schemas.microsoft.com/office/drawing/2014/main" id="{CDF981E3-3997-A0FD-25CB-EBD52F2F555C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3975662" y="6568181"/>
                  <a:ext cx="1450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0">
              <p14:nvContentPartPr>
                <p14:cNvPr id="625" name="Tinta 624">
                  <a:extLst>
                    <a:ext uri="{FF2B5EF4-FFF2-40B4-BE49-F238E27FC236}">
                      <a16:creationId xmlns:a16="http://schemas.microsoft.com/office/drawing/2014/main" id="{CF36A1CE-383F-0884-60B5-5E201746E282}"/>
                    </a:ext>
                  </a:extLst>
                </p14:cNvPr>
                <p14:cNvContentPartPr/>
                <p14:nvPr/>
              </p14:nvContentPartPr>
              <p14:xfrm>
                <a:off x="4170422" y="6606453"/>
                <a:ext cx="75240" cy="77760"/>
              </p14:xfrm>
            </p:contentPart>
          </mc:Choice>
          <mc:Fallback>
            <p:pic>
              <p:nvPicPr>
                <p:cNvPr id="625" name="Tinta 624">
                  <a:extLst>
                    <a:ext uri="{FF2B5EF4-FFF2-40B4-BE49-F238E27FC236}">
                      <a16:creationId xmlns:a16="http://schemas.microsoft.com/office/drawing/2014/main" id="{CF36A1CE-383F-0884-60B5-5E201746E282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4152782" y="6588453"/>
                  <a:ext cx="110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2">
              <p14:nvContentPartPr>
                <p14:cNvPr id="626" name="Tinta 625">
                  <a:extLst>
                    <a:ext uri="{FF2B5EF4-FFF2-40B4-BE49-F238E27FC236}">
                      <a16:creationId xmlns:a16="http://schemas.microsoft.com/office/drawing/2014/main" id="{F5E6DF15-1422-E7A9-E4A7-D9C42952667E}"/>
                    </a:ext>
                  </a:extLst>
                </p14:cNvPr>
                <p14:cNvContentPartPr/>
                <p14:nvPr/>
              </p14:nvContentPartPr>
              <p14:xfrm>
                <a:off x="4314422" y="6413493"/>
                <a:ext cx="260280" cy="276120"/>
              </p14:xfrm>
            </p:contentPart>
          </mc:Choice>
          <mc:Fallback>
            <p:pic>
              <p:nvPicPr>
                <p:cNvPr id="626" name="Tinta 625">
                  <a:extLst>
                    <a:ext uri="{FF2B5EF4-FFF2-40B4-BE49-F238E27FC236}">
                      <a16:creationId xmlns:a16="http://schemas.microsoft.com/office/drawing/2014/main" id="{F5E6DF15-1422-E7A9-E4A7-D9C42952667E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4296782" y="6395853"/>
                  <a:ext cx="29592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1" name="Agrupar 640">
            <a:extLst>
              <a:ext uri="{FF2B5EF4-FFF2-40B4-BE49-F238E27FC236}">
                <a16:creationId xmlns:a16="http://schemas.microsoft.com/office/drawing/2014/main" id="{ED44F8CD-DCC3-8FFE-E138-06129353D2B4}"/>
              </a:ext>
            </a:extLst>
          </p:cNvPr>
          <p:cNvGrpSpPr/>
          <p:nvPr/>
        </p:nvGrpSpPr>
        <p:grpSpPr>
          <a:xfrm>
            <a:off x="4860182" y="6351573"/>
            <a:ext cx="1705320" cy="357480"/>
            <a:chOff x="4860182" y="6351573"/>
            <a:chExt cx="170532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4">
              <p14:nvContentPartPr>
                <p14:cNvPr id="630" name="Tinta 629">
                  <a:extLst>
                    <a:ext uri="{FF2B5EF4-FFF2-40B4-BE49-F238E27FC236}">
                      <a16:creationId xmlns:a16="http://schemas.microsoft.com/office/drawing/2014/main" id="{95A84405-9ECC-B765-6BAA-A22696A2E570}"/>
                    </a:ext>
                  </a:extLst>
                </p14:cNvPr>
                <p14:cNvContentPartPr/>
                <p14:nvPr/>
              </p14:nvContentPartPr>
              <p14:xfrm>
                <a:off x="4861262" y="6538773"/>
                <a:ext cx="16560" cy="140040"/>
              </p14:xfrm>
            </p:contentPart>
          </mc:Choice>
          <mc:Fallback>
            <p:pic>
              <p:nvPicPr>
                <p:cNvPr id="630" name="Tinta 629">
                  <a:extLst>
                    <a:ext uri="{FF2B5EF4-FFF2-40B4-BE49-F238E27FC236}">
                      <a16:creationId xmlns:a16="http://schemas.microsoft.com/office/drawing/2014/main" id="{95A84405-9ECC-B765-6BAA-A22696A2E570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4843622" y="6520773"/>
                  <a:ext cx="52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6">
              <p14:nvContentPartPr>
                <p14:cNvPr id="631" name="Tinta 630">
                  <a:extLst>
                    <a:ext uri="{FF2B5EF4-FFF2-40B4-BE49-F238E27FC236}">
                      <a16:creationId xmlns:a16="http://schemas.microsoft.com/office/drawing/2014/main" id="{082ED556-1ADB-1D9C-DA95-E65B9A169170}"/>
                    </a:ext>
                  </a:extLst>
                </p14:cNvPr>
                <p14:cNvContentPartPr/>
                <p14:nvPr/>
              </p14:nvContentPartPr>
              <p14:xfrm>
                <a:off x="4860182" y="6459213"/>
                <a:ext cx="360" cy="360"/>
              </p14:xfrm>
            </p:contentPart>
          </mc:Choice>
          <mc:Fallback>
            <p:pic>
              <p:nvPicPr>
                <p:cNvPr id="631" name="Tinta 630">
                  <a:extLst>
                    <a:ext uri="{FF2B5EF4-FFF2-40B4-BE49-F238E27FC236}">
                      <a16:creationId xmlns:a16="http://schemas.microsoft.com/office/drawing/2014/main" id="{082ED556-1ADB-1D9C-DA95-E65B9A169170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4842182" y="644157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7">
              <p14:nvContentPartPr>
                <p14:cNvPr id="632" name="Tinta 631">
                  <a:extLst>
                    <a:ext uri="{FF2B5EF4-FFF2-40B4-BE49-F238E27FC236}">
                      <a16:creationId xmlns:a16="http://schemas.microsoft.com/office/drawing/2014/main" id="{21C99B0F-E64B-6D0F-50B9-2083C03B61A4}"/>
                    </a:ext>
                  </a:extLst>
                </p14:cNvPr>
                <p14:cNvContentPartPr/>
                <p14:nvPr/>
              </p14:nvContentPartPr>
              <p14:xfrm>
                <a:off x="4958102" y="6528693"/>
                <a:ext cx="196560" cy="153360"/>
              </p14:xfrm>
            </p:contentPart>
          </mc:Choice>
          <mc:Fallback>
            <p:pic>
              <p:nvPicPr>
                <p:cNvPr id="632" name="Tinta 631">
                  <a:extLst>
                    <a:ext uri="{FF2B5EF4-FFF2-40B4-BE49-F238E27FC236}">
                      <a16:creationId xmlns:a16="http://schemas.microsoft.com/office/drawing/2014/main" id="{21C99B0F-E64B-6D0F-50B9-2083C03B61A4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4940462" y="6510693"/>
                  <a:ext cx="232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9">
              <p14:nvContentPartPr>
                <p14:cNvPr id="633" name="Tinta 632">
                  <a:extLst>
                    <a:ext uri="{FF2B5EF4-FFF2-40B4-BE49-F238E27FC236}">
                      <a16:creationId xmlns:a16="http://schemas.microsoft.com/office/drawing/2014/main" id="{3D7E328F-1304-D9BC-3326-32D6DA3B2BC2}"/>
                    </a:ext>
                  </a:extLst>
                </p14:cNvPr>
                <p14:cNvContentPartPr/>
                <p14:nvPr/>
              </p14:nvContentPartPr>
              <p14:xfrm>
                <a:off x="5178062" y="6454893"/>
                <a:ext cx="360" cy="142200"/>
              </p14:xfrm>
            </p:contentPart>
          </mc:Choice>
          <mc:Fallback>
            <p:pic>
              <p:nvPicPr>
                <p:cNvPr id="633" name="Tinta 632">
                  <a:extLst>
                    <a:ext uri="{FF2B5EF4-FFF2-40B4-BE49-F238E27FC236}">
                      <a16:creationId xmlns:a16="http://schemas.microsoft.com/office/drawing/2014/main" id="{3D7E328F-1304-D9BC-3326-32D6DA3B2BC2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5160062" y="6437253"/>
                  <a:ext cx="36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1">
              <p14:nvContentPartPr>
                <p14:cNvPr id="634" name="Tinta 633">
                  <a:extLst>
                    <a:ext uri="{FF2B5EF4-FFF2-40B4-BE49-F238E27FC236}">
                      <a16:creationId xmlns:a16="http://schemas.microsoft.com/office/drawing/2014/main" id="{0F7F0E6F-428D-C0D9-F1D2-238477E27339}"/>
                    </a:ext>
                  </a:extLst>
                </p14:cNvPr>
                <p14:cNvContentPartPr/>
                <p14:nvPr/>
              </p14:nvContentPartPr>
              <p14:xfrm>
                <a:off x="5147822" y="6368493"/>
                <a:ext cx="333360" cy="275760"/>
              </p14:xfrm>
            </p:contentPart>
          </mc:Choice>
          <mc:Fallback>
            <p:pic>
              <p:nvPicPr>
                <p:cNvPr id="634" name="Tinta 633">
                  <a:extLst>
                    <a:ext uri="{FF2B5EF4-FFF2-40B4-BE49-F238E27FC236}">
                      <a16:creationId xmlns:a16="http://schemas.microsoft.com/office/drawing/2014/main" id="{0F7F0E6F-428D-C0D9-F1D2-238477E27339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5130182" y="6350853"/>
                  <a:ext cx="3690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3">
              <p14:nvContentPartPr>
                <p14:cNvPr id="635" name="Tinta 634">
                  <a:extLst>
                    <a:ext uri="{FF2B5EF4-FFF2-40B4-BE49-F238E27FC236}">
                      <a16:creationId xmlns:a16="http://schemas.microsoft.com/office/drawing/2014/main" id="{559F216D-BEC8-49ED-D677-5759D867EEE4}"/>
                    </a:ext>
                  </a:extLst>
                </p14:cNvPr>
                <p14:cNvContentPartPr/>
                <p14:nvPr/>
              </p14:nvContentPartPr>
              <p14:xfrm>
                <a:off x="5526902" y="6418173"/>
                <a:ext cx="50040" cy="290880"/>
              </p14:xfrm>
            </p:contentPart>
          </mc:Choice>
          <mc:Fallback>
            <p:pic>
              <p:nvPicPr>
                <p:cNvPr id="635" name="Tinta 634">
                  <a:extLst>
                    <a:ext uri="{FF2B5EF4-FFF2-40B4-BE49-F238E27FC236}">
                      <a16:creationId xmlns:a16="http://schemas.microsoft.com/office/drawing/2014/main" id="{559F216D-BEC8-49ED-D677-5759D867EEE4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5509262" y="6400173"/>
                  <a:ext cx="85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5">
              <p14:nvContentPartPr>
                <p14:cNvPr id="636" name="Tinta 635">
                  <a:extLst>
                    <a:ext uri="{FF2B5EF4-FFF2-40B4-BE49-F238E27FC236}">
                      <a16:creationId xmlns:a16="http://schemas.microsoft.com/office/drawing/2014/main" id="{52D4770C-1039-C31C-83D5-225CA6911CEE}"/>
                    </a:ext>
                  </a:extLst>
                </p14:cNvPr>
                <p14:cNvContentPartPr/>
                <p14:nvPr/>
              </p14:nvContentPartPr>
              <p14:xfrm>
                <a:off x="5519342" y="6548853"/>
                <a:ext cx="184320" cy="113400"/>
              </p14:xfrm>
            </p:contentPart>
          </mc:Choice>
          <mc:Fallback>
            <p:pic>
              <p:nvPicPr>
                <p:cNvPr id="636" name="Tinta 635">
                  <a:extLst>
                    <a:ext uri="{FF2B5EF4-FFF2-40B4-BE49-F238E27FC236}">
                      <a16:creationId xmlns:a16="http://schemas.microsoft.com/office/drawing/2014/main" id="{52D4770C-1039-C31C-83D5-225CA6911CEE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5501702" y="6530853"/>
                  <a:ext cx="219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7">
              <p14:nvContentPartPr>
                <p14:cNvPr id="637" name="Tinta 636">
                  <a:extLst>
                    <a:ext uri="{FF2B5EF4-FFF2-40B4-BE49-F238E27FC236}">
                      <a16:creationId xmlns:a16="http://schemas.microsoft.com/office/drawing/2014/main" id="{F0CA820E-EF9C-A70A-6811-16FBD4658745}"/>
                    </a:ext>
                  </a:extLst>
                </p14:cNvPr>
                <p14:cNvContentPartPr/>
                <p14:nvPr/>
              </p14:nvContentPartPr>
              <p14:xfrm>
                <a:off x="5769182" y="6558933"/>
                <a:ext cx="267480" cy="100080"/>
              </p14:xfrm>
            </p:contentPart>
          </mc:Choice>
          <mc:Fallback>
            <p:pic>
              <p:nvPicPr>
                <p:cNvPr id="637" name="Tinta 636">
                  <a:extLst>
                    <a:ext uri="{FF2B5EF4-FFF2-40B4-BE49-F238E27FC236}">
                      <a16:creationId xmlns:a16="http://schemas.microsoft.com/office/drawing/2014/main" id="{F0CA820E-EF9C-A70A-6811-16FBD4658745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5751182" y="6540933"/>
                  <a:ext cx="303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9">
              <p14:nvContentPartPr>
                <p14:cNvPr id="638" name="Tinta 637">
                  <a:extLst>
                    <a:ext uri="{FF2B5EF4-FFF2-40B4-BE49-F238E27FC236}">
                      <a16:creationId xmlns:a16="http://schemas.microsoft.com/office/drawing/2014/main" id="{3D1DB772-DB74-5D63-0CBB-7F064C077783}"/>
                    </a:ext>
                  </a:extLst>
                </p14:cNvPr>
                <p14:cNvContentPartPr/>
                <p14:nvPr/>
              </p14:nvContentPartPr>
              <p14:xfrm>
                <a:off x="6052142" y="6489453"/>
                <a:ext cx="91080" cy="191520"/>
              </p14:xfrm>
            </p:contentPart>
          </mc:Choice>
          <mc:Fallback>
            <p:pic>
              <p:nvPicPr>
                <p:cNvPr id="638" name="Tinta 637">
                  <a:extLst>
                    <a:ext uri="{FF2B5EF4-FFF2-40B4-BE49-F238E27FC236}">
                      <a16:creationId xmlns:a16="http://schemas.microsoft.com/office/drawing/2014/main" id="{3D1DB772-DB74-5D63-0CBB-7F064C077783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6034502" y="6471813"/>
                  <a:ext cx="126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1">
              <p14:nvContentPartPr>
                <p14:cNvPr id="639" name="Tinta 638">
                  <a:extLst>
                    <a:ext uri="{FF2B5EF4-FFF2-40B4-BE49-F238E27FC236}">
                      <a16:creationId xmlns:a16="http://schemas.microsoft.com/office/drawing/2014/main" id="{A4D440D9-A67B-8857-7453-5F67218CCB49}"/>
                    </a:ext>
                  </a:extLst>
                </p14:cNvPr>
                <p14:cNvContentPartPr/>
                <p14:nvPr/>
              </p14:nvContentPartPr>
              <p14:xfrm>
                <a:off x="6202982" y="6351573"/>
                <a:ext cx="186120" cy="292680"/>
              </p14:xfrm>
            </p:contentPart>
          </mc:Choice>
          <mc:Fallback>
            <p:pic>
              <p:nvPicPr>
                <p:cNvPr id="639" name="Tinta 638">
                  <a:extLst>
                    <a:ext uri="{FF2B5EF4-FFF2-40B4-BE49-F238E27FC236}">
                      <a16:creationId xmlns:a16="http://schemas.microsoft.com/office/drawing/2014/main" id="{A4D440D9-A67B-8857-7453-5F67218CCB49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6185342" y="6333573"/>
                  <a:ext cx="221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3">
              <p14:nvContentPartPr>
                <p14:cNvPr id="640" name="Tinta 639">
                  <a:extLst>
                    <a:ext uri="{FF2B5EF4-FFF2-40B4-BE49-F238E27FC236}">
                      <a16:creationId xmlns:a16="http://schemas.microsoft.com/office/drawing/2014/main" id="{4D9761D4-AA3D-088F-4173-158262E6A747}"/>
                    </a:ext>
                  </a:extLst>
                </p14:cNvPr>
                <p14:cNvContentPartPr/>
                <p14:nvPr/>
              </p14:nvContentPartPr>
              <p14:xfrm>
                <a:off x="6411782" y="6524373"/>
                <a:ext cx="153720" cy="140760"/>
              </p14:xfrm>
            </p:contentPart>
          </mc:Choice>
          <mc:Fallback>
            <p:pic>
              <p:nvPicPr>
                <p:cNvPr id="640" name="Tinta 639">
                  <a:extLst>
                    <a:ext uri="{FF2B5EF4-FFF2-40B4-BE49-F238E27FC236}">
                      <a16:creationId xmlns:a16="http://schemas.microsoft.com/office/drawing/2014/main" id="{4D9761D4-AA3D-088F-4173-158262E6A747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6394142" y="6506373"/>
                  <a:ext cx="18936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5" name="Agrupar 644">
            <a:extLst>
              <a:ext uri="{FF2B5EF4-FFF2-40B4-BE49-F238E27FC236}">
                <a16:creationId xmlns:a16="http://schemas.microsoft.com/office/drawing/2014/main" id="{6A64384A-AE93-56E9-19A2-4270FC42E5F8}"/>
              </a:ext>
            </a:extLst>
          </p:cNvPr>
          <p:cNvGrpSpPr/>
          <p:nvPr/>
        </p:nvGrpSpPr>
        <p:grpSpPr>
          <a:xfrm>
            <a:off x="6520502" y="5896533"/>
            <a:ext cx="165600" cy="219960"/>
            <a:chOff x="6520502" y="5896533"/>
            <a:chExt cx="16560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5">
              <p14:nvContentPartPr>
                <p14:cNvPr id="642" name="Tinta 641">
                  <a:extLst>
                    <a:ext uri="{FF2B5EF4-FFF2-40B4-BE49-F238E27FC236}">
                      <a16:creationId xmlns:a16="http://schemas.microsoft.com/office/drawing/2014/main" id="{DEE53355-A680-FC84-174F-526BE5B49C47}"/>
                    </a:ext>
                  </a:extLst>
                </p14:cNvPr>
                <p14:cNvContentPartPr/>
                <p14:nvPr/>
              </p14:nvContentPartPr>
              <p14:xfrm>
                <a:off x="6591062" y="5896533"/>
                <a:ext cx="5400" cy="219960"/>
              </p14:xfrm>
            </p:contentPart>
          </mc:Choice>
          <mc:Fallback>
            <p:pic>
              <p:nvPicPr>
                <p:cNvPr id="642" name="Tinta 641">
                  <a:extLst>
                    <a:ext uri="{FF2B5EF4-FFF2-40B4-BE49-F238E27FC236}">
                      <a16:creationId xmlns:a16="http://schemas.microsoft.com/office/drawing/2014/main" id="{DEE53355-A680-FC84-174F-526BE5B49C47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6573422" y="5878893"/>
                  <a:ext cx="4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7">
              <p14:nvContentPartPr>
                <p14:cNvPr id="643" name="Tinta 642">
                  <a:extLst>
                    <a:ext uri="{FF2B5EF4-FFF2-40B4-BE49-F238E27FC236}">
                      <a16:creationId xmlns:a16="http://schemas.microsoft.com/office/drawing/2014/main" id="{4B37CF3B-C4BF-AABF-2D41-08706EAF9119}"/>
                    </a:ext>
                  </a:extLst>
                </p14:cNvPr>
                <p14:cNvContentPartPr/>
                <p14:nvPr/>
              </p14:nvContentPartPr>
              <p14:xfrm>
                <a:off x="6520502" y="6006693"/>
                <a:ext cx="165600" cy="27360"/>
              </p14:xfrm>
            </p:contentPart>
          </mc:Choice>
          <mc:Fallback>
            <p:pic>
              <p:nvPicPr>
                <p:cNvPr id="643" name="Tinta 642">
                  <a:extLst>
                    <a:ext uri="{FF2B5EF4-FFF2-40B4-BE49-F238E27FC236}">
                      <a16:creationId xmlns:a16="http://schemas.microsoft.com/office/drawing/2014/main" id="{4B37CF3B-C4BF-AABF-2D41-08706EAF9119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6502502" y="5989053"/>
                  <a:ext cx="20124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9">
            <p14:nvContentPartPr>
              <p14:cNvPr id="644" name="Tinta 643">
                <a:extLst>
                  <a:ext uri="{FF2B5EF4-FFF2-40B4-BE49-F238E27FC236}">
                    <a16:creationId xmlns:a16="http://schemas.microsoft.com/office/drawing/2014/main" id="{7D054A68-4AB2-035E-55A9-FE6340B8877C}"/>
                  </a:ext>
                </a:extLst>
              </p14:cNvPr>
              <p14:cNvContentPartPr/>
              <p14:nvPr/>
            </p14:nvContentPartPr>
            <p14:xfrm>
              <a:off x="6898142" y="5861253"/>
              <a:ext cx="242640" cy="172440"/>
            </p14:xfrm>
          </p:contentPart>
        </mc:Choice>
        <mc:Fallback>
          <p:pic>
            <p:nvPicPr>
              <p:cNvPr id="644" name="Tinta 643">
                <a:extLst>
                  <a:ext uri="{FF2B5EF4-FFF2-40B4-BE49-F238E27FC236}">
                    <a16:creationId xmlns:a16="http://schemas.microsoft.com/office/drawing/2014/main" id="{7D054A68-4AB2-035E-55A9-FE6340B8877C}"/>
                  </a:ext>
                </a:extLst>
              </p:cNvPr>
              <p:cNvPicPr/>
              <p:nvPr/>
            </p:nvPicPr>
            <p:blipFill>
              <a:blip r:embed="rId910"/>
              <a:stretch>
                <a:fillRect/>
              </a:stretch>
            </p:blipFill>
            <p:spPr>
              <a:xfrm>
                <a:off x="6880142" y="5843613"/>
                <a:ext cx="27828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67" name="Agrupar 666">
            <a:extLst>
              <a:ext uri="{FF2B5EF4-FFF2-40B4-BE49-F238E27FC236}">
                <a16:creationId xmlns:a16="http://schemas.microsoft.com/office/drawing/2014/main" id="{7F39545E-9752-44D9-8026-798C91915EE1}"/>
              </a:ext>
            </a:extLst>
          </p:cNvPr>
          <p:cNvGrpSpPr/>
          <p:nvPr/>
        </p:nvGrpSpPr>
        <p:grpSpPr>
          <a:xfrm>
            <a:off x="12439262" y="6081573"/>
            <a:ext cx="443880" cy="209520"/>
            <a:chOff x="12439262" y="6081573"/>
            <a:chExt cx="44388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1">
              <p14:nvContentPartPr>
                <p14:cNvPr id="646" name="Tinta 645">
                  <a:extLst>
                    <a:ext uri="{FF2B5EF4-FFF2-40B4-BE49-F238E27FC236}">
                      <a16:creationId xmlns:a16="http://schemas.microsoft.com/office/drawing/2014/main" id="{E04A00FE-36DC-3665-CBB1-8DBE94B4F2D2}"/>
                    </a:ext>
                  </a:extLst>
                </p14:cNvPr>
                <p14:cNvContentPartPr/>
                <p14:nvPr/>
              </p14:nvContentPartPr>
              <p14:xfrm>
                <a:off x="12500102" y="6112173"/>
                <a:ext cx="360" cy="178920"/>
              </p14:xfrm>
            </p:contentPart>
          </mc:Choice>
          <mc:Fallback>
            <p:pic>
              <p:nvPicPr>
                <p:cNvPr id="646" name="Tinta 645">
                  <a:extLst>
                    <a:ext uri="{FF2B5EF4-FFF2-40B4-BE49-F238E27FC236}">
                      <a16:creationId xmlns:a16="http://schemas.microsoft.com/office/drawing/2014/main" id="{E04A00FE-36DC-3665-CBB1-8DBE94B4F2D2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2482462" y="6094173"/>
                  <a:ext cx="36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3">
              <p14:nvContentPartPr>
                <p14:cNvPr id="647" name="Tinta 646">
                  <a:extLst>
                    <a:ext uri="{FF2B5EF4-FFF2-40B4-BE49-F238E27FC236}">
                      <a16:creationId xmlns:a16="http://schemas.microsoft.com/office/drawing/2014/main" id="{53BA2B3C-4634-1A0A-4B91-E37C992369A2}"/>
                    </a:ext>
                  </a:extLst>
                </p14:cNvPr>
                <p14:cNvContentPartPr/>
                <p14:nvPr/>
              </p14:nvContentPartPr>
              <p14:xfrm>
                <a:off x="12439262" y="6187773"/>
                <a:ext cx="150480" cy="28440"/>
              </p14:xfrm>
            </p:contentPart>
          </mc:Choice>
          <mc:Fallback>
            <p:pic>
              <p:nvPicPr>
                <p:cNvPr id="647" name="Tinta 646">
                  <a:extLst>
                    <a:ext uri="{FF2B5EF4-FFF2-40B4-BE49-F238E27FC236}">
                      <a16:creationId xmlns:a16="http://schemas.microsoft.com/office/drawing/2014/main" id="{53BA2B3C-4634-1A0A-4B91-E37C992369A2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2421622" y="6170133"/>
                  <a:ext cx="186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5">
              <p14:nvContentPartPr>
                <p14:cNvPr id="648" name="Tinta 647">
                  <a:extLst>
                    <a:ext uri="{FF2B5EF4-FFF2-40B4-BE49-F238E27FC236}">
                      <a16:creationId xmlns:a16="http://schemas.microsoft.com/office/drawing/2014/main" id="{E6D5DCA4-918B-3D64-3ACD-CDBC90A2EF21}"/>
                    </a:ext>
                  </a:extLst>
                </p14:cNvPr>
                <p14:cNvContentPartPr/>
                <p14:nvPr/>
              </p14:nvContentPartPr>
              <p14:xfrm>
                <a:off x="12726182" y="6081573"/>
                <a:ext cx="156960" cy="183960"/>
              </p14:xfrm>
            </p:contentPart>
          </mc:Choice>
          <mc:Fallback>
            <p:pic>
              <p:nvPicPr>
                <p:cNvPr id="648" name="Tinta 647">
                  <a:extLst>
                    <a:ext uri="{FF2B5EF4-FFF2-40B4-BE49-F238E27FC236}">
                      <a16:creationId xmlns:a16="http://schemas.microsoft.com/office/drawing/2014/main" id="{E6D5DCA4-918B-3D64-3ACD-CDBC90A2EF21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12708182" y="6063933"/>
                  <a:ext cx="192600" cy="21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1579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2E41A78-46E4-5361-B519-C2DD8819A794}"/>
              </a:ext>
            </a:extLst>
          </p:cNvPr>
          <p:cNvGrpSpPr/>
          <p:nvPr/>
        </p:nvGrpSpPr>
        <p:grpSpPr>
          <a:xfrm>
            <a:off x="414182" y="224981"/>
            <a:ext cx="2096280" cy="424440"/>
            <a:chOff x="414182" y="224981"/>
            <a:chExt cx="209628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8103D15C-0437-A6D4-0E26-24FC4155D533}"/>
                    </a:ext>
                  </a:extLst>
                </p14:cNvPr>
                <p14:cNvContentPartPr/>
                <p14:nvPr/>
              </p14:nvContentPartPr>
              <p14:xfrm>
                <a:off x="440102" y="403181"/>
                <a:ext cx="5400" cy="252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8103D15C-0437-A6D4-0E26-24FC4155D53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2462" y="385541"/>
                  <a:ext cx="41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2E2D40A3-861A-47BA-AF3D-C19D1E92DD15}"/>
                    </a:ext>
                  </a:extLst>
                </p14:cNvPr>
                <p14:cNvContentPartPr/>
                <p14:nvPr/>
              </p14:nvContentPartPr>
              <p14:xfrm>
                <a:off x="414182" y="241541"/>
                <a:ext cx="610200" cy="30528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2E2D40A3-861A-47BA-AF3D-C19D1E92DD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6182" y="223541"/>
                  <a:ext cx="6458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D023D518-7164-73EC-1F40-74750D2CBA25}"/>
                    </a:ext>
                  </a:extLst>
                </p14:cNvPr>
                <p14:cNvContentPartPr/>
                <p14:nvPr/>
              </p14:nvContentPartPr>
              <p14:xfrm>
                <a:off x="1115822" y="255581"/>
                <a:ext cx="50760" cy="3938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D023D518-7164-73EC-1F40-74750D2CBA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8182" y="237941"/>
                  <a:ext cx="864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5D1BD4B9-9CA9-956A-3984-A72F3F78C76B}"/>
                    </a:ext>
                  </a:extLst>
                </p14:cNvPr>
                <p14:cNvContentPartPr/>
                <p14:nvPr/>
              </p14:nvContentPartPr>
              <p14:xfrm>
                <a:off x="1119422" y="361781"/>
                <a:ext cx="549360" cy="18036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5D1BD4B9-9CA9-956A-3984-A72F3F78C7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1782" y="344141"/>
                  <a:ext cx="585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70E73790-7533-60E6-DDFA-E98C3A447AB8}"/>
                    </a:ext>
                  </a:extLst>
                </p14:cNvPr>
                <p14:cNvContentPartPr/>
                <p14:nvPr/>
              </p14:nvContentPartPr>
              <p14:xfrm>
                <a:off x="1571582" y="224981"/>
                <a:ext cx="102240" cy="1317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70E73790-7533-60E6-DDFA-E98C3A447A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53582" y="206981"/>
                  <a:ext cx="137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FE53D71D-9845-8D0E-41BE-10BEA29F20C2}"/>
                    </a:ext>
                  </a:extLst>
                </p14:cNvPr>
                <p14:cNvContentPartPr/>
                <p14:nvPr/>
              </p14:nvContentPartPr>
              <p14:xfrm>
                <a:off x="1770302" y="398861"/>
                <a:ext cx="182880" cy="1569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FE53D71D-9845-8D0E-41BE-10BEA29F20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2302" y="380861"/>
                  <a:ext cx="218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035B3AB-B940-423E-2BC3-B144EBB79FC2}"/>
                    </a:ext>
                  </a:extLst>
                </p14:cNvPr>
                <p14:cNvContentPartPr/>
                <p14:nvPr/>
              </p14:nvContentPartPr>
              <p14:xfrm>
                <a:off x="2026622" y="383021"/>
                <a:ext cx="324000" cy="1522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035B3AB-B940-423E-2BC3-B144EBB79F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8982" y="365381"/>
                  <a:ext cx="359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FF73BE9F-A25D-1F8B-4E04-B8B88CCB6656}"/>
                    </a:ext>
                  </a:extLst>
                </p14:cNvPr>
                <p14:cNvContentPartPr/>
                <p14:nvPr/>
              </p14:nvContentPartPr>
              <p14:xfrm>
                <a:off x="2315342" y="298061"/>
                <a:ext cx="360" cy="3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FF73BE9F-A25D-1F8B-4E04-B8B88CCB66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7702" y="2804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7D3D3B6-44CA-3780-2891-6F34766C7C21}"/>
                    </a:ext>
                  </a:extLst>
                </p14:cNvPr>
                <p14:cNvContentPartPr/>
                <p14:nvPr/>
              </p14:nvContentPartPr>
              <p14:xfrm>
                <a:off x="2356382" y="381941"/>
                <a:ext cx="154080" cy="1425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7D3D3B6-44CA-3780-2891-6F34766C7C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8742" y="364301"/>
                  <a:ext cx="1897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46BB7B93-948A-E296-24FA-A8F096104669}"/>
              </a:ext>
            </a:extLst>
          </p:cNvPr>
          <p:cNvGrpSpPr/>
          <p:nvPr/>
        </p:nvGrpSpPr>
        <p:grpSpPr>
          <a:xfrm>
            <a:off x="2845622" y="119501"/>
            <a:ext cx="3911040" cy="589320"/>
            <a:chOff x="2845622" y="119501"/>
            <a:chExt cx="3911040" cy="5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6BCC962-1428-2988-FC1B-8F41DC9A864B}"/>
                    </a:ext>
                  </a:extLst>
                </p14:cNvPr>
                <p14:cNvContentPartPr/>
                <p14:nvPr/>
              </p14:nvContentPartPr>
              <p14:xfrm>
                <a:off x="2845622" y="166301"/>
                <a:ext cx="133200" cy="3556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6BCC962-1428-2988-FC1B-8F41DC9A86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27982" y="148661"/>
                  <a:ext cx="1688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1D3FECD-0A25-B2A0-A718-74064B55EBD2}"/>
                    </a:ext>
                  </a:extLst>
                </p14:cNvPr>
                <p14:cNvContentPartPr/>
                <p14:nvPr/>
              </p14:nvContentPartPr>
              <p14:xfrm>
                <a:off x="3069182" y="214541"/>
                <a:ext cx="274680" cy="2574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1D3FECD-0A25-B2A0-A718-74064B55EB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51542" y="196541"/>
                  <a:ext cx="3103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6E1A2228-DBD2-975F-563F-7B9181EDC37A}"/>
                    </a:ext>
                  </a:extLst>
                </p14:cNvPr>
                <p14:cNvContentPartPr/>
                <p14:nvPr/>
              </p14:nvContentPartPr>
              <p14:xfrm>
                <a:off x="3366182" y="316781"/>
                <a:ext cx="429840" cy="1616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6E1A2228-DBD2-975F-563F-7B9181EDC37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48542" y="299141"/>
                  <a:ext cx="465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8CFA73F8-74F2-515E-4822-3D69A3ACA3E6}"/>
                    </a:ext>
                  </a:extLst>
                </p14:cNvPr>
                <p14:cNvContentPartPr/>
                <p14:nvPr/>
              </p14:nvContentPartPr>
              <p14:xfrm>
                <a:off x="3834182" y="262421"/>
                <a:ext cx="48960" cy="3344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8CFA73F8-74F2-515E-4822-3D69A3ACA3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6542" y="244781"/>
                  <a:ext cx="846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2F9DCEF7-2544-43E3-2F2D-686BF6B6E2FD}"/>
                    </a:ext>
                  </a:extLst>
                </p14:cNvPr>
                <p14:cNvContentPartPr/>
                <p14:nvPr/>
              </p14:nvContentPartPr>
              <p14:xfrm>
                <a:off x="3804302" y="382301"/>
                <a:ext cx="283680" cy="1220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2F9DCEF7-2544-43E3-2F2D-686BF6B6E2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86662" y="364301"/>
                  <a:ext cx="319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C861CB68-9C48-9035-1B69-9A08750081E0}"/>
                    </a:ext>
                  </a:extLst>
                </p14:cNvPr>
                <p14:cNvContentPartPr/>
                <p14:nvPr/>
              </p14:nvContentPartPr>
              <p14:xfrm>
                <a:off x="4013102" y="271421"/>
                <a:ext cx="360" cy="3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C861CB68-9C48-9035-1B69-9A08750081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95102" y="2534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68FEA62C-13DE-F4BB-019D-19E12C5F64BE}"/>
                    </a:ext>
                  </a:extLst>
                </p14:cNvPr>
                <p14:cNvContentPartPr/>
                <p14:nvPr/>
              </p14:nvContentPartPr>
              <p14:xfrm>
                <a:off x="4112822" y="368621"/>
                <a:ext cx="212400" cy="1357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68FEA62C-13DE-F4BB-019D-19E12C5F64B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94822" y="350621"/>
                  <a:ext cx="248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4597AD93-5FE1-C3E6-9BB2-E2C3F99C9877}"/>
                    </a:ext>
                  </a:extLst>
                </p14:cNvPr>
                <p14:cNvContentPartPr/>
                <p14:nvPr/>
              </p14:nvContentPartPr>
              <p14:xfrm>
                <a:off x="4333502" y="348461"/>
                <a:ext cx="135720" cy="1602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4597AD93-5FE1-C3E6-9BB2-E2C3F99C987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15502" y="330821"/>
                  <a:ext cx="171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82B4378B-F085-C1AF-A1A2-85795CB5C20D}"/>
                    </a:ext>
                  </a:extLst>
                </p14:cNvPr>
                <p14:cNvContentPartPr/>
                <p14:nvPr/>
              </p14:nvContentPartPr>
              <p14:xfrm>
                <a:off x="4558142" y="346301"/>
                <a:ext cx="165600" cy="1260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82B4378B-F085-C1AF-A1A2-85795CB5C20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40502" y="328301"/>
                  <a:ext cx="201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59611145-4D77-5F39-BFF5-159651069B97}"/>
                    </a:ext>
                  </a:extLst>
                </p14:cNvPr>
                <p14:cNvContentPartPr/>
                <p14:nvPr/>
              </p14:nvContentPartPr>
              <p14:xfrm>
                <a:off x="4778102" y="346301"/>
                <a:ext cx="276480" cy="1213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59611145-4D77-5F39-BFF5-159651069B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60102" y="328301"/>
                  <a:ext cx="312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3759BDD5-DD5B-B0E2-3BCA-ECEDEDCD661C}"/>
                    </a:ext>
                  </a:extLst>
                </p14:cNvPr>
                <p14:cNvContentPartPr/>
                <p14:nvPr/>
              </p14:nvContentPartPr>
              <p14:xfrm>
                <a:off x="4819142" y="250181"/>
                <a:ext cx="99720" cy="673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3759BDD5-DD5B-B0E2-3BCA-ECEDEDCD661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01142" y="232181"/>
                  <a:ext cx="135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DEEE437-C6D2-159F-97E6-3B0726441717}"/>
                    </a:ext>
                  </a:extLst>
                </p14:cNvPr>
                <p14:cNvContentPartPr/>
                <p14:nvPr/>
              </p14:nvContentPartPr>
              <p14:xfrm>
                <a:off x="4539782" y="585341"/>
                <a:ext cx="42480" cy="1234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DEEE437-C6D2-159F-97E6-3B072644171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21782" y="567701"/>
                  <a:ext cx="78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EC7215EA-DFA3-F075-B319-6F68F390BB40}"/>
                    </a:ext>
                  </a:extLst>
                </p14:cNvPr>
                <p14:cNvContentPartPr/>
                <p14:nvPr/>
              </p14:nvContentPartPr>
              <p14:xfrm>
                <a:off x="5194262" y="134981"/>
                <a:ext cx="159480" cy="3891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EC7215EA-DFA3-F075-B319-6F68F390BB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76262" y="117341"/>
                  <a:ext cx="1951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CDEBC7C-CAE8-34C0-B674-0911A54629E7}"/>
                    </a:ext>
                  </a:extLst>
                </p14:cNvPr>
                <p14:cNvContentPartPr/>
                <p14:nvPr/>
              </p14:nvContentPartPr>
              <p14:xfrm>
                <a:off x="5548142" y="119501"/>
                <a:ext cx="185400" cy="3020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CDEBC7C-CAE8-34C0-B674-0911A54629E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30142" y="101501"/>
                  <a:ext cx="2210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F3B096C1-020E-7B3D-D5FD-FE4F3744D133}"/>
                    </a:ext>
                  </a:extLst>
                </p14:cNvPr>
                <p14:cNvContentPartPr/>
                <p14:nvPr/>
              </p14:nvContentPartPr>
              <p14:xfrm>
                <a:off x="5843702" y="168461"/>
                <a:ext cx="53640" cy="2462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F3B096C1-020E-7B3D-D5FD-FE4F3744D13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25702" y="150821"/>
                  <a:ext cx="89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4DAC4988-ACB0-2014-3DB5-26009AB0AA69}"/>
                    </a:ext>
                  </a:extLst>
                </p14:cNvPr>
                <p14:cNvContentPartPr/>
                <p14:nvPr/>
              </p14:nvContentPartPr>
              <p14:xfrm>
                <a:off x="5812742" y="137861"/>
                <a:ext cx="175680" cy="1350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4DAC4988-ACB0-2014-3DB5-26009AB0AA6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94742" y="120221"/>
                  <a:ext cx="211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28F876CE-7A7A-95D9-5BF4-B9059EA3505D}"/>
                    </a:ext>
                  </a:extLst>
                </p14:cNvPr>
                <p14:cNvContentPartPr/>
                <p14:nvPr/>
              </p14:nvContentPartPr>
              <p14:xfrm>
                <a:off x="5677382" y="198701"/>
                <a:ext cx="36360" cy="327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28F876CE-7A7A-95D9-5BF4-B9059EA3505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59382" y="181061"/>
                  <a:ext cx="72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3C1D29A2-6531-8102-4433-3163F7216644}"/>
                    </a:ext>
                  </a:extLst>
                </p14:cNvPr>
                <p14:cNvContentPartPr/>
                <p14:nvPr/>
              </p14:nvContentPartPr>
              <p14:xfrm>
                <a:off x="5677382" y="198701"/>
                <a:ext cx="360" cy="3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3C1D29A2-6531-8102-4433-3163F72166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59382" y="1810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23EE08F-6369-8108-F107-8DA40D2EDBDB}"/>
                    </a:ext>
                  </a:extLst>
                </p14:cNvPr>
                <p14:cNvContentPartPr/>
                <p14:nvPr/>
              </p14:nvContentPartPr>
              <p14:xfrm>
                <a:off x="5677382" y="149381"/>
                <a:ext cx="58680" cy="496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23EE08F-6369-8108-F107-8DA40D2EDBD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59382" y="131741"/>
                  <a:ext cx="94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63AEC291-1713-C78C-DE70-E2F15D34AF3A}"/>
                    </a:ext>
                  </a:extLst>
                </p14:cNvPr>
                <p14:cNvContentPartPr/>
                <p14:nvPr/>
              </p14:nvContentPartPr>
              <p14:xfrm>
                <a:off x="6031262" y="280061"/>
                <a:ext cx="185400" cy="1494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63AEC291-1713-C78C-DE70-E2F15D34AF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13262" y="262421"/>
                  <a:ext cx="221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A5CB8A6F-2C29-58A3-0FCE-BBCED96A233A}"/>
                    </a:ext>
                  </a:extLst>
                </p14:cNvPr>
                <p14:cNvContentPartPr/>
                <p14:nvPr/>
              </p14:nvContentPartPr>
              <p14:xfrm>
                <a:off x="6228542" y="283301"/>
                <a:ext cx="145800" cy="12924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A5CB8A6F-2C29-58A3-0FCE-BBCED96A23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10902" y="265661"/>
                  <a:ext cx="181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9E97C9D4-8679-6A85-356A-B0A211B1B01D}"/>
                    </a:ext>
                  </a:extLst>
                </p14:cNvPr>
                <p14:cNvContentPartPr/>
                <p14:nvPr/>
              </p14:nvContentPartPr>
              <p14:xfrm>
                <a:off x="6456062" y="249461"/>
                <a:ext cx="134640" cy="1720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9E97C9D4-8679-6A85-356A-B0A211B1B0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38062" y="231821"/>
                  <a:ext cx="170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AE51745-5208-F0D8-CA7D-A62DEB719EF5}"/>
                    </a:ext>
                  </a:extLst>
                </p14:cNvPr>
                <p14:cNvContentPartPr/>
                <p14:nvPr/>
              </p14:nvContentPartPr>
              <p14:xfrm>
                <a:off x="6618422" y="281501"/>
                <a:ext cx="138240" cy="1382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AE51745-5208-F0D8-CA7D-A62DEB719E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00422" y="263501"/>
                  <a:ext cx="1738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2479E149-57FC-A627-BF6B-EA92ED89AF4D}"/>
              </a:ext>
            </a:extLst>
          </p:cNvPr>
          <p:cNvGrpSpPr/>
          <p:nvPr/>
        </p:nvGrpSpPr>
        <p:grpSpPr>
          <a:xfrm>
            <a:off x="7004702" y="101501"/>
            <a:ext cx="1094400" cy="371160"/>
            <a:chOff x="7004702" y="101501"/>
            <a:chExt cx="10944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C335CE1-F5ED-E847-A1EA-DF219A69F57E}"/>
                    </a:ext>
                  </a:extLst>
                </p14:cNvPr>
                <p14:cNvContentPartPr/>
                <p14:nvPr/>
              </p14:nvContentPartPr>
              <p14:xfrm>
                <a:off x="7020902" y="231101"/>
                <a:ext cx="6480" cy="1843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C335CE1-F5ED-E847-A1EA-DF219A69F5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03262" y="213461"/>
                  <a:ext cx="42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C03C47C0-04F9-FDC4-4F73-F97125008DC3}"/>
                    </a:ext>
                  </a:extLst>
                </p14:cNvPr>
                <p14:cNvContentPartPr/>
                <p14:nvPr/>
              </p14:nvContentPartPr>
              <p14:xfrm>
                <a:off x="7004702" y="173861"/>
                <a:ext cx="158040" cy="2790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C03C47C0-04F9-FDC4-4F73-F97125008DC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87062" y="155861"/>
                  <a:ext cx="193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6A8DA0F6-CBC0-539B-7D2A-F7247CA65152}"/>
                    </a:ext>
                  </a:extLst>
                </p14:cNvPr>
                <p14:cNvContentPartPr/>
                <p14:nvPr/>
              </p14:nvContentPartPr>
              <p14:xfrm>
                <a:off x="7195142" y="340541"/>
                <a:ext cx="176400" cy="1234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6A8DA0F6-CBC0-539B-7D2A-F7247CA651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77502" y="322901"/>
                  <a:ext cx="212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A5C458C7-BFF4-BCF6-0B09-DEF3363A08DC}"/>
                    </a:ext>
                  </a:extLst>
                </p14:cNvPr>
                <p14:cNvContentPartPr/>
                <p14:nvPr/>
              </p14:nvContentPartPr>
              <p14:xfrm>
                <a:off x="7245902" y="350621"/>
                <a:ext cx="102240" cy="810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A5C458C7-BFF4-BCF6-0B09-DEF3363A08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27902" y="332981"/>
                  <a:ext cx="137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0FC7AD28-AD9C-95C9-2547-EAB318F68C9E}"/>
                    </a:ext>
                  </a:extLst>
                </p14:cNvPr>
                <p14:cNvContentPartPr/>
                <p14:nvPr/>
              </p14:nvContentPartPr>
              <p14:xfrm>
                <a:off x="7388462" y="321821"/>
                <a:ext cx="113400" cy="1411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0FC7AD28-AD9C-95C9-2547-EAB318F68C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0462" y="303821"/>
                  <a:ext cx="149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CE0FD2C3-6695-6BBE-5B1C-998AB53F4C8E}"/>
                    </a:ext>
                  </a:extLst>
                </p14:cNvPr>
                <p14:cNvContentPartPr/>
                <p14:nvPr/>
              </p14:nvContentPartPr>
              <p14:xfrm>
                <a:off x="7528862" y="151541"/>
                <a:ext cx="246240" cy="3211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CE0FD2C3-6695-6BBE-5B1C-998AB53F4C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11222" y="133901"/>
                  <a:ext cx="2818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FE1123E7-9E12-45F3-A543-F589BEC05680}"/>
                    </a:ext>
                  </a:extLst>
                </p14:cNvPr>
                <p14:cNvContentPartPr/>
                <p14:nvPr/>
              </p14:nvContentPartPr>
              <p14:xfrm>
                <a:off x="7810742" y="138221"/>
                <a:ext cx="32760" cy="907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FE1123E7-9E12-45F3-A543-F589BEC056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93102" y="120581"/>
                  <a:ext cx="68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4719634-06DA-F16F-B04C-F7659D4B13B4}"/>
                    </a:ext>
                  </a:extLst>
                </p14:cNvPr>
                <p14:cNvContentPartPr/>
                <p14:nvPr/>
              </p14:nvContentPartPr>
              <p14:xfrm>
                <a:off x="7907582" y="163061"/>
                <a:ext cx="6480" cy="4284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4719634-06DA-F16F-B04C-F7659D4B13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9942" y="145061"/>
                  <a:ext cx="42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6D6BD2F-1FAF-ED55-4D84-40205C96CE16}"/>
                    </a:ext>
                  </a:extLst>
                </p14:cNvPr>
                <p14:cNvContentPartPr/>
                <p14:nvPr/>
              </p14:nvContentPartPr>
              <p14:xfrm>
                <a:off x="7997222" y="101501"/>
                <a:ext cx="101880" cy="3704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6D6BD2F-1FAF-ED55-4D84-40205C96CE1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79222" y="83501"/>
                  <a:ext cx="13752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8252AAE4-67AD-4EBE-A177-6B9738B11C76}"/>
              </a:ext>
            </a:extLst>
          </p:cNvPr>
          <p:cNvGrpSpPr/>
          <p:nvPr/>
        </p:nvGrpSpPr>
        <p:grpSpPr>
          <a:xfrm>
            <a:off x="6961502" y="1342421"/>
            <a:ext cx="345600" cy="157680"/>
            <a:chOff x="6961502" y="1342421"/>
            <a:chExt cx="34560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FC739580-9DC3-44E0-B136-F1027D58DE6A}"/>
                    </a:ext>
                  </a:extLst>
                </p14:cNvPr>
                <p14:cNvContentPartPr/>
                <p14:nvPr/>
              </p14:nvContentPartPr>
              <p14:xfrm>
                <a:off x="6961502" y="1388861"/>
                <a:ext cx="329400" cy="136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FC739580-9DC3-44E0-B136-F1027D58DE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43502" y="1371221"/>
                  <a:ext cx="365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EEF89482-1515-BA7A-41E1-008FC7E88FC6}"/>
                    </a:ext>
                  </a:extLst>
                </p14:cNvPr>
                <p14:cNvContentPartPr/>
                <p14:nvPr/>
              </p14:nvContentPartPr>
              <p14:xfrm>
                <a:off x="7188662" y="1342421"/>
                <a:ext cx="118440" cy="15768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EEF89482-1515-BA7A-41E1-008FC7E88FC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70662" y="1324421"/>
                  <a:ext cx="15408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B69CBAD1-30F9-340C-2133-A7AD4EBC353C}"/>
              </a:ext>
            </a:extLst>
          </p:cNvPr>
          <p:cNvGrpSpPr/>
          <p:nvPr/>
        </p:nvGrpSpPr>
        <p:grpSpPr>
          <a:xfrm>
            <a:off x="7584662" y="1139381"/>
            <a:ext cx="1059840" cy="546120"/>
            <a:chOff x="7584662" y="1139381"/>
            <a:chExt cx="105984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615CA2DB-B9A9-9815-B742-EB67BBCC7631}"/>
                    </a:ext>
                  </a:extLst>
                </p14:cNvPr>
                <p14:cNvContentPartPr/>
                <p14:nvPr/>
              </p14:nvContentPartPr>
              <p14:xfrm>
                <a:off x="7646222" y="1139381"/>
                <a:ext cx="159840" cy="4903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615CA2DB-B9A9-9815-B742-EB67BBCC76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28582" y="1121741"/>
                  <a:ext cx="1954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54D28BD9-2D0A-A43D-0922-91750C26BBB8}"/>
                    </a:ext>
                  </a:extLst>
                </p14:cNvPr>
                <p14:cNvContentPartPr/>
                <p14:nvPr/>
              </p14:nvContentPartPr>
              <p14:xfrm>
                <a:off x="7584662" y="1402541"/>
                <a:ext cx="318240" cy="795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54D28BD9-2D0A-A43D-0922-91750C26BBB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67022" y="1384541"/>
                  <a:ext cx="353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460ACE47-8F98-CE31-46D1-9B06BF46B6F5}"/>
                    </a:ext>
                  </a:extLst>
                </p14:cNvPr>
                <p14:cNvContentPartPr/>
                <p14:nvPr/>
              </p14:nvContentPartPr>
              <p14:xfrm>
                <a:off x="7956182" y="1391381"/>
                <a:ext cx="176760" cy="11088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460ACE47-8F98-CE31-46D1-9B06BF46B6F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38182" y="1373381"/>
                  <a:ext cx="212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8D94803A-161E-1C87-1FC3-3EBB4CC2FB47}"/>
                    </a:ext>
                  </a:extLst>
                </p14:cNvPr>
                <p14:cNvContentPartPr/>
                <p14:nvPr/>
              </p14:nvContentPartPr>
              <p14:xfrm>
                <a:off x="8194862" y="1373381"/>
                <a:ext cx="115560" cy="1288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8D94803A-161E-1C87-1FC3-3EBB4CC2FB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76862" y="1355381"/>
                  <a:ext cx="151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F2E9A060-719E-449B-700A-A08A857ECE3C}"/>
                    </a:ext>
                  </a:extLst>
                </p14:cNvPr>
                <p14:cNvContentPartPr/>
                <p14:nvPr/>
              </p14:nvContentPartPr>
              <p14:xfrm>
                <a:off x="8383142" y="1371221"/>
                <a:ext cx="109800" cy="1368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F2E9A060-719E-449B-700A-A08A857ECE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65142" y="1353221"/>
                  <a:ext cx="145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BB0B57DE-D9BF-A10C-C38D-37F043F78F1F}"/>
                    </a:ext>
                  </a:extLst>
                </p14:cNvPr>
                <p14:cNvContentPartPr/>
                <p14:nvPr/>
              </p14:nvContentPartPr>
              <p14:xfrm>
                <a:off x="8512382" y="1374461"/>
                <a:ext cx="132120" cy="13500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BB0B57DE-D9BF-A10C-C38D-37F043F78F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94742" y="1356821"/>
                  <a:ext cx="167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123EB41-82DB-FD9D-8BA8-50D4A6924D2E}"/>
                    </a:ext>
                  </a:extLst>
                </p14:cNvPr>
                <p14:cNvContentPartPr/>
                <p14:nvPr/>
              </p14:nvContentPartPr>
              <p14:xfrm>
                <a:off x="8188382" y="1265021"/>
                <a:ext cx="366840" cy="42048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123EB41-82DB-FD9D-8BA8-50D4A6924D2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70382" y="1247021"/>
                  <a:ext cx="40248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2654430-B4AF-A943-4AA0-3E8AED1BDF09}"/>
                    </a:ext>
                  </a:extLst>
                </p14:cNvPr>
                <p14:cNvContentPartPr/>
                <p14:nvPr/>
              </p14:nvContentPartPr>
              <p14:xfrm>
                <a:off x="8572142" y="1363301"/>
                <a:ext cx="48960" cy="9756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2654430-B4AF-A943-4AA0-3E8AED1BDF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54142" y="1345661"/>
                  <a:ext cx="846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575D97A5-51DD-598D-A82B-0826E29BBD66}"/>
              </a:ext>
            </a:extLst>
          </p:cNvPr>
          <p:cNvGrpSpPr/>
          <p:nvPr/>
        </p:nvGrpSpPr>
        <p:grpSpPr>
          <a:xfrm>
            <a:off x="8941142" y="1245941"/>
            <a:ext cx="1596960" cy="401760"/>
            <a:chOff x="8941142" y="1245941"/>
            <a:chExt cx="1596960" cy="40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F388E5A8-E806-0F25-A4AF-BE54D76EEDD3}"/>
                    </a:ext>
                  </a:extLst>
                </p14:cNvPr>
                <p14:cNvContentPartPr/>
                <p14:nvPr/>
              </p14:nvContentPartPr>
              <p14:xfrm>
                <a:off x="8954462" y="1384541"/>
                <a:ext cx="10440" cy="26316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F388E5A8-E806-0F25-A4AF-BE54D76EED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36822" y="1366901"/>
                  <a:ext cx="46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424F67B9-D39F-057C-2D7F-A7A3DB861E0B}"/>
                    </a:ext>
                  </a:extLst>
                </p14:cNvPr>
                <p14:cNvContentPartPr/>
                <p14:nvPr/>
              </p14:nvContentPartPr>
              <p14:xfrm>
                <a:off x="8941142" y="1385621"/>
                <a:ext cx="100080" cy="867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424F67B9-D39F-057C-2D7F-A7A3DB861E0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23502" y="1367981"/>
                  <a:ext cx="135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8194EC6A-6237-0BC5-DF0F-52E18E4B1514}"/>
                    </a:ext>
                  </a:extLst>
                </p14:cNvPr>
                <p14:cNvContentPartPr/>
                <p14:nvPr/>
              </p14:nvContentPartPr>
              <p14:xfrm>
                <a:off x="9097382" y="1392461"/>
                <a:ext cx="148320" cy="795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8194EC6A-6237-0BC5-DF0F-52E18E4B15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79382" y="1374821"/>
                  <a:ext cx="183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56BF9DBC-FA75-6921-B78B-90BF69F48F43}"/>
                    </a:ext>
                  </a:extLst>
                </p14:cNvPr>
                <p14:cNvContentPartPr/>
                <p14:nvPr/>
              </p14:nvContentPartPr>
              <p14:xfrm>
                <a:off x="9314822" y="1342061"/>
                <a:ext cx="51120" cy="15588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56BF9DBC-FA75-6921-B78B-90BF69F48F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96822" y="1324421"/>
                  <a:ext cx="86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0C55A5B4-8456-FD87-509B-867D2C3D4148}"/>
                    </a:ext>
                  </a:extLst>
                </p14:cNvPr>
                <p14:cNvContentPartPr/>
                <p14:nvPr/>
              </p14:nvContentPartPr>
              <p14:xfrm>
                <a:off x="9417782" y="1420181"/>
                <a:ext cx="441360" cy="842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0C55A5B4-8456-FD87-509B-867D2C3D414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00142" y="1402541"/>
                  <a:ext cx="477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1C5CC109-D256-2A91-63AD-C7F752DD3DBA}"/>
                    </a:ext>
                  </a:extLst>
                </p14:cNvPr>
                <p14:cNvContentPartPr/>
                <p14:nvPr/>
              </p14:nvContentPartPr>
              <p14:xfrm>
                <a:off x="9761942" y="1322981"/>
                <a:ext cx="360" cy="3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1C5CC109-D256-2A91-63AD-C7F752DD3D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43942" y="13053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15EF07A3-78B9-5A4A-83CC-70F8961820A6}"/>
                    </a:ext>
                  </a:extLst>
                </p14:cNvPr>
                <p14:cNvContentPartPr/>
                <p14:nvPr/>
              </p14:nvContentPartPr>
              <p14:xfrm>
                <a:off x="9894782" y="1254941"/>
                <a:ext cx="134640" cy="2494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15EF07A3-78B9-5A4A-83CC-70F8961820A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876782" y="1236941"/>
                  <a:ext cx="170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6FC50873-DC8A-F540-D7D9-156622E61259}"/>
                    </a:ext>
                  </a:extLst>
                </p14:cNvPr>
                <p14:cNvContentPartPr/>
                <p14:nvPr/>
              </p14:nvContentPartPr>
              <p14:xfrm>
                <a:off x="10089542" y="1396781"/>
                <a:ext cx="71280" cy="1065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6FC50873-DC8A-F540-D7D9-156622E6125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071902" y="1379141"/>
                  <a:ext cx="106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891D9529-47DB-C01C-5FD8-253E7A1A3199}"/>
                    </a:ext>
                  </a:extLst>
                </p14:cNvPr>
                <p14:cNvContentPartPr/>
                <p14:nvPr/>
              </p14:nvContentPartPr>
              <p14:xfrm>
                <a:off x="10223822" y="1349981"/>
                <a:ext cx="166680" cy="1346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891D9529-47DB-C01C-5FD8-253E7A1A319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205822" y="1331981"/>
                  <a:ext cx="202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883FC48F-B72D-55F4-463F-388C08CA7BE9}"/>
                    </a:ext>
                  </a:extLst>
                </p14:cNvPr>
                <p14:cNvContentPartPr/>
                <p14:nvPr/>
              </p14:nvContentPartPr>
              <p14:xfrm>
                <a:off x="10126982" y="1245941"/>
                <a:ext cx="411120" cy="2332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883FC48F-B72D-55F4-463F-388C08CA7BE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108982" y="1228301"/>
                  <a:ext cx="44676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0520C02-32BD-CFD6-8381-27C89F0B930C}"/>
              </a:ext>
            </a:extLst>
          </p:cNvPr>
          <p:cNvGrpSpPr/>
          <p:nvPr/>
        </p:nvGrpSpPr>
        <p:grpSpPr>
          <a:xfrm>
            <a:off x="283862" y="2059541"/>
            <a:ext cx="2159280" cy="361080"/>
            <a:chOff x="283862" y="2059541"/>
            <a:chExt cx="215928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B9C48A98-0B7A-7A87-6FC5-7A85E03A5FDE}"/>
                    </a:ext>
                  </a:extLst>
                </p14:cNvPr>
                <p14:cNvContentPartPr/>
                <p14:nvPr/>
              </p14:nvContentPartPr>
              <p14:xfrm>
                <a:off x="383222" y="2112101"/>
                <a:ext cx="7920" cy="2685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B9C48A98-0B7A-7A87-6FC5-7A85E03A5FD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5222" y="2094101"/>
                  <a:ext cx="435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DF79FF47-DC16-5230-2949-CAC9851DD082}"/>
                    </a:ext>
                  </a:extLst>
                </p14:cNvPr>
                <p14:cNvContentPartPr/>
                <p14:nvPr/>
              </p14:nvContentPartPr>
              <p14:xfrm>
                <a:off x="450182" y="2113181"/>
                <a:ext cx="2880" cy="20808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DF79FF47-DC16-5230-2949-CAC9851DD0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32182" y="2095541"/>
                  <a:ext cx="38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0D81531E-2DCD-2F93-EFB5-405A9414A0D5}"/>
                    </a:ext>
                  </a:extLst>
                </p14:cNvPr>
                <p14:cNvContentPartPr/>
                <p14:nvPr/>
              </p14:nvContentPartPr>
              <p14:xfrm>
                <a:off x="283862" y="2277701"/>
                <a:ext cx="292320" cy="14292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0D81531E-2DCD-2F93-EFB5-405A9414A0D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5862" y="2259701"/>
                  <a:ext cx="327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E3B8A693-0BD1-8EFA-3030-88D81DDA61E9}"/>
                    </a:ext>
                  </a:extLst>
                </p14:cNvPr>
                <p14:cNvContentPartPr/>
                <p14:nvPr/>
              </p14:nvContentPartPr>
              <p14:xfrm>
                <a:off x="701462" y="2059541"/>
                <a:ext cx="570960" cy="3445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E3B8A693-0BD1-8EFA-3030-88D81DDA61E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83822" y="2041541"/>
                  <a:ext cx="6066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1A4DB865-D6A6-0267-DFAD-BE94F4EE693C}"/>
                    </a:ext>
                  </a:extLst>
                </p14:cNvPr>
                <p14:cNvContentPartPr/>
                <p14:nvPr/>
              </p14:nvContentPartPr>
              <p14:xfrm>
                <a:off x="1303382" y="2144501"/>
                <a:ext cx="62280" cy="21960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1A4DB865-D6A6-0267-DFAD-BE94F4EE693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285382" y="2126861"/>
                  <a:ext cx="97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85BE82D8-9027-212D-47D5-A3AD2894F11B}"/>
                    </a:ext>
                  </a:extLst>
                </p14:cNvPr>
                <p14:cNvContentPartPr/>
                <p14:nvPr/>
              </p14:nvContentPartPr>
              <p14:xfrm>
                <a:off x="1403822" y="2239541"/>
                <a:ext cx="173160" cy="17892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85BE82D8-9027-212D-47D5-A3AD2894F11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86182" y="2221901"/>
                  <a:ext cx="208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91E65FF0-CC96-8181-B3C8-AD997EF82B0F}"/>
                    </a:ext>
                  </a:extLst>
                </p14:cNvPr>
                <p14:cNvContentPartPr/>
                <p14:nvPr/>
              </p14:nvContentPartPr>
              <p14:xfrm>
                <a:off x="1614782" y="2283101"/>
                <a:ext cx="109800" cy="1299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91E65FF0-CC96-8181-B3C8-AD997EF82B0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97142" y="2265461"/>
                  <a:ext cx="145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E5A94C54-70F7-BD7B-92AD-E7E2757E3FA8}"/>
                    </a:ext>
                  </a:extLst>
                </p14:cNvPr>
                <p14:cNvContentPartPr/>
                <p14:nvPr/>
              </p14:nvContentPartPr>
              <p14:xfrm>
                <a:off x="1781462" y="2270861"/>
                <a:ext cx="308520" cy="1267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E5A94C54-70F7-BD7B-92AD-E7E2757E3FA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763462" y="2252861"/>
                  <a:ext cx="344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A9BC7A55-05F4-04BB-07F2-689B06F441B2}"/>
                    </a:ext>
                  </a:extLst>
                </p14:cNvPr>
                <p14:cNvContentPartPr/>
                <p14:nvPr/>
              </p14:nvContentPartPr>
              <p14:xfrm>
                <a:off x="2125262" y="2256821"/>
                <a:ext cx="130680" cy="1144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A9BC7A55-05F4-04BB-07F2-689B06F441B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107622" y="2238821"/>
                  <a:ext cx="166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048FA4EC-B659-BFDA-A098-7D659C0A08B2}"/>
                    </a:ext>
                  </a:extLst>
                </p14:cNvPr>
                <p14:cNvContentPartPr/>
                <p14:nvPr/>
              </p14:nvContentPartPr>
              <p14:xfrm>
                <a:off x="2330462" y="2228381"/>
                <a:ext cx="112680" cy="1411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048FA4EC-B659-BFDA-A098-7D659C0A08B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312462" y="2210741"/>
                  <a:ext cx="14832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67600AEB-CE1D-2B89-0D7B-4F6A01A6E409}"/>
              </a:ext>
            </a:extLst>
          </p:cNvPr>
          <p:cNvGrpSpPr/>
          <p:nvPr/>
        </p:nvGrpSpPr>
        <p:grpSpPr>
          <a:xfrm>
            <a:off x="257582" y="3195341"/>
            <a:ext cx="246240" cy="487440"/>
            <a:chOff x="257582" y="3195341"/>
            <a:chExt cx="246240" cy="48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A65907BD-A539-C69C-2932-3264F7657C95}"/>
                    </a:ext>
                  </a:extLst>
                </p14:cNvPr>
                <p14:cNvContentPartPr/>
                <p14:nvPr/>
              </p14:nvContentPartPr>
              <p14:xfrm>
                <a:off x="334262" y="3195341"/>
                <a:ext cx="169560" cy="48744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A65907BD-A539-C69C-2932-3264F7657C9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16622" y="3177701"/>
                  <a:ext cx="20520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1EBE6D8-0935-710E-8DA1-ADA4AC4BB78F}"/>
                    </a:ext>
                  </a:extLst>
                </p14:cNvPr>
                <p14:cNvContentPartPr/>
                <p14:nvPr/>
              </p14:nvContentPartPr>
              <p14:xfrm>
                <a:off x="257582" y="3473621"/>
                <a:ext cx="238680" cy="237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1EBE6D8-0935-710E-8DA1-ADA4AC4BB78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9942" y="3455621"/>
                  <a:ext cx="27432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384759B8-109C-A03E-EBDB-A47AD7A732C6}"/>
                  </a:ext>
                </a:extLst>
              </p14:cNvPr>
              <p14:cNvContentPartPr/>
              <p14:nvPr/>
            </p14:nvContentPartPr>
            <p14:xfrm>
              <a:off x="576902" y="3123701"/>
              <a:ext cx="51120" cy="21600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384759B8-109C-A03E-EBDB-A47AD7A732C6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58902" y="3105701"/>
                <a:ext cx="8676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9E96C1CF-80B8-F3E7-0ACA-BDAC07E16C6F}"/>
              </a:ext>
            </a:extLst>
          </p:cNvPr>
          <p:cNvGrpSpPr/>
          <p:nvPr/>
        </p:nvGrpSpPr>
        <p:grpSpPr>
          <a:xfrm>
            <a:off x="8711102" y="2284181"/>
            <a:ext cx="1298520" cy="647280"/>
            <a:chOff x="8711102" y="2284181"/>
            <a:chExt cx="129852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CFF470AE-8B6F-5020-E687-BE6BA9121FCA}"/>
                    </a:ext>
                  </a:extLst>
                </p14:cNvPr>
                <p14:cNvContentPartPr/>
                <p14:nvPr/>
              </p14:nvContentPartPr>
              <p14:xfrm>
                <a:off x="8748542" y="2440421"/>
                <a:ext cx="231120" cy="49104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CFF470AE-8B6F-5020-E687-BE6BA9121FC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30902" y="2422781"/>
                  <a:ext cx="26676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EDD7BA8-B769-B57D-563A-D636623EA8CB}"/>
                    </a:ext>
                  </a:extLst>
                </p14:cNvPr>
                <p14:cNvContentPartPr/>
                <p14:nvPr/>
              </p14:nvContentPartPr>
              <p14:xfrm>
                <a:off x="8711102" y="2744621"/>
                <a:ext cx="181800" cy="194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EDD7BA8-B769-B57D-563A-D636623EA8C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93462" y="2726981"/>
                  <a:ext cx="217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004C0F4F-1E59-6504-4C56-8AA7A03E882A}"/>
                    </a:ext>
                  </a:extLst>
                </p14:cNvPr>
                <p14:cNvContentPartPr/>
                <p14:nvPr/>
              </p14:nvContentPartPr>
              <p14:xfrm>
                <a:off x="9094862" y="2739221"/>
                <a:ext cx="119520" cy="36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004C0F4F-1E59-6504-4C56-8AA7A03E88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077222" y="2721221"/>
                  <a:ext cx="155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814F7978-B3A3-6A42-0A44-BA45C8560D9A}"/>
                    </a:ext>
                  </a:extLst>
                </p14:cNvPr>
                <p14:cNvContentPartPr/>
                <p14:nvPr/>
              </p14:nvContentPartPr>
              <p14:xfrm>
                <a:off x="9064982" y="2651021"/>
                <a:ext cx="111960" cy="172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814F7978-B3A3-6A42-0A44-BA45C8560D9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47342" y="2633021"/>
                  <a:ext cx="147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ED780CE5-732C-4138-6396-4EF6EF87F4C9}"/>
                    </a:ext>
                  </a:extLst>
                </p14:cNvPr>
                <p14:cNvContentPartPr/>
                <p14:nvPr/>
              </p14:nvContentPartPr>
              <p14:xfrm>
                <a:off x="9328502" y="2542301"/>
                <a:ext cx="115920" cy="18252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ED780CE5-732C-4138-6396-4EF6EF87F4C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10502" y="2524661"/>
                  <a:ext cx="151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C70D3B7D-A06A-8E9D-51BB-08339D00421A}"/>
                    </a:ext>
                  </a:extLst>
                </p14:cNvPr>
                <p14:cNvContentPartPr/>
                <p14:nvPr/>
              </p14:nvContentPartPr>
              <p14:xfrm>
                <a:off x="9307262" y="2558141"/>
                <a:ext cx="150480" cy="14796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C70D3B7D-A06A-8E9D-51BB-08339D0042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289262" y="2540141"/>
                  <a:ext cx="186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3048A7D6-0691-C116-CF8B-358C1265963C}"/>
                    </a:ext>
                  </a:extLst>
                </p14:cNvPr>
                <p14:cNvContentPartPr/>
                <p14:nvPr/>
              </p14:nvContentPartPr>
              <p14:xfrm>
                <a:off x="9456302" y="2284181"/>
                <a:ext cx="144360" cy="21816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3048A7D6-0691-C116-CF8B-358C1265963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38302" y="2266541"/>
                  <a:ext cx="180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0E71B7F2-8647-BCBF-9185-A48434333DD6}"/>
                    </a:ext>
                  </a:extLst>
                </p14:cNvPr>
                <p14:cNvContentPartPr/>
                <p14:nvPr/>
              </p14:nvContentPartPr>
              <p14:xfrm>
                <a:off x="9751862" y="2762621"/>
                <a:ext cx="201600" cy="3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0E71B7F2-8647-BCBF-9185-A48434333DD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733862" y="2744981"/>
                  <a:ext cx="237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4717D437-8C81-C90E-BD78-1E84D2478B8D}"/>
                    </a:ext>
                  </a:extLst>
                </p14:cNvPr>
                <p14:cNvContentPartPr/>
                <p14:nvPr/>
              </p14:nvContentPartPr>
              <p14:xfrm>
                <a:off x="9732062" y="2697821"/>
                <a:ext cx="190440" cy="82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4717D437-8C81-C90E-BD78-1E84D2478B8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714062" y="2679821"/>
                  <a:ext cx="226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EA8729D4-4C58-7F5C-9013-7DC520DB0FDF}"/>
                    </a:ext>
                  </a:extLst>
                </p14:cNvPr>
                <p14:cNvContentPartPr/>
                <p14:nvPr/>
              </p14:nvContentPartPr>
              <p14:xfrm>
                <a:off x="9909542" y="2649581"/>
                <a:ext cx="100080" cy="1994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EA8729D4-4C58-7F5C-9013-7DC520DB0FD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891902" y="2631941"/>
                  <a:ext cx="1357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A7ADC8D1-A089-60B5-B4E0-F37AEED8FF2B}"/>
              </a:ext>
            </a:extLst>
          </p:cNvPr>
          <p:cNvGrpSpPr/>
          <p:nvPr/>
        </p:nvGrpSpPr>
        <p:grpSpPr>
          <a:xfrm>
            <a:off x="10306982" y="2313341"/>
            <a:ext cx="1778760" cy="497520"/>
            <a:chOff x="10306982" y="2313341"/>
            <a:chExt cx="177876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880C7190-ABFE-9F49-F2B8-D7E11B47E8A5}"/>
                    </a:ext>
                  </a:extLst>
                </p14:cNvPr>
                <p14:cNvContentPartPr/>
                <p14:nvPr/>
              </p14:nvContentPartPr>
              <p14:xfrm>
                <a:off x="10365302" y="2421341"/>
                <a:ext cx="125640" cy="3895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880C7190-ABFE-9F49-F2B8-D7E11B47E8A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347662" y="2403701"/>
                  <a:ext cx="1612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76E598F1-D801-11F9-8C89-C70267DEF9ED}"/>
                    </a:ext>
                  </a:extLst>
                </p14:cNvPr>
                <p14:cNvContentPartPr/>
                <p14:nvPr/>
              </p14:nvContentPartPr>
              <p14:xfrm>
                <a:off x="10306982" y="2624021"/>
                <a:ext cx="166680" cy="936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76E598F1-D801-11F9-8C89-C70267DEF9E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288982" y="2606381"/>
                  <a:ext cx="202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6F2EEC23-E5C1-5993-680D-0C3FCFEB7B75}"/>
                    </a:ext>
                  </a:extLst>
                </p14:cNvPr>
                <p14:cNvContentPartPr/>
                <p14:nvPr/>
              </p14:nvContentPartPr>
              <p14:xfrm>
                <a:off x="10571582" y="2336741"/>
                <a:ext cx="60120" cy="17820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6F2EEC23-E5C1-5993-680D-0C3FCFEB7B7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553582" y="2319101"/>
                  <a:ext cx="95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EEBB5708-B356-6246-4FDB-E4B0C7DF5C13}"/>
                    </a:ext>
                  </a:extLst>
                </p14:cNvPr>
                <p14:cNvContentPartPr/>
                <p14:nvPr/>
              </p14:nvContentPartPr>
              <p14:xfrm>
                <a:off x="10690742" y="2698901"/>
                <a:ext cx="127080" cy="14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EEBB5708-B356-6246-4FDB-E4B0C7DF5C1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72742" y="2681261"/>
                  <a:ext cx="162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8B7F5C9D-C09C-F02A-2C36-8D115513504B}"/>
                    </a:ext>
                  </a:extLst>
                </p14:cNvPr>
                <p14:cNvContentPartPr/>
                <p14:nvPr/>
              </p14:nvContentPartPr>
              <p14:xfrm>
                <a:off x="10694342" y="2595941"/>
                <a:ext cx="143280" cy="205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8B7F5C9D-C09C-F02A-2C36-8D115513504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676702" y="2578301"/>
                  <a:ext cx="178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35728D5F-DE2F-13E3-9F8B-CCA026CE58C4}"/>
                    </a:ext>
                  </a:extLst>
                </p14:cNvPr>
                <p14:cNvContentPartPr/>
                <p14:nvPr/>
              </p14:nvContentPartPr>
              <p14:xfrm>
                <a:off x="10912862" y="2554901"/>
                <a:ext cx="238680" cy="1522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35728D5F-DE2F-13E3-9F8B-CCA026CE58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95222" y="2537261"/>
                  <a:ext cx="274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209674CE-0981-A7FD-B38C-57748C581618}"/>
                    </a:ext>
                  </a:extLst>
                </p14:cNvPr>
                <p14:cNvContentPartPr/>
                <p14:nvPr/>
              </p14:nvContentPartPr>
              <p14:xfrm>
                <a:off x="11262062" y="2684501"/>
                <a:ext cx="360" cy="3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209674CE-0981-A7FD-B38C-57748C5816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44062" y="26665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DC270A66-AADB-35FF-6A96-2A72F0AD89C8}"/>
                    </a:ext>
                  </a:extLst>
                </p14:cNvPr>
                <p14:cNvContentPartPr/>
                <p14:nvPr/>
              </p14:nvContentPartPr>
              <p14:xfrm>
                <a:off x="11393462" y="2518901"/>
                <a:ext cx="136800" cy="1825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DC270A66-AADB-35FF-6A96-2A72F0AD89C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375822" y="2501261"/>
                  <a:ext cx="172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4653232A-C60B-ADDE-27B3-E076836EF9A8}"/>
                    </a:ext>
                  </a:extLst>
                </p14:cNvPr>
                <p14:cNvContentPartPr/>
                <p14:nvPr/>
              </p14:nvContentPartPr>
              <p14:xfrm>
                <a:off x="11386262" y="2560301"/>
                <a:ext cx="168120" cy="1702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4653232A-C60B-ADDE-27B3-E076836EF9A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68262" y="2542661"/>
                  <a:ext cx="203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FE7D7ACB-42DB-27DA-9004-7699B6971892}"/>
                    </a:ext>
                  </a:extLst>
                </p14:cNvPr>
                <p14:cNvContentPartPr/>
                <p14:nvPr/>
              </p14:nvContentPartPr>
              <p14:xfrm>
                <a:off x="11610902" y="2334581"/>
                <a:ext cx="145800" cy="1371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FE7D7ACB-42DB-27DA-9004-7699B69718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593262" y="2316581"/>
                  <a:ext cx="181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399F2185-9312-EA2B-35BB-DEE9F34BF4C5}"/>
                    </a:ext>
                  </a:extLst>
                </p14:cNvPr>
                <p14:cNvContentPartPr/>
                <p14:nvPr/>
              </p14:nvContentPartPr>
              <p14:xfrm>
                <a:off x="11830862" y="2389301"/>
                <a:ext cx="89640" cy="14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399F2185-9312-EA2B-35BB-DEE9F34BF4C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812862" y="2371661"/>
                  <a:ext cx="125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B6B39F80-7F15-23BB-3C73-ADAC1BBAA382}"/>
                    </a:ext>
                  </a:extLst>
                </p14:cNvPr>
                <p14:cNvContentPartPr/>
                <p14:nvPr/>
              </p14:nvContentPartPr>
              <p14:xfrm>
                <a:off x="11984942" y="2313341"/>
                <a:ext cx="100800" cy="17820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B6B39F80-7F15-23BB-3C73-ADAC1BBAA38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966942" y="2295701"/>
                  <a:ext cx="13644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BFE0B570-DD94-4BE2-FC95-510C29DE45F2}"/>
              </a:ext>
            </a:extLst>
          </p:cNvPr>
          <p:cNvGrpSpPr/>
          <p:nvPr/>
        </p:nvGrpSpPr>
        <p:grpSpPr>
          <a:xfrm>
            <a:off x="8733422" y="3084461"/>
            <a:ext cx="1198800" cy="460800"/>
            <a:chOff x="8733422" y="3084461"/>
            <a:chExt cx="1198800" cy="46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EF3AABCF-EDDE-694E-57E2-E78F29AD4BC2}"/>
                    </a:ext>
                  </a:extLst>
                </p14:cNvPr>
                <p14:cNvContentPartPr/>
                <p14:nvPr/>
              </p14:nvContentPartPr>
              <p14:xfrm>
                <a:off x="8785622" y="3101021"/>
                <a:ext cx="98640" cy="4442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EF3AABCF-EDDE-694E-57E2-E78F29AD4BC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67982" y="3083381"/>
                  <a:ext cx="1342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AA551490-880A-F9F9-4BDC-812268D758DB}"/>
                    </a:ext>
                  </a:extLst>
                </p14:cNvPr>
                <p14:cNvContentPartPr/>
                <p14:nvPr/>
              </p14:nvContentPartPr>
              <p14:xfrm>
                <a:off x="8733422" y="3359501"/>
                <a:ext cx="146880" cy="468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AA551490-880A-F9F9-4BDC-812268D758D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15782" y="3341501"/>
                  <a:ext cx="182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44639C4B-E446-AF72-D8FD-F51144202E36}"/>
                    </a:ext>
                  </a:extLst>
                </p14:cNvPr>
                <p14:cNvContentPartPr/>
                <p14:nvPr/>
              </p14:nvContentPartPr>
              <p14:xfrm>
                <a:off x="9026462" y="3374981"/>
                <a:ext cx="140760" cy="720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44639C4B-E446-AF72-D8FD-F51144202E3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08822" y="3357341"/>
                  <a:ext cx="176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A2A99F6C-7B91-1A7A-6A91-3386D1DFF5EC}"/>
                    </a:ext>
                  </a:extLst>
                </p14:cNvPr>
                <p14:cNvContentPartPr/>
                <p14:nvPr/>
              </p14:nvContentPartPr>
              <p14:xfrm>
                <a:off x="9052742" y="3277781"/>
                <a:ext cx="87120" cy="252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A2A99F6C-7B91-1A7A-6A91-3386D1DFF5E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34742" y="3260141"/>
                  <a:ext cx="122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E25B8561-2D39-DC4D-53CB-4AA8B3B1693A}"/>
                    </a:ext>
                  </a:extLst>
                </p14:cNvPr>
                <p14:cNvContentPartPr/>
                <p14:nvPr/>
              </p14:nvContentPartPr>
              <p14:xfrm>
                <a:off x="9320942" y="3084461"/>
                <a:ext cx="25200" cy="2955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E25B8561-2D39-DC4D-53CB-4AA8B3B1693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02942" y="3066821"/>
                  <a:ext cx="608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960F157-9EB8-A432-8277-6B848A7BDB45}"/>
                    </a:ext>
                  </a:extLst>
                </p14:cNvPr>
                <p14:cNvContentPartPr/>
                <p14:nvPr/>
              </p14:nvContentPartPr>
              <p14:xfrm>
                <a:off x="9348302" y="3160781"/>
                <a:ext cx="124200" cy="22680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960F157-9EB8-A432-8277-6B848A7BDB4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330302" y="3142781"/>
                  <a:ext cx="15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0C154030-80BE-01FD-DBD7-52EE160CFCF8}"/>
                    </a:ext>
                  </a:extLst>
                </p14:cNvPr>
                <p14:cNvContentPartPr/>
                <p14:nvPr/>
              </p14:nvContentPartPr>
              <p14:xfrm>
                <a:off x="9617582" y="3359501"/>
                <a:ext cx="360" cy="36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0C154030-80BE-01FD-DBD7-52EE160CFC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99942" y="33415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5003C24A-62C4-F437-74C6-D39573B18BA9}"/>
                    </a:ext>
                  </a:extLst>
                </p14:cNvPr>
                <p14:cNvContentPartPr/>
                <p14:nvPr/>
              </p14:nvContentPartPr>
              <p14:xfrm>
                <a:off x="9770582" y="3179501"/>
                <a:ext cx="125640" cy="18252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5003C24A-62C4-F437-74C6-D39573B18BA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752582" y="3161861"/>
                  <a:ext cx="161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23EE5174-F7B9-1392-45C2-7D9119FBCF1D}"/>
                    </a:ext>
                  </a:extLst>
                </p14:cNvPr>
                <p14:cNvContentPartPr/>
                <p14:nvPr/>
              </p14:nvContentPartPr>
              <p14:xfrm>
                <a:off x="9766622" y="3217661"/>
                <a:ext cx="165600" cy="16920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23EE5174-F7B9-1392-45C2-7D9119FBCF1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48982" y="3199661"/>
                  <a:ext cx="2012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FEB1F99E-7130-18E0-FC98-963B8E55B9A3}"/>
              </a:ext>
            </a:extLst>
          </p:cNvPr>
          <p:cNvGrpSpPr/>
          <p:nvPr/>
        </p:nvGrpSpPr>
        <p:grpSpPr>
          <a:xfrm>
            <a:off x="10130582" y="3180581"/>
            <a:ext cx="257760" cy="228240"/>
            <a:chOff x="10130582" y="3180581"/>
            <a:chExt cx="25776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D657A9E2-FF04-9314-6614-8F5D3675109C}"/>
                    </a:ext>
                  </a:extLst>
                </p14:cNvPr>
                <p14:cNvContentPartPr/>
                <p14:nvPr/>
              </p14:nvContentPartPr>
              <p14:xfrm>
                <a:off x="10144262" y="3329261"/>
                <a:ext cx="164160" cy="468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D657A9E2-FF04-9314-6614-8F5D3675109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126622" y="3311621"/>
                  <a:ext cx="199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C13F9261-1B6C-3080-9218-CEAF0094F10B}"/>
                    </a:ext>
                  </a:extLst>
                </p14:cNvPr>
                <p14:cNvContentPartPr/>
                <p14:nvPr/>
              </p14:nvContentPartPr>
              <p14:xfrm>
                <a:off x="10130582" y="3243221"/>
                <a:ext cx="202680" cy="172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C13F9261-1B6C-3080-9218-CEAF0094F10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112942" y="3225221"/>
                  <a:ext cx="238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3B48AA0B-3443-145F-51A8-01E767A9616B}"/>
                    </a:ext>
                  </a:extLst>
                </p14:cNvPr>
                <p14:cNvContentPartPr/>
                <p14:nvPr/>
              </p14:nvContentPartPr>
              <p14:xfrm>
                <a:off x="10309502" y="3180581"/>
                <a:ext cx="78840" cy="2282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3B48AA0B-3443-145F-51A8-01E767A9616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91502" y="3162941"/>
                  <a:ext cx="11448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Agrupar 182">
            <a:extLst>
              <a:ext uri="{FF2B5EF4-FFF2-40B4-BE49-F238E27FC236}">
                <a16:creationId xmlns:a16="http://schemas.microsoft.com/office/drawing/2014/main" id="{D44F8EC7-114A-69A8-65D0-D546ACA40823}"/>
              </a:ext>
            </a:extLst>
          </p:cNvPr>
          <p:cNvGrpSpPr/>
          <p:nvPr/>
        </p:nvGrpSpPr>
        <p:grpSpPr>
          <a:xfrm>
            <a:off x="10646102" y="3004181"/>
            <a:ext cx="484560" cy="423720"/>
            <a:chOff x="10646102" y="3004181"/>
            <a:chExt cx="48456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9BCB98DC-5311-4504-FF68-ECB64F78CE73}"/>
                    </a:ext>
                  </a:extLst>
                </p14:cNvPr>
                <p14:cNvContentPartPr/>
                <p14:nvPr/>
              </p14:nvContentPartPr>
              <p14:xfrm>
                <a:off x="10690742" y="3064661"/>
                <a:ext cx="119520" cy="3632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9BCB98DC-5311-4504-FF68-ECB64F78CE7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672742" y="3047021"/>
                  <a:ext cx="1551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4098E2BD-5F72-F6B9-80A4-C5CDD76CAECC}"/>
                    </a:ext>
                  </a:extLst>
                </p14:cNvPr>
                <p14:cNvContentPartPr/>
                <p14:nvPr/>
              </p14:nvContentPartPr>
              <p14:xfrm>
                <a:off x="10646102" y="3238901"/>
                <a:ext cx="139320" cy="144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4098E2BD-5F72-F6B9-80A4-C5CDD76CAEC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28102" y="3220901"/>
                  <a:ext cx="174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B0ACE700-311A-B90A-EE5E-2C5B74F06E69}"/>
                    </a:ext>
                  </a:extLst>
                </p14:cNvPr>
                <p14:cNvContentPartPr/>
                <p14:nvPr/>
              </p14:nvContentPartPr>
              <p14:xfrm>
                <a:off x="10899182" y="3004181"/>
                <a:ext cx="33840" cy="11556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B0ACE700-311A-B90A-EE5E-2C5B74F06E6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81542" y="2986181"/>
                  <a:ext cx="69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D1275B39-A955-A0BB-66BB-6818B242F462}"/>
                    </a:ext>
                  </a:extLst>
                </p14:cNvPr>
                <p14:cNvContentPartPr/>
                <p14:nvPr/>
              </p14:nvContentPartPr>
              <p14:xfrm>
                <a:off x="11003582" y="3244301"/>
                <a:ext cx="127080" cy="720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D1275B39-A955-A0BB-66BB-6818B242F46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985942" y="3226661"/>
                  <a:ext cx="162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8D30A15B-9809-AFC7-0367-71D115ABDDC7}"/>
                    </a:ext>
                  </a:extLst>
                </p14:cNvPr>
                <p14:cNvContentPartPr/>
                <p14:nvPr/>
              </p14:nvContentPartPr>
              <p14:xfrm>
                <a:off x="11029862" y="3140261"/>
                <a:ext cx="99720" cy="2052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8D30A15B-9809-AFC7-0367-71D115ABDDC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011862" y="3122621"/>
                  <a:ext cx="1353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D1F8C9D9-AF91-1FF1-E59D-6C6D4A64C6A0}"/>
              </a:ext>
            </a:extLst>
          </p:cNvPr>
          <p:cNvGrpSpPr/>
          <p:nvPr/>
        </p:nvGrpSpPr>
        <p:grpSpPr>
          <a:xfrm>
            <a:off x="11323982" y="3034061"/>
            <a:ext cx="160560" cy="258840"/>
            <a:chOff x="11323982" y="3034061"/>
            <a:chExt cx="16056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B02D3D78-346F-5350-DC48-2D00136B25ED}"/>
                    </a:ext>
                  </a:extLst>
                </p14:cNvPr>
                <p14:cNvContentPartPr/>
                <p14:nvPr/>
              </p14:nvContentPartPr>
              <p14:xfrm>
                <a:off x="11323982" y="3034061"/>
                <a:ext cx="21600" cy="25740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B02D3D78-346F-5350-DC48-2D00136B25E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306342" y="3016421"/>
                  <a:ext cx="57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69E61D17-3C57-E2E8-2928-450FF84C426D}"/>
                    </a:ext>
                  </a:extLst>
                </p14:cNvPr>
                <p14:cNvContentPartPr/>
                <p14:nvPr/>
              </p14:nvContentPartPr>
              <p14:xfrm>
                <a:off x="11342702" y="3110381"/>
                <a:ext cx="141840" cy="18252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69E61D17-3C57-E2E8-2928-450FF84C426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325062" y="3092381"/>
                  <a:ext cx="17748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Agrupar 201">
            <a:extLst>
              <a:ext uri="{FF2B5EF4-FFF2-40B4-BE49-F238E27FC236}">
                <a16:creationId xmlns:a16="http://schemas.microsoft.com/office/drawing/2014/main" id="{1B1609E1-9D78-AF75-314A-1B507316CE26}"/>
              </a:ext>
            </a:extLst>
          </p:cNvPr>
          <p:cNvGrpSpPr/>
          <p:nvPr/>
        </p:nvGrpSpPr>
        <p:grpSpPr>
          <a:xfrm>
            <a:off x="8789222" y="3858821"/>
            <a:ext cx="475200" cy="397800"/>
            <a:chOff x="8789222" y="3858821"/>
            <a:chExt cx="47520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55ADC6F1-8EC1-5F93-8855-E73E08107ADC}"/>
                    </a:ext>
                  </a:extLst>
                </p14:cNvPr>
                <p14:cNvContentPartPr/>
                <p14:nvPr/>
              </p14:nvContentPartPr>
              <p14:xfrm>
                <a:off x="8846102" y="3858821"/>
                <a:ext cx="77400" cy="39780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55ADC6F1-8EC1-5F93-8855-E73E08107AD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828462" y="3840821"/>
                  <a:ext cx="1130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250CC40-7024-8C66-2ACA-AEFBF4059EB9}"/>
                    </a:ext>
                  </a:extLst>
                </p14:cNvPr>
                <p14:cNvContentPartPr/>
                <p14:nvPr/>
              </p14:nvContentPartPr>
              <p14:xfrm>
                <a:off x="8789222" y="4063661"/>
                <a:ext cx="171720" cy="3060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250CC40-7024-8C66-2ACA-AEFBF4059EB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771582" y="4045661"/>
                  <a:ext cx="207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FC4DA85A-B590-B45B-193F-484A85D9F047}"/>
                    </a:ext>
                  </a:extLst>
                </p14:cNvPr>
                <p14:cNvContentPartPr/>
                <p14:nvPr/>
              </p14:nvContentPartPr>
              <p14:xfrm>
                <a:off x="9132302" y="4042421"/>
                <a:ext cx="132120" cy="172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FC4DA85A-B590-B45B-193F-484A85D9F04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114302" y="4024421"/>
                  <a:ext cx="167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4595EF5-2829-94E6-19DC-D1549E91A33E}"/>
                    </a:ext>
                  </a:extLst>
                </p14:cNvPr>
                <p14:cNvContentPartPr/>
                <p14:nvPr/>
              </p14:nvContentPartPr>
              <p14:xfrm>
                <a:off x="9099902" y="3946301"/>
                <a:ext cx="141840" cy="259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4595EF5-2829-94E6-19DC-D1549E91A33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81902" y="3928301"/>
                  <a:ext cx="17748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Agrupar 200">
            <a:extLst>
              <a:ext uri="{FF2B5EF4-FFF2-40B4-BE49-F238E27FC236}">
                <a16:creationId xmlns:a16="http://schemas.microsoft.com/office/drawing/2014/main" id="{9439E0FD-077B-C2D6-AEFA-CC40D87B71F3}"/>
              </a:ext>
            </a:extLst>
          </p:cNvPr>
          <p:cNvGrpSpPr/>
          <p:nvPr/>
        </p:nvGrpSpPr>
        <p:grpSpPr>
          <a:xfrm>
            <a:off x="9456302" y="3766301"/>
            <a:ext cx="224640" cy="303120"/>
            <a:chOff x="9456302" y="3766301"/>
            <a:chExt cx="22464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3616C578-458B-4CF7-EA7D-D2F8F3D3E57F}"/>
                    </a:ext>
                  </a:extLst>
                </p14:cNvPr>
                <p14:cNvContentPartPr/>
                <p14:nvPr/>
              </p14:nvContentPartPr>
              <p14:xfrm>
                <a:off x="9456302" y="3766301"/>
                <a:ext cx="35280" cy="30312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3616C578-458B-4CF7-EA7D-D2F8F3D3E57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438302" y="3748301"/>
                  <a:ext cx="70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E8D13523-B835-AB0F-2207-73532647D6E0}"/>
                    </a:ext>
                  </a:extLst>
                </p14:cNvPr>
                <p14:cNvContentPartPr/>
                <p14:nvPr/>
              </p14:nvContentPartPr>
              <p14:xfrm>
                <a:off x="9523262" y="3853421"/>
                <a:ext cx="157680" cy="18396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E8D13523-B835-AB0F-2207-73532647D6E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505622" y="3835781"/>
                  <a:ext cx="1933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5F12B859-A5B9-9BC7-7B88-2E61A0C09EFE}"/>
              </a:ext>
            </a:extLst>
          </p:cNvPr>
          <p:cNvGrpSpPr/>
          <p:nvPr/>
        </p:nvGrpSpPr>
        <p:grpSpPr>
          <a:xfrm>
            <a:off x="10064702" y="3837941"/>
            <a:ext cx="226800" cy="234000"/>
            <a:chOff x="10064702" y="3837941"/>
            <a:chExt cx="22680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B0DCD16C-DEA7-4CBB-610D-6C425B8949CB}"/>
                    </a:ext>
                  </a:extLst>
                </p14:cNvPr>
                <p14:cNvContentPartPr/>
                <p14:nvPr/>
              </p14:nvContentPartPr>
              <p14:xfrm>
                <a:off x="10064702" y="3993101"/>
                <a:ext cx="164160" cy="194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B0DCD16C-DEA7-4CBB-610D-6C425B8949C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047062" y="3975461"/>
                  <a:ext cx="199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552D936A-357D-B5FC-6F4C-E008D7A4BC86}"/>
                    </a:ext>
                  </a:extLst>
                </p14:cNvPr>
                <p14:cNvContentPartPr/>
                <p14:nvPr/>
              </p14:nvContentPartPr>
              <p14:xfrm>
                <a:off x="10084862" y="3903821"/>
                <a:ext cx="175320" cy="1044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552D936A-357D-B5FC-6F4C-E008D7A4BC8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066862" y="3885821"/>
                  <a:ext cx="210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FCB6B51E-054C-8220-4309-BE663F55534F}"/>
                    </a:ext>
                  </a:extLst>
                </p14:cNvPr>
                <p14:cNvContentPartPr/>
                <p14:nvPr/>
              </p14:nvContentPartPr>
              <p14:xfrm>
                <a:off x="10211942" y="3837941"/>
                <a:ext cx="79560" cy="23400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FCB6B51E-054C-8220-4309-BE663F55534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94302" y="3819941"/>
                  <a:ext cx="11520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Agrupar 198">
            <a:extLst>
              <a:ext uri="{FF2B5EF4-FFF2-40B4-BE49-F238E27FC236}">
                <a16:creationId xmlns:a16="http://schemas.microsoft.com/office/drawing/2014/main" id="{5DCF0252-1BB0-2694-70DC-A823BC3DEA30}"/>
              </a:ext>
            </a:extLst>
          </p:cNvPr>
          <p:cNvGrpSpPr/>
          <p:nvPr/>
        </p:nvGrpSpPr>
        <p:grpSpPr>
          <a:xfrm>
            <a:off x="10662302" y="3589541"/>
            <a:ext cx="818640" cy="522360"/>
            <a:chOff x="10662302" y="3589541"/>
            <a:chExt cx="81864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43EFF1EA-DE14-959D-95AF-9BF87CCFD7C5}"/>
                    </a:ext>
                  </a:extLst>
                </p14:cNvPr>
                <p14:cNvContentPartPr/>
                <p14:nvPr/>
              </p14:nvContentPartPr>
              <p14:xfrm>
                <a:off x="10719902" y="3689621"/>
                <a:ext cx="106200" cy="42228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43EFF1EA-DE14-959D-95AF-9BF87CCFD7C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02262" y="3671621"/>
                  <a:ext cx="1418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B78F13B5-E9D7-5CA0-A235-0C2F89EDF8E3}"/>
                    </a:ext>
                  </a:extLst>
                </p14:cNvPr>
                <p14:cNvContentPartPr/>
                <p14:nvPr/>
              </p14:nvContentPartPr>
              <p14:xfrm>
                <a:off x="10662302" y="3900221"/>
                <a:ext cx="174240" cy="1476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B78F13B5-E9D7-5CA0-A235-0C2F89EDF8E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644302" y="3882581"/>
                  <a:ext cx="209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D596042B-26D7-F27D-3E21-07B3D7DAEFFF}"/>
                    </a:ext>
                  </a:extLst>
                </p14:cNvPr>
                <p14:cNvContentPartPr/>
                <p14:nvPr/>
              </p14:nvContentPartPr>
              <p14:xfrm>
                <a:off x="10916822" y="3589541"/>
                <a:ext cx="33840" cy="14580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D596042B-26D7-F27D-3E21-07B3D7DAEFF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898822" y="3571901"/>
                  <a:ext cx="69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7BEB2662-7474-5382-FE13-C8D9610975B6}"/>
                    </a:ext>
                  </a:extLst>
                </p14:cNvPr>
                <p14:cNvContentPartPr/>
                <p14:nvPr/>
              </p14:nvContentPartPr>
              <p14:xfrm>
                <a:off x="11029862" y="3923981"/>
                <a:ext cx="89640" cy="36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7BEB2662-7474-5382-FE13-C8D9610975B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011862" y="3905981"/>
                  <a:ext cx="125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912F67E1-3D64-ED29-790A-AC34CE3F77B9}"/>
                    </a:ext>
                  </a:extLst>
                </p14:cNvPr>
                <p14:cNvContentPartPr/>
                <p14:nvPr/>
              </p14:nvContentPartPr>
              <p14:xfrm>
                <a:off x="11038502" y="3842261"/>
                <a:ext cx="103320" cy="1368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912F67E1-3D64-ED29-790A-AC34CE3F77B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020502" y="3824621"/>
                  <a:ext cx="138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7376CE13-6346-77A7-D445-BE1E7EE1CDCF}"/>
                    </a:ext>
                  </a:extLst>
                </p14:cNvPr>
                <p14:cNvContentPartPr/>
                <p14:nvPr/>
              </p14:nvContentPartPr>
              <p14:xfrm>
                <a:off x="11284382" y="3689261"/>
                <a:ext cx="196560" cy="22716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7376CE13-6346-77A7-D445-BE1E7EE1CDC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266382" y="3671621"/>
                  <a:ext cx="23220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741C4944-E3FB-E12C-8ACB-9088D1002325}"/>
              </a:ext>
            </a:extLst>
          </p:cNvPr>
          <p:cNvGrpSpPr/>
          <p:nvPr/>
        </p:nvGrpSpPr>
        <p:grpSpPr>
          <a:xfrm>
            <a:off x="8437862" y="2124341"/>
            <a:ext cx="3805920" cy="2279160"/>
            <a:chOff x="8437862" y="2124341"/>
            <a:chExt cx="3805920" cy="22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A7ACF7C4-B8E9-82F4-C80F-1C405E1C2670}"/>
                    </a:ext>
                  </a:extLst>
                </p14:cNvPr>
                <p14:cNvContentPartPr/>
                <p14:nvPr/>
              </p14:nvContentPartPr>
              <p14:xfrm>
                <a:off x="8437862" y="2124341"/>
                <a:ext cx="3805920" cy="227844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A7ACF7C4-B8E9-82F4-C80F-1C405E1C267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420222" y="2106341"/>
                  <a:ext cx="3841560" cy="23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563175DD-0512-1140-ED8E-7A963E6E305D}"/>
                    </a:ext>
                  </a:extLst>
                </p14:cNvPr>
                <p14:cNvContentPartPr/>
                <p14:nvPr/>
              </p14:nvContentPartPr>
              <p14:xfrm>
                <a:off x="8581862" y="4269221"/>
                <a:ext cx="3654000" cy="13428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563175DD-0512-1140-ED8E-7A963E6E305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564222" y="4251221"/>
                  <a:ext cx="36896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Agrupar 214">
            <a:extLst>
              <a:ext uri="{FF2B5EF4-FFF2-40B4-BE49-F238E27FC236}">
                <a16:creationId xmlns:a16="http://schemas.microsoft.com/office/drawing/2014/main" id="{0C252427-1AFA-4368-A061-1DD04BD0EE34}"/>
              </a:ext>
            </a:extLst>
          </p:cNvPr>
          <p:cNvGrpSpPr/>
          <p:nvPr/>
        </p:nvGrpSpPr>
        <p:grpSpPr>
          <a:xfrm>
            <a:off x="730622" y="3014261"/>
            <a:ext cx="1793520" cy="565920"/>
            <a:chOff x="730622" y="3014261"/>
            <a:chExt cx="1793520" cy="56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9DF15A9F-362A-7A99-3335-544A345805BE}"/>
                    </a:ext>
                  </a:extLst>
                </p14:cNvPr>
                <p14:cNvContentPartPr/>
                <p14:nvPr/>
              </p14:nvContentPartPr>
              <p14:xfrm>
                <a:off x="730622" y="3244301"/>
                <a:ext cx="68760" cy="2599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9DF15A9F-362A-7A99-3335-544A345805B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12982" y="3226301"/>
                  <a:ext cx="1044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10978609-7F2E-2E74-061B-04ED1516A99F}"/>
                    </a:ext>
                  </a:extLst>
                </p14:cNvPr>
                <p14:cNvContentPartPr/>
                <p14:nvPr/>
              </p14:nvContentPartPr>
              <p14:xfrm>
                <a:off x="904502" y="3324941"/>
                <a:ext cx="113400" cy="1432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10978609-7F2E-2E74-061B-04ED1516A99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86862" y="3306941"/>
                  <a:ext cx="149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2F20D54-BE75-4323-81CE-842E6C490A41}"/>
                    </a:ext>
                  </a:extLst>
                </p14:cNvPr>
                <p14:cNvContentPartPr/>
                <p14:nvPr/>
              </p14:nvContentPartPr>
              <p14:xfrm>
                <a:off x="887222" y="3251141"/>
                <a:ext cx="321840" cy="3290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2F20D54-BE75-4323-81CE-842E6C490A4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69582" y="3233141"/>
                  <a:ext cx="357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A6B8557D-783D-1777-B182-13FF94471B1C}"/>
                    </a:ext>
                  </a:extLst>
                </p14:cNvPr>
                <p14:cNvContentPartPr/>
                <p14:nvPr/>
              </p14:nvContentPartPr>
              <p14:xfrm>
                <a:off x="1390142" y="3535901"/>
                <a:ext cx="139320" cy="25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A6B8557D-783D-1777-B182-13FF94471B1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372502" y="3518261"/>
                  <a:ext cx="174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521C6DFE-1C9A-8C6E-332E-C93C451F4A1F}"/>
                    </a:ext>
                  </a:extLst>
                </p14:cNvPr>
                <p14:cNvContentPartPr/>
                <p14:nvPr/>
              </p14:nvContentPartPr>
              <p14:xfrm>
                <a:off x="1414982" y="3442301"/>
                <a:ext cx="124560" cy="936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521C6DFE-1C9A-8C6E-332E-C93C451F4A1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397342" y="3424301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BDC36583-835F-D6A9-C8A2-44FD8256B179}"/>
                    </a:ext>
                  </a:extLst>
                </p14:cNvPr>
                <p14:cNvContentPartPr/>
                <p14:nvPr/>
              </p14:nvContentPartPr>
              <p14:xfrm>
                <a:off x="1666982" y="3225581"/>
                <a:ext cx="143280" cy="30852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BDC36583-835F-D6A9-C8A2-44FD8256B17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649342" y="3207581"/>
                  <a:ext cx="1789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8ECED6B8-B26C-A5AC-5DB8-1EAA2EDDB8B5}"/>
                    </a:ext>
                  </a:extLst>
                </p14:cNvPr>
                <p14:cNvContentPartPr/>
                <p14:nvPr/>
              </p14:nvContentPartPr>
              <p14:xfrm>
                <a:off x="1813862" y="3290381"/>
                <a:ext cx="182880" cy="2548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8ECED6B8-B26C-A5AC-5DB8-1EAA2EDDB8B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795862" y="3272741"/>
                  <a:ext cx="218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9AA21AE8-B87F-0408-2842-73E0F284D700}"/>
                    </a:ext>
                  </a:extLst>
                </p14:cNvPr>
                <p14:cNvContentPartPr/>
                <p14:nvPr/>
              </p14:nvContentPartPr>
              <p14:xfrm>
                <a:off x="2099342" y="3304781"/>
                <a:ext cx="134640" cy="21276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9AA21AE8-B87F-0408-2842-73E0F284D70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081702" y="3286781"/>
                  <a:ext cx="170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8C084A1B-1CD1-DC8E-C4EB-3BD25B55A7A8}"/>
                    </a:ext>
                  </a:extLst>
                </p14:cNvPr>
                <p14:cNvContentPartPr/>
                <p14:nvPr/>
              </p14:nvContentPartPr>
              <p14:xfrm>
                <a:off x="2091782" y="3343661"/>
                <a:ext cx="169200" cy="17352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8C084A1B-1CD1-DC8E-C4EB-3BD25B55A7A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074142" y="3326021"/>
                  <a:ext cx="204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1747BD0F-917A-4EEB-A7FE-5E6222E6640E}"/>
                    </a:ext>
                  </a:extLst>
                </p14:cNvPr>
                <p14:cNvContentPartPr/>
                <p14:nvPr/>
              </p14:nvContentPartPr>
              <p14:xfrm>
                <a:off x="2195102" y="3014261"/>
                <a:ext cx="87120" cy="17460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1747BD0F-917A-4EEB-A7FE-5E6222E6640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177102" y="2996261"/>
                  <a:ext cx="122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90AFB55B-030E-2A9D-3496-7FECB8906EE2}"/>
                    </a:ext>
                  </a:extLst>
                </p14:cNvPr>
                <p14:cNvContentPartPr/>
                <p14:nvPr/>
              </p14:nvContentPartPr>
              <p14:xfrm>
                <a:off x="2472662" y="3324941"/>
                <a:ext cx="15840" cy="20592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90AFB55B-030E-2A9D-3496-7FECB8906EE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454662" y="3306941"/>
                  <a:ext cx="51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4624326F-B65B-2DAD-A31D-8FA326941DB7}"/>
                    </a:ext>
                  </a:extLst>
                </p14:cNvPr>
                <p14:cNvContentPartPr/>
                <p14:nvPr/>
              </p14:nvContentPartPr>
              <p14:xfrm>
                <a:off x="2395982" y="3427541"/>
                <a:ext cx="128160" cy="720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4624326F-B65B-2DAD-A31D-8FA326941DB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378342" y="3409901"/>
                  <a:ext cx="1638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A9488CB1-D402-3ED6-087D-DC7E54614B41}"/>
              </a:ext>
            </a:extLst>
          </p:cNvPr>
          <p:cNvGrpSpPr/>
          <p:nvPr/>
        </p:nvGrpSpPr>
        <p:grpSpPr>
          <a:xfrm>
            <a:off x="2750222" y="3057821"/>
            <a:ext cx="2718720" cy="511920"/>
            <a:chOff x="2750222" y="3057821"/>
            <a:chExt cx="271872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D18DE941-9DD1-1D85-FCB5-1DF2A4DD91EC}"/>
                    </a:ext>
                  </a:extLst>
                </p14:cNvPr>
                <p14:cNvContentPartPr/>
                <p14:nvPr/>
              </p14:nvContentPartPr>
              <p14:xfrm>
                <a:off x="2750222" y="3203261"/>
                <a:ext cx="75960" cy="32868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D18DE941-9DD1-1D85-FCB5-1DF2A4DD91E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732222" y="3185261"/>
                  <a:ext cx="1116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B9EE523C-138D-3FB1-7245-598444FE70CE}"/>
                    </a:ext>
                  </a:extLst>
                </p14:cNvPr>
                <p14:cNvContentPartPr/>
                <p14:nvPr/>
              </p14:nvContentPartPr>
              <p14:xfrm>
                <a:off x="2884142" y="3276701"/>
                <a:ext cx="216720" cy="29304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B9EE523C-138D-3FB1-7245-598444FE70C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66142" y="3259061"/>
                  <a:ext cx="252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BABDE1D7-29F9-0C61-5CFC-78CC6070AB3F}"/>
                    </a:ext>
                  </a:extLst>
                </p14:cNvPr>
                <p14:cNvContentPartPr/>
                <p14:nvPr/>
              </p14:nvContentPartPr>
              <p14:xfrm>
                <a:off x="3159902" y="3313781"/>
                <a:ext cx="128160" cy="22392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BABDE1D7-29F9-0C61-5CFC-78CC6070AB3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142262" y="3295781"/>
                  <a:ext cx="163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240E4589-212A-0A87-BA6A-E8B046D579AA}"/>
                    </a:ext>
                  </a:extLst>
                </p14:cNvPr>
                <p14:cNvContentPartPr/>
                <p14:nvPr/>
              </p14:nvContentPartPr>
              <p14:xfrm>
                <a:off x="3137582" y="3348341"/>
                <a:ext cx="206640" cy="1857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240E4589-212A-0A87-BA6A-E8B046D579A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119582" y="3330341"/>
                  <a:ext cx="242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F10B3883-03B7-8B53-95C7-4945E4342C0F}"/>
                    </a:ext>
                  </a:extLst>
                </p14:cNvPr>
                <p14:cNvContentPartPr/>
                <p14:nvPr/>
              </p14:nvContentPartPr>
              <p14:xfrm>
                <a:off x="3264302" y="3057821"/>
                <a:ext cx="143280" cy="1994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F10B3883-03B7-8B53-95C7-4945E4342C0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246302" y="3039821"/>
                  <a:ext cx="178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D8F37018-2DEC-D32F-7558-2FBCA1AECD2E}"/>
                    </a:ext>
                  </a:extLst>
                </p14:cNvPr>
                <p14:cNvContentPartPr/>
                <p14:nvPr/>
              </p14:nvContentPartPr>
              <p14:xfrm>
                <a:off x="3538622" y="3341501"/>
                <a:ext cx="26280" cy="22788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D8F37018-2DEC-D32F-7558-2FBCA1AECD2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520982" y="3323861"/>
                  <a:ext cx="6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2A8A4CA6-D44C-A9D7-7F2C-5A479E2BCD6F}"/>
                    </a:ext>
                  </a:extLst>
                </p14:cNvPr>
                <p14:cNvContentPartPr/>
                <p14:nvPr/>
              </p14:nvContentPartPr>
              <p14:xfrm>
                <a:off x="3495062" y="3456701"/>
                <a:ext cx="107280" cy="936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2A8A4CA6-D44C-A9D7-7F2C-5A479E2BCD6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477422" y="3438701"/>
                  <a:ext cx="142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FA3A74E6-3AA5-3F6B-D1AA-9B0A116E671C}"/>
                    </a:ext>
                  </a:extLst>
                </p14:cNvPr>
                <p14:cNvContentPartPr/>
                <p14:nvPr/>
              </p14:nvContentPartPr>
              <p14:xfrm>
                <a:off x="3740582" y="3211901"/>
                <a:ext cx="117720" cy="33480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FA3A74E6-3AA5-3F6B-D1AA-9B0A116E671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722582" y="3194261"/>
                  <a:ext cx="1533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FAF60C18-B6FA-03FA-42A0-8ADA8FD5F8AA}"/>
                    </a:ext>
                  </a:extLst>
                </p14:cNvPr>
                <p14:cNvContentPartPr/>
                <p14:nvPr/>
              </p14:nvContentPartPr>
              <p14:xfrm>
                <a:off x="3898982" y="3200741"/>
                <a:ext cx="110880" cy="612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FAF60C18-B6FA-03FA-42A0-8ADA8FD5F8A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880982" y="3183101"/>
                  <a:ext cx="146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4036D6CC-428E-8D9B-500C-5CC41C5C8BE9}"/>
                    </a:ext>
                  </a:extLst>
                </p14:cNvPr>
                <p14:cNvContentPartPr/>
                <p14:nvPr/>
              </p14:nvContentPartPr>
              <p14:xfrm>
                <a:off x="3906182" y="3232061"/>
                <a:ext cx="159840" cy="32688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4036D6CC-428E-8D9B-500C-5CC41C5C8BE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888542" y="3214061"/>
                  <a:ext cx="1954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90AF7622-31BA-E946-3415-A0289917C77A}"/>
                    </a:ext>
                  </a:extLst>
                </p14:cNvPr>
                <p14:cNvContentPartPr/>
                <p14:nvPr/>
              </p14:nvContentPartPr>
              <p14:xfrm>
                <a:off x="4113542" y="3385061"/>
                <a:ext cx="123480" cy="16344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90AF7622-31BA-E946-3415-A0289917C77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095902" y="3367421"/>
                  <a:ext cx="159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EECAAEFD-0585-C244-EC49-1C9FCBDD5849}"/>
                    </a:ext>
                  </a:extLst>
                </p14:cNvPr>
                <p14:cNvContentPartPr/>
                <p14:nvPr/>
              </p14:nvContentPartPr>
              <p14:xfrm>
                <a:off x="4129742" y="3399821"/>
                <a:ext cx="161640" cy="12348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EECAAEFD-0585-C244-EC49-1C9FCBDD584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112102" y="3381821"/>
                  <a:ext cx="197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18EF939A-2676-7630-F10C-97A3F771B3B3}"/>
                    </a:ext>
                  </a:extLst>
                </p14:cNvPr>
                <p14:cNvContentPartPr/>
                <p14:nvPr/>
              </p14:nvContentPartPr>
              <p14:xfrm>
                <a:off x="4234142" y="3125861"/>
                <a:ext cx="161640" cy="18036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18EF939A-2676-7630-F10C-97A3F771B3B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216502" y="3107861"/>
                  <a:ext cx="197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E4C39A93-461A-22C5-2062-D52F454EC535}"/>
                    </a:ext>
                  </a:extLst>
                </p14:cNvPr>
                <p14:cNvContentPartPr/>
                <p14:nvPr/>
              </p14:nvContentPartPr>
              <p14:xfrm>
                <a:off x="4586942" y="3345101"/>
                <a:ext cx="7920" cy="20160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E4C39A93-461A-22C5-2062-D52F454EC53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568942" y="3327101"/>
                  <a:ext cx="43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636199F5-7BF4-6107-5AE3-8FDF19AFCE41}"/>
                    </a:ext>
                  </a:extLst>
                </p14:cNvPr>
                <p14:cNvContentPartPr/>
                <p14:nvPr/>
              </p14:nvContentPartPr>
              <p14:xfrm>
                <a:off x="4522142" y="3441221"/>
                <a:ext cx="148320" cy="828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636199F5-7BF4-6107-5AE3-8FDF19AFCE4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504502" y="3423221"/>
                  <a:ext cx="183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E2728BD1-E1E9-0FA4-FE89-9EB0E4970C60}"/>
                    </a:ext>
                  </a:extLst>
                </p14:cNvPr>
                <p14:cNvContentPartPr/>
                <p14:nvPr/>
              </p14:nvContentPartPr>
              <p14:xfrm>
                <a:off x="4792862" y="3198221"/>
                <a:ext cx="162360" cy="31032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E2728BD1-E1E9-0FA4-FE89-9EB0E4970C6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775222" y="3180581"/>
                  <a:ext cx="198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8EA48D2F-80D1-6A6E-E014-600ACF3C01C6}"/>
                    </a:ext>
                  </a:extLst>
                </p14:cNvPr>
                <p14:cNvContentPartPr/>
                <p14:nvPr/>
              </p14:nvContentPartPr>
              <p14:xfrm>
                <a:off x="5021462" y="3328181"/>
                <a:ext cx="149400" cy="20376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8EA48D2F-80D1-6A6E-E014-600ACF3C01C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003822" y="3310541"/>
                  <a:ext cx="185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518C7C4C-273F-7B1C-8DE9-F8A707199BF3}"/>
                    </a:ext>
                  </a:extLst>
                </p14:cNvPr>
                <p14:cNvContentPartPr/>
                <p14:nvPr/>
              </p14:nvContentPartPr>
              <p14:xfrm>
                <a:off x="5041262" y="3358421"/>
                <a:ext cx="196560" cy="15696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518C7C4C-273F-7B1C-8DE9-F8A707199BF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023622" y="3340421"/>
                  <a:ext cx="232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95ED0A2E-0998-A6F9-7923-406A74E0EE9B}"/>
                    </a:ext>
                  </a:extLst>
                </p14:cNvPr>
                <p14:cNvContentPartPr/>
                <p14:nvPr/>
              </p14:nvContentPartPr>
              <p14:xfrm>
                <a:off x="5386502" y="3284621"/>
                <a:ext cx="13680" cy="25524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95ED0A2E-0998-A6F9-7923-406A74E0EE9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368862" y="3266621"/>
                  <a:ext cx="49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D5CCFC81-E310-E3DF-30AF-37538043385C}"/>
                    </a:ext>
                  </a:extLst>
                </p14:cNvPr>
                <p14:cNvContentPartPr/>
                <p14:nvPr/>
              </p14:nvContentPartPr>
              <p14:xfrm>
                <a:off x="5344382" y="3401981"/>
                <a:ext cx="124560" cy="1476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D5CCFC81-E310-E3DF-30AF-37538043385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326742" y="3383981"/>
                  <a:ext cx="1602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E7A6A32A-8D52-9E51-04EE-A338A02252FE}"/>
              </a:ext>
            </a:extLst>
          </p:cNvPr>
          <p:cNvGrpSpPr/>
          <p:nvPr/>
        </p:nvGrpSpPr>
        <p:grpSpPr>
          <a:xfrm>
            <a:off x="5618342" y="3202901"/>
            <a:ext cx="173520" cy="291960"/>
            <a:chOff x="5618342" y="3202901"/>
            <a:chExt cx="17352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7A4C7DD3-D166-AEA9-95A2-DC01837328DC}"/>
                    </a:ext>
                  </a:extLst>
                </p14:cNvPr>
                <p14:cNvContentPartPr/>
                <p14:nvPr/>
              </p14:nvContentPartPr>
              <p14:xfrm>
                <a:off x="5618342" y="3202901"/>
                <a:ext cx="141480" cy="29196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7A4C7DD3-D166-AEA9-95A2-DC01837328D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600342" y="3185261"/>
                  <a:ext cx="177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6BFCE626-FDE7-B710-962F-F916FEBEE2D1}"/>
                    </a:ext>
                  </a:extLst>
                </p14:cNvPr>
                <p14:cNvContentPartPr/>
                <p14:nvPr/>
              </p14:nvContentPartPr>
              <p14:xfrm>
                <a:off x="5658662" y="3380741"/>
                <a:ext cx="133200" cy="468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6BFCE626-FDE7-B710-962F-F916FEBEE2D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640662" y="3362741"/>
                  <a:ext cx="1688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Agrupar 262">
            <a:extLst>
              <a:ext uri="{FF2B5EF4-FFF2-40B4-BE49-F238E27FC236}">
                <a16:creationId xmlns:a16="http://schemas.microsoft.com/office/drawing/2014/main" id="{E1DC753D-E11D-B501-7E5D-DBC436FBD34C}"/>
              </a:ext>
            </a:extLst>
          </p:cNvPr>
          <p:cNvGrpSpPr/>
          <p:nvPr/>
        </p:nvGrpSpPr>
        <p:grpSpPr>
          <a:xfrm>
            <a:off x="688142" y="4494941"/>
            <a:ext cx="1230480" cy="477000"/>
            <a:chOff x="688142" y="4494941"/>
            <a:chExt cx="1230480" cy="47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3AFC4281-3214-2389-4C08-9483F4F08655}"/>
                    </a:ext>
                  </a:extLst>
                </p14:cNvPr>
                <p14:cNvContentPartPr/>
                <p14:nvPr/>
              </p14:nvContentPartPr>
              <p14:xfrm>
                <a:off x="688142" y="4674941"/>
                <a:ext cx="324720" cy="29700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3AFC4281-3214-2389-4C08-9483F4F0865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70142" y="4656941"/>
                  <a:ext cx="3603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4A8D39AB-4E19-D2F2-0FED-CD8954D9CBA4}"/>
                    </a:ext>
                  </a:extLst>
                </p14:cNvPr>
                <p14:cNvContentPartPr/>
                <p14:nvPr/>
              </p14:nvContentPartPr>
              <p14:xfrm>
                <a:off x="914582" y="4738661"/>
                <a:ext cx="124200" cy="16200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4A8D39AB-4E19-D2F2-0FED-CD8954D9CBA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96942" y="4720661"/>
                  <a:ext cx="159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E72AF582-B69C-11F6-DB75-35373A7E57B5}"/>
                    </a:ext>
                  </a:extLst>
                </p14:cNvPr>
                <p14:cNvContentPartPr/>
                <p14:nvPr/>
              </p14:nvContentPartPr>
              <p14:xfrm>
                <a:off x="1082342" y="4494941"/>
                <a:ext cx="36360" cy="1152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E72AF582-B69C-11F6-DB75-35373A7E57B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64342" y="4477301"/>
                  <a:ext cx="72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E11EFD85-0A81-D858-B79B-600D045AD9AB}"/>
                    </a:ext>
                  </a:extLst>
                </p14:cNvPr>
                <p14:cNvContentPartPr/>
                <p14:nvPr/>
              </p14:nvContentPartPr>
              <p14:xfrm>
                <a:off x="1027622" y="4506101"/>
                <a:ext cx="83520" cy="17712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E11EFD85-0A81-D858-B79B-600D045AD9A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09622" y="4488461"/>
                  <a:ext cx="119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13A3FEFD-C051-49E1-F614-F1EAB4951AB9}"/>
                    </a:ext>
                  </a:extLst>
                </p14:cNvPr>
                <p14:cNvContentPartPr/>
                <p14:nvPr/>
              </p14:nvContentPartPr>
              <p14:xfrm>
                <a:off x="1273502" y="4701581"/>
                <a:ext cx="148320" cy="17568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13A3FEFD-C051-49E1-F614-F1EAB4951AB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255502" y="4683941"/>
                  <a:ext cx="183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C5E5108C-63BC-381A-94C9-2467840966BA}"/>
                    </a:ext>
                  </a:extLst>
                </p14:cNvPr>
                <p14:cNvContentPartPr/>
                <p14:nvPr/>
              </p14:nvContentPartPr>
              <p14:xfrm>
                <a:off x="1540622" y="4659461"/>
                <a:ext cx="131400" cy="24192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C5E5108C-63BC-381A-94C9-2467840966B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522622" y="4641461"/>
                  <a:ext cx="167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56525E1F-7BD9-0164-360C-F614990803CC}"/>
                    </a:ext>
                  </a:extLst>
                </p14:cNvPr>
                <p14:cNvContentPartPr/>
                <p14:nvPr/>
              </p14:nvContentPartPr>
              <p14:xfrm>
                <a:off x="1699382" y="4755581"/>
                <a:ext cx="141840" cy="14004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56525E1F-7BD9-0164-360C-F614990803C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681742" y="4737581"/>
                  <a:ext cx="177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566E3A06-8BE0-2F28-CCB3-A9BE7E62173D}"/>
                    </a:ext>
                  </a:extLst>
                </p14:cNvPr>
                <p14:cNvContentPartPr/>
                <p14:nvPr/>
              </p14:nvContentPartPr>
              <p14:xfrm>
                <a:off x="1827542" y="4514021"/>
                <a:ext cx="91080" cy="17352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566E3A06-8BE0-2F28-CCB3-A9BE7E62173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809542" y="4496021"/>
                  <a:ext cx="126720" cy="20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62" name="Tinta 261">
                <a:extLst>
                  <a:ext uri="{FF2B5EF4-FFF2-40B4-BE49-F238E27FC236}">
                    <a16:creationId xmlns:a16="http://schemas.microsoft.com/office/drawing/2014/main" id="{D022A6A2-639A-8BE4-C893-C441816210B3}"/>
                  </a:ext>
                </a:extLst>
              </p14:cNvPr>
              <p14:cNvContentPartPr/>
              <p14:nvPr/>
            </p14:nvContentPartPr>
            <p14:xfrm>
              <a:off x="2130302" y="4676021"/>
              <a:ext cx="113400" cy="170280"/>
            </p14:xfrm>
          </p:contentPart>
        </mc:Choice>
        <mc:Fallback>
          <p:pic>
            <p:nvPicPr>
              <p:cNvPr id="262" name="Tinta 261">
                <a:extLst>
                  <a:ext uri="{FF2B5EF4-FFF2-40B4-BE49-F238E27FC236}">
                    <a16:creationId xmlns:a16="http://schemas.microsoft.com/office/drawing/2014/main" id="{D022A6A2-639A-8BE4-C893-C441816210B3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2112662" y="4658381"/>
                <a:ext cx="14904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Agrupar 279">
            <a:extLst>
              <a:ext uri="{FF2B5EF4-FFF2-40B4-BE49-F238E27FC236}">
                <a16:creationId xmlns:a16="http://schemas.microsoft.com/office/drawing/2014/main" id="{160643D9-6954-6ED8-A8A9-24CD6E34D6B6}"/>
              </a:ext>
            </a:extLst>
          </p:cNvPr>
          <p:cNvGrpSpPr/>
          <p:nvPr/>
        </p:nvGrpSpPr>
        <p:grpSpPr>
          <a:xfrm>
            <a:off x="2463662" y="4462541"/>
            <a:ext cx="804960" cy="394920"/>
            <a:chOff x="2463662" y="4462541"/>
            <a:chExt cx="80496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FD3197EC-A4DC-25EE-C83C-029E06BC6271}"/>
                    </a:ext>
                  </a:extLst>
                </p14:cNvPr>
                <p14:cNvContentPartPr/>
                <p14:nvPr/>
              </p14:nvContentPartPr>
              <p14:xfrm>
                <a:off x="2504342" y="4619141"/>
                <a:ext cx="97200" cy="1044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FD3197EC-A4DC-25EE-C83C-029E06BC627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486342" y="4601141"/>
                  <a:ext cx="132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83CCA1E0-61CF-F3D8-CBEA-7E4FD9133E33}"/>
                    </a:ext>
                  </a:extLst>
                </p14:cNvPr>
                <p14:cNvContentPartPr/>
                <p14:nvPr/>
              </p14:nvContentPartPr>
              <p14:xfrm>
                <a:off x="2463662" y="4643621"/>
                <a:ext cx="168840" cy="21384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83CCA1E0-61CF-F3D8-CBEA-7E4FD9133E3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445662" y="4625981"/>
                  <a:ext cx="2044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26D5AFD2-9479-7288-607A-E39D6C5B6FF1}"/>
                    </a:ext>
                  </a:extLst>
                </p14:cNvPr>
                <p14:cNvContentPartPr/>
                <p14:nvPr/>
              </p14:nvContentPartPr>
              <p14:xfrm>
                <a:off x="2696582" y="4645781"/>
                <a:ext cx="128160" cy="21060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26D5AFD2-9479-7288-607A-E39D6C5B6FF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678942" y="4628141"/>
                  <a:ext cx="163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F1A2F1C9-ACAE-88C8-A21A-175AD584BD7C}"/>
                    </a:ext>
                  </a:extLst>
                </p14:cNvPr>
                <p14:cNvContentPartPr/>
                <p14:nvPr/>
              </p14:nvContentPartPr>
              <p14:xfrm>
                <a:off x="2707742" y="4462541"/>
                <a:ext cx="184320" cy="36576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F1A2F1C9-ACAE-88C8-A21A-175AD584BD7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690102" y="4444901"/>
                  <a:ext cx="2199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94951405-DD29-A88D-D690-75C305B4FB30}"/>
                    </a:ext>
                  </a:extLst>
                </p14:cNvPr>
                <p14:cNvContentPartPr/>
                <p14:nvPr/>
              </p14:nvContentPartPr>
              <p14:xfrm>
                <a:off x="2881622" y="4462541"/>
                <a:ext cx="118440" cy="16128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94951405-DD29-A88D-D690-75C305B4FB3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863982" y="4444901"/>
                  <a:ext cx="154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BAA343DE-C9EB-2A24-333B-1C93B8F81EB2}"/>
                    </a:ext>
                  </a:extLst>
                </p14:cNvPr>
                <p14:cNvContentPartPr/>
                <p14:nvPr/>
              </p14:nvContentPartPr>
              <p14:xfrm>
                <a:off x="3133982" y="4626701"/>
                <a:ext cx="134640" cy="16236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BAA343DE-C9EB-2A24-333B-1C93B8F81EB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115982" y="4609061"/>
                  <a:ext cx="1702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Agrupar 278">
            <a:extLst>
              <a:ext uri="{FF2B5EF4-FFF2-40B4-BE49-F238E27FC236}">
                <a16:creationId xmlns:a16="http://schemas.microsoft.com/office/drawing/2014/main" id="{DD0388D7-E001-9D23-E61E-4038D12CDFF7}"/>
              </a:ext>
            </a:extLst>
          </p:cNvPr>
          <p:cNvGrpSpPr/>
          <p:nvPr/>
        </p:nvGrpSpPr>
        <p:grpSpPr>
          <a:xfrm>
            <a:off x="3473822" y="4408901"/>
            <a:ext cx="1422720" cy="485640"/>
            <a:chOff x="3473822" y="4408901"/>
            <a:chExt cx="142272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4FF7F5BC-BFE5-5E77-6A24-B55D294E1F80}"/>
                    </a:ext>
                  </a:extLst>
                </p14:cNvPr>
                <p14:cNvContentPartPr/>
                <p14:nvPr/>
              </p14:nvContentPartPr>
              <p14:xfrm>
                <a:off x="3473822" y="4604381"/>
                <a:ext cx="143280" cy="27432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4FF7F5BC-BFE5-5E77-6A24-B55D294E1F8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456182" y="4586741"/>
                  <a:ext cx="1789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71996D97-A77F-1EEC-9B9E-9CCB70C7687C}"/>
                    </a:ext>
                  </a:extLst>
                </p14:cNvPr>
                <p14:cNvContentPartPr/>
                <p14:nvPr/>
              </p14:nvContentPartPr>
              <p14:xfrm>
                <a:off x="3697742" y="4672781"/>
                <a:ext cx="127080" cy="22176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71996D97-A77F-1EEC-9B9E-9CCB70C7687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679742" y="4654781"/>
                  <a:ext cx="162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D10ACD74-CB26-2DEF-2E6E-53A11EB0562D}"/>
                    </a:ext>
                  </a:extLst>
                </p14:cNvPr>
                <p14:cNvContentPartPr/>
                <p14:nvPr/>
              </p14:nvContentPartPr>
              <p14:xfrm>
                <a:off x="3697742" y="4722821"/>
                <a:ext cx="144360" cy="9864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D10ACD74-CB26-2DEF-2E6E-53A11EB0562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679742" y="4705181"/>
                  <a:ext cx="180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0691EF28-88EA-BD48-2FDC-636E42BA6919}"/>
                    </a:ext>
                  </a:extLst>
                </p14:cNvPr>
                <p14:cNvContentPartPr/>
                <p14:nvPr/>
              </p14:nvContentPartPr>
              <p14:xfrm>
                <a:off x="3895022" y="4408901"/>
                <a:ext cx="149400" cy="12024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0691EF28-88EA-BD48-2FDC-636E42BA691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877382" y="4390901"/>
                  <a:ext cx="185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D31123F3-EB25-74D6-BD36-18ADA09FFE38}"/>
                    </a:ext>
                  </a:extLst>
                </p14:cNvPr>
                <p14:cNvContentPartPr/>
                <p14:nvPr/>
              </p14:nvContentPartPr>
              <p14:xfrm>
                <a:off x="4183382" y="4623461"/>
                <a:ext cx="33840" cy="20268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D31123F3-EB25-74D6-BD36-18ADA09FFE3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165382" y="4605821"/>
                  <a:ext cx="69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D9B3824A-0AB6-E6CA-0623-1A2CE6BEF004}"/>
                    </a:ext>
                  </a:extLst>
                </p14:cNvPr>
                <p14:cNvContentPartPr/>
                <p14:nvPr/>
              </p14:nvContentPartPr>
              <p14:xfrm>
                <a:off x="4126142" y="4613021"/>
                <a:ext cx="504720" cy="22680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D9B3824A-0AB6-E6CA-0623-1A2CE6BEF00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108142" y="4595381"/>
                  <a:ext cx="540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99B61C8D-A5FA-0FB4-351A-9B16B7668CDA}"/>
                    </a:ext>
                  </a:extLst>
                </p14:cNvPr>
                <p14:cNvContentPartPr/>
                <p14:nvPr/>
              </p14:nvContentPartPr>
              <p14:xfrm>
                <a:off x="4543382" y="4750901"/>
                <a:ext cx="127080" cy="1944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99B61C8D-A5FA-0FB4-351A-9B16B7668CD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525382" y="4733261"/>
                  <a:ext cx="162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630ED025-31C3-8817-01CB-741CBD4E59FA}"/>
                    </a:ext>
                  </a:extLst>
                </p14:cNvPr>
                <p14:cNvContentPartPr/>
                <p14:nvPr/>
              </p14:nvContentPartPr>
              <p14:xfrm>
                <a:off x="4719782" y="4647941"/>
                <a:ext cx="145800" cy="20160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630ED025-31C3-8817-01CB-741CBD4E59F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701782" y="4630301"/>
                  <a:ext cx="181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507DF8C2-261B-02B8-E45B-E514CBF2E0BB}"/>
                    </a:ext>
                  </a:extLst>
                </p14:cNvPr>
                <p14:cNvContentPartPr/>
                <p14:nvPr/>
              </p14:nvContentPartPr>
              <p14:xfrm>
                <a:off x="4752182" y="4687181"/>
                <a:ext cx="144360" cy="12780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507DF8C2-261B-02B8-E45B-E514CBF2E0B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734182" y="4669541"/>
                  <a:ext cx="1800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Agrupar 282">
            <a:extLst>
              <a:ext uri="{FF2B5EF4-FFF2-40B4-BE49-F238E27FC236}">
                <a16:creationId xmlns:a16="http://schemas.microsoft.com/office/drawing/2014/main" id="{4DA53B23-9F68-7159-D455-7F804A1810AB}"/>
              </a:ext>
            </a:extLst>
          </p:cNvPr>
          <p:cNvGrpSpPr/>
          <p:nvPr/>
        </p:nvGrpSpPr>
        <p:grpSpPr>
          <a:xfrm>
            <a:off x="5139542" y="4651541"/>
            <a:ext cx="170640" cy="174600"/>
            <a:chOff x="5139542" y="4651541"/>
            <a:chExt cx="17064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FDA3840D-776B-8E12-8D84-2D7A10784E61}"/>
                    </a:ext>
                  </a:extLst>
                </p14:cNvPr>
                <p14:cNvContentPartPr/>
                <p14:nvPr/>
              </p14:nvContentPartPr>
              <p14:xfrm>
                <a:off x="5175542" y="4651541"/>
                <a:ext cx="25200" cy="17460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FDA3840D-776B-8E12-8D84-2D7A10784E61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157542" y="4633541"/>
                  <a:ext cx="60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F17490B6-A302-60B3-009C-1CDB78FE72DD}"/>
                    </a:ext>
                  </a:extLst>
                </p14:cNvPr>
                <p14:cNvContentPartPr/>
                <p14:nvPr/>
              </p14:nvContentPartPr>
              <p14:xfrm>
                <a:off x="5139542" y="4705181"/>
                <a:ext cx="170640" cy="2268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F17490B6-A302-60B3-009C-1CDB78FE72D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121542" y="4687181"/>
                  <a:ext cx="2062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84" name="Tinta 283">
                <a:extLst>
                  <a:ext uri="{FF2B5EF4-FFF2-40B4-BE49-F238E27FC236}">
                    <a16:creationId xmlns:a16="http://schemas.microsoft.com/office/drawing/2014/main" id="{AC3E1281-12F6-EC57-63E1-D3891F74B754}"/>
                  </a:ext>
                </a:extLst>
              </p14:cNvPr>
              <p14:cNvContentPartPr/>
              <p14:nvPr/>
            </p14:nvContentPartPr>
            <p14:xfrm>
              <a:off x="5483342" y="4573061"/>
              <a:ext cx="221400" cy="232920"/>
            </p14:xfrm>
          </p:contentPart>
        </mc:Choice>
        <mc:Fallback>
          <p:pic>
            <p:nvPicPr>
              <p:cNvPr id="284" name="Tinta 283">
                <a:extLst>
                  <a:ext uri="{FF2B5EF4-FFF2-40B4-BE49-F238E27FC236}">
                    <a16:creationId xmlns:a16="http://schemas.microsoft.com/office/drawing/2014/main" id="{AC3E1281-12F6-EC57-63E1-D3891F74B754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5465702" y="4555061"/>
                <a:ext cx="25704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Agrupar 291">
            <a:extLst>
              <a:ext uri="{FF2B5EF4-FFF2-40B4-BE49-F238E27FC236}">
                <a16:creationId xmlns:a16="http://schemas.microsoft.com/office/drawing/2014/main" id="{FB74FD84-44FB-1EB8-D0DD-02272119B9FF}"/>
              </a:ext>
            </a:extLst>
          </p:cNvPr>
          <p:cNvGrpSpPr/>
          <p:nvPr/>
        </p:nvGrpSpPr>
        <p:grpSpPr>
          <a:xfrm>
            <a:off x="-223018" y="4653701"/>
            <a:ext cx="808920" cy="385920"/>
            <a:chOff x="-223018" y="4653701"/>
            <a:chExt cx="80892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71C87228-43B5-7821-8A27-6C7B4BE4C6A4}"/>
                    </a:ext>
                  </a:extLst>
                </p14:cNvPr>
                <p14:cNvContentPartPr/>
                <p14:nvPr/>
              </p14:nvContentPartPr>
              <p14:xfrm>
                <a:off x="-135898" y="4653701"/>
                <a:ext cx="100800" cy="38592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71C87228-43B5-7821-8A27-6C7B4BE4C6A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-153898" y="4635701"/>
                  <a:ext cx="1364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3150F099-DA43-A13B-416D-A138A243AADE}"/>
                    </a:ext>
                  </a:extLst>
                </p14:cNvPr>
                <p14:cNvContentPartPr/>
                <p14:nvPr/>
              </p14:nvContentPartPr>
              <p14:xfrm>
                <a:off x="-223018" y="4852781"/>
                <a:ext cx="236160" cy="1152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3150F099-DA43-A13B-416D-A138A243AAD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-240658" y="4834781"/>
                  <a:ext cx="271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FF31F971-72F8-69A5-12E1-F969BB3924BC}"/>
                    </a:ext>
                  </a:extLst>
                </p14:cNvPr>
                <p14:cNvContentPartPr/>
                <p14:nvPr/>
              </p14:nvContentPartPr>
              <p14:xfrm>
                <a:off x="76142" y="4732901"/>
                <a:ext cx="161640" cy="23400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FF31F971-72F8-69A5-12E1-F969BB3924B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8502" y="4715261"/>
                  <a:ext cx="1972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C74CCA47-D390-55EF-168A-501E07159337}"/>
                    </a:ext>
                  </a:extLst>
                </p14:cNvPr>
                <p14:cNvContentPartPr/>
                <p14:nvPr/>
              </p14:nvContentPartPr>
              <p14:xfrm>
                <a:off x="159662" y="4724261"/>
                <a:ext cx="246240" cy="23616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C74CCA47-D390-55EF-168A-501E0715933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41662" y="4706261"/>
                  <a:ext cx="2818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3044BCB6-8A8A-5340-C5B9-6588486BE4D1}"/>
                    </a:ext>
                  </a:extLst>
                </p14:cNvPr>
                <p14:cNvContentPartPr/>
                <p14:nvPr/>
              </p14:nvContentPartPr>
              <p14:xfrm>
                <a:off x="517142" y="4921901"/>
                <a:ext cx="68760" cy="1044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3044BCB6-8A8A-5340-C5B9-6588486BE4D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99502" y="4904261"/>
                  <a:ext cx="104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0ED75C1E-9079-E26A-0255-DDEC11E31090}"/>
                    </a:ext>
                  </a:extLst>
                </p14:cNvPr>
                <p14:cNvContentPartPr/>
                <p14:nvPr/>
              </p14:nvContentPartPr>
              <p14:xfrm>
                <a:off x="512102" y="4866101"/>
                <a:ext cx="69840" cy="6624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0ED75C1E-9079-E26A-0255-DDEC11E3109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94462" y="4848101"/>
                  <a:ext cx="10548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94" name="Tinta 293">
                <a:extLst>
                  <a:ext uri="{FF2B5EF4-FFF2-40B4-BE49-F238E27FC236}">
                    <a16:creationId xmlns:a16="http://schemas.microsoft.com/office/drawing/2014/main" id="{05C7C699-A1ED-4EBB-EB82-3845B238B606}"/>
                  </a:ext>
                </a:extLst>
              </p14:cNvPr>
              <p14:cNvContentPartPr/>
              <p14:nvPr/>
            </p14:nvContentPartPr>
            <p14:xfrm>
              <a:off x="-256498" y="5432741"/>
              <a:ext cx="150480" cy="15840"/>
            </p14:xfrm>
          </p:contentPart>
        </mc:Choice>
        <mc:Fallback>
          <p:pic>
            <p:nvPicPr>
              <p:cNvPr id="294" name="Tinta 293">
                <a:extLst>
                  <a:ext uri="{FF2B5EF4-FFF2-40B4-BE49-F238E27FC236}">
                    <a16:creationId xmlns:a16="http://schemas.microsoft.com/office/drawing/2014/main" id="{05C7C699-A1ED-4EBB-EB82-3845B238B60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-274498" y="5414741"/>
                <a:ext cx="18612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3" name="Agrupar 332">
            <a:extLst>
              <a:ext uri="{FF2B5EF4-FFF2-40B4-BE49-F238E27FC236}">
                <a16:creationId xmlns:a16="http://schemas.microsoft.com/office/drawing/2014/main" id="{06524283-F383-43AC-6A32-F68A4EAAD1FC}"/>
              </a:ext>
            </a:extLst>
          </p:cNvPr>
          <p:cNvGrpSpPr/>
          <p:nvPr/>
        </p:nvGrpSpPr>
        <p:grpSpPr>
          <a:xfrm>
            <a:off x="-201778" y="5083901"/>
            <a:ext cx="1517760" cy="487800"/>
            <a:chOff x="-201778" y="5083901"/>
            <a:chExt cx="151776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DE75CDEA-0B0F-4962-4659-EE9FFFBD5041}"/>
                    </a:ext>
                  </a:extLst>
                </p14:cNvPr>
                <p14:cNvContentPartPr/>
                <p14:nvPr/>
              </p14:nvContentPartPr>
              <p14:xfrm>
                <a:off x="-201778" y="5266061"/>
                <a:ext cx="96480" cy="30564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DE75CDEA-0B0F-4962-4659-EE9FFFBD504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-219778" y="5248421"/>
                  <a:ext cx="1321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F4D67768-E9D6-1348-B049-150AE393A806}"/>
                    </a:ext>
                  </a:extLst>
                </p14:cNvPr>
                <p14:cNvContentPartPr/>
                <p14:nvPr/>
              </p14:nvContentPartPr>
              <p14:xfrm>
                <a:off x="1622" y="5300981"/>
                <a:ext cx="190440" cy="19368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F4D67768-E9D6-1348-B049-150AE393A806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-16018" y="5282981"/>
                  <a:ext cx="226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86B5A32E-7178-6464-95FE-69D5BD084673}"/>
                    </a:ext>
                  </a:extLst>
                </p14:cNvPr>
                <p14:cNvContentPartPr/>
                <p14:nvPr/>
              </p14:nvContentPartPr>
              <p14:xfrm>
                <a:off x="113582" y="5357861"/>
                <a:ext cx="135720" cy="6192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86B5A32E-7178-6464-95FE-69D5BD08467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5582" y="5339861"/>
                  <a:ext cx="171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F836D983-FA06-223A-0C88-7C0712EE8B7D}"/>
                    </a:ext>
                  </a:extLst>
                </p14:cNvPr>
                <p14:cNvContentPartPr/>
                <p14:nvPr/>
              </p14:nvContentPartPr>
              <p14:xfrm>
                <a:off x="259022" y="5275061"/>
                <a:ext cx="334440" cy="19584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F836D983-FA06-223A-0C88-7C0712EE8B7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41022" y="5257421"/>
                  <a:ext cx="370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3CA81068-2366-8585-3859-FC3F6A34CC4B}"/>
                    </a:ext>
                  </a:extLst>
                </p14:cNvPr>
                <p14:cNvContentPartPr/>
                <p14:nvPr/>
              </p14:nvContentPartPr>
              <p14:xfrm>
                <a:off x="476102" y="5345621"/>
                <a:ext cx="104760" cy="8856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3CA81068-2366-8585-3859-FC3F6A34CC4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58462" y="5327621"/>
                  <a:ext cx="140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4603EBA9-03B7-2E4D-15D6-C6B5AAB78FCD}"/>
                    </a:ext>
                  </a:extLst>
                </p14:cNvPr>
                <p14:cNvContentPartPr/>
                <p14:nvPr/>
              </p14:nvContentPartPr>
              <p14:xfrm>
                <a:off x="757982" y="5199101"/>
                <a:ext cx="267480" cy="22536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4603EBA9-03B7-2E4D-15D6-C6B5AAB78FC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40342" y="5181101"/>
                  <a:ext cx="303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6472900A-6C3E-F934-C9A9-BF74DCE87B41}"/>
                    </a:ext>
                  </a:extLst>
                </p14:cNvPr>
                <p14:cNvContentPartPr/>
                <p14:nvPr/>
              </p14:nvContentPartPr>
              <p14:xfrm>
                <a:off x="903422" y="5295221"/>
                <a:ext cx="173160" cy="16020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6472900A-6C3E-F934-C9A9-BF74DCE87B4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85422" y="5277581"/>
                  <a:ext cx="208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473A43D3-2EF4-E5B1-7936-EBE5DD52F553}"/>
                    </a:ext>
                  </a:extLst>
                </p14:cNvPr>
                <p14:cNvContentPartPr/>
                <p14:nvPr/>
              </p14:nvContentPartPr>
              <p14:xfrm>
                <a:off x="1035182" y="5083901"/>
                <a:ext cx="71280" cy="1260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473A43D3-2EF4-E5B1-7936-EBE5DD52F55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17182" y="5066261"/>
                  <a:ext cx="106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579AF8CA-E5FD-DBAB-47F9-664EC1CB0EE5}"/>
                    </a:ext>
                  </a:extLst>
                </p14:cNvPr>
                <p14:cNvContentPartPr/>
                <p14:nvPr/>
              </p14:nvContentPartPr>
              <p14:xfrm>
                <a:off x="1024382" y="5096141"/>
                <a:ext cx="118080" cy="18144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579AF8CA-E5FD-DBAB-47F9-664EC1CB0EE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06382" y="5078501"/>
                  <a:ext cx="153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A89AF9AF-07C2-6AC7-DDBB-7809AB14F945}"/>
                    </a:ext>
                  </a:extLst>
                </p14:cNvPr>
                <p14:cNvContentPartPr/>
                <p14:nvPr/>
              </p14:nvContentPartPr>
              <p14:xfrm>
                <a:off x="1241102" y="5239421"/>
                <a:ext cx="74880" cy="19836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A89AF9AF-07C2-6AC7-DDBB-7809AB14F94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223462" y="5221421"/>
                  <a:ext cx="11052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Agrupar 328">
            <a:extLst>
              <a:ext uri="{FF2B5EF4-FFF2-40B4-BE49-F238E27FC236}">
                <a16:creationId xmlns:a16="http://schemas.microsoft.com/office/drawing/2014/main" id="{AF38C46F-DC2A-51A2-3857-73F3DE0CCC1A}"/>
              </a:ext>
            </a:extLst>
          </p:cNvPr>
          <p:cNvGrpSpPr/>
          <p:nvPr/>
        </p:nvGrpSpPr>
        <p:grpSpPr>
          <a:xfrm>
            <a:off x="1570142" y="5106221"/>
            <a:ext cx="402840" cy="331200"/>
            <a:chOff x="1570142" y="5106221"/>
            <a:chExt cx="40284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2B4B48D4-2179-3A39-1EE5-6D55605B10CB}"/>
                    </a:ext>
                  </a:extLst>
                </p14:cNvPr>
                <p14:cNvContentPartPr/>
                <p14:nvPr/>
              </p14:nvContentPartPr>
              <p14:xfrm>
                <a:off x="1570142" y="5203421"/>
                <a:ext cx="145800" cy="23400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2B4B48D4-2179-3A39-1EE5-6D55605B10C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552502" y="5185781"/>
                  <a:ext cx="1814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BC87D1E9-8EF0-3DF6-AC0C-374BE24ED698}"/>
                    </a:ext>
                  </a:extLst>
                </p14:cNvPr>
                <p14:cNvContentPartPr/>
                <p14:nvPr/>
              </p14:nvContentPartPr>
              <p14:xfrm>
                <a:off x="1766342" y="5293061"/>
                <a:ext cx="100800" cy="14112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BC87D1E9-8EF0-3DF6-AC0C-374BE24ED698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748702" y="5275061"/>
                  <a:ext cx="136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546D3760-FC37-72B1-5082-C7518366719F}"/>
                    </a:ext>
                  </a:extLst>
                </p14:cNvPr>
                <p14:cNvContentPartPr/>
                <p14:nvPr/>
              </p14:nvContentPartPr>
              <p14:xfrm>
                <a:off x="1755182" y="5303141"/>
                <a:ext cx="158040" cy="10440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546D3760-FC37-72B1-5082-C7518366719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737542" y="5285141"/>
                  <a:ext cx="193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3226EE7F-3451-812D-7577-584031940CBF}"/>
                    </a:ext>
                  </a:extLst>
                </p14:cNvPr>
                <p14:cNvContentPartPr/>
                <p14:nvPr/>
              </p14:nvContentPartPr>
              <p14:xfrm>
                <a:off x="1876502" y="5106221"/>
                <a:ext cx="96480" cy="19152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3226EE7F-3451-812D-7577-584031940CB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858502" y="5088581"/>
                  <a:ext cx="13212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308" name="Tinta 307">
                <a:extLst>
                  <a:ext uri="{FF2B5EF4-FFF2-40B4-BE49-F238E27FC236}">
                    <a16:creationId xmlns:a16="http://schemas.microsoft.com/office/drawing/2014/main" id="{63102057-BFD7-1D84-D4D7-BD2EFDEC4FDC}"/>
                  </a:ext>
                </a:extLst>
              </p14:cNvPr>
              <p14:cNvContentPartPr/>
              <p14:nvPr/>
            </p14:nvContentPartPr>
            <p14:xfrm>
              <a:off x="2221022" y="5252741"/>
              <a:ext cx="104760" cy="167040"/>
            </p14:xfrm>
          </p:contentPart>
        </mc:Choice>
        <mc:Fallback>
          <p:pic>
            <p:nvPicPr>
              <p:cNvPr id="308" name="Tinta 307">
                <a:extLst>
                  <a:ext uri="{FF2B5EF4-FFF2-40B4-BE49-F238E27FC236}">
                    <a16:creationId xmlns:a16="http://schemas.microsoft.com/office/drawing/2014/main" id="{63102057-BFD7-1D84-D4D7-BD2EFDEC4FDC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2203382" y="5235101"/>
                <a:ext cx="140400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" name="Agrupar 327">
            <a:extLst>
              <a:ext uri="{FF2B5EF4-FFF2-40B4-BE49-F238E27FC236}">
                <a16:creationId xmlns:a16="http://schemas.microsoft.com/office/drawing/2014/main" id="{4C480C79-B9B3-BA6F-16F6-34E7560AEE31}"/>
              </a:ext>
            </a:extLst>
          </p:cNvPr>
          <p:cNvGrpSpPr/>
          <p:nvPr/>
        </p:nvGrpSpPr>
        <p:grpSpPr>
          <a:xfrm>
            <a:off x="2538902" y="5097581"/>
            <a:ext cx="429120" cy="340920"/>
            <a:chOff x="2538902" y="5097581"/>
            <a:chExt cx="42912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C6C77B8E-8C77-36D3-216F-77E0C7A4652B}"/>
                    </a:ext>
                  </a:extLst>
                </p14:cNvPr>
                <p14:cNvContentPartPr/>
                <p14:nvPr/>
              </p14:nvContentPartPr>
              <p14:xfrm>
                <a:off x="2577422" y="5184701"/>
                <a:ext cx="67320" cy="468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C6C77B8E-8C77-36D3-216F-77E0C7A4652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559782" y="5166701"/>
                  <a:ext cx="102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D79A560D-2178-1942-15FB-DA85BDB165B0}"/>
                    </a:ext>
                  </a:extLst>
                </p14:cNvPr>
                <p14:cNvContentPartPr/>
                <p14:nvPr/>
              </p14:nvContentPartPr>
              <p14:xfrm>
                <a:off x="2538902" y="5189021"/>
                <a:ext cx="123840" cy="22608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D79A560D-2178-1942-15FB-DA85BDB165B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520902" y="5171381"/>
                  <a:ext cx="159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23A12D41-03CF-55A4-FDDC-72E0D67C6401}"/>
                    </a:ext>
                  </a:extLst>
                </p14:cNvPr>
                <p14:cNvContentPartPr/>
                <p14:nvPr/>
              </p14:nvContentPartPr>
              <p14:xfrm>
                <a:off x="2718902" y="5278301"/>
                <a:ext cx="118440" cy="16020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23A12D41-03CF-55A4-FDDC-72E0D67C640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701262" y="5260661"/>
                  <a:ext cx="154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858FC339-FD55-D638-1400-A5E3C769D8DC}"/>
                    </a:ext>
                  </a:extLst>
                </p14:cNvPr>
                <p14:cNvContentPartPr/>
                <p14:nvPr/>
              </p14:nvContentPartPr>
              <p14:xfrm>
                <a:off x="2875502" y="5097581"/>
                <a:ext cx="92520" cy="20700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858FC339-FD55-D638-1400-A5E3C769D8D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857862" y="5079581"/>
                  <a:ext cx="12816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9DB6DD07-EFC9-E181-0623-08E537142808}"/>
              </a:ext>
            </a:extLst>
          </p:cNvPr>
          <p:cNvGrpSpPr/>
          <p:nvPr/>
        </p:nvGrpSpPr>
        <p:grpSpPr>
          <a:xfrm>
            <a:off x="3177182" y="5272901"/>
            <a:ext cx="111960" cy="151200"/>
            <a:chOff x="3177182" y="5272901"/>
            <a:chExt cx="111960" cy="1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764486B2-6D49-3B5C-5A9A-A0CB2C966C5D}"/>
                    </a:ext>
                  </a:extLst>
                </p14:cNvPr>
                <p14:cNvContentPartPr/>
                <p14:nvPr/>
              </p14:nvContentPartPr>
              <p14:xfrm>
                <a:off x="3212102" y="5272901"/>
                <a:ext cx="33840" cy="15120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764486B2-6D49-3B5C-5A9A-A0CB2C966C5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194102" y="5254901"/>
                  <a:ext cx="69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53BC5CA8-A30B-8F0E-D7DF-CF4FB4B5F5ED}"/>
                    </a:ext>
                  </a:extLst>
                </p14:cNvPr>
                <p14:cNvContentPartPr/>
                <p14:nvPr/>
              </p14:nvContentPartPr>
              <p14:xfrm>
                <a:off x="3177182" y="5342021"/>
                <a:ext cx="111960" cy="720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53BC5CA8-A30B-8F0E-D7DF-CF4FB4B5F5E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159542" y="5324381"/>
                  <a:ext cx="147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Agrupar 325">
            <a:extLst>
              <a:ext uri="{FF2B5EF4-FFF2-40B4-BE49-F238E27FC236}">
                <a16:creationId xmlns:a16="http://schemas.microsoft.com/office/drawing/2014/main" id="{9CE48BB5-D092-B742-DC7D-0396FCC9A69F}"/>
              </a:ext>
            </a:extLst>
          </p:cNvPr>
          <p:cNvGrpSpPr/>
          <p:nvPr/>
        </p:nvGrpSpPr>
        <p:grpSpPr>
          <a:xfrm>
            <a:off x="3522422" y="5046101"/>
            <a:ext cx="420120" cy="352440"/>
            <a:chOff x="3522422" y="5046101"/>
            <a:chExt cx="42012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38F95B37-C53D-915E-A4CB-89627AA8A6FE}"/>
                    </a:ext>
                  </a:extLst>
                </p14:cNvPr>
                <p14:cNvContentPartPr/>
                <p14:nvPr/>
              </p14:nvContentPartPr>
              <p14:xfrm>
                <a:off x="3522422" y="5172461"/>
                <a:ext cx="266040" cy="22608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38F95B37-C53D-915E-A4CB-89627AA8A6F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504782" y="5154461"/>
                  <a:ext cx="301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36C49BAB-7ECA-DB50-2BCF-B8208A32EF53}"/>
                    </a:ext>
                  </a:extLst>
                </p14:cNvPr>
                <p14:cNvContentPartPr/>
                <p14:nvPr/>
              </p14:nvContentPartPr>
              <p14:xfrm>
                <a:off x="3661742" y="5267141"/>
                <a:ext cx="150480" cy="12672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36C49BAB-7ECA-DB50-2BCF-B8208A32EF5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643742" y="5249501"/>
                  <a:ext cx="186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3F76035E-95FB-ECBB-79E2-FE573D306531}"/>
                    </a:ext>
                  </a:extLst>
                </p14:cNvPr>
                <p14:cNvContentPartPr/>
                <p14:nvPr/>
              </p14:nvContentPartPr>
              <p14:xfrm>
                <a:off x="3822302" y="5046101"/>
                <a:ext cx="120240" cy="17712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3F76035E-95FB-ECBB-79E2-FE573D30653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804662" y="5028101"/>
                  <a:ext cx="15588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18" name="Tinta 317">
                <a:extLst>
                  <a:ext uri="{FF2B5EF4-FFF2-40B4-BE49-F238E27FC236}">
                    <a16:creationId xmlns:a16="http://schemas.microsoft.com/office/drawing/2014/main" id="{74B1D302-D316-9A81-9858-7E15C49257AA}"/>
                  </a:ext>
                </a:extLst>
              </p14:cNvPr>
              <p14:cNvContentPartPr/>
              <p14:nvPr/>
            </p14:nvContentPartPr>
            <p14:xfrm>
              <a:off x="4109942" y="5153381"/>
              <a:ext cx="107280" cy="225000"/>
            </p14:xfrm>
          </p:contentPart>
        </mc:Choice>
        <mc:Fallback>
          <p:pic>
            <p:nvPicPr>
              <p:cNvPr id="318" name="Tinta 317">
                <a:extLst>
                  <a:ext uri="{FF2B5EF4-FFF2-40B4-BE49-F238E27FC236}">
                    <a16:creationId xmlns:a16="http://schemas.microsoft.com/office/drawing/2014/main" id="{74B1D302-D316-9A81-9858-7E15C49257AA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4092302" y="5135381"/>
                <a:ext cx="142920" cy="26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Agrupar 324">
            <a:extLst>
              <a:ext uri="{FF2B5EF4-FFF2-40B4-BE49-F238E27FC236}">
                <a16:creationId xmlns:a16="http://schemas.microsoft.com/office/drawing/2014/main" id="{91097438-6F0C-518A-A5B1-5C427A41FCE2}"/>
              </a:ext>
            </a:extLst>
          </p:cNvPr>
          <p:cNvGrpSpPr/>
          <p:nvPr/>
        </p:nvGrpSpPr>
        <p:grpSpPr>
          <a:xfrm>
            <a:off x="4432862" y="5167781"/>
            <a:ext cx="351720" cy="246240"/>
            <a:chOff x="4432862" y="5167781"/>
            <a:chExt cx="35172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02C01979-8738-2F88-84EC-F6CD7D3E9611}"/>
                    </a:ext>
                  </a:extLst>
                </p14:cNvPr>
                <p14:cNvContentPartPr/>
                <p14:nvPr/>
              </p14:nvContentPartPr>
              <p14:xfrm>
                <a:off x="4432862" y="5167781"/>
                <a:ext cx="138600" cy="24624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02C01979-8738-2F88-84EC-F6CD7D3E961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414862" y="5150141"/>
                  <a:ext cx="1742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B8B3DA10-6AFB-EF1A-35EF-0BA73C5296BB}"/>
                    </a:ext>
                  </a:extLst>
                </p14:cNvPr>
                <p14:cNvContentPartPr/>
                <p14:nvPr/>
              </p14:nvContentPartPr>
              <p14:xfrm>
                <a:off x="4494782" y="5195861"/>
                <a:ext cx="289800" cy="16128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B8B3DA10-6AFB-EF1A-35EF-0BA73C5296B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477142" y="5177861"/>
                  <a:ext cx="325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DB387E86-6324-CA4D-0577-FDE5D7281C3A}"/>
                    </a:ext>
                  </a:extLst>
                </p14:cNvPr>
                <p14:cNvContentPartPr/>
                <p14:nvPr/>
              </p14:nvContentPartPr>
              <p14:xfrm>
                <a:off x="4665062" y="5240501"/>
                <a:ext cx="102240" cy="11880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DB387E86-6324-CA4D-0577-FDE5D7281C3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647422" y="5222501"/>
                  <a:ext cx="1378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E460D775-F7ED-6ED2-659B-D6401B6E03BE}"/>
              </a:ext>
            </a:extLst>
          </p:cNvPr>
          <p:cNvGrpSpPr/>
          <p:nvPr/>
        </p:nvGrpSpPr>
        <p:grpSpPr>
          <a:xfrm>
            <a:off x="5095982" y="5157701"/>
            <a:ext cx="146880" cy="194760"/>
            <a:chOff x="5095982" y="5157701"/>
            <a:chExt cx="14688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F108D727-979D-80FA-EA83-BC5C40A33252}"/>
                    </a:ext>
                  </a:extLst>
                </p14:cNvPr>
                <p14:cNvContentPartPr/>
                <p14:nvPr/>
              </p14:nvContentPartPr>
              <p14:xfrm>
                <a:off x="5155742" y="5157701"/>
                <a:ext cx="21600" cy="19476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F108D727-979D-80FA-EA83-BC5C40A3325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137742" y="5140061"/>
                  <a:ext cx="57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CD281074-9F7C-7486-A22D-02F57FC32155}"/>
                    </a:ext>
                  </a:extLst>
                </p14:cNvPr>
                <p14:cNvContentPartPr/>
                <p14:nvPr/>
              </p14:nvContentPartPr>
              <p14:xfrm>
                <a:off x="5095982" y="5268581"/>
                <a:ext cx="146880" cy="1152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CD281074-9F7C-7486-A22D-02F57FC3215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078342" y="5250581"/>
                  <a:ext cx="1825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338" name="Tinta 337">
                <a:extLst>
                  <a:ext uri="{FF2B5EF4-FFF2-40B4-BE49-F238E27FC236}">
                    <a16:creationId xmlns:a16="http://schemas.microsoft.com/office/drawing/2014/main" id="{5A0F5D05-B271-1722-C4F1-14303B6274EC}"/>
                  </a:ext>
                </a:extLst>
              </p14:cNvPr>
              <p14:cNvContentPartPr/>
              <p14:nvPr/>
            </p14:nvContentPartPr>
            <p14:xfrm>
              <a:off x="-313738" y="6049781"/>
              <a:ext cx="192960" cy="4680"/>
            </p14:xfrm>
          </p:contentPart>
        </mc:Choice>
        <mc:Fallback>
          <p:pic>
            <p:nvPicPr>
              <p:cNvPr id="338" name="Tinta 337">
                <a:extLst>
                  <a:ext uri="{FF2B5EF4-FFF2-40B4-BE49-F238E27FC236}">
                    <a16:creationId xmlns:a16="http://schemas.microsoft.com/office/drawing/2014/main" id="{5A0F5D05-B271-1722-C4F1-14303B6274EC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-331378" y="6031781"/>
                <a:ext cx="22860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Agrupar 372">
            <a:extLst>
              <a:ext uri="{FF2B5EF4-FFF2-40B4-BE49-F238E27FC236}">
                <a16:creationId xmlns:a16="http://schemas.microsoft.com/office/drawing/2014/main" id="{801AEACA-3B49-3300-4AA2-DE459DE1AEBC}"/>
              </a:ext>
            </a:extLst>
          </p:cNvPr>
          <p:cNvGrpSpPr/>
          <p:nvPr/>
        </p:nvGrpSpPr>
        <p:grpSpPr>
          <a:xfrm>
            <a:off x="-240658" y="5809301"/>
            <a:ext cx="640080" cy="339120"/>
            <a:chOff x="-240658" y="5809301"/>
            <a:chExt cx="64008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4B407BEA-42BE-4DB1-9F90-E104253A89CE}"/>
                    </a:ext>
                  </a:extLst>
                </p14:cNvPr>
                <p14:cNvContentPartPr/>
                <p14:nvPr/>
              </p14:nvContentPartPr>
              <p14:xfrm>
                <a:off x="-240658" y="5809301"/>
                <a:ext cx="186840" cy="33912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4B407BEA-42BE-4DB1-9F90-E104253A89CE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-258298" y="5791301"/>
                  <a:ext cx="222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E00F96D5-8141-BE18-7964-5720B799BA42}"/>
                    </a:ext>
                  </a:extLst>
                </p14:cNvPr>
                <p14:cNvContentPartPr/>
                <p14:nvPr/>
              </p14:nvContentPartPr>
              <p14:xfrm>
                <a:off x="-13138" y="5904341"/>
                <a:ext cx="211320" cy="188280"/>
              </p14:xfrm>
            </p:contentPart>
          </mc:Choice>
          <mc:Fallback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E00F96D5-8141-BE18-7964-5720B799BA4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-30778" y="5886701"/>
                  <a:ext cx="2469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D4640D90-E658-987E-36FE-5F353EFF0562}"/>
                    </a:ext>
                  </a:extLst>
                </p14:cNvPr>
                <p14:cNvContentPartPr/>
                <p14:nvPr/>
              </p14:nvContentPartPr>
              <p14:xfrm>
                <a:off x="111062" y="5837381"/>
                <a:ext cx="288360" cy="25416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D4640D90-E658-987E-36FE-5F353EFF056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3422" y="5819381"/>
                  <a:ext cx="32400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Agrupar 369">
            <a:extLst>
              <a:ext uri="{FF2B5EF4-FFF2-40B4-BE49-F238E27FC236}">
                <a16:creationId xmlns:a16="http://schemas.microsoft.com/office/drawing/2014/main" id="{5EDBCDB8-85B8-E34D-3E41-DB5F04281A4B}"/>
              </a:ext>
            </a:extLst>
          </p:cNvPr>
          <p:cNvGrpSpPr/>
          <p:nvPr/>
        </p:nvGrpSpPr>
        <p:grpSpPr>
          <a:xfrm>
            <a:off x="596702" y="5705261"/>
            <a:ext cx="708480" cy="374040"/>
            <a:chOff x="596702" y="5705261"/>
            <a:chExt cx="70848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1D890A4B-DC6B-B5D9-2369-AD77F49FD15A}"/>
                    </a:ext>
                  </a:extLst>
                </p14:cNvPr>
                <p14:cNvContentPartPr/>
                <p14:nvPr/>
              </p14:nvContentPartPr>
              <p14:xfrm>
                <a:off x="607862" y="6051941"/>
                <a:ext cx="100800" cy="2736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1D890A4B-DC6B-B5D9-2369-AD77F49FD15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89862" y="6033941"/>
                  <a:ext cx="136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B6E1407C-B48B-6A1F-E2E8-E7DC13BDF98C}"/>
                    </a:ext>
                  </a:extLst>
                </p14:cNvPr>
                <p14:cNvContentPartPr/>
                <p14:nvPr/>
              </p14:nvContentPartPr>
              <p14:xfrm>
                <a:off x="596702" y="5973821"/>
                <a:ext cx="89640" cy="15840"/>
              </p14:xfrm>
            </p:contentPart>
          </mc:Choice>
          <mc:Fallback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B6E1407C-B48B-6A1F-E2E8-E7DC13BDF98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78702" y="5955821"/>
                  <a:ext cx="125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77B77794-23E0-A4A3-3F08-ED994B5683CE}"/>
                    </a:ext>
                  </a:extLst>
                </p14:cNvPr>
                <p14:cNvContentPartPr/>
                <p14:nvPr/>
              </p14:nvContentPartPr>
              <p14:xfrm>
                <a:off x="868502" y="5812541"/>
                <a:ext cx="277200" cy="25848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77B77794-23E0-A4A3-3F08-ED994B5683C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50862" y="5794901"/>
                  <a:ext cx="3128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B2A61EF3-B560-4C30-4343-ED22B0221D65}"/>
                    </a:ext>
                  </a:extLst>
                </p14:cNvPr>
                <p14:cNvContentPartPr/>
                <p14:nvPr/>
              </p14:nvContentPartPr>
              <p14:xfrm>
                <a:off x="1044902" y="5877701"/>
                <a:ext cx="165600" cy="17928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B2A61EF3-B560-4C30-4343-ED22B0221D6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27262" y="5859701"/>
                  <a:ext cx="201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F254DC3B-FD6B-598E-A393-50DB93E29B3C}"/>
                    </a:ext>
                  </a:extLst>
                </p14:cNvPr>
                <p14:cNvContentPartPr/>
                <p14:nvPr/>
              </p14:nvContentPartPr>
              <p14:xfrm>
                <a:off x="1196102" y="5705261"/>
                <a:ext cx="109080" cy="16812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F254DC3B-FD6B-598E-A393-50DB93E29B3C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78102" y="5687621"/>
                  <a:ext cx="14472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Agrupar 368">
            <a:extLst>
              <a:ext uri="{FF2B5EF4-FFF2-40B4-BE49-F238E27FC236}">
                <a16:creationId xmlns:a16="http://schemas.microsoft.com/office/drawing/2014/main" id="{C26B54DC-61BA-B57C-C51F-D506D4E63047}"/>
              </a:ext>
            </a:extLst>
          </p:cNvPr>
          <p:cNvGrpSpPr/>
          <p:nvPr/>
        </p:nvGrpSpPr>
        <p:grpSpPr>
          <a:xfrm>
            <a:off x="1511822" y="5837381"/>
            <a:ext cx="128160" cy="177120"/>
            <a:chOff x="1511822" y="5837381"/>
            <a:chExt cx="12816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09D35D56-30BA-762D-9F24-EC53273E1B1B}"/>
                    </a:ext>
                  </a:extLst>
                </p14:cNvPr>
                <p14:cNvContentPartPr/>
                <p14:nvPr/>
              </p14:nvContentPartPr>
              <p14:xfrm>
                <a:off x="1544222" y="5837381"/>
                <a:ext cx="31320" cy="17712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09D35D56-30BA-762D-9F24-EC53273E1B1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526222" y="5819381"/>
                  <a:ext cx="66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53E01026-ACC7-508B-53F9-D5ED69AE72B3}"/>
                    </a:ext>
                  </a:extLst>
                </p14:cNvPr>
                <p14:cNvContentPartPr/>
                <p14:nvPr/>
              </p14:nvContentPartPr>
              <p14:xfrm>
                <a:off x="1511822" y="5925581"/>
                <a:ext cx="128160" cy="2484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53E01026-ACC7-508B-53F9-D5ED69AE72B3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494182" y="5907941"/>
                  <a:ext cx="1638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Agrupar 367">
            <a:extLst>
              <a:ext uri="{FF2B5EF4-FFF2-40B4-BE49-F238E27FC236}">
                <a16:creationId xmlns:a16="http://schemas.microsoft.com/office/drawing/2014/main" id="{509585E4-E468-5FA9-2C1B-8A60E3C6466D}"/>
              </a:ext>
            </a:extLst>
          </p:cNvPr>
          <p:cNvGrpSpPr/>
          <p:nvPr/>
        </p:nvGrpSpPr>
        <p:grpSpPr>
          <a:xfrm>
            <a:off x="1803782" y="5705261"/>
            <a:ext cx="372600" cy="339120"/>
            <a:chOff x="1803782" y="5705261"/>
            <a:chExt cx="37260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8B7BF689-D02E-EB8D-369F-30864A6D63B0}"/>
                    </a:ext>
                  </a:extLst>
                </p14:cNvPr>
                <p14:cNvContentPartPr/>
                <p14:nvPr/>
              </p14:nvContentPartPr>
              <p14:xfrm>
                <a:off x="1803782" y="5805341"/>
                <a:ext cx="315720" cy="23904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8B7BF689-D02E-EB8D-369F-30864A6D63B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785782" y="5787701"/>
                  <a:ext cx="3513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EBDEFCC0-6EB1-4CA9-95C8-63115F8C860B}"/>
                    </a:ext>
                  </a:extLst>
                </p14:cNvPr>
                <p14:cNvContentPartPr/>
                <p14:nvPr/>
              </p14:nvContentPartPr>
              <p14:xfrm>
                <a:off x="2006102" y="5895341"/>
                <a:ext cx="123480" cy="11988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EBDEFCC0-6EB1-4CA9-95C8-63115F8C860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988462" y="5877701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2506F63E-9780-2460-6EA4-0DED0B560FB6}"/>
                    </a:ext>
                  </a:extLst>
                </p14:cNvPr>
                <p14:cNvContentPartPr/>
                <p14:nvPr/>
              </p14:nvContentPartPr>
              <p14:xfrm>
                <a:off x="2075582" y="5705261"/>
                <a:ext cx="100800" cy="16812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2506F63E-9780-2460-6EA4-0DED0B560FB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057942" y="5687621"/>
                  <a:ext cx="13644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351" name="Tinta 350">
                <a:extLst>
                  <a:ext uri="{FF2B5EF4-FFF2-40B4-BE49-F238E27FC236}">
                    <a16:creationId xmlns:a16="http://schemas.microsoft.com/office/drawing/2014/main" id="{501429CE-C899-FA5D-D25D-CB661667F55B}"/>
                  </a:ext>
                </a:extLst>
              </p14:cNvPr>
              <p14:cNvContentPartPr/>
              <p14:nvPr/>
            </p14:nvContentPartPr>
            <p14:xfrm>
              <a:off x="2418662" y="5827301"/>
              <a:ext cx="74880" cy="189360"/>
            </p14:xfrm>
          </p:contentPart>
        </mc:Choice>
        <mc:Fallback>
          <p:pic>
            <p:nvPicPr>
              <p:cNvPr id="351" name="Tinta 350">
                <a:extLst>
                  <a:ext uri="{FF2B5EF4-FFF2-40B4-BE49-F238E27FC236}">
                    <a16:creationId xmlns:a16="http://schemas.microsoft.com/office/drawing/2014/main" id="{501429CE-C899-FA5D-D25D-CB661667F55B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2400662" y="5809301"/>
                <a:ext cx="11052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7" name="Agrupar 366">
            <a:extLst>
              <a:ext uri="{FF2B5EF4-FFF2-40B4-BE49-F238E27FC236}">
                <a16:creationId xmlns:a16="http://schemas.microsoft.com/office/drawing/2014/main" id="{4BFFA2BD-E042-04D3-4924-AB8AA84E55D8}"/>
              </a:ext>
            </a:extLst>
          </p:cNvPr>
          <p:cNvGrpSpPr/>
          <p:nvPr/>
        </p:nvGrpSpPr>
        <p:grpSpPr>
          <a:xfrm>
            <a:off x="2724662" y="5713181"/>
            <a:ext cx="414720" cy="302040"/>
            <a:chOff x="2724662" y="5713181"/>
            <a:chExt cx="41472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DF808C61-08CA-63F0-D407-830DCBC95D10}"/>
                    </a:ext>
                  </a:extLst>
                </p14:cNvPr>
                <p14:cNvContentPartPr/>
                <p14:nvPr/>
              </p14:nvContentPartPr>
              <p14:xfrm>
                <a:off x="2764982" y="5742341"/>
                <a:ext cx="82440" cy="612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DF808C61-08CA-63F0-D407-830DCBC95D10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47342" y="5724341"/>
                  <a:ext cx="118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27F9AAA6-80E1-01AA-D230-1D71E67E66C4}"/>
                    </a:ext>
                  </a:extLst>
                </p14:cNvPr>
                <p14:cNvContentPartPr/>
                <p14:nvPr/>
              </p14:nvContentPartPr>
              <p14:xfrm>
                <a:off x="2724662" y="5747741"/>
                <a:ext cx="136800" cy="25200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27F9AAA6-80E1-01AA-D230-1D71E67E66C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706662" y="5730101"/>
                  <a:ext cx="1724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872F5B72-850E-1A13-4E47-0B242FB85635}"/>
                    </a:ext>
                  </a:extLst>
                </p14:cNvPr>
                <p14:cNvContentPartPr/>
                <p14:nvPr/>
              </p14:nvContentPartPr>
              <p14:xfrm>
                <a:off x="2933822" y="5831621"/>
                <a:ext cx="120960" cy="18360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872F5B72-850E-1A13-4E47-0B242FB8563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916182" y="5813981"/>
                  <a:ext cx="156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A9B6B832-C281-2C2B-25B4-2839A6C4EC16}"/>
                    </a:ext>
                  </a:extLst>
                </p14:cNvPr>
                <p14:cNvContentPartPr/>
                <p14:nvPr/>
              </p14:nvContentPartPr>
              <p14:xfrm>
                <a:off x="3070622" y="5713181"/>
                <a:ext cx="68760" cy="12960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A9B6B832-C281-2C2B-25B4-2839A6C4EC1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052622" y="5695541"/>
                  <a:ext cx="1044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5" name="Agrupar 374">
            <a:extLst>
              <a:ext uri="{FF2B5EF4-FFF2-40B4-BE49-F238E27FC236}">
                <a16:creationId xmlns:a16="http://schemas.microsoft.com/office/drawing/2014/main" id="{DC3ACCB2-A1B9-3858-FCB0-B515614638D4}"/>
              </a:ext>
            </a:extLst>
          </p:cNvPr>
          <p:cNvGrpSpPr/>
          <p:nvPr/>
        </p:nvGrpSpPr>
        <p:grpSpPr>
          <a:xfrm>
            <a:off x="3377342" y="5651981"/>
            <a:ext cx="1542600" cy="376920"/>
            <a:chOff x="3377342" y="5651981"/>
            <a:chExt cx="154260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462B321F-37C3-BEF1-1430-808D5A37A8CC}"/>
                    </a:ext>
                  </a:extLst>
                </p14:cNvPr>
                <p14:cNvContentPartPr/>
                <p14:nvPr/>
              </p14:nvContentPartPr>
              <p14:xfrm>
                <a:off x="3416942" y="5847461"/>
                <a:ext cx="27720" cy="18144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462B321F-37C3-BEF1-1430-808D5A37A8C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399302" y="5829461"/>
                  <a:ext cx="63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83033107-9303-60F0-25B6-892D39BF5129}"/>
                    </a:ext>
                  </a:extLst>
                </p14:cNvPr>
                <p14:cNvContentPartPr/>
                <p14:nvPr/>
              </p14:nvContentPartPr>
              <p14:xfrm>
                <a:off x="3377342" y="5926661"/>
                <a:ext cx="161640" cy="1368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83033107-9303-60F0-25B6-892D39BF512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359342" y="5909021"/>
                  <a:ext cx="197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F06E0CF2-24D4-C066-6F20-A3EE27DFBFE4}"/>
                    </a:ext>
                  </a:extLst>
                </p14:cNvPr>
                <p14:cNvContentPartPr/>
                <p14:nvPr/>
              </p14:nvContentPartPr>
              <p14:xfrm>
                <a:off x="3662822" y="5800301"/>
                <a:ext cx="348120" cy="21600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F06E0CF2-24D4-C066-6F20-A3EE27DFBFE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3644822" y="5782661"/>
                  <a:ext cx="3837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33520E2C-6912-10C3-F529-0CB7CF8197EA}"/>
                    </a:ext>
                  </a:extLst>
                </p14:cNvPr>
                <p14:cNvContentPartPr/>
                <p14:nvPr/>
              </p14:nvContentPartPr>
              <p14:xfrm>
                <a:off x="3881342" y="5861861"/>
                <a:ext cx="159480" cy="12996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33520E2C-6912-10C3-F529-0CB7CF8197EA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863702" y="5844221"/>
                  <a:ext cx="195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F45FBAC6-5066-1ADA-2C12-D32D68BF14CD}"/>
                    </a:ext>
                  </a:extLst>
                </p14:cNvPr>
                <p14:cNvContentPartPr/>
                <p14:nvPr/>
              </p14:nvContentPartPr>
              <p14:xfrm>
                <a:off x="3995822" y="5651981"/>
                <a:ext cx="379080" cy="29988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F45FBAC6-5066-1ADA-2C12-D32D68BF14CD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977822" y="5633981"/>
                  <a:ext cx="4147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C11821F3-11B2-1C83-9B9F-17DB4807FC16}"/>
                    </a:ext>
                  </a:extLst>
                </p14:cNvPr>
                <p14:cNvContentPartPr/>
                <p14:nvPr/>
              </p14:nvContentPartPr>
              <p14:xfrm>
                <a:off x="4296422" y="5847461"/>
                <a:ext cx="159480" cy="3276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C11821F3-11B2-1C83-9B9F-17DB4807FC1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4278422" y="5829461"/>
                  <a:ext cx="195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36747ED6-A389-34AC-A7A7-98824A323DF0}"/>
                    </a:ext>
                  </a:extLst>
                </p14:cNvPr>
                <p14:cNvContentPartPr/>
                <p14:nvPr/>
              </p14:nvContentPartPr>
              <p14:xfrm>
                <a:off x="4527182" y="5703101"/>
                <a:ext cx="195480" cy="29880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36747ED6-A389-34AC-A7A7-98824A323DF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4509542" y="5685461"/>
                  <a:ext cx="2311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D071DE43-4160-AAEC-3095-772488D5D217}"/>
                    </a:ext>
                  </a:extLst>
                </p14:cNvPr>
                <p14:cNvContentPartPr/>
                <p14:nvPr/>
              </p14:nvContentPartPr>
              <p14:xfrm>
                <a:off x="4775582" y="5780141"/>
                <a:ext cx="110880" cy="15804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D071DE43-4160-AAEC-3095-772488D5D217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757942" y="5762501"/>
                  <a:ext cx="146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E52DFEBC-8091-E0BD-B6DA-1BB913716150}"/>
                    </a:ext>
                  </a:extLst>
                </p14:cNvPr>
                <p14:cNvContentPartPr/>
                <p14:nvPr/>
              </p14:nvContentPartPr>
              <p14:xfrm>
                <a:off x="4748222" y="5812541"/>
                <a:ext cx="171720" cy="8424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E52DFEBC-8091-E0BD-B6DA-1BB913716150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4730582" y="5794901"/>
                  <a:ext cx="20736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76" name="Tinta 375">
                <a:extLst>
                  <a:ext uri="{FF2B5EF4-FFF2-40B4-BE49-F238E27FC236}">
                    <a16:creationId xmlns:a16="http://schemas.microsoft.com/office/drawing/2014/main" id="{447C6C15-9BF2-6D9B-0FC0-385F66D37C68}"/>
                  </a:ext>
                </a:extLst>
              </p14:cNvPr>
              <p14:cNvContentPartPr/>
              <p14:nvPr/>
            </p14:nvContentPartPr>
            <p14:xfrm>
              <a:off x="5126942" y="5804981"/>
              <a:ext cx="212760" cy="20520"/>
            </p14:xfrm>
          </p:contentPart>
        </mc:Choice>
        <mc:Fallback>
          <p:pic>
            <p:nvPicPr>
              <p:cNvPr id="376" name="Tinta 375">
                <a:extLst>
                  <a:ext uri="{FF2B5EF4-FFF2-40B4-BE49-F238E27FC236}">
                    <a16:creationId xmlns:a16="http://schemas.microsoft.com/office/drawing/2014/main" id="{447C6C15-9BF2-6D9B-0FC0-385F66D37C68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5109302" y="5786981"/>
                <a:ext cx="2484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77" name="Tinta 376">
                <a:extLst>
                  <a:ext uri="{FF2B5EF4-FFF2-40B4-BE49-F238E27FC236}">
                    <a16:creationId xmlns:a16="http://schemas.microsoft.com/office/drawing/2014/main" id="{EAFCF2ED-ED96-2842-D810-7AF3D2F6C29C}"/>
                  </a:ext>
                </a:extLst>
              </p14:cNvPr>
              <p14:cNvContentPartPr/>
              <p14:nvPr/>
            </p14:nvContentPartPr>
            <p14:xfrm>
              <a:off x="5508542" y="5635781"/>
              <a:ext cx="113400" cy="237600"/>
            </p14:xfrm>
          </p:contentPart>
        </mc:Choice>
        <mc:Fallback>
          <p:pic>
            <p:nvPicPr>
              <p:cNvPr id="377" name="Tinta 376">
                <a:extLst>
                  <a:ext uri="{FF2B5EF4-FFF2-40B4-BE49-F238E27FC236}">
                    <a16:creationId xmlns:a16="http://schemas.microsoft.com/office/drawing/2014/main" id="{EAFCF2ED-ED96-2842-D810-7AF3D2F6C29C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5490542" y="5617781"/>
                <a:ext cx="1490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79" name="Tinta 378">
                <a:extLst>
                  <a:ext uri="{FF2B5EF4-FFF2-40B4-BE49-F238E27FC236}">
                    <a16:creationId xmlns:a16="http://schemas.microsoft.com/office/drawing/2014/main" id="{2FD73825-6500-B28C-7172-3165EAEA6A76}"/>
                  </a:ext>
                </a:extLst>
              </p14:cNvPr>
              <p14:cNvContentPartPr/>
              <p14:nvPr/>
            </p14:nvContentPartPr>
            <p14:xfrm>
              <a:off x="-342178" y="6542621"/>
              <a:ext cx="210240" cy="19440"/>
            </p14:xfrm>
          </p:contentPart>
        </mc:Choice>
        <mc:Fallback>
          <p:pic>
            <p:nvPicPr>
              <p:cNvPr id="379" name="Tinta 378">
                <a:extLst>
                  <a:ext uri="{FF2B5EF4-FFF2-40B4-BE49-F238E27FC236}">
                    <a16:creationId xmlns:a16="http://schemas.microsoft.com/office/drawing/2014/main" id="{2FD73825-6500-B28C-7172-3165EAEA6A76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-360178" y="6524621"/>
                <a:ext cx="24588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4" name="Agrupar 413">
            <a:extLst>
              <a:ext uri="{FF2B5EF4-FFF2-40B4-BE49-F238E27FC236}">
                <a16:creationId xmlns:a16="http://schemas.microsoft.com/office/drawing/2014/main" id="{520EABAF-996F-3889-AFE9-175F8AD048AC}"/>
              </a:ext>
            </a:extLst>
          </p:cNvPr>
          <p:cNvGrpSpPr/>
          <p:nvPr/>
        </p:nvGrpSpPr>
        <p:grpSpPr>
          <a:xfrm>
            <a:off x="-267658" y="6375941"/>
            <a:ext cx="890640" cy="290880"/>
            <a:chOff x="-267658" y="6375941"/>
            <a:chExt cx="89064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DD47B43A-6D81-B9F9-3524-0BA786F8C051}"/>
                    </a:ext>
                  </a:extLst>
                </p14:cNvPr>
                <p14:cNvContentPartPr/>
                <p14:nvPr/>
              </p14:nvContentPartPr>
              <p14:xfrm>
                <a:off x="-267658" y="6375941"/>
                <a:ext cx="122040" cy="29088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DD47B43A-6D81-B9F9-3524-0BA786F8C051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-285298" y="6358301"/>
                  <a:ext cx="157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36402607-827E-C6B9-252D-9814C9931643}"/>
                    </a:ext>
                  </a:extLst>
                </p14:cNvPr>
                <p14:cNvContentPartPr/>
                <p14:nvPr/>
              </p14:nvContentPartPr>
              <p14:xfrm>
                <a:off x="-95218" y="6429581"/>
                <a:ext cx="228960" cy="22284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36402607-827E-C6B9-252D-9814C9931643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-112858" y="6411941"/>
                  <a:ext cx="264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81" name="Tinta 380">
                  <a:extLst>
                    <a:ext uri="{FF2B5EF4-FFF2-40B4-BE49-F238E27FC236}">
                      <a16:creationId xmlns:a16="http://schemas.microsoft.com/office/drawing/2014/main" id="{F5F02CE2-70A6-8AE8-51DC-8B49F5E420BB}"/>
                    </a:ext>
                  </a:extLst>
                </p14:cNvPr>
                <p14:cNvContentPartPr/>
                <p14:nvPr/>
              </p14:nvContentPartPr>
              <p14:xfrm>
                <a:off x="19262" y="6490061"/>
                <a:ext cx="182880" cy="119880"/>
              </p14:xfrm>
            </p:contentPart>
          </mc:Choice>
          <mc:Fallback>
            <p:pic>
              <p:nvPicPr>
                <p:cNvPr id="381" name="Tinta 380">
                  <a:extLst>
                    <a:ext uri="{FF2B5EF4-FFF2-40B4-BE49-F238E27FC236}">
                      <a16:creationId xmlns:a16="http://schemas.microsoft.com/office/drawing/2014/main" id="{F5F02CE2-70A6-8AE8-51DC-8B49F5E420B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262" y="6472061"/>
                  <a:ext cx="218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4741E065-5E32-1902-B480-FC9F129AC8E9}"/>
                    </a:ext>
                  </a:extLst>
                </p14:cNvPr>
                <p14:cNvContentPartPr/>
                <p14:nvPr/>
              </p14:nvContentPartPr>
              <p14:xfrm>
                <a:off x="237782" y="6419501"/>
                <a:ext cx="385200" cy="231840"/>
              </p14:xfrm>
            </p:contentPart>
          </mc:Choice>
          <mc:Fallback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4741E065-5E32-1902-B480-FC9F129AC8E9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19782" y="6401861"/>
                  <a:ext cx="420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1068A1CF-4FA4-4701-E695-7ED81CDA87E4}"/>
                    </a:ext>
                  </a:extLst>
                </p14:cNvPr>
                <p14:cNvContentPartPr/>
                <p14:nvPr/>
              </p14:nvContentPartPr>
              <p14:xfrm>
                <a:off x="512102" y="6569261"/>
                <a:ext cx="105840" cy="360"/>
              </p14:xfrm>
            </p:contentPart>
          </mc:Choice>
          <mc:Fallback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1068A1CF-4FA4-4701-E695-7ED81CDA87E4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94462" y="6551621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Agrupar 410">
            <a:extLst>
              <a:ext uri="{FF2B5EF4-FFF2-40B4-BE49-F238E27FC236}">
                <a16:creationId xmlns:a16="http://schemas.microsoft.com/office/drawing/2014/main" id="{C06906B7-A0A2-D41E-B87C-E636A9F64614}"/>
              </a:ext>
            </a:extLst>
          </p:cNvPr>
          <p:cNvGrpSpPr/>
          <p:nvPr/>
        </p:nvGrpSpPr>
        <p:grpSpPr>
          <a:xfrm>
            <a:off x="964262" y="6270821"/>
            <a:ext cx="431280" cy="378360"/>
            <a:chOff x="964262" y="6270821"/>
            <a:chExt cx="43128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BD7D73F0-A30E-BEDA-418F-075CDF9A5412}"/>
                    </a:ext>
                  </a:extLst>
                </p14:cNvPr>
                <p14:cNvContentPartPr/>
                <p14:nvPr/>
              </p14:nvContentPartPr>
              <p14:xfrm>
                <a:off x="964262" y="6366941"/>
                <a:ext cx="264600" cy="25344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BD7D73F0-A30E-BEDA-418F-075CDF9A541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46622" y="6349301"/>
                  <a:ext cx="300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0D822F93-C697-21C0-567D-090B036D717D}"/>
                    </a:ext>
                  </a:extLst>
                </p14:cNvPr>
                <p14:cNvContentPartPr/>
                <p14:nvPr/>
              </p14:nvContentPartPr>
              <p14:xfrm>
                <a:off x="1109702" y="6457661"/>
                <a:ext cx="195480" cy="191520"/>
              </p14:xfrm>
            </p:contentPart>
          </mc:Choice>
          <mc:Fallback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0D822F93-C697-21C0-567D-090B036D717D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91702" y="6439661"/>
                  <a:ext cx="231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FC472F53-3FFC-ED6D-C32A-3D23623EE068}"/>
                    </a:ext>
                  </a:extLst>
                </p14:cNvPr>
                <p14:cNvContentPartPr/>
                <p14:nvPr/>
              </p14:nvContentPartPr>
              <p14:xfrm>
                <a:off x="1282142" y="6270821"/>
                <a:ext cx="113400" cy="2520"/>
              </p14:xfrm>
            </p:contentPart>
          </mc:Choice>
          <mc:Fallback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FC472F53-3FFC-ED6D-C32A-3D23623EE068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264502" y="6253181"/>
                  <a:ext cx="149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4371411F-A0D6-28CE-F7A7-1B4A9FAF418A}"/>
                    </a:ext>
                  </a:extLst>
                </p14:cNvPr>
                <p14:cNvContentPartPr/>
                <p14:nvPr/>
              </p14:nvContentPartPr>
              <p14:xfrm>
                <a:off x="1254782" y="6295661"/>
                <a:ext cx="138600" cy="191520"/>
              </p14:xfrm>
            </p:contentPart>
          </mc:Choice>
          <mc:Fallback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4371411F-A0D6-28CE-F7A7-1B4A9FAF418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237142" y="6277661"/>
                  <a:ext cx="17424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Agrupar 409">
            <a:extLst>
              <a:ext uri="{FF2B5EF4-FFF2-40B4-BE49-F238E27FC236}">
                <a16:creationId xmlns:a16="http://schemas.microsoft.com/office/drawing/2014/main" id="{BFA1B1B6-A26D-A7D1-58A2-0EB375864168}"/>
              </a:ext>
            </a:extLst>
          </p:cNvPr>
          <p:cNvGrpSpPr/>
          <p:nvPr/>
        </p:nvGrpSpPr>
        <p:grpSpPr>
          <a:xfrm>
            <a:off x="1616222" y="6413021"/>
            <a:ext cx="129600" cy="199440"/>
            <a:chOff x="1616222" y="6413021"/>
            <a:chExt cx="12960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C844BF17-5DF4-06A2-553C-6093460CFDCA}"/>
                    </a:ext>
                  </a:extLst>
                </p14:cNvPr>
                <p14:cNvContentPartPr/>
                <p14:nvPr/>
              </p14:nvContentPartPr>
              <p14:xfrm>
                <a:off x="1632422" y="6413021"/>
                <a:ext cx="21600" cy="199440"/>
              </p14:xfrm>
            </p:contentPart>
          </mc:Choice>
          <mc:Fallback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C844BF17-5DF4-06A2-553C-6093460CFDCA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614422" y="6395021"/>
                  <a:ext cx="57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73E898F0-500C-5578-46F0-9C294EF5A98A}"/>
                    </a:ext>
                  </a:extLst>
                </p14:cNvPr>
                <p14:cNvContentPartPr/>
                <p14:nvPr/>
              </p14:nvContentPartPr>
              <p14:xfrm>
                <a:off x="1616222" y="6524621"/>
                <a:ext cx="129600" cy="8280"/>
              </p14:xfrm>
            </p:contentPart>
          </mc:Choice>
          <mc:Fallback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73E898F0-500C-5578-46F0-9C294EF5A98A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598582" y="6506981"/>
                  <a:ext cx="1652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Agrupar 408">
            <a:extLst>
              <a:ext uri="{FF2B5EF4-FFF2-40B4-BE49-F238E27FC236}">
                <a16:creationId xmlns:a16="http://schemas.microsoft.com/office/drawing/2014/main" id="{A6C77240-D0F9-076F-2CAF-750C9BB300EE}"/>
              </a:ext>
            </a:extLst>
          </p:cNvPr>
          <p:cNvGrpSpPr/>
          <p:nvPr/>
        </p:nvGrpSpPr>
        <p:grpSpPr>
          <a:xfrm>
            <a:off x="1935542" y="6277661"/>
            <a:ext cx="449640" cy="341280"/>
            <a:chOff x="1935542" y="6277661"/>
            <a:chExt cx="44964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90" name="Tinta 389">
                  <a:extLst>
                    <a:ext uri="{FF2B5EF4-FFF2-40B4-BE49-F238E27FC236}">
                      <a16:creationId xmlns:a16="http://schemas.microsoft.com/office/drawing/2014/main" id="{9639A4F1-AD45-65F2-C220-432B5179B2BD}"/>
                    </a:ext>
                  </a:extLst>
                </p14:cNvPr>
                <p14:cNvContentPartPr/>
                <p14:nvPr/>
              </p14:nvContentPartPr>
              <p14:xfrm>
                <a:off x="1935542" y="6384941"/>
                <a:ext cx="149760" cy="234000"/>
              </p14:xfrm>
            </p:contentPart>
          </mc:Choice>
          <mc:Fallback>
            <p:pic>
              <p:nvPicPr>
                <p:cNvPr id="390" name="Tinta 389">
                  <a:extLst>
                    <a:ext uri="{FF2B5EF4-FFF2-40B4-BE49-F238E27FC236}">
                      <a16:creationId xmlns:a16="http://schemas.microsoft.com/office/drawing/2014/main" id="{9639A4F1-AD45-65F2-C220-432B5179B2B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917542" y="6367301"/>
                  <a:ext cx="185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F74233CF-1B49-BC7B-58F0-9D7F32591309}"/>
                    </a:ext>
                  </a:extLst>
                </p14:cNvPr>
                <p14:cNvContentPartPr/>
                <p14:nvPr/>
              </p14:nvContentPartPr>
              <p14:xfrm>
                <a:off x="2141462" y="6397181"/>
                <a:ext cx="136800" cy="194760"/>
              </p14:xfrm>
            </p:contentPart>
          </mc:Choice>
          <mc:Fallback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F74233CF-1B49-BC7B-58F0-9D7F32591309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2123822" y="6379541"/>
                  <a:ext cx="172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8FC7D753-BC2A-9C84-52A5-5DD94CE7D2F8}"/>
                    </a:ext>
                  </a:extLst>
                </p14:cNvPr>
                <p14:cNvContentPartPr/>
                <p14:nvPr/>
              </p14:nvContentPartPr>
              <p14:xfrm>
                <a:off x="2294822" y="6277661"/>
                <a:ext cx="90360" cy="192600"/>
              </p14:xfrm>
            </p:contentPart>
          </mc:Choice>
          <mc:Fallback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8FC7D753-BC2A-9C84-52A5-5DD94CE7D2F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277182" y="6259661"/>
                  <a:ext cx="12600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8" name="Agrupar 407">
            <a:extLst>
              <a:ext uri="{FF2B5EF4-FFF2-40B4-BE49-F238E27FC236}">
                <a16:creationId xmlns:a16="http://schemas.microsoft.com/office/drawing/2014/main" id="{9180B679-C822-F210-4BFE-1E6320573A84}"/>
              </a:ext>
            </a:extLst>
          </p:cNvPr>
          <p:cNvGrpSpPr/>
          <p:nvPr/>
        </p:nvGrpSpPr>
        <p:grpSpPr>
          <a:xfrm>
            <a:off x="2579942" y="6287741"/>
            <a:ext cx="753480" cy="371520"/>
            <a:chOff x="2579942" y="6287741"/>
            <a:chExt cx="75348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D639557A-C547-4EF4-B775-41DE9FCF4121}"/>
                    </a:ext>
                  </a:extLst>
                </p14:cNvPr>
                <p14:cNvContentPartPr/>
                <p14:nvPr/>
              </p14:nvContentPartPr>
              <p14:xfrm>
                <a:off x="2605862" y="6449741"/>
                <a:ext cx="27720" cy="202680"/>
              </p14:xfrm>
            </p:contentPart>
          </mc:Choice>
          <mc:Fallback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D639557A-C547-4EF4-B775-41DE9FCF412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588222" y="6432101"/>
                  <a:ext cx="63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1A6A8BC3-4FAB-AF72-2A33-874AF5D2D9AB}"/>
                    </a:ext>
                  </a:extLst>
                </p14:cNvPr>
                <p14:cNvContentPartPr/>
                <p14:nvPr/>
              </p14:nvContentPartPr>
              <p14:xfrm>
                <a:off x="2579942" y="6409421"/>
                <a:ext cx="374040" cy="186840"/>
              </p14:xfrm>
            </p:contentPart>
          </mc:Choice>
          <mc:Fallback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1A6A8BC3-4FAB-AF72-2A33-874AF5D2D9A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562302" y="6391781"/>
                  <a:ext cx="409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5620B333-959B-CE18-8FB3-1466AE2A0546}"/>
                    </a:ext>
                  </a:extLst>
                </p14:cNvPr>
                <p14:cNvContentPartPr/>
                <p14:nvPr/>
              </p14:nvContentPartPr>
              <p14:xfrm>
                <a:off x="2838062" y="6445061"/>
                <a:ext cx="149760" cy="171720"/>
              </p14:xfrm>
            </p:contentPart>
          </mc:Choice>
          <mc:Fallback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5620B333-959B-CE18-8FB3-1466AE2A054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820062" y="6427061"/>
                  <a:ext cx="185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46D9FC03-4525-2B9C-33D9-899AFCB58BBB}"/>
                    </a:ext>
                  </a:extLst>
                </p14:cNvPr>
                <p14:cNvContentPartPr/>
                <p14:nvPr/>
              </p14:nvContentPartPr>
              <p14:xfrm>
                <a:off x="3055502" y="6439661"/>
                <a:ext cx="170640" cy="219600"/>
              </p14:xfrm>
            </p:contentPart>
          </mc:Choice>
          <mc:Fallback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46D9FC03-4525-2B9C-33D9-899AFCB58BB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037862" y="6422021"/>
                  <a:ext cx="206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71149B96-2429-5D43-9EB8-5E549F69CFBB}"/>
                    </a:ext>
                  </a:extLst>
                </p14:cNvPr>
                <p14:cNvContentPartPr/>
                <p14:nvPr/>
              </p14:nvContentPartPr>
              <p14:xfrm>
                <a:off x="3225782" y="6287741"/>
                <a:ext cx="107640" cy="209520"/>
              </p14:xfrm>
            </p:contentPart>
          </mc:Choice>
          <mc:Fallback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71149B96-2429-5D43-9EB8-5E549F69CFB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3207782" y="6269741"/>
                  <a:ext cx="1432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Agrupar 406">
            <a:extLst>
              <a:ext uri="{FF2B5EF4-FFF2-40B4-BE49-F238E27FC236}">
                <a16:creationId xmlns:a16="http://schemas.microsoft.com/office/drawing/2014/main" id="{0FF0C766-344A-F401-75AC-CDFB3D03E75A}"/>
              </a:ext>
            </a:extLst>
          </p:cNvPr>
          <p:cNvGrpSpPr/>
          <p:nvPr/>
        </p:nvGrpSpPr>
        <p:grpSpPr>
          <a:xfrm>
            <a:off x="3497582" y="6206021"/>
            <a:ext cx="1549080" cy="393840"/>
            <a:chOff x="3497582" y="6206021"/>
            <a:chExt cx="154908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3082C433-AD00-3A40-B6B7-AB58ADAB97B7}"/>
                    </a:ext>
                  </a:extLst>
                </p14:cNvPr>
                <p14:cNvContentPartPr/>
                <p14:nvPr/>
              </p14:nvContentPartPr>
              <p14:xfrm>
                <a:off x="3497582" y="6417341"/>
                <a:ext cx="60120" cy="182520"/>
              </p14:xfrm>
            </p:contentPart>
          </mc:Choice>
          <mc:Fallback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3082C433-AD00-3A40-B6B7-AB58ADAB97B7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479942" y="6399701"/>
                  <a:ext cx="95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504439EF-3692-413E-3B90-5D6695E05D29}"/>
                    </a:ext>
                  </a:extLst>
                </p14:cNvPr>
                <p14:cNvContentPartPr/>
                <p14:nvPr/>
              </p14:nvContentPartPr>
              <p14:xfrm>
                <a:off x="3513782" y="6486821"/>
                <a:ext cx="130680" cy="32760"/>
              </p14:xfrm>
            </p:contentPart>
          </mc:Choice>
          <mc:Fallback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504439EF-3692-413E-3B90-5D6695E05D29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496142" y="6468821"/>
                  <a:ext cx="166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576B8F67-9E42-30D3-0F44-AB00831F332A}"/>
                    </a:ext>
                  </a:extLst>
                </p14:cNvPr>
                <p14:cNvContentPartPr/>
                <p14:nvPr/>
              </p14:nvContentPartPr>
              <p14:xfrm>
                <a:off x="3782342" y="6352541"/>
                <a:ext cx="325440" cy="239400"/>
              </p14:xfrm>
            </p:contentPart>
          </mc:Choice>
          <mc:Fallback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576B8F67-9E42-30D3-0F44-AB00831F332A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764702" y="6334541"/>
                  <a:ext cx="361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401" name="Tinta 400">
                  <a:extLst>
                    <a:ext uri="{FF2B5EF4-FFF2-40B4-BE49-F238E27FC236}">
                      <a16:creationId xmlns:a16="http://schemas.microsoft.com/office/drawing/2014/main" id="{FA671DE3-D181-B310-8C63-ECC0804BB544}"/>
                    </a:ext>
                  </a:extLst>
                </p14:cNvPr>
                <p14:cNvContentPartPr/>
                <p14:nvPr/>
              </p14:nvContentPartPr>
              <p14:xfrm>
                <a:off x="3988262" y="6439661"/>
                <a:ext cx="135720" cy="132120"/>
              </p14:xfrm>
            </p:contentPart>
          </mc:Choice>
          <mc:Fallback>
            <p:pic>
              <p:nvPicPr>
                <p:cNvPr id="401" name="Tinta 400">
                  <a:extLst>
                    <a:ext uri="{FF2B5EF4-FFF2-40B4-BE49-F238E27FC236}">
                      <a16:creationId xmlns:a16="http://schemas.microsoft.com/office/drawing/2014/main" id="{FA671DE3-D181-B310-8C63-ECC0804BB54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3970262" y="6422021"/>
                  <a:ext cx="171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402" name="Tinta 401">
                  <a:extLst>
                    <a:ext uri="{FF2B5EF4-FFF2-40B4-BE49-F238E27FC236}">
                      <a16:creationId xmlns:a16="http://schemas.microsoft.com/office/drawing/2014/main" id="{4DD6EA7A-20B3-4A7C-AA1E-50E8E9E6408B}"/>
                    </a:ext>
                  </a:extLst>
                </p14:cNvPr>
                <p14:cNvContentPartPr/>
                <p14:nvPr/>
              </p14:nvContentPartPr>
              <p14:xfrm>
                <a:off x="4118582" y="6206021"/>
                <a:ext cx="142200" cy="207000"/>
              </p14:xfrm>
            </p:contentPart>
          </mc:Choice>
          <mc:Fallback>
            <p:pic>
              <p:nvPicPr>
                <p:cNvPr id="402" name="Tinta 401">
                  <a:extLst>
                    <a:ext uri="{FF2B5EF4-FFF2-40B4-BE49-F238E27FC236}">
                      <a16:creationId xmlns:a16="http://schemas.microsoft.com/office/drawing/2014/main" id="{4DD6EA7A-20B3-4A7C-AA1E-50E8E9E6408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100582" y="6188381"/>
                  <a:ext cx="177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1FC087CC-8ADE-955B-7126-BC41651CEC6D}"/>
                    </a:ext>
                  </a:extLst>
                </p14:cNvPr>
                <p14:cNvContentPartPr/>
                <p14:nvPr/>
              </p14:nvContentPartPr>
              <p14:xfrm>
                <a:off x="4379582" y="6362621"/>
                <a:ext cx="181800" cy="221760"/>
              </p14:xfrm>
            </p:contentPart>
          </mc:Choice>
          <mc:Fallback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1FC087CC-8ADE-955B-7126-BC41651CEC6D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4361582" y="6344621"/>
                  <a:ext cx="217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36ECB76C-C32C-D48C-46E8-C8AC96008E93}"/>
                    </a:ext>
                  </a:extLst>
                </p14:cNvPr>
                <p14:cNvContentPartPr/>
                <p14:nvPr/>
              </p14:nvContentPartPr>
              <p14:xfrm>
                <a:off x="4651382" y="6302501"/>
                <a:ext cx="177840" cy="246960"/>
              </p14:xfrm>
            </p:contentPart>
          </mc:Choice>
          <mc:Fallback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36ECB76C-C32C-D48C-46E8-C8AC96008E93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4633742" y="6284861"/>
                  <a:ext cx="2134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05" name="Tinta 404">
                  <a:extLst>
                    <a:ext uri="{FF2B5EF4-FFF2-40B4-BE49-F238E27FC236}">
                      <a16:creationId xmlns:a16="http://schemas.microsoft.com/office/drawing/2014/main" id="{228551B2-8FCA-A2EB-8E55-8D7DBA2B549B}"/>
                    </a:ext>
                  </a:extLst>
                </p14:cNvPr>
                <p14:cNvContentPartPr/>
                <p14:nvPr/>
              </p14:nvContentPartPr>
              <p14:xfrm>
                <a:off x="4925702" y="6362621"/>
                <a:ext cx="120960" cy="186840"/>
              </p14:xfrm>
            </p:contentPart>
          </mc:Choice>
          <mc:Fallback>
            <p:pic>
              <p:nvPicPr>
                <p:cNvPr id="405" name="Tinta 404">
                  <a:extLst>
                    <a:ext uri="{FF2B5EF4-FFF2-40B4-BE49-F238E27FC236}">
                      <a16:creationId xmlns:a16="http://schemas.microsoft.com/office/drawing/2014/main" id="{228551B2-8FCA-A2EB-8E55-8D7DBA2B549B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4908062" y="6344621"/>
                  <a:ext cx="156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06" name="Tinta 405">
                  <a:extLst>
                    <a:ext uri="{FF2B5EF4-FFF2-40B4-BE49-F238E27FC236}">
                      <a16:creationId xmlns:a16="http://schemas.microsoft.com/office/drawing/2014/main" id="{E1234CE7-E45A-325E-55A8-30EDCE3E077F}"/>
                    </a:ext>
                  </a:extLst>
                </p14:cNvPr>
                <p14:cNvContentPartPr/>
                <p14:nvPr/>
              </p14:nvContentPartPr>
              <p14:xfrm>
                <a:off x="4923542" y="6368021"/>
                <a:ext cx="91080" cy="159120"/>
              </p14:xfrm>
            </p:contentPart>
          </mc:Choice>
          <mc:Fallback>
            <p:pic>
              <p:nvPicPr>
                <p:cNvPr id="406" name="Tinta 405">
                  <a:extLst>
                    <a:ext uri="{FF2B5EF4-FFF2-40B4-BE49-F238E27FC236}">
                      <a16:creationId xmlns:a16="http://schemas.microsoft.com/office/drawing/2014/main" id="{E1234CE7-E45A-325E-55A8-30EDCE3E077F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4905542" y="6350381"/>
                  <a:ext cx="12672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Agrupar 417">
            <a:extLst>
              <a:ext uri="{FF2B5EF4-FFF2-40B4-BE49-F238E27FC236}">
                <a16:creationId xmlns:a16="http://schemas.microsoft.com/office/drawing/2014/main" id="{1AF4E3A9-3EC1-C3B3-9E30-A6D6BFE949C7}"/>
              </a:ext>
            </a:extLst>
          </p:cNvPr>
          <p:cNvGrpSpPr/>
          <p:nvPr/>
        </p:nvGrpSpPr>
        <p:grpSpPr>
          <a:xfrm>
            <a:off x="5358062" y="6750701"/>
            <a:ext cx="18000" cy="43920"/>
            <a:chOff x="5358062" y="6750701"/>
            <a:chExt cx="18000" cy="4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15" name="Tinta 414">
                  <a:extLst>
                    <a:ext uri="{FF2B5EF4-FFF2-40B4-BE49-F238E27FC236}">
                      <a16:creationId xmlns:a16="http://schemas.microsoft.com/office/drawing/2014/main" id="{AF2FEF89-E91C-34CC-276D-CDD3B1407F1C}"/>
                    </a:ext>
                  </a:extLst>
                </p14:cNvPr>
                <p14:cNvContentPartPr/>
                <p14:nvPr/>
              </p14:nvContentPartPr>
              <p14:xfrm>
                <a:off x="5358062" y="6793901"/>
                <a:ext cx="360" cy="360"/>
              </p14:xfrm>
            </p:contentPart>
          </mc:Choice>
          <mc:Fallback>
            <p:pic>
              <p:nvPicPr>
                <p:cNvPr id="415" name="Tinta 414">
                  <a:extLst>
                    <a:ext uri="{FF2B5EF4-FFF2-40B4-BE49-F238E27FC236}">
                      <a16:creationId xmlns:a16="http://schemas.microsoft.com/office/drawing/2014/main" id="{AF2FEF89-E91C-34CC-276D-CDD3B1407F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0062" y="67762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16" name="Tinta 415">
                  <a:extLst>
                    <a:ext uri="{FF2B5EF4-FFF2-40B4-BE49-F238E27FC236}">
                      <a16:creationId xmlns:a16="http://schemas.microsoft.com/office/drawing/2014/main" id="{7B8ED1A8-ADCA-9C25-D0B8-AB758F5D734C}"/>
                    </a:ext>
                  </a:extLst>
                </p14:cNvPr>
                <p14:cNvContentPartPr/>
                <p14:nvPr/>
              </p14:nvContentPartPr>
              <p14:xfrm>
                <a:off x="5358062" y="6750701"/>
                <a:ext cx="18000" cy="43920"/>
              </p14:xfrm>
            </p:contentPart>
          </mc:Choice>
          <mc:Fallback>
            <p:pic>
              <p:nvPicPr>
                <p:cNvPr id="416" name="Tinta 415">
                  <a:extLst>
                    <a:ext uri="{FF2B5EF4-FFF2-40B4-BE49-F238E27FC236}">
                      <a16:creationId xmlns:a16="http://schemas.microsoft.com/office/drawing/2014/main" id="{7B8ED1A8-ADCA-9C25-D0B8-AB758F5D734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5340062" y="6732701"/>
                  <a:ext cx="5364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8">
            <p14:nvContentPartPr>
              <p14:cNvPr id="417" name="Tinta 416">
                <a:extLst>
                  <a:ext uri="{FF2B5EF4-FFF2-40B4-BE49-F238E27FC236}">
                    <a16:creationId xmlns:a16="http://schemas.microsoft.com/office/drawing/2014/main" id="{306C0DD0-DEDB-5AB5-F0CF-6BA5E922385E}"/>
                  </a:ext>
                </a:extLst>
              </p14:cNvPr>
              <p14:cNvContentPartPr/>
              <p14:nvPr/>
            </p14:nvContentPartPr>
            <p14:xfrm>
              <a:off x="5374262" y="6895781"/>
              <a:ext cx="7920" cy="4680"/>
            </p14:xfrm>
          </p:contentPart>
        </mc:Choice>
        <mc:Fallback>
          <p:pic>
            <p:nvPicPr>
              <p:cNvPr id="417" name="Tinta 416">
                <a:extLst>
                  <a:ext uri="{FF2B5EF4-FFF2-40B4-BE49-F238E27FC236}">
                    <a16:creationId xmlns:a16="http://schemas.microsoft.com/office/drawing/2014/main" id="{306C0DD0-DEDB-5AB5-F0CF-6BA5E92238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6262" y="6877781"/>
                <a:ext cx="4356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8" name="Agrupar 427">
            <a:extLst>
              <a:ext uri="{FF2B5EF4-FFF2-40B4-BE49-F238E27FC236}">
                <a16:creationId xmlns:a16="http://schemas.microsoft.com/office/drawing/2014/main" id="{80400A8F-4E84-7C29-45B3-CE04E0EB7676}"/>
              </a:ext>
            </a:extLst>
          </p:cNvPr>
          <p:cNvGrpSpPr/>
          <p:nvPr/>
        </p:nvGrpSpPr>
        <p:grpSpPr>
          <a:xfrm>
            <a:off x="5567942" y="4680790"/>
            <a:ext cx="1930320" cy="1748160"/>
            <a:chOff x="5567942" y="4680790"/>
            <a:chExt cx="1930320" cy="174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5FD95061-A6E4-A058-135E-E3386505457F}"/>
                    </a:ext>
                  </a:extLst>
                </p14:cNvPr>
                <p14:cNvContentPartPr/>
                <p14:nvPr/>
              </p14:nvContentPartPr>
              <p14:xfrm>
                <a:off x="5567942" y="5090741"/>
                <a:ext cx="127080" cy="2592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5FD95061-A6E4-A058-135E-E3386505457F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549942" y="5072741"/>
                  <a:ext cx="162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F9A6DA0A-96AD-98E8-0735-EA0B0A52739A}"/>
                    </a:ext>
                  </a:extLst>
                </p14:cNvPr>
                <p14:cNvContentPartPr/>
                <p14:nvPr/>
              </p14:nvContentPartPr>
              <p14:xfrm>
                <a:off x="5571902" y="5125301"/>
                <a:ext cx="161640" cy="24408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F9A6DA0A-96AD-98E8-0735-EA0B0A52739A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553902" y="5107661"/>
                  <a:ext cx="197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23" name="Tinta 422">
                  <a:extLst>
                    <a:ext uri="{FF2B5EF4-FFF2-40B4-BE49-F238E27FC236}">
                      <a16:creationId xmlns:a16="http://schemas.microsoft.com/office/drawing/2014/main" id="{34C8C4F3-7C12-EA21-0113-608463F47E45}"/>
                    </a:ext>
                  </a:extLst>
                </p14:cNvPr>
                <p14:cNvContentPartPr/>
                <p14:nvPr/>
              </p14:nvContentPartPr>
              <p14:xfrm>
                <a:off x="5950262" y="4680790"/>
                <a:ext cx="1331640" cy="745920"/>
              </p14:xfrm>
            </p:contentPart>
          </mc:Choice>
          <mc:Fallback>
            <p:pic>
              <p:nvPicPr>
                <p:cNvPr id="423" name="Tinta 422">
                  <a:extLst>
                    <a:ext uri="{FF2B5EF4-FFF2-40B4-BE49-F238E27FC236}">
                      <a16:creationId xmlns:a16="http://schemas.microsoft.com/office/drawing/2014/main" id="{34C8C4F3-7C12-EA21-0113-608463F47E45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5932622" y="4662790"/>
                  <a:ext cx="136728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24" name="Tinta 423">
                  <a:extLst>
                    <a:ext uri="{FF2B5EF4-FFF2-40B4-BE49-F238E27FC236}">
                      <a16:creationId xmlns:a16="http://schemas.microsoft.com/office/drawing/2014/main" id="{84335A2C-FAD2-9C3A-FB74-1185479DC7C3}"/>
                    </a:ext>
                  </a:extLst>
                </p14:cNvPr>
                <p14:cNvContentPartPr/>
                <p14:nvPr/>
              </p14:nvContentPartPr>
              <p14:xfrm>
                <a:off x="6051062" y="5326630"/>
                <a:ext cx="1159200" cy="236520"/>
              </p14:xfrm>
            </p:contentPart>
          </mc:Choice>
          <mc:Fallback>
            <p:pic>
              <p:nvPicPr>
                <p:cNvPr id="424" name="Tinta 423">
                  <a:extLst>
                    <a:ext uri="{FF2B5EF4-FFF2-40B4-BE49-F238E27FC236}">
                      <a16:creationId xmlns:a16="http://schemas.microsoft.com/office/drawing/2014/main" id="{84335A2C-FAD2-9C3A-FB74-1185479DC7C3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033062" y="5308990"/>
                  <a:ext cx="1194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425" name="Tinta 424">
                  <a:extLst>
                    <a:ext uri="{FF2B5EF4-FFF2-40B4-BE49-F238E27FC236}">
                      <a16:creationId xmlns:a16="http://schemas.microsoft.com/office/drawing/2014/main" id="{3D910E3A-A7F3-7D97-AA29-0CA3500569A7}"/>
                    </a:ext>
                  </a:extLst>
                </p14:cNvPr>
                <p14:cNvContentPartPr/>
                <p14:nvPr/>
              </p14:nvContentPartPr>
              <p14:xfrm>
                <a:off x="5932982" y="5613910"/>
                <a:ext cx="1242360" cy="220680"/>
              </p14:xfrm>
            </p:contentPart>
          </mc:Choice>
          <mc:Fallback>
            <p:pic>
              <p:nvPicPr>
                <p:cNvPr id="425" name="Tinta 424">
                  <a:extLst>
                    <a:ext uri="{FF2B5EF4-FFF2-40B4-BE49-F238E27FC236}">
                      <a16:creationId xmlns:a16="http://schemas.microsoft.com/office/drawing/2014/main" id="{3D910E3A-A7F3-7D97-AA29-0CA3500569A7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915342" y="5596270"/>
                  <a:ext cx="1278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26" name="Tinta 425">
                  <a:extLst>
                    <a:ext uri="{FF2B5EF4-FFF2-40B4-BE49-F238E27FC236}">
                      <a16:creationId xmlns:a16="http://schemas.microsoft.com/office/drawing/2014/main" id="{5FBF6B3A-7AF2-D7BC-E48E-55CB07844171}"/>
                    </a:ext>
                  </a:extLst>
                </p14:cNvPr>
                <p14:cNvContentPartPr/>
                <p14:nvPr/>
              </p14:nvContentPartPr>
              <p14:xfrm>
                <a:off x="5866022" y="5705350"/>
                <a:ext cx="1339200" cy="723600"/>
              </p14:xfrm>
            </p:contentPart>
          </mc:Choice>
          <mc:Fallback>
            <p:pic>
              <p:nvPicPr>
                <p:cNvPr id="426" name="Tinta 425">
                  <a:extLst>
                    <a:ext uri="{FF2B5EF4-FFF2-40B4-BE49-F238E27FC236}">
                      <a16:creationId xmlns:a16="http://schemas.microsoft.com/office/drawing/2014/main" id="{5FBF6B3A-7AF2-D7BC-E48E-55CB07844171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848022" y="5687710"/>
                  <a:ext cx="137484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27" name="Tinta 426">
                  <a:extLst>
                    <a:ext uri="{FF2B5EF4-FFF2-40B4-BE49-F238E27FC236}">
                      <a16:creationId xmlns:a16="http://schemas.microsoft.com/office/drawing/2014/main" id="{95A83B30-7F9F-531A-99B3-C6EABE79BE49}"/>
                    </a:ext>
                  </a:extLst>
                </p14:cNvPr>
                <p14:cNvContentPartPr/>
                <p14:nvPr/>
              </p14:nvContentPartPr>
              <p14:xfrm>
                <a:off x="7273982" y="5405470"/>
                <a:ext cx="224280" cy="406800"/>
              </p14:xfrm>
            </p:contentPart>
          </mc:Choice>
          <mc:Fallback>
            <p:pic>
              <p:nvPicPr>
                <p:cNvPr id="427" name="Tinta 426">
                  <a:extLst>
                    <a:ext uri="{FF2B5EF4-FFF2-40B4-BE49-F238E27FC236}">
                      <a16:creationId xmlns:a16="http://schemas.microsoft.com/office/drawing/2014/main" id="{95A83B30-7F9F-531A-99B3-C6EABE79BE49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7255982" y="5387470"/>
                  <a:ext cx="259920" cy="44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468" name="Tinta 467">
                <a:extLst>
                  <a:ext uri="{FF2B5EF4-FFF2-40B4-BE49-F238E27FC236}">
                    <a16:creationId xmlns:a16="http://schemas.microsoft.com/office/drawing/2014/main" id="{918C9DAF-4723-7F98-3836-1E3C25411145}"/>
                  </a:ext>
                </a:extLst>
              </p14:cNvPr>
              <p14:cNvContentPartPr/>
              <p14:nvPr/>
            </p14:nvContentPartPr>
            <p14:xfrm>
              <a:off x="4860182" y="6075430"/>
              <a:ext cx="16560" cy="102240"/>
            </p14:xfrm>
          </p:contentPart>
        </mc:Choice>
        <mc:Fallback>
          <p:pic>
            <p:nvPicPr>
              <p:cNvPr id="468" name="Tinta 467">
                <a:extLst>
                  <a:ext uri="{FF2B5EF4-FFF2-40B4-BE49-F238E27FC236}">
                    <a16:creationId xmlns:a16="http://schemas.microsoft.com/office/drawing/2014/main" id="{918C9DAF-4723-7F98-3836-1E3C25411145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4842182" y="6057790"/>
                <a:ext cx="5220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3" name="Agrupar 472">
            <a:extLst>
              <a:ext uri="{FF2B5EF4-FFF2-40B4-BE49-F238E27FC236}">
                <a16:creationId xmlns:a16="http://schemas.microsoft.com/office/drawing/2014/main" id="{5BDD0B3D-BEC7-4266-29A1-7AAAB916C12C}"/>
              </a:ext>
            </a:extLst>
          </p:cNvPr>
          <p:cNvGrpSpPr/>
          <p:nvPr/>
        </p:nvGrpSpPr>
        <p:grpSpPr>
          <a:xfrm>
            <a:off x="7801022" y="4888510"/>
            <a:ext cx="5268960" cy="1022400"/>
            <a:chOff x="7801022" y="4888510"/>
            <a:chExt cx="5268960" cy="10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29" name="Tinta 428">
                  <a:extLst>
                    <a:ext uri="{FF2B5EF4-FFF2-40B4-BE49-F238E27FC236}">
                      <a16:creationId xmlns:a16="http://schemas.microsoft.com/office/drawing/2014/main" id="{7E2AC2E1-6AE2-7CA9-D109-5CDC75ED775B}"/>
                    </a:ext>
                  </a:extLst>
                </p14:cNvPr>
                <p14:cNvContentPartPr/>
                <p14:nvPr/>
              </p14:nvContentPartPr>
              <p14:xfrm>
                <a:off x="8008742" y="5278390"/>
                <a:ext cx="165960" cy="435600"/>
              </p14:xfrm>
            </p:contentPart>
          </mc:Choice>
          <mc:Fallback>
            <p:pic>
              <p:nvPicPr>
                <p:cNvPr id="429" name="Tinta 428">
                  <a:extLst>
                    <a:ext uri="{FF2B5EF4-FFF2-40B4-BE49-F238E27FC236}">
                      <a16:creationId xmlns:a16="http://schemas.microsoft.com/office/drawing/2014/main" id="{7E2AC2E1-6AE2-7CA9-D109-5CDC75ED775B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991102" y="5260390"/>
                  <a:ext cx="2016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30" name="Tinta 429">
                  <a:extLst>
                    <a:ext uri="{FF2B5EF4-FFF2-40B4-BE49-F238E27FC236}">
                      <a16:creationId xmlns:a16="http://schemas.microsoft.com/office/drawing/2014/main" id="{6844B93C-3B38-068E-CB6A-420A3276D78A}"/>
                    </a:ext>
                  </a:extLst>
                </p14:cNvPr>
                <p14:cNvContentPartPr/>
                <p14:nvPr/>
              </p14:nvContentPartPr>
              <p14:xfrm>
                <a:off x="7928822" y="5494390"/>
                <a:ext cx="287280" cy="11520"/>
              </p14:xfrm>
            </p:contentPart>
          </mc:Choice>
          <mc:Fallback>
            <p:pic>
              <p:nvPicPr>
                <p:cNvPr id="430" name="Tinta 429">
                  <a:extLst>
                    <a:ext uri="{FF2B5EF4-FFF2-40B4-BE49-F238E27FC236}">
                      <a16:creationId xmlns:a16="http://schemas.microsoft.com/office/drawing/2014/main" id="{6844B93C-3B38-068E-CB6A-420A3276D78A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910822" y="5476390"/>
                  <a:ext cx="322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31" name="Tinta 430">
                  <a:extLst>
                    <a:ext uri="{FF2B5EF4-FFF2-40B4-BE49-F238E27FC236}">
                      <a16:creationId xmlns:a16="http://schemas.microsoft.com/office/drawing/2014/main" id="{75FC453A-D168-21A6-867E-7DD9D4BF30F2}"/>
                    </a:ext>
                  </a:extLst>
                </p14:cNvPr>
                <p14:cNvContentPartPr/>
                <p14:nvPr/>
              </p14:nvContentPartPr>
              <p14:xfrm>
                <a:off x="8297462" y="5135470"/>
                <a:ext cx="50040" cy="108720"/>
              </p14:xfrm>
            </p:contentPart>
          </mc:Choice>
          <mc:Fallback>
            <p:pic>
              <p:nvPicPr>
                <p:cNvPr id="431" name="Tinta 430">
                  <a:extLst>
                    <a:ext uri="{FF2B5EF4-FFF2-40B4-BE49-F238E27FC236}">
                      <a16:creationId xmlns:a16="http://schemas.microsoft.com/office/drawing/2014/main" id="{75FC453A-D168-21A6-867E-7DD9D4BF30F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8279822" y="5117830"/>
                  <a:ext cx="85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432" name="Tinta 431">
                  <a:extLst>
                    <a:ext uri="{FF2B5EF4-FFF2-40B4-BE49-F238E27FC236}">
                      <a16:creationId xmlns:a16="http://schemas.microsoft.com/office/drawing/2014/main" id="{07B683FA-3200-5650-36A5-67CE7EC9AF42}"/>
                    </a:ext>
                  </a:extLst>
                </p14:cNvPr>
                <p14:cNvContentPartPr/>
                <p14:nvPr/>
              </p14:nvContentPartPr>
              <p14:xfrm>
                <a:off x="8400782" y="5261830"/>
                <a:ext cx="258840" cy="302040"/>
              </p14:xfrm>
            </p:contentPart>
          </mc:Choice>
          <mc:Fallback>
            <p:pic>
              <p:nvPicPr>
                <p:cNvPr id="432" name="Tinta 431">
                  <a:extLst>
                    <a:ext uri="{FF2B5EF4-FFF2-40B4-BE49-F238E27FC236}">
                      <a16:creationId xmlns:a16="http://schemas.microsoft.com/office/drawing/2014/main" id="{07B683FA-3200-5650-36A5-67CE7EC9AF42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382782" y="5244190"/>
                  <a:ext cx="2944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33" name="Tinta 432">
                  <a:extLst>
                    <a:ext uri="{FF2B5EF4-FFF2-40B4-BE49-F238E27FC236}">
                      <a16:creationId xmlns:a16="http://schemas.microsoft.com/office/drawing/2014/main" id="{28B21C71-0943-9B23-2FB7-7CD0B7105D10}"/>
                    </a:ext>
                  </a:extLst>
                </p14:cNvPr>
                <p14:cNvContentPartPr/>
                <p14:nvPr/>
              </p14:nvContentPartPr>
              <p14:xfrm>
                <a:off x="8543342" y="5373790"/>
                <a:ext cx="236160" cy="115560"/>
              </p14:xfrm>
            </p:contentPart>
          </mc:Choice>
          <mc:Fallback>
            <p:pic>
              <p:nvPicPr>
                <p:cNvPr id="433" name="Tinta 432">
                  <a:extLst>
                    <a:ext uri="{FF2B5EF4-FFF2-40B4-BE49-F238E27FC236}">
                      <a16:creationId xmlns:a16="http://schemas.microsoft.com/office/drawing/2014/main" id="{28B21C71-0943-9B23-2FB7-7CD0B7105D10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525702" y="5355790"/>
                  <a:ext cx="271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34" name="Tinta 433">
                  <a:extLst>
                    <a:ext uri="{FF2B5EF4-FFF2-40B4-BE49-F238E27FC236}">
                      <a16:creationId xmlns:a16="http://schemas.microsoft.com/office/drawing/2014/main" id="{0549E099-59B2-4184-76FF-759496C350D0}"/>
                    </a:ext>
                  </a:extLst>
                </p14:cNvPr>
                <p14:cNvContentPartPr/>
                <p14:nvPr/>
              </p14:nvContentPartPr>
              <p14:xfrm>
                <a:off x="8773382" y="5239510"/>
                <a:ext cx="100800" cy="326880"/>
              </p14:xfrm>
            </p:contentPart>
          </mc:Choice>
          <mc:Fallback>
            <p:pic>
              <p:nvPicPr>
                <p:cNvPr id="434" name="Tinta 433">
                  <a:extLst>
                    <a:ext uri="{FF2B5EF4-FFF2-40B4-BE49-F238E27FC236}">
                      <a16:creationId xmlns:a16="http://schemas.microsoft.com/office/drawing/2014/main" id="{0549E099-59B2-4184-76FF-759496C350D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8755382" y="5221870"/>
                  <a:ext cx="136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36" name="Tinta 435">
                  <a:extLst>
                    <a:ext uri="{FF2B5EF4-FFF2-40B4-BE49-F238E27FC236}">
                      <a16:creationId xmlns:a16="http://schemas.microsoft.com/office/drawing/2014/main" id="{C5AA50C6-B3E8-7B13-832E-F70A7D0A285B}"/>
                    </a:ext>
                  </a:extLst>
                </p14:cNvPr>
                <p14:cNvContentPartPr/>
                <p14:nvPr/>
              </p14:nvContentPartPr>
              <p14:xfrm>
                <a:off x="9026462" y="5488630"/>
                <a:ext cx="117000" cy="12600"/>
              </p14:xfrm>
            </p:contentPart>
          </mc:Choice>
          <mc:Fallback>
            <p:pic>
              <p:nvPicPr>
                <p:cNvPr id="436" name="Tinta 435">
                  <a:extLst>
                    <a:ext uri="{FF2B5EF4-FFF2-40B4-BE49-F238E27FC236}">
                      <a16:creationId xmlns:a16="http://schemas.microsoft.com/office/drawing/2014/main" id="{C5AA50C6-B3E8-7B13-832E-F70A7D0A285B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008822" y="5470990"/>
                  <a:ext cx="152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37" name="Tinta 436">
                  <a:extLst>
                    <a:ext uri="{FF2B5EF4-FFF2-40B4-BE49-F238E27FC236}">
                      <a16:creationId xmlns:a16="http://schemas.microsoft.com/office/drawing/2014/main" id="{F42935A3-91F3-9BD5-ACC8-64A0EB182782}"/>
                    </a:ext>
                  </a:extLst>
                </p14:cNvPr>
                <p14:cNvContentPartPr/>
                <p14:nvPr/>
              </p14:nvContentPartPr>
              <p14:xfrm>
                <a:off x="9031502" y="5409430"/>
                <a:ext cx="123480" cy="360"/>
              </p14:xfrm>
            </p:contentPart>
          </mc:Choice>
          <mc:Fallback>
            <p:pic>
              <p:nvPicPr>
                <p:cNvPr id="437" name="Tinta 436">
                  <a:extLst>
                    <a:ext uri="{FF2B5EF4-FFF2-40B4-BE49-F238E27FC236}">
                      <a16:creationId xmlns:a16="http://schemas.microsoft.com/office/drawing/2014/main" id="{F42935A3-91F3-9BD5-ACC8-64A0EB182782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013862" y="5391790"/>
                  <a:ext cx="15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38" name="Tinta 437">
                  <a:extLst>
                    <a:ext uri="{FF2B5EF4-FFF2-40B4-BE49-F238E27FC236}">
                      <a16:creationId xmlns:a16="http://schemas.microsoft.com/office/drawing/2014/main" id="{A26C9450-0FBE-8B3D-B767-ED235D4C1DC9}"/>
                    </a:ext>
                  </a:extLst>
                </p14:cNvPr>
                <p14:cNvContentPartPr/>
                <p14:nvPr/>
              </p14:nvContentPartPr>
              <p14:xfrm>
                <a:off x="8290262" y="5134390"/>
                <a:ext cx="34200" cy="189360"/>
              </p14:xfrm>
            </p:contentPart>
          </mc:Choice>
          <mc:Fallback>
            <p:pic>
              <p:nvPicPr>
                <p:cNvPr id="438" name="Tinta 437">
                  <a:extLst>
                    <a:ext uri="{FF2B5EF4-FFF2-40B4-BE49-F238E27FC236}">
                      <a16:creationId xmlns:a16="http://schemas.microsoft.com/office/drawing/2014/main" id="{A26C9450-0FBE-8B3D-B767-ED235D4C1DC9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272622" y="5116750"/>
                  <a:ext cx="69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40" name="Tinta 439">
                  <a:extLst>
                    <a:ext uri="{FF2B5EF4-FFF2-40B4-BE49-F238E27FC236}">
                      <a16:creationId xmlns:a16="http://schemas.microsoft.com/office/drawing/2014/main" id="{440AD0CA-D89C-F242-53A6-949439A4DB61}"/>
                    </a:ext>
                  </a:extLst>
                </p14:cNvPr>
                <p14:cNvContentPartPr/>
                <p14:nvPr/>
              </p14:nvContentPartPr>
              <p14:xfrm>
                <a:off x="9330662" y="5326630"/>
                <a:ext cx="97560" cy="229680"/>
              </p14:xfrm>
            </p:contentPart>
          </mc:Choice>
          <mc:Fallback>
            <p:pic>
              <p:nvPicPr>
                <p:cNvPr id="440" name="Tinta 439">
                  <a:extLst>
                    <a:ext uri="{FF2B5EF4-FFF2-40B4-BE49-F238E27FC236}">
                      <a16:creationId xmlns:a16="http://schemas.microsoft.com/office/drawing/2014/main" id="{440AD0CA-D89C-F242-53A6-949439A4DB61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9312662" y="5308990"/>
                  <a:ext cx="133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41" name="Tinta 440">
                  <a:extLst>
                    <a:ext uri="{FF2B5EF4-FFF2-40B4-BE49-F238E27FC236}">
                      <a16:creationId xmlns:a16="http://schemas.microsoft.com/office/drawing/2014/main" id="{256C1D1A-5812-BA99-FD07-8D977A39267B}"/>
                    </a:ext>
                  </a:extLst>
                </p14:cNvPr>
                <p14:cNvContentPartPr/>
                <p14:nvPr/>
              </p14:nvContentPartPr>
              <p14:xfrm>
                <a:off x="9447662" y="5371270"/>
                <a:ext cx="146880" cy="177840"/>
              </p14:xfrm>
            </p:contentPart>
          </mc:Choice>
          <mc:Fallback>
            <p:pic>
              <p:nvPicPr>
                <p:cNvPr id="441" name="Tinta 440">
                  <a:extLst>
                    <a:ext uri="{FF2B5EF4-FFF2-40B4-BE49-F238E27FC236}">
                      <a16:creationId xmlns:a16="http://schemas.microsoft.com/office/drawing/2014/main" id="{256C1D1A-5812-BA99-FD07-8D977A39267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429662" y="5353630"/>
                  <a:ext cx="182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42" name="Tinta 441">
                  <a:extLst>
                    <a:ext uri="{FF2B5EF4-FFF2-40B4-BE49-F238E27FC236}">
                      <a16:creationId xmlns:a16="http://schemas.microsoft.com/office/drawing/2014/main" id="{D2480214-C514-3CCA-527F-D8A334BB7750}"/>
                    </a:ext>
                  </a:extLst>
                </p14:cNvPr>
                <p14:cNvContentPartPr/>
                <p14:nvPr/>
              </p14:nvContentPartPr>
              <p14:xfrm>
                <a:off x="9665102" y="5365870"/>
                <a:ext cx="94680" cy="126720"/>
              </p14:xfrm>
            </p:contentPart>
          </mc:Choice>
          <mc:Fallback>
            <p:pic>
              <p:nvPicPr>
                <p:cNvPr id="442" name="Tinta 441">
                  <a:extLst>
                    <a:ext uri="{FF2B5EF4-FFF2-40B4-BE49-F238E27FC236}">
                      <a16:creationId xmlns:a16="http://schemas.microsoft.com/office/drawing/2014/main" id="{D2480214-C514-3CCA-527F-D8A334BB775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647102" y="5347870"/>
                  <a:ext cx="13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43" name="Tinta 442">
                  <a:extLst>
                    <a:ext uri="{FF2B5EF4-FFF2-40B4-BE49-F238E27FC236}">
                      <a16:creationId xmlns:a16="http://schemas.microsoft.com/office/drawing/2014/main" id="{E3C90BC0-6105-8403-621E-D467803F4FB2}"/>
                    </a:ext>
                  </a:extLst>
                </p14:cNvPr>
                <p14:cNvContentPartPr/>
                <p14:nvPr/>
              </p14:nvContentPartPr>
              <p14:xfrm>
                <a:off x="9647462" y="5382790"/>
                <a:ext cx="159480" cy="126720"/>
              </p14:xfrm>
            </p:contentPart>
          </mc:Choice>
          <mc:Fallback>
            <p:pic>
              <p:nvPicPr>
                <p:cNvPr id="443" name="Tinta 442">
                  <a:extLst>
                    <a:ext uri="{FF2B5EF4-FFF2-40B4-BE49-F238E27FC236}">
                      <a16:creationId xmlns:a16="http://schemas.microsoft.com/office/drawing/2014/main" id="{E3C90BC0-6105-8403-621E-D467803F4FB2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629822" y="5364790"/>
                  <a:ext cx="195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44" name="Tinta 443">
                  <a:extLst>
                    <a:ext uri="{FF2B5EF4-FFF2-40B4-BE49-F238E27FC236}">
                      <a16:creationId xmlns:a16="http://schemas.microsoft.com/office/drawing/2014/main" id="{AD2313CA-490C-AEB0-A94C-CC3808F8F430}"/>
                    </a:ext>
                  </a:extLst>
                </p14:cNvPr>
                <p14:cNvContentPartPr/>
                <p14:nvPr/>
              </p14:nvContentPartPr>
              <p14:xfrm>
                <a:off x="9759422" y="5117830"/>
                <a:ext cx="88560" cy="155880"/>
              </p14:xfrm>
            </p:contentPart>
          </mc:Choice>
          <mc:Fallback>
            <p:pic>
              <p:nvPicPr>
                <p:cNvPr id="444" name="Tinta 443">
                  <a:extLst>
                    <a:ext uri="{FF2B5EF4-FFF2-40B4-BE49-F238E27FC236}">
                      <a16:creationId xmlns:a16="http://schemas.microsoft.com/office/drawing/2014/main" id="{AD2313CA-490C-AEB0-A94C-CC3808F8F430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741422" y="5099830"/>
                  <a:ext cx="124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46" name="Tinta 445">
                  <a:extLst>
                    <a:ext uri="{FF2B5EF4-FFF2-40B4-BE49-F238E27FC236}">
                      <a16:creationId xmlns:a16="http://schemas.microsoft.com/office/drawing/2014/main" id="{A663E4DA-57D0-2D75-6E70-19ABE95CC1FF}"/>
                    </a:ext>
                  </a:extLst>
                </p14:cNvPr>
                <p14:cNvContentPartPr/>
                <p14:nvPr/>
              </p14:nvContentPartPr>
              <p14:xfrm>
                <a:off x="10049942" y="5368030"/>
                <a:ext cx="7920" cy="192600"/>
              </p14:xfrm>
            </p:contentPart>
          </mc:Choice>
          <mc:Fallback>
            <p:pic>
              <p:nvPicPr>
                <p:cNvPr id="446" name="Tinta 445">
                  <a:extLst>
                    <a:ext uri="{FF2B5EF4-FFF2-40B4-BE49-F238E27FC236}">
                      <a16:creationId xmlns:a16="http://schemas.microsoft.com/office/drawing/2014/main" id="{A663E4DA-57D0-2D75-6E70-19ABE95CC1FF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0031942" y="5350390"/>
                  <a:ext cx="43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47" name="Tinta 446">
                  <a:extLst>
                    <a:ext uri="{FF2B5EF4-FFF2-40B4-BE49-F238E27FC236}">
                      <a16:creationId xmlns:a16="http://schemas.microsoft.com/office/drawing/2014/main" id="{A373F422-E282-A35A-A269-86ACF85D4BCB}"/>
                    </a:ext>
                  </a:extLst>
                </p14:cNvPr>
                <p14:cNvContentPartPr/>
                <p14:nvPr/>
              </p14:nvContentPartPr>
              <p14:xfrm>
                <a:off x="9976502" y="5449750"/>
                <a:ext cx="118440" cy="9360"/>
              </p14:xfrm>
            </p:contentPart>
          </mc:Choice>
          <mc:Fallback>
            <p:pic>
              <p:nvPicPr>
                <p:cNvPr id="447" name="Tinta 446">
                  <a:extLst>
                    <a:ext uri="{FF2B5EF4-FFF2-40B4-BE49-F238E27FC236}">
                      <a16:creationId xmlns:a16="http://schemas.microsoft.com/office/drawing/2014/main" id="{A373F422-E282-A35A-A269-86ACF85D4BC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958862" y="5431750"/>
                  <a:ext cx="154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48" name="Tinta 447">
                  <a:extLst>
                    <a:ext uri="{FF2B5EF4-FFF2-40B4-BE49-F238E27FC236}">
                      <a16:creationId xmlns:a16="http://schemas.microsoft.com/office/drawing/2014/main" id="{75FA44E1-84BD-E22E-4FF4-D2C16F9CA8CB}"/>
                    </a:ext>
                  </a:extLst>
                </p14:cNvPr>
                <p14:cNvContentPartPr/>
                <p14:nvPr/>
              </p14:nvContentPartPr>
              <p14:xfrm>
                <a:off x="10332902" y="5317990"/>
                <a:ext cx="87120" cy="251280"/>
              </p14:xfrm>
            </p:contentPart>
          </mc:Choice>
          <mc:Fallback>
            <p:pic>
              <p:nvPicPr>
                <p:cNvPr id="448" name="Tinta 447">
                  <a:extLst>
                    <a:ext uri="{FF2B5EF4-FFF2-40B4-BE49-F238E27FC236}">
                      <a16:creationId xmlns:a16="http://schemas.microsoft.com/office/drawing/2014/main" id="{75FA44E1-84BD-E22E-4FF4-D2C16F9CA8CB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0315262" y="5300350"/>
                  <a:ext cx="1227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49" name="Tinta 448">
                  <a:extLst>
                    <a:ext uri="{FF2B5EF4-FFF2-40B4-BE49-F238E27FC236}">
                      <a16:creationId xmlns:a16="http://schemas.microsoft.com/office/drawing/2014/main" id="{6A9BD9D4-3BA9-53DB-419D-FA17FCEAA0CD}"/>
                    </a:ext>
                  </a:extLst>
                </p14:cNvPr>
                <p14:cNvContentPartPr/>
                <p14:nvPr/>
              </p14:nvContentPartPr>
              <p14:xfrm>
                <a:off x="10465022" y="5346790"/>
                <a:ext cx="282240" cy="211680"/>
              </p14:xfrm>
            </p:contentPart>
          </mc:Choice>
          <mc:Fallback>
            <p:pic>
              <p:nvPicPr>
                <p:cNvPr id="449" name="Tinta 448">
                  <a:extLst>
                    <a:ext uri="{FF2B5EF4-FFF2-40B4-BE49-F238E27FC236}">
                      <a16:creationId xmlns:a16="http://schemas.microsoft.com/office/drawing/2014/main" id="{6A9BD9D4-3BA9-53DB-419D-FA17FCEAA0CD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0447022" y="5329150"/>
                  <a:ext cx="317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50" name="Tinta 449">
                  <a:extLst>
                    <a:ext uri="{FF2B5EF4-FFF2-40B4-BE49-F238E27FC236}">
                      <a16:creationId xmlns:a16="http://schemas.microsoft.com/office/drawing/2014/main" id="{7BA3215D-1861-70B8-F16C-1EEE2752F95A}"/>
                    </a:ext>
                  </a:extLst>
                </p14:cNvPr>
                <p14:cNvContentPartPr/>
                <p14:nvPr/>
              </p14:nvContentPartPr>
              <p14:xfrm>
                <a:off x="10654742" y="5399350"/>
                <a:ext cx="124560" cy="161280"/>
              </p14:xfrm>
            </p:contentPart>
          </mc:Choice>
          <mc:Fallback>
            <p:pic>
              <p:nvPicPr>
                <p:cNvPr id="450" name="Tinta 449">
                  <a:extLst>
                    <a:ext uri="{FF2B5EF4-FFF2-40B4-BE49-F238E27FC236}">
                      <a16:creationId xmlns:a16="http://schemas.microsoft.com/office/drawing/2014/main" id="{7BA3215D-1861-70B8-F16C-1EEE2752F95A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0636742" y="5381710"/>
                  <a:ext cx="160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51" name="Tinta 450">
                  <a:extLst>
                    <a:ext uri="{FF2B5EF4-FFF2-40B4-BE49-F238E27FC236}">
                      <a16:creationId xmlns:a16="http://schemas.microsoft.com/office/drawing/2014/main" id="{FEBCC5A2-7FB2-B132-1B44-72C9A2943447}"/>
                    </a:ext>
                  </a:extLst>
                </p14:cNvPr>
                <p14:cNvContentPartPr/>
                <p14:nvPr/>
              </p14:nvContentPartPr>
              <p14:xfrm>
                <a:off x="10716662" y="5119630"/>
                <a:ext cx="108360" cy="178560"/>
              </p14:xfrm>
            </p:contentPart>
          </mc:Choice>
          <mc:Fallback>
            <p:pic>
              <p:nvPicPr>
                <p:cNvPr id="451" name="Tinta 450">
                  <a:extLst>
                    <a:ext uri="{FF2B5EF4-FFF2-40B4-BE49-F238E27FC236}">
                      <a16:creationId xmlns:a16="http://schemas.microsoft.com/office/drawing/2014/main" id="{FEBCC5A2-7FB2-B132-1B44-72C9A294344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0699022" y="5101630"/>
                  <a:ext cx="144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52" name="Tinta 451">
                  <a:extLst>
                    <a:ext uri="{FF2B5EF4-FFF2-40B4-BE49-F238E27FC236}">
                      <a16:creationId xmlns:a16="http://schemas.microsoft.com/office/drawing/2014/main" id="{6522DD10-560D-8A85-38B7-D6D844DD5646}"/>
                    </a:ext>
                  </a:extLst>
                </p14:cNvPr>
                <p14:cNvContentPartPr/>
                <p14:nvPr/>
              </p14:nvContentPartPr>
              <p14:xfrm>
                <a:off x="10931582" y="5373790"/>
                <a:ext cx="3960" cy="172440"/>
              </p14:xfrm>
            </p:contentPart>
          </mc:Choice>
          <mc:Fallback>
            <p:pic>
              <p:nvPicPr>
                <p:cNvPr id="452" name="Tinta 451">
                  <a:extLst>
                    <a:ext uri="{FF2B5EF4-FFF2-40B4-BE49-F238E27FC236}">
                      <a16:creationId xmlns:a16="http://schemas.microsoft.com/office/drawing/2014/main" id="{6522DD10-560D-8A85-38B7-D6D844DD5646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0913942" y="5355790"/>
                  <a:ext cx="39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53" name="Tinta 452">
                  <a:extLst>
                    <a:ext uri="{FF2B5EF4-FFF2-40B4-BE49-F238E27FC236}">
                      <a16:creationId xmlns:a16="http://schemas.microsoft.com/office/drawing/2014/main" id="{76C71FDD-A169-A3ED-3883-81A2526BD301}"/>
                    </a:ext>
                  </a:extLst>
                </p14:cNvPr>
                <p14:cNvContentPartPr/>
                <p14:nvPr/>
              </p14:nvContentPartPr>
              <p14:xfrm>
                <a:off x="10888022" y="5461990"/>
                <a:ext cx="127080" cy="10440"/>
              </p14:xfrm>
            </p:contentPart>
          </mc:Choice>
          <mc:Fallback>
            <p:pic>
              <p:nvPicPr>
                <p:cNvPr id="453" name="Tinta 452">
                  <a:extLst>
                    <a:ext uri="{FF2B5EF4-FFF2-40B4-BE49-F238E27FC236}">
                      <a16:creationId xmlns:a16="http://schemas.microsoft.com/office/drawing/2014/main" id="{76C71FDD-A169-A3ED-3883-81A2526BD301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0870382" y="5443990"/>
                  <a:ext cx="162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55" name="Tinta 454">
                  <a:extLst>
                    <a:ext uri="{FF2B5EF4-FFF2-40B4-BE49-F238E27FC236}">
                      <a16:creationId xmlns:a16="http://schemas.microsoft.com/office/drawing/2014/main" id="{8AAE5DF9-674A-D1F4-BBDF-C671FB630B1B}"/>
                    </a:ext>
                  </a:extLst>
                </p14:cNvPr>
                <p14:cNvContentPartPr/>
                <p14:nvPr/>
              </p14:nvContentPartPr>
              <p14:xfrm>
                <a:off x="11121662" y="5362630"/>
                <a:ext cx="86040" cy="193680"/>
              </p14:xfrm>
            </p:contentPart>
          </mc:Choice>
          <mc:Fallback>
            <p:pic>
              <p:nvPicPr>
                <p:cNvPr id="455" name="Tinta 454">
                  <a:extLst>
                    <a:ext uri="{FF2B5EF4-FFF2-40B4-BE49-F238E27FC236}">
                      <a16:creationId xmlns:a16="http://schemas.microsoft.com/office/drawing/2014/main" id="{8AAE5DF9-674A-D1F4-BBDF-C671FB630B1B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1103662" y="5344630"/>
                  <a:ext cx="121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56" name="Tinta 455">
                  <a:extLst>
                    <a:ext uri="{FF2B5EF4-FFF2-40B4-BE49-F238E27FC236}">
                      <a16:creationId xmlns:a16="http://schemas.microsoft.com/office/drawing/2014/main" id="{AD69B944-8D37-DEB0-2374-4654AA1D3CEF}"/>
                    </a:ext>
                  </a:extLst>
                </p14:cNvPr>
                <p14:cNvContentPartPr/>
                <p14:nvPr/>
              </p14:nvContentPartPr>
              <p14:xfrm>
                <a:off x="11295542" y="5344630"/>
                <a:ext cx="47520" cy="360"/>
              </p14:xfrm>
            </p:contentPart>
          </mc:Choice>
          <mc:Fallback>
            <p:pic>
              <p:nvPicPr>
                <p:cNvPr id="456" name="Tinta 455">
                  <a:extLst>
                    <a:ext uri="{FF2B5EF4-FFF2-40B4-BE49-F238E27FC236}">
                      <a16:creationId xmlns:a16="http://schemas.microsoft.com/office/drawing/2014/main" id="{AD69B944-8D37-DEB0-2374-4654AA1D3CEF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1277542" y="5326630"/>
                  <a:ext cx="83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57" name="Tinta 456">
                  <a:extLst>
                    <a:ext uri="{FF2B5EF4-FFF2-40B4-BE49-F238E27FC236}">
                      <a16:creationId xmlns:a16="http://schemas.microsoft.com/office/drawing/2014/main" id="{9679D40E-6A08-A4B1-BC7B-F5917B21C8F7}"/>
                    </a:ext>
                  </a:extLst>
                </p14:cNvPr>
                <p14:cNvContentPartPr/>
                <p14:nvPr/>
              </p14:nvContentPartPr>
              <p14:xfrm>
                <a:off x="11266382" y="5344630"/>
                <a:ext cx="105480" cy="236160"/>
              </p14:xfrm>
            </p:contentPart>
          </mc:Choice>
          <mc:Fallback>
            <p:pic>
              <p:nvPicPr>
                <p:cNvPr id="457" name="Tinta 456">
                  <a:extLst>
                    <a:ext uri="{FF2B5EF4-FFF2-40B4-BE49-F238E27FC236}">
                      <a16:creationId xmlns:a16="http://schemas.microsoft.com/office/drawing/2014/main" id="{9679D40E-6A08-A4B1-BC7B-F5917B21C8F7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1248742" y="5326630"/>
                  <a:ext cx="141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58" name="Tinta 457">
                  <a:extLst>
                    <a:ext uri="{FF2B5EF4-FFF2-40B4-BE49-F238E27FC236}">
                      <a16:creationId xmlns:a16="http://schemas.microsoft.com/office/drawing/2014/main" id="{D6123711-D50E-7414-5318-84DB266903BC}"/>
                    </a:ext>
                  </a:extLst>
                </p14:cNvPr>
                <p14:cNvContentPartPr/>
                <p14:nvPr/>
              </p14:nvContentPartPr>
              <p14:xfrm>
                <a:off x="11392382" y="5446150"/>
                <a:ext cx="109800" cy="150120"/>
              </p14:xfrm>
            </p:contentPart>
          </mc:Choice>
          <mc:Fallback>
            <p:pic>
              <p:nvPicPr>
                <p:cNvPr id="458" name="Tinta 457">
                  <a:extLst>
                    <a:ext uri="{FF2B5EF4-FFF2-40B4-BE49-F238E27FC236}">
                      <a16:creationId xmlns:a16="http://schemas.microsoft.com/office/drawing/2014/main" id="{D6123711-D50E-7414-5318-84DB266903BC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1374742" y="5428510"/>
                  <a:ext cx="145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59" name="Tinta 458">
                  <a:extLst>
                    <a:ext uri="{FF2B5EF4-FFF2-40B4-BE49-F238E27FC236}">
                      <a16:creationId xmlns:a16="http://schemas.microsoft.com/office/drawing/2014/main" id="{38BD9F1B-2956-10D6-3AB6-64548A9B9A04}"/>
                    </a:ext>
                  </a:extLst>
                </p14:cNvPr>
                <p14:cNvContentPartPr/>
                <p14:nvPr/>
              </p14:nvContentPartPr>
              <p14:xfrm>
                <a:off x="11419742" y="5461990"/>
                <a:ext cx="99720" cy="126720"/>
              </p14:xfrm>
            </p:contentPart>
          </mc:Choice>
          <mc:Fallback>
            <p:pic>
              <p:nvPicPr>
                <p:cNvPr id="459" name="Tinta 458">
                  <a:extLst>
                    <a:ext uri="{FF2B5EF4-FFF2-40B4-BE49-F238E27FC236}">
                      <a16:creationId xmlns:a16="http://schemas.microsoft.com/office/drawing/2014/main" id="{38BD9F1B-2956-10D6-3AB6-64548A9B9A0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1401742" y="5443990"/>
                  <a:ext cx="135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60" name="Tinta 459">
                  <a:extLst>
                    <a:ext uri="{FF2B5EF4-FFF2-40B4-BE49-F238E27FC236}">
                      <a16:creationId xmlns:a16="http://schemas.microsoft.com/office/drawing/2014/main" id="{185E3C91-D6F0-FF9C-CEFE-1F3CAFF781A5}"/>
                    </a:ext>
                  </a:extLst>
                </p14:cNvPr>
                <p14:cNvContentPartPr/>
                <p14:nvPr/>
              </p14:nvContentPartPr>
              <p14:xfrm>
                <a:off x="11528102" y="5195950"/>
                <a:ext cx="168840" cy="346680"/>
              </p14:xfrm>
            </p:contentPart>
          </mc:Choice>
          <mc:Fallback>
            <p:pic>
              <p:nvPicPr>
                <p:cNvPr id="460" name="Tinta 459">
                  <a:extLst>
                    <a:ext uri="{FF2B5EF4-FFF2-40B4-BE49-F238E27FC236}">
                      <a16:creationId xmlns:a16="http://schemas.microsoft.com/office/drawing/2014/main" id="{185E3C91-D6F0-FF9C-CEFE-1F3CAFF781A5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1510462" y="5178310"/>
                  <a:ext cx="2044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61" name="Tinta 460">
                  <a:extLst>
                    <a:ext uri="{FF2B5EF4-FFF2-40B4-BE49-F238E27FC236}">
                      <a16:creationId xmlns:a16="http://schemas.microsoft.com/office/drawing/2014/main" id="{F00EB283-9E5F-1949-D815-BBA02F2E85F4}"/>
                    </a:ext>
                  </a:extLst>
                </p14:cNvPr>
                <p14:cNvContentPartPr/>
                <p14:nvPr/>
              </p14:nvContentPartPr>
              <p14:xfrm>
                <a:off x="11637182" y="5464150"/>
                <a:ext cx="86040" cy="22680"/>
              </p14:xfrm>
            </p:contentPart>
          </mc:Choice>
          <mc:Fallback>
            <p:pic>
              <p:nvPicPr>
                <p:cNvPr id="461" name="Tinta 460">
                  <a:extLst>
                    <a:ext uri="{FF2B5EF4-FFF2-40B4-BE49-F238E27FC236}">
                      <a16:creationId xmlns:a16="http://schemas.microsoft.com/office/drawing/2014/main" id="{F00EB283-9E5F-1949-D815-BBA02F2E85F4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11619182" y="5446510"/>
                  <a:ext cx="121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63" name="Tinta 462">
                  <a:extLst>
                    <a:ext uri="{FF2B5EF4-FFF2-40B4-BE49-F238E27FC236}">
                      <a16:creationId xmlns:a16="http://schemas.microsoft.com/office/drawing/2014/main" id="{1BD583D2-E194-88F0-5489-7F549E49668B}"/>
                    </a:ext>
                  </a:extLst>
                </p14:cNvPr>
                <p14:cNvContentPartPr/>
                <p14:nvPr/>
              </p14:nvContentPartPr>
              <p14:xfrm>
                <a:off x="11880542" y="5306830"/>
                <a:ext cx="124560" cy="245880"/>
              </p14:xfrm>
            </p:contentPart>
          </mc:Choice>
          <mc:Fallback>
            <p:pic>
              <p:nvPicPr>
                <p:cNvPr id="463" name="Tinta 462">
                  <a:extLst>
                    <a:ext uri="{FF2B5EF4-FFF2-40B4-BE49-F238E27FC236}">
                      <a16:creationId xmlns:a16="http://schemas.microsoft.com/office/drawing/2014/main" id="{1BD583D2-E194-88F0-5489-7F549E49668B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1862542" y="5289190"/>
                  <a:ext cx="160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64" name="Tinta 463">
                  <a:extLst>
                    <a:ext uri="{FF2B5EF4-FFF2-40B4-BE49-F238E27FC236}">
                      <a16:creationId xmlns:a16="http://schemas.microsoft.com/office/drawing/2014/main" id="{1D80460E-5563-8993-6AF8-43467E803CFD}"/>
                    </a:ext>
                  </a:extLst>
                </p14:cNvPr>
                <p14:cNvContentPartPr/>
                <p14:nvPr/>
              </p14:nvContentPartPr>
              <p14:xfrm>
                <a:off x="12061622" y="5399350"/>
                <a:ext cx="109800" cy="132120"/>
              </p14:xfrm>
            </p:contentPart>
          </mc:Choice>
          <mc:Fallback>
            <p:pic>
              <p:nvPicPr>
                <p:cNvPr id="464" name="Tinta 463">
                  <a:extLst>
                    <a:ext uri="{FF2B5EF4-FFF2-40B4-BE49-F238E27FC236}">
                      <a16:creationId xmlns:a16="http://schemas.microsoft.com/office/drawing/2014/main" id="{1D80460E-5563-8993-6AF8-43467E803CFD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2043982" y="5381710"/>
                  <a:ext cx="145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65" name="Tinta 464">
                  <a:extLst>
                    <a:ext uri="{FF2B5EF4-FFF2-40B4-BE49-F238E27FC236}">
                      <a16:creationId xmlns:a16="http://schemas.microsoft.com/office/drawing/2014/main" id="{EBB2CDC9-A720-F3EF-4B6C-7BC0851B5D89}"/>
                    </a:ext>
                  </a:extLst>
                </p14:cNvPr>
                <p14:cNvContentPartPr/>
                <p14:nvPr/>
              </p14:nvContentPartPr>
              <p14:xfrm>
                <a:off x="12091502" y="5413750"/>
                <a:ext cx="111960" cy="136800"/>
              </p14:xfrm>
            </p:contentPart>
          </mc:Choice>
          <mc:Fallback>
            <p:pic>
              <p:nvPicPr>
                <p:cNvPr id="465" name="Tinta 464">
                  <a:extLst>
                    <a:ext uri="{FF2B5EF4-FFF2-40B4-BE49-F238E27FC236}">
                      <a16:creationId xmlns:a16="http://schemas.microsoft.com/office/drawing/2014/main" id="{EBB2CDC9-A720-F3EF-4B6C-7BC0851B5D89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2073862" y="5396110"/>
                  <a:ext cx="147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66" name="Tinta 465">
                  <a:extLst>
                    <a:ext uri="{FF2B5EF4-FFF2-40B4-BE49-F238E27FC236}">
                      <a16:creationId xmlns:a16="http://schemas.microsoft.com/office/drawing/2014/main" id="{F082AC4D-8A06-AC69-B0FB-0CFB7143A0D6}"/>
                    </a:ext>
                  </a:extLst>
                </p14:cNvPr>
                <p14:cNvContentPartPr/>
                <p14:nvPr/>
              </p14:nvContentPartPr>
              <p14:xfrm>
                <a:off x="12300302" y="5375950"/>
                <a:ext cx="115920" cy="180360"/>
              </p14:xfrm>
            </p:contentPart>
          </mc:Choice>
          <mc:Fallback>
            <p:pic>
              <p:nvPicPr>
                <p:cNvPr id="466" name="Tinta 465">
                  <a:extLst>
                    <a:ext uri="{FF2B5EF4-FFF2-40B4-BE49-F238E27FC236}">
                      <a16:creationId xmlns:a16="http://schemas.microsoft.com/office/drawing/2014/main" id="{F082AC4D-8A06-AC69-B0FB-0CFB7143A0D6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2282302" y="5357950"/>
                  <a:ext cx="151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69" name="Tinta 468">
                  <a:extLst>
                    <a:ext uri="{FF2B5EF4-FFF2-40B4-BE49-F238E27FC236}">
                      <a16:creationId xmlns:a16="http://schemas.microsoft.com/office/drawing/2014/main" id="{8F8362DF-E40F-6A29-5CD5-3BA2373BF849}"/>
                    </a:ext>
                  </a:extLst>
                </p14:cNvPr>
                <p14:cNvContentPartPr/>
                <p14:nvPr/>
              </p14:nvContentPartPr>
              <p14:xfrm>
                <a:off x="12563822" y="5338150"/>
                <a:ext cx="113040" cy="278280"/>
              </p14:xfrm>
            </p:contentPart>
          </mc:Choice>
          <mc:Fallback>
            <p:pic>
              <p:nvPicPr>
                <p:cNvPr id="469" name="Tinta 468">
                  <a:extLst>
                    <a:ext uri="{FF2B5EF4-FFF2-40B4-BE49-F238E27FC236}">
                      <a16:creationId xmlns:a16="http://schemas.microsoft.com/office/drawing/2014/main" id="{8F8362DF-E40F-6A29-5CD5-3BA2373BF849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2545822" y="5320150"/>
                  <a:ext cx="148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70" name="Tinta 469">
                  <a:extLst>
                    <a:ext uri="{FF2B5EF4-FFF2-40B4-BE49-F238E27FC236}">
                      <a16:creationId xmlns:a16="http://schemas.microsoft.com/office/drawing/2014/main" id="{D7648FCE-8393-2169-088F-57DD93DD6467}"/>
                    </a:ext>
                  </a:extLst>
                </p14:cNvPr>
                <p14:cNvContentPartPr/>
                <p14:nvPr/>
              </p14:nvContentPartPr>
              <p14:xfrm>
                <a:off x="12589742" y="5473150"/>
                <a:ext cx="115920" cy="12600"/>
              </p14:xfrm>
            </p:contentPart>
          </mc:Choice>
          <mc:Fallback>
            <p:pic>
              <p:nvPicPr>
                <p:cNvPr id="470" name="Tinta 469">
                  <a:extLst>
                    <a:ext uri="{FF2B5EF4-FFF2-40B4-BE49-F238E27FC236}">
                      <a16:creationId xmlns:a16="http://schemas.microsoft.com/office/drawing/2014/main" id="{D7648FCE-8393-2169-088F-57DD93DD6467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2571742" y="5455150"/>
                  <a:ext cx="151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72" name="Tinta 471">
                  <a:extLst>
                    <a:ext uri="{FF2B5EF4-FFF2-40B4-BE49-F238E27FC236}">
                      <a16:creationId xmlns:a16="http://schemas.microsoft.com/office/drawing/2014/main" id="{D42103A9-E6FE-198D-1FBD-06846C37A150}"/>
                    </a:ext>
                  </a:extLst>
                </p14:cNvPr>
                <p14:cNvContentPartPr/>
                <p14:nvPr/>
              </p14:nvContentPartPr>
              <p14:xfrm>
                <a:off x="7801022" y="4888510"/>
                <a:ext cx="5268960" cy="1022400"/>
              </p14:xfrm>
            </p:contentPart>
          </mc:Choice>
          <mc:Fallback>
            <p:pic>
              <p:nvPicPr>
                <p:cNvPr id="472" name="Tinta 471">
                  <a:extLst>
                    <a:ext uri="{FF2B5EF4-FFF2-40B4-BE49-F238E27FC236}">
                      <a16:creationId xmlns:a16="http://schemas.microsoft.com/office/drawing/2014/main" id="{D42103A9-E6FE-198D-1FBD-06846C37A150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7783022" y="4870510"/>
                  <a:ext cx="5304600" cy="10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Agrupar 476">
            <a:extLst>
              <a:ext uri="{FF2B5EF4-FFF2-40B4-BE49-F238E27FC236}">
                <a16:creationId xmlns:a16="http://schemas.microsoft.com/office/drawing/2014/main" id="{A38E5B75-6119-20CC-CE1E-4225D3CC5D69}"/>
              </a:ext>
            </a:extLst>
          </p:cNvPr>
          <p:cNvGrpSpPr/>
          <p:nvPr/>
        </p:nvGrpSpPr>
        <p:grpSpPr>
          <a:xfrm>
            <a:off x="322382" y="1063781"/>
            <a:ext cx="6255720" cy="869129"/>
            <a:chOff x="322382" y="1063781"/>
            <a:chExt cx="6255720" cy="86912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9C560DF2-70DD-2DC3-7755-CB7241C03F8A}"/>
                    </a:ext>
                  </a:extLst>
                </p14:cNvPr>
                <p14:cNvContentPartPr/>
                <p14:nvPr/>
              </p14:nvContentPartPr>
              <p14:xfrm>
                <a:off x="6303422" y="1284101"/>
                <a:ext cx="274680" cy="1821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9C560DF2-70DD-2DC3-7755-CB7241C03F8A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6285782" y="1266101"/>
                  <a:ext cx="310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DCDDE3F9-77FF-B532-D3B1-25D14498742E}"/>
                    </a:ext>
                  </a:extLst>
                </p14:cNvPr>
                <p14:cNvContentPartPr/>
                <p14:nvPr/>
              </p14:nvContentPartPr>
              <p14:xfrm>
                <a:off x="427862" y="1268981"/>
                <a:ext cx="136800" cy="5007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DCDDE3F9-77FF-B532-D3B1-25D14498742E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409862" y="1251341"/>
                  <a:ext cx="17244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23765365-75A1-FD51-143E-0C84F53E6CD0}"/>
                    </a:ext>
                  </a:extLst>
                </p14:cNvPr>
                <p14:cNvContentPartPr/>
                <p14:nvPr/>
              </p14:nvContentPartPr>
              <p14:xfrm>
                <a:off x="322382" y="1559861"/>
                <a:ext cx="192960" cy="115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23765365-75A1-FD51-143E-0C84F53E6CD0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304382" y="1542221"/>
                  <a:ext cx="228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AC17764C-4478-6F03-CD05-C4B2D6E9ED02}"/>
                    </a:ext>
                  </a:extLst>
                </p14:cNvPr>
                <p14:cNvContentPartPr/>
                <p14:nvPr/>
              </p14:nvContentPartPr>
              <p14:xfrm>
                <a:off x="651422" y="1325501"/>
                <a:ext cx="89640" cy="2955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AC17764C-4478-6F03-CD05-C4B2D6E9ED02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633782" y="1307501"/>
                  <a:ext cx="1252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26A70121-A860-5717-4E04-25A0E8F3B61C}"/>
                    </a:ext>
                  </a:extLst>
                </p14:cNvPr>
                <p14:cNvContentPartPr/>
                <p14:nvPr/>
              </p14:nvContentPartPr>
              <p14:xfrm>
                <a:off x="782822" y="1430261"/>
                <a:ext cx="163080" cy="1702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26A70121-A860-5717-4E04-25A0E8F3B61C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765182" y="1412621"/>
                  <a:ext cx="198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9317582C-CB8A-5964-80CD-4ACBEB6B125D}"/>
                    </a:ext>
                  </a:extLst>
                </p14:cNvPr>
                <p14:cNvContentPartPr/>
                <p14:nvPr/>
              </p14:nvContentPartPr>
              <p14:xfrm>
                <a:off x="793982" y="1433861"/>
                <a:ext cx="204120" cy="1188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9317582C-CB8A-5964-80CD-4ACBEB6B125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776342" y="1415861"/>
                  <a:ext cx="239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59456A2-129E-BE8B-CD2C-5B212DA0D3D9}"/>
                    </a:ext>
                  </a:extLst>
                </p14:cNvPr>
                <p14:cNvContentPartPr/>
                <p14:nvPr/>
              </p14:nvContentPartPr>
              <p14:xfrm>
                <a:off x="1073702" y="1333061"/>
                <a:ext cx="421200" cy="2977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59456A2-129E-BE8B-CD2C-5B212DA0D3D9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055702" y="1315421"/>
                  <a:ext cx="4568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DFBD8404-80FA-BA8F-9C76-68CE5E7A28CD}"/>
                    </a:ext>
                  </a:extLst>
                </p14:cNvPr>
                <p14:cNvContentPartPr/>
                <p14:nvPr/>
              </p14:nvContentPartPr>
              <p14:xfrm>
                <a:off x="1310582" y="1452581"/>
                <a:ext cx="179280" cy="115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DFBD8404-80FA-BA8F-9C76-68CE5E7A28CD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292942" y="1434941"/>
                  <a:ext cx="214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0112CD1-7861-1325-29C4-539C4DD36C14}"/>
                    </a:ext>
                  </a:extLst>
                </p14:cNvPr>
                <p14:cNvContentPartPr/>
                <p14:nvPr/>
              </p14:nvContentPartPr>
              <p14:xfrm>
                <a:off x="1762382" y="1280501"/>
                <a:ext cx="346320" cy="2826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0112CD1-7861-1325-29C4-539C4DD36C14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744382" y="1262861"/>
                  <a:ext cx="381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1FCD305-5C51-8C79-A708-5F72331DD589}"/>
                    </a:ext>
                  </a:extLst>
                </p14:cNvPr>
                <p14:cNvContentPartPr/>
                <p14:nvPr/>
              </p14:nvContentPartPr>
              <p14:xfrm>
                <a:off x="1962902" y="1363301"/>
                <a:ext cx="149400" cy="15336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1FCD305-5C51-8C79-A708-5F72331DD589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944902" y="1345661"/>
                  <a:ext cx="185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5FBF534E-0485-C6C0-9356-A915690662B3}"/>
                    </a:ext>
                  </a:extLst>
                </p14:cNvPr>
                <p14:cNvContentPartPr/>
                <p14:nvPr/>
              </p14:nvContentPartPr>
              <p14:xfrm>
                <a:off x="2150102" y="1092941"/>
                <a:ext cx="58680" cy="136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5FBF534E-0485-C6C0-9356-A915690662B3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2132462" y="1074941"/>
                  <a:ext cx="94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877E6CC7-A2D7-E5BA-67EA-6581AF78E0BE}"/>
                    </a:ext>
                  </a:extLst>
                </p14:cNvPr>
                <p14:cNvContentPartPr/>
                <p14:nvPr/>
              </p14:nvContentPartPr>
              <p14:xfrm>
                <a:off x="2111582" y="1106261"/>
                <a:ext cx="102960" cy="2239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877E6CC7-A2D7-E5BA-67EA-6581AF78E0BE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2093582" y="1088621"/>
                  <a:ext cx="138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063FC175-9B06-0880-9A82-B5D39E7EE1A6}"/>
                    </a:ext>
                  </a:extLst>
                </p14:cNvPr>
                <p14:cNvContentPartPr/>
                <p14:nvPr/>
              </p14:nvContentPartPr>
              <p14:xfrm>
                <a:off x="2351342" y="1375541"/>
                <a:ext cx="3960" cy="1558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063FC175-9B06-0880-9A82-B5D39E7EE1A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333702" y="1357901"/>
                  <a:ext cx="39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401946EB-A4F9-AE7C-85DC-E03B24626AEA}"/>
                    </a:ext>
                  </a:extLst>
                </p14:cNvPr>
                <p14:cNvContentPartPr/>
                <p14:nvPr/>
              </p14:nvContentPartPr>
              <p14:xfrm>
                <a:off x="2265662" y="1451501"/>
                <a:ext cx="221400" cy="428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401946EB-A4F9-AE7C-85DC-E03B24626AEA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2248022" y="1433861"/>
                  <a:ext cx="257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E958F01D-16D4-3F16-5826-18359D4A1055}"/>
                    </a:ext>
                  </a:extLst>
                </p14:cNvPr>
                <p14:cNvContentPartPr/>
                <p14:nvPr/>
              </p14:nvContentPartPr>
              <p14:xfrm>
                <a:off x="2632142" y="1344221"/>
                <a:ext cx="95040" cy="23832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E958F01D-16D4-3F16-5826-18359D4A1055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614142" y="1326581"/>
                  <a:ext cx="130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E30EDCF5-F751-184B-412B-817E67E6748F}"/>
                    </a:ext>
                  </a:extLst>
                </p14:cNvPr>
                <p14:cNvContentPartPr/>
                <p14:nvPr/>
              </p14:nvContentPartPr>
              <p14:xfrm>
                <a:off x="2829422" y="1381301"/>
                <a:ext cx="92160" cy="1580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E30EDCF5-F751-184B-412B-817E67E6748F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811782" y="1363301"/>
                  <a:ext cx="127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536EE18-8D4D-07EB-CC93-6D2E8E5A390C}"/>
                    </a:ext>
                  </a:extLst>
                </p14:cNvPr>
                <p14:cNvContentPartPr/>
                <p14:nvPr/>
              </p14:nvContentPartPr>
              <p14:xfrm>
                <a:off x="2797382" y="1390301"/>
                <a:ext cx="194040" cy="15912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536EE18-8D4D-07EB-CC93-6D2E8E5A390C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779382" y="1372301"/>
                  <a:ext cx="229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248BB1AA-06E2-8152-D641-4F542F4EADE4}"/>
                    </a:ext>
                  </a:extLst>
                </p14:cNvPr>
                <p14:cNvContentPartPr/>
                <p14:nvPr/>
              </p14:nvContentPartPr>
              <p14:xfrm>
                <a:off x="2909702" y="1063781"/>
                <a:ext cx="111600" cy="1782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248BB1AA-06E2-8152-D641-4F542F4EADE4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891702" y="1046141"/>
                  <a:ext cx="147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D61A0D3-E8B0-A455-794C-538B0D067567}"/>
                    </a:ext>
                  </a:extLst>
                </p14:cNvPr>
                <p14:cNvContentPartPr/>
                <p14:nvPr/>
              </p14:nvContentPartPr>
              <p14:xfrm>
                <a:off x="3243062" y="1333061"/>
                <a:ext cx="360" cy="2048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D61A0D3-E8B0-A455-794C-538B0D067567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3225422" y="1315421"/>
                  <a:ext cx="36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EFFF98AD-D20A-9624-F294-7C0368903A48}"/>
                    </a:ext>
                  </a:extLst>
                </p14:cNvPr>
                <p14:cNvContentPartPr/>
                <p14:nvPr/>
              </p14:nvContentPartPr>
              <p14:xfrm>
                <a:off x="3174662" y="1425941"/>
                <a:ext cx="109800" cy="72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EFFF98AD-D20A-9624-F294-7C0368903A48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3157022" y="1407941"/>
                  <a:ext cx="145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5DEA744-A5A6-A330-E49D-40AAB41F9A26}"/>
                    </a:ext>
                  </a:extLst>
                </p14:cNvPr>
                <p14:cNvContentPartPr/>
                <p14:nvPr/>
              </p14:nvContentPartPr>
              <p14:xfrm>
                <a:off x="3526382" y="1235861"/>
                <a:ext cx="92160" cy="1368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5DEA744-A5A6-A330-E49D-40AAB41F9A26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508382" y="1218221"/>
                  <a:ext cx="127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74D41694-58F6-8D3F-097C-C1D5A1532B78}"/>
                    </a:ext>
                  </a:extLst>
                </p14:cNvPr>
                <p14:cNvContentPartPr/>
                <p14:nvPr/>
              </p14:nvContentPartPr>
              <p14:xfrm>
                <a:off x="3495782" y="1254941"/>
                <a:ext cx="146520" cy="2808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74D41694-58F6-8D3F-097C-C1D5A1532B78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477782" y="1236941"/>
                  <a:ext cx="1821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8833D22B-DA3A-45CE-1913-2FE24BDF9581}"/>
                    </a:ext>
                  </a:extLst>
                </p14:cNvPr>
                <p14:cNvContentPartPr/>
                <p14:nvPr/>
              </p14:nvContentPartPr>
              <p14:xfrm>
                <a:off x="3701342" y="1391381"/>
                <a:ext cx="111960" cy="1411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8833D22B-DA3A-45CE-1913-2FE24BDF9581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683702" y="1373381"/>
                  <a:ext cx="147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AA3D99B0-8A93-37C8-1E0C-8B7C237A543C}"/>
                    </a:ext>
                  </a:extLst>
                </p14:cNvPr>
                <p14:cNvContentPartPr/>
                <p14:nvPr/>
              </p14:nvContentPartPr>
              <p14:xfrm>
                <a:off x="3686582" y="1397861"/>
                <a:ext cx="173160" cy="1533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AA3D99B0-8A93-37C8-1E0C-8B7C237A543C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668582" y="1380221"/>
                  <a:ext cx="20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75DD72E8-77BA-E84F-C76F-B89573ABD3FF}"/>
                    </a:ext>
                  </a:extLst>
                </p14:cNvPr>
                <p14:cNvContentPartPr/>
                <p14:nvPr/>
              </p14:nvContentPartPr>
              <p14:xfrm>
                <a:off x="3836702" y="1146581"/>
                <a:ext cx="127800" cy="2059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75DD72E8-77BA-E84F-C76F-B89573ABD3FF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3819062" y="1128581"/>
                  <a:ext cx="16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53E1367E-5967-7796-8D4C-73D5143EA0B8}"/>
                    </a:ext>
                  </a:extLst>
                </p14:cNvPr>
                <p14:cNvContentPartPr/>
                <p14:nvPr/>
              </p14:nvContentPartPr>
              <p14:xfrm>
                <a:off x="4106342" y="1364381"/>
                <a:ext cx="1440" cy="1771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53E1367E-5967-7796-8D4C-73D5143EA0B8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4088342" y="1346741"/>
                  <a:ext cx="3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926B58F-B602-3B96-491C-FE8AEB522301}"/>
                    </a:ext>
                  </a:extLst>
                </p14:cNvPr>
                <p14:cNvContentPartPr/>
                <p14:nvPr/>
              </p14:nvContentPartPr>
              <p14:xfrm>
                <a:off x="4039022" y="1432781"/>
                <a:ext cx="129600" cy="1944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926B58F-B602-3B96-491C-FE8AEB522301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021382" y="1414781"/>
                  <a:ext cx="165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44D446E8-8473-647D-D569-6BDA96FEC6DE}"/>
                    </a:ext>
                  </a:extLst>
                </p14:cNvPr>
                <p14:cNvContentPartPr/>
                <p14:nvPr/>
              </p14:nvContentPartPr>
              <p14:xfrm>
                <a:off x="4366982" y="1212461"/>
                <a:ext cx="143280" cy="3200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44D446E8-8473-647D-D569-6BDA96FEC6DE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349342" y="1194461"/>
                  <a:ext cx="1789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38F1D28A-44CC-00B9-2844-29CBCA28E3BC}"/>
                    </a:ext>
                  </a:extLst>
                </p14:cNvPr>
                <p14:cNvContentPartPr/>
                <p14:nvPr/>
              </p14:nvContentPartPr>
              <p14:xfrm>
                <a:off x="4569302" y="1346381"/>
                <a:ext cx="158040" cy="1702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38F1D28A-44CC-00B9-2844-29CBCA28E3BC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551662" y="1328741"/>
                  <a:ext cx="193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B8DE069B-C404-5DC1-388B-9F154D48E613}"/>
                    </a:ext>
                  </a:extLst>
                </p14:cNvPr>
                <p14:cNvContentPartPr/>
                <p14:nvPr/>
              </p14:nvContentPartPr>
              <p14:xfrm>
                <a:off x="4591982" y="1380221"/>
                <a:ext cx="161640" cy="1645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B8DE069B-C404-5DC1-388B-9F154D48E613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573982" y="1362221"/>
                  <a:ext cx="197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183360FE-45AA-2E32-D06A-D789188D492B}"/>
                    </a:ext>
                  </a:extLst>
                </p14:cNvPr>
                <p14:cNvContentPartPr/>
                <p14:nvPr/>
              </p14:nvContentPartPr>
              <p14:xfrm>
                <a:off x="4716542" y="1121021"/>
                <a:ext cx="133920" cy="1688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183360FE-45AA-2E32-D06A-D789188D492B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698542" y="1103021"/>
                  <a:ext cx="169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C858A91-AB65-B338-9C2C-AFB3A3B0D628}"/>
                    </a:ext>
                  </a:extLst>
                </p14:cNvPr>
                <p14:cNvContentPartPr/>
                <p14:nvPr/>
              </p14:nvContentPartPr>
              <p14:xfrm>
                <a:off x="5026502" y="1311821"/>
                <a:ext cx="5400" cy="1836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C858A91-AB65-B338-9C2C-AFB3A3B0D628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5008502" y="1294181"/>
                  <a:ext cx="41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2B8A9A0F-779A-C8AF-356C-4E3D99739B32}"/>
                    </a:ext>
                  </a:extLst>
                </p14:cNvPr>
                <p14:cNvContentPartPr/>
                <p14:nvPr/>
              </p14:nvContentPartPr>
              <p14:xfrm>
                <a:off x="4974302" y="1395701"/>
                <a:ext cx="118440" cy="216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2B8A9A0F-779A-C8AF-356C-4E3D99739B32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956662" y="1378061"/>
                  <a:ext cx="154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8A336139-00B0-9B22-DA2D-5630DC36FF80}"/>
                    </a:ext>
                  </a:extLst>
                </p14:cNvPr>
                <p14:cNvContentPartPr/>
                <p14:nvPr/>
              </p14:nvContentPartPr>
              <p14:xfrm>
                <a:off x="5302262" y="1248461"/>
                <a:ext cx="128160" cy="2548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8A336139-00B0-9B22-DA2D-5630DC36FF80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284262" y="1230461"/>
                  <a:ext cx="1638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D0D8BC40-F4C9-1215-CD85-D1F34BB1A73F}"/>
                    </a:ext>
                  </a:extLst>
                </p14:cNvPr>
                <p14:cNvContentPartPr/>
                <p14:nvPr/>
              </p14:nvContentPartPr>
              <p14:xfrm>
                <a:off x="5322062" y="1308581"/>
                <a:ext cx="323280" cy="14004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D0D8BC40-F4C9-1215-CD85-D1F34BB1A73F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304062" y="1290581"/>
                  <a:ext cx="358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C15DEFD-7791-B02D-FF8D-DF446292A7A3}"/>
                    </a:ext>
                  </a:extLst>
                </p14:cNvPr>
                <p14:cNvContentPartPr/>
                <p14:nvPr/>
              </p14:nvContentPartPr>
              <p14:xfrm>
                <a:off x="5542022" y="1334141"/>
                <a:ext cx="154440" cy="1368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C15DEFD-7791-B02D-FF8D-DF446292A7A3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524022" y="1316501"/>
                  <a:ext cx="190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9A849DC-6A24-028B-83CF-3033A6F281AB}"/>
                    </a:ext>
                  </a:extLst>
                </p14:cNvPr>
                <p14:cNvContentPartPr/>
                <p14:nvPr/>
              </p14:nvContentPartPr>
              <p14:xfrm>
                <a:off x="5954222" y="1296341"/>
                <a:ext cx="30240" cy="2005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9A849DC-6A24-028B-83CF-3033A6F281AB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936222" y="1278341"/>
                  <a:ext cx="65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95E40DF7-7AA1-44B6-2263-0C117B5696F7}"/>
                    </a:ext>
                  </a:extLst>
                </p14:cNvPr>
                <p14:cNvContentPartPr/>
                <p14:nvPr/>
              </p14:nvContentPartPr>
              <p14:xfrm>
                <a:off x="5891942" y="1376621"/>
                <a:ext cx="199080" cy="147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95E40DF7-7AA1-44B6-2263-0C117B5696F7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874302" y="1358981"/>
                  <a:ext cx="234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474" name="Tinta 473">
                  <a:extLst>
                    <a:ext uri="{FF2B5EF4-FFF2-40B4-BE49-F238E27FC236}">
                      <a16:creationId xmlns:a16="http://schemas.microsoft.com/office/drawing/2014/main" id="{C394A7C4-2B07-BB31-EADA-52DC52B43B02}"/>
                    </a:ext>
                  </a:extLst>
                </p14:cNvPr>
                <p14:cNvContentPartPr/>
                <p14:nvPr/>
              </p14:nvContentPartPr>
              <p14:xfrm>
                <a:off x="547022" y="1705390"/>
                <a:ext cx="5437440" cy="227520"/>
              </p14:xfrm>
            </p:contentPart>
          </mc:Choice>
          <mc:Fallback>
            <p:pic>
              <p:nvPicPr>
                <p:cNvPr id="474" name="Tinta 473">
                  <a:extLst>
                    <a:ext uri="{FF2B5EF4-FFF2-40B4-BE49-F238E27FC236}">
                      <a16:creationId xmlns:a16="http://schemas.microsoft.com/office/drawing/2014/main" id="{C394A7C4-2B07-BB31-EADA-52DC52B43B02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29022" y="1687750"/>
                  <a:ext cx="5473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76" name="Tinta 475">
                  <a:extLst>
                    <a:ext uri="{FF2B5EF4-FFF2-40B4-BE49-F238E27FC236}">
                      <a16:creationId xmlns:a16="http://schemas.microsoft.com/office/drawing/2014/main" id="{0B863E06-AACD-4182-E412-B7EDCA52164A}"/>
                    </a:ext>
                  </a:extLst>
                </p14:cNvPr>
                <p14:cNvContentPartPr/>
                <p14:nvPr/>
              </p14:nvContentPartPr>
              <p14:xfrm>
                <a:off x="5951702" y="1635190"/>
                <a:ext cx="535320" cy="74160"/>
              </p14:xfrm>
            </p:contentPart>
          </mc:Choice>
          <mc:Fallback>
            <p:pic>
              <p:nvPicPr>
                <p:cNvPr id="476" name="Tinta 475">
                  <a:extLst>
                    <a:ext uri="{FF2B5EF4-FFF2-40B4-BE49-F238E27FC236}">
                      <a16:creationId xmlns:a16="http://schemas.microsoft.com/office/drawing/2014/main" id="{0B863E06-AACD-4182-E412-B7EDCA52164A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5933702" y="1617190"/>
                  <a:ext cx="5709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Agrupar 507">
            <a:extLst>
              <a:ext uri="{FF2B5EF4-FFF2-40B4-BE49-F238E27FC236}">
                <a16:creationId xmlns:a16="http://schemas.microsoft.com/office/drawing/2014/main" id="{A5DAA350-EB5E-F49B-7AF1-F3AE67C87901}"/>
              </a:ext>
            </a:extLst>
          </p:cNvPr>
          <p:cNvGrpSpPr/>
          <p:nvPr/>
        </p:nvGrpSpPr>
        <p:grpSpPr>
          <a:xfrm>
            <a:off x="3267902" y="1816270"/>
            <a:ext cx="5747760" cy="448560"/>
            <a:chOff x="3267902" y="1816270"/>
            <a:chExt cx="574776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78" name="Tinta 477">
                  <a:extLst>
                    <a:ext uri="{FF2B5EF4-FFF2-40B4-BE49-F238E27FC236}">
                      <a16:creationId xmlns:a16="http://schemas.microsoft.com/office/drawing/2014/main" id="{BEA9DEF4-72A4-89C6-0FBD-089640102EA3}"/>
                    </a:ext>
                  </a:extLst>
                </p14:cNvPr>
                <p14:cNvContentPartPr/>
                <p14:nvPr/>
              </p14:nvContentPartPr>
              <p14:xfrm>
                <a:off x="3315782" y="1931470"/>
                <a:ext cx="105120" cy="318240"/>
              </p14:xfrm>
            </p:contentPart>
          </mc:Choice>
          <mc:Fallback>
            <p:pic>
              <p:nvPicPr>
                <p:cNvPr id="478" name="Tinta 477">
                  <a:extLst>
                    <a:ext uri="{FF2B5EF4-FFF2-40B4-BE49-F238E27FC236}">
                      <a16:creationId xmlns:a16="http://schemas.microsoft.com/office/drawing/2014/main" id="{BEA9DEF4-72A4-89C6-0FBD-089640102EA3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3298142" y="1913830"/>
                  <a:ext cx="1407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79" name="Tinta 478">
                  <a:extLst>
                    <a:ext uri="{FF2B5EF4-FFF2-40B4-BE49-F238E27FC236}">
                      <a16:creationId xmlns:a16="http://schemas.microsoft.com/office/drawing/2014/main" id="{C1E3101E-7723-9F80-7CFD-B342CC660957}"/>
                    </a:ext>
                  </a:extLst>
                </p14:cNvPr>
                <p14:cNvContentPartPr/>
                <p14:nvPr/>
              </p14:nvContentPartPr>
              <p14:xfrm>
                <a:off x="3267902" y="2079790"/>
                <a:ext cx="154440" cy="50760"/>
              </p14:xfrm>
            </p:contentPart>
          </mc:Choice>
          <mc:Fallback>
            <p:pic>
              <p:nvPicPr>
                <p:cNvPr id="479" name="Tinta 478">
                  <a:extLst>
                    <a:ext uri="{FF2B5EF4-FFF2-40B4-BE49-F238E27FC236}">
                      <a16:creationId xmlns:a16="http://schemas.microsoft.com/office/drawing/2014/main" id="{C1E3101E-7723-9F80-7CFD-B342CC660957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3250262" y="2062150"/>
                  <a:ext cx="190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80" name="Tinta 479">
                  <a:extLst>
                    <a:ext uri="{FF2B5EF4-FFF2-40B4-BE49-F238E27FC236}">
                      <a16:creationId xmlns:a16="http://schemas.microsoft.com/office/drawing/2014/main" id="{EB131F56-592F-6CB6-C369-7D6156FA860E}"/>
                    </a:ext>
                  </a:extLst>
                </p14:cNvPr>
                <p14:cNvContentPartPr/>
                <p14:nvPr/>
              </p14:nvContentPartPr>
              <p14:xfrm>
                <a:off x="3475622" y="2026150"/>
                <a:ext cx="136440" cy="83520"/>
              </p14:xfrm>
            </p:contentPart>
          </mc:Choice>
          <mc:Fallback>
            <p:pic>
              <p:nvPicPr>
                <p:cNvPr id="480" name="Tinta 479">
                  <a:extLst>
                    <a:ext uri="{FF2B5EF4-FFF2-40B4-BE49-F238E27FC236}">
                      <a16:creationId xmlns:a16="http://schemas.microsoft.com/office/drawing/2014/main" id="{EB131F56-592F-6CB6-C369-7D6156FA860E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3457982" y="2008150"/>
                  <a:ext cx="172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81" name="Tinta 480">
                  <a:extLst>
                    <a:ext uri="{FF2B5EF4-FFF2-40B4-BE49-F238E27FC236}">
                      <a16:creationId xmlns:a16="http://schemas.microsoft.com/office/drawing/2014/main" id="{9C05E002-B4D2-5F61-B715-E1C1D4AE833F}"/>
                    </a:ext>
                  </a:extLst>
                </p14:cNvPr>
                <p14:cNvContentPartPr/>
                <p14:nvPr/>
              </p14:nvContentPartPr>
              <p14:xfrm>
                <a:off x="3644102" y="2021830"/>
                <a:ext cx="127080" cy="113400"/>
              </p14:xfrm>
            </p:contentPart>
          </mc:Choice>
          <mc:Fallback>
            <p:pic>
              <p:nvPicPr>
                <p:cNvPr id="481" name="Tinta 480">
                  <a:extLst>
                    <a:ext uri="{FF2B5EF4-FFF2-40B4-BE49-F238E27FC236}">
                      <a16:creationId xmlns:a16="http://schemas.microsoft.com/office/drawing/2014/main" id="{9C05E002-B4D2-5F61-B715-E1C1D4AE833F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3626462" y="2004190"/>
                  <a:ext cx="1627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82" name="Tinta 481">
                  <a:extLst>
                    <a:ext uri="{FF2B5EF4-FFF2-40B4-BE49-F238E27FC236}">
                      <a16:creationId xmlns:a16="http://schemas.microsoft.com/office/drawing/2014/main" id="{22C751E1-10A3-86DB-449A-CCB4439BDD3A}"/>
                    </a:ext>
                  </a:extLst>
                </p14:cNvPr>
                <p14:cNvContentPartPr/>
                <p14:nvPr/>
              </p14:nvContentPartPr>
              <p14:xfrm>
                <a:off x="3861542" y="2001670"/>
                <a:ext cx="241200" cy="119880"/>
              </p14:xfrm>
            </p:contentPart>
          </mc:Choice>
          <mc:Fallback>
            <p:pic>
              <p:nvPicPr>
                <p:cNvPr id="482" name="Tinta 481">
                  <a:extLst>
                    <a:ext uri="{FF2B5EF4-FFF2-40B4-BE49-F238E27FC236}">
                      <a16:creationId xmlns:a16="http://schemas.microsoft.com/office/drawing/2014/main" id="{22C751E1-10A3-86DB-449A-CCB4439BDD3A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3843902" y="1984030"/>
                  <a:ext cx="276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83" name="Tinta 482">
                  <a:extLst>
                    <a:ext uri="{FF2B5EF4-FFF2-40B4-BE49-F238E27FC236}">
                      <a16:creationId xmlns:a16="http://schemas.microsoft.com/office/drawing/2014/main" id="{968BE269-4DE2-472A-1D8B-6F6A3CC416D9}"/>
                    </a:ext>
                  </a:extLst>
                </p14:cNvPr>
                <p14:cNvContentPartPr/>
                <p14:nvPr/>
              </p14:nvContentPartPr>
              <p14:xfrm>
                <a:off x="4171862" y="2006350"/>
                <a:ext cx="111240" cy="106560"/>
              </p14:xfrm>
            </p:contentPart>
          </mc:Choice>
          <mc:Fallback>
            <p:pic>
              <p:nvPicPr>
                <p:cNvPr id="483" name="Tinta 482">
                  <a:extLst>
                    <a:ext uri="{FF2B5EF4-FFF2-40B4-BE49-F238E27FC236}">
                      <a16:creationId xmlns:a16="http://schemas.microsoft.com/office/drawing/2014/main" id="{968BE269-4DE2-472A-1D8B-6F6A3CC416D9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4153862" y="1988350"/>
                  <a:ext cx="146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484" name="Tinta 483">
                  <a:extLst>
                    <a:ext uri="{FF2B5EF4-FFF2-40B4-BE49-F238E27FC236}">
                      <a16:creationId xmlns:a16="http://schemas.microsoft.com/office/drawing/2014/main" id="{900CF5D4-C03E-45FF-9EA7-CD1E86D835AA}"/>
                    </a:ext>
                  </a:extLst>
                </p14:cNvPr>
                <p14:cNvContentPartPr/>
                <p14:nvPr/>
              </p14:nvContentPartPr>
              <p14:xfrm>
                <a:off x="4481102" y="2009590"/>
                <a:ext cx="335880" cy="245520"/>
              </p14:xfrm>
            </p:contentPart>
          </mc:Choice>
          <mc:Fallback>
            <p:pic>
              <p:nvPicPr>
                <p:cNvPr id="484" name="Tinta 483">
                  <a:extLst>
                    <a:ext uri="{FF2B5EF4-FFF2-40B4-BE49-F238E27FC236}">
                      <a16:creationId xmlns:a16="http://schemas.microsoft.com/office/drawing/2014/main" id="{900CF5D4-C03E-45FF-9EA7-CD1E86D835AA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4463102" y="1991590"/>
                  <a:ext cx="371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85" name="Tinta 484">
                  <a:extLst>
                    <a:ext uri="{FF2B5EF4-FFF2-40B4-BE49-F238E27FC236}">
                      <a16:creationId xmlns:a16="http://schemas.microsoft.com/office/drawing/2014/main" id="{6C5D51EA-F6CE-DB2E-3029-C1103510A3E1}"/>
                    </a:ext>
                  </a:extLst>
                </p14:cNvPr>
                <p14:cNvContentPartPr/>
                <p14:nvPr/>
              </p14:nvContentPartPr>
              <p14:xfrm>
                <a:off x="4863782" y="1877830"/>
                <a:ext cx="461160" cy="256680"/>
              </p14:xfrm>
            </p:contentPart>
          </mc:Choice>
          <mc:Fallback>
            <p:pic>
              <p:nvPicPr>
                <p:cNvPr id="485" name="Tinta 484">
                  <a:extLst>
                    <a:ext uri="{FF2B5EF4-FFF2-40B4-BE49-F238E27FC236}">
                      <a16:creationId xmlns:a16="http://schemas.microsoft.com/office/drawing/2014/main" id="{6C5D51EA-F6CE-DB2E-3029-C1103510A3E1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4846142" y="1860190"/>
                  <a:ext cx="4968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86" name="Tinta 485">
                  <a:extLst>
                    <a:ext uri="{FF2B5EF4-FFF2-40B4-BE49-F238E27FC236}">
                      <a16:creationId xmlns:a16="http://schemas.microsoft.com/office/drawing/2014/main" id="{03B8C9FA-60F9-D9ED-4F39-51DDAE8D6084}"/>
                    </a:ext>
                  </a:extLst>
                </p14:cNvPr>
                <p14:cNvContentPartPr/>
                <p14:nvPr/>
              </p14:nvContentPartPr>
              <p14:xfrm>
                <a:off x="5518262" y="1818430"/>
                <a:ext cx="217800" cy="255240"/>
              </p14:xfrm>
            </p:contentPart>
          </mc:Choice>
          <mc:Fallback>
            <p:pic>
              <p:nvPicPr>
                <p:cNvPr id="486" name="Tinta 485">
                  <a:extLst>
                    <a:ext uri="{FF2B5EF4-FFF2-40B4-BE49-F238E27FC236}">
                      <a16:creationId xmlns:a16="http://schemas.microsoft.com/office/drawing/2014/main" id="{03B8C9FA-60F9-D9ED-4F39-51DDAE8D608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5500622" y="1800430"/>
                  <a:ext cx="2534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87" name="Tinta 486">
                  <a:extLst>
                    <a:ext uri="{FF2B5EF4-FFF2-40B4-BE49-F238E27FC236}">
                      <a16:creationId xmlns:a16="http://schemas.microsoft.com/office/drawing/2014/main" id="{1953E809-5E91-5109-F2AA-AB569190520A}"/>
                    </a:ext>
                  </a:extLst>
                </p14:cNvPr>
                <p14:cNvContentPartPr/>
                <p14:nvPr/>
              </p14:nvContentPartPr>
              <p14:xfrm>
                <a:off x="5782502" y="1967110"/>
                <a:ext cx="179280" cy="90000"/>
              </p14:xfrm>
            </p:contentPart>
          </mc:Choice>
          <mc:Fallback>
            <p:pic>
              <p:nvPicPr>
                <p:cNvPr id="487" name="Tinta 486">
                  <a:extLst>
                    <a:ext uri="{FF2B5EF4-FFF2-40B4-BE49-F238E27FC236}">
                      <a16:creationId xmlns:a16="http://schemas.microsoft.com/office/drawing/2014/main" id="{1953E809-5E91-5109-F2AA-AB569190520A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5764862" y="1949110"/>
                  <a:ext cx="214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88" name="Tinta 487">
                  <a:extLst>
                    <a:ext uri="{FF2B5EF4-FFF2-40B4-BE49-F238E27FC236}">
                      <a16:creationId xmlns:a16="http://schemas.microsoft.com/office/drawing/2014/main" id="{32757876-5E3F-39F3-EB19-0E59CF375E2F}"/>
                    </a:ext>
                  </a:extLst>
                </p14:cNvPr>
                <p14:cNvContentPartPr/>
                <p14:nvPr/>
              </p14:nvContentPartPr>
              <p14:xfrm>
                <a:off x="6211982" y="1838230"/>
                <a:ext cx="108720" cy="305640"/>
              </p14:xfrm>
            </p:contentPart>
          </mc:Choice>
          <mc:Fallback>
            <p:pic>
              <p:nvPicPr>
                <p:cNvPr id="488" name="Tinta 487">
                  <a:extLst>
                    <a:ext uri="{FF2B5EF4-FFF2-40B4-BE49-F238E27FC236}">
                      <a16:creationId xmlns:a16="http://schemas.microsoft.com/office/drawing/2014/main" id="{32757876-5E3F-39F3-EB19-0E59CF375E2F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6194342" y="1820590"/>
                  <a:ext cx="144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89" name="Tinta 488">
                  <a:extLst>
                    <a:ext uri="{FF2B5EF4-FFF2-40B4-BE49-F238E27FC236}">
                      <a16:creationId xmlns:a16="http://schemas.microsoft.com/office/drawing/2014/main" id="{D5740DEB-F5E3-C13B-5F33-6C3C7377827D}"/>
                    </a:ext>
                  </a:extLst>
                </p14:cNvPr>
                <p14:cNvContentPartPr/>
                <p14:nvPr/>
              </p14:nvContentPartPr>
              <p14:xfrm>
                <a:off x="6157982" y="1991950"/>
                <a:ext cx="323280" cy="79560"/>
              </p14:xfrm>
            </p:contentPart>
          </mc:Choice>
          <mc:Fallback>
            <p:pic>
              <p:nvPicPr>
                <p:cNvPr id="489" name="Tinta 488">
                  <a:extLst>
                    <a:ext uri="{FF2B5EF4-FFF2-40B4-BE49-F238E27FC236}">
                      <a16:creationId xmlns:a16="http://schemas.microsoft.com/office/drawing/2014/main" id="{D5740DEB-F5E3-C13B-5F33-6C3C7377827D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6139982" y="1973950"/>
                  <a:ext cx="358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90" name="Tinta 489">
                  <a:extLst>
                    <a:ext uri="{FF2B5EF4-FFF2-40B4-BE49-F238E27FC236}">
                      <a16:creationId xmlns:a16="http://schemas.microsoft.com/office/drawing/2014/main" id="{411DC56C-4E03-D037-C531-40107E4434E0}"/>
                    </a:ext>
                  </a:extLst>
                </p14:cNvPr>
                <p14:cNvContentPartPr/>
                <p14:nvPr/>
              </p14:nvContentPartPr>
              <p14:xfrm>
                <a:off x="6531662" y="1975030"/>
                <a:ext cx="179280" cy="97560"/>
              </p14:xfrm>
            </p:contentPart>
          </mc:Choice>
          <mc:Fallback>
            <p:pic>
              <p:nvPicPr>
                <p:cNvPr id="490" name="Tinta 489">
                  <a:extLst>
                    <a:ext uri="{FF2B5EF4-FFF2-40B4-BE49-F238E27FC236}">
                      <a16:creationId xmlns:a16="http://schemas.microsoft.com/office/drawing/2014/main" id="{411DC56C-4E03-D037-C531-40107E4434E0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6513662" y="1957030"/>
                  <a:ext cx="214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91" name="Tinta 490">
                  <a:extLst>
                    <a:ext uri="{FF2B5EF4-FFF2-40B4-BE49-F238E27FC236}">
                      <a16:creationId xmlns:a16="http://schemas.microsoft.com/office/drawing/2014/main" id="{6CEE3454-1630-EEC6-681D-7BFAD05FC62D}"/>
                    </a:ext>
                  </a:extLst>
                </p14:cNvPr>
                <p14:cNvContentPartPr/>
                <p14:nvPr/>
              </p14:nvContentPartPr>
              <p14:xfrm>
                <a:off x="6793742" y="1950910"/>
                <a:ext cx="109800" cy="125280"/>
              </p14:xfrm>
            </p:contentPart>
          </mc:Choice>
          <mc:Fallback>
            <p:pic>
              <p:nvPicPr>
                <p:cNvPr id="491" name="Tinta 490">
                  <a:extLst>
                    <a:ext uri="{FF2B5EF4-FFF2-40B4-BE49-F238E27FC236}">
                      <a16:creationId xmlns:a16="http://schemas.microsoft.com/office/drawing/2014/main" id="{6CEE3454-1630-EEC6-681D-7BFAD05FC62D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6775742" y="1932910"/>
                  <a:ext cx="145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96" name="Tinta 495">
                  <a:extLst>
                    <a:ext uri="{FF2B5EF4-FFF2-40B4-BE49-F238E27FC236}">
                      <a16:creationId xmlns:a16="http://schemas.microsoft.com/office/drawing/2014/main" id="{350734B5-01BB-3D0A-287F-36BEE32D6387}"/>
                    </a:ext>
                  </a:extLst>
                </p14:cNvPr>
                <p14:cNvContentPartPr/>
                <p14:nvPr/>
              </p14:nvContentPartPr>
              <p14:xfrm>
                <a:off x="6943862" y="1942630"/>
                <a:ext cx="240120" cy="142560"/>
              </p14:xfrm>
            </p:contentPart>
          </mc:Choice>
          <mc:Fallback>
            <p:pic>
              <p:nvPicPr>
                <p:cNvPr id="496" name="Tinta 495">
                  <a:extLst>
                    <a:ext uri="{FF2B5EF4-FFF2-40B4-BE49-F238E27FC236}">
                      <a16:creationId xmlns:a16="http://schemas.microsoft.com/office/drawing/2014/main" id="{350734B5-01BB-3D0A-287F-36BEE32D6387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6925862" y="1924630"/>
                  <a:ext cx="275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97" name="Tinta 496">
                  <a:extLst>
                    <a:ext uri="{FF2B5EF4-FFF2-40B4-BE49-F238E27FC236}">
                      <a16:creationId xmlns:a16="http://schemas.microsoft.com/office/drawing/2014/main" id="{62A9C78F-FD09-8540-6E5B-9653A1384770}"/>
                    </a:ext>
                  </a:extLst>
                </p14:cNvPr>
                <p14:cNvContentPartPr/>
                <p14:nvPr/>
              </p14:nvContentPartPr>
              <p14:xfrm>
                <a:off x="6798782" y="1816270"/>
                <a:ext cx="277200" cy="448560"/>
              </p14:xfrm>
            </p:contentPart>
          </mc:Choice>
          <mc:Fallback>
            <p:pic>
              <p:nvPicPr>
                <p:cNvPr id="497" name="Tinta 496">
                  <a:extLst>
                    <a:ext uri="{FF2B5EF4-FFF2-40B4-BE49-F238E27FC236}">
                      <a16:creationId xmlns:a16="http://schemas.microsoft.com/office/drawing/2014/main" id="{62A9C78F-FD09-8540-6E5B-9653A1384770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6780782" y="1798270"/>
                  <a:ext cx="3128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98" name="Tinta 497">
                  <a:extLst>
                    <a:ext uri="{FF2B5EF4-FFF2-40B4-BE49-F238E27FC236}">
                      <a16:creationId xmlns:a16="http://schemas.microsoft.com/office/drawing/2014/main" id="{C87D81B2-E369-0457-5383-765F4585EE18}"/>
                    </a:ext>
                  </a:extLst>
                </p14:cNvPr>
                <p14:cNvContentPartPr/>
                <p14:nvPr/>
              </p14:nvContentPartPr>
              <p14:xfrm>
                <a:off x="7372262" y="1976110"/>
                <a:ext cx="49680" cy="197280"/>
              </p14:xfrm>
            </p:contentPart>
          </mc:Choice>
          <mc:Fallback>
            <p:pic>
              <p:nvPicPr>
                <p:cNvPr id="498" name="Tinta 497">
                  <a:extLst>
                    <a:ext uri="{FF2B5EF4-FFF2-40B4-BE49-F238E27FC236}">
                      <a16:creationId xmlns:a16="http://schemas.microsoft.com/office/drawing/2014/main" id="{C87D81B2-E369-0457-5383-765F4585EE18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7354622" y="1958110"/>
                  <a:ext cx="85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99" name="Tinta 498">
                  <a:extLst>
                    <a:ext uri="{FF2B5EF4-FFF2-40B4-BE49-F238E27FC236}">
                      <a16:creationId xmlns:a16="http://schemas.microsoft.com/office/drawing/2014/main" id="{9599FC1D-EFE4-3D79-8E37-D8A3423A8077}"/>
                    </a:ext>
                  </a:extLst>
                </p14:cNvPr>
                <p14:cNvContentPartPr/>
                <p14:nvPr/>
              </p14:nvContentPartPr>
              <p14:xfrm>
                <a:off x="7374062" y="1951270"/>
                <a:ext cx="105840" cy="118800"/>
              </p14:xfrm>
            </p:contentPart>
          </mc:Choice>
          <mc:Fallback>
            <p:pic>
              <p:nvPicPr>
                <p:cNvPr id="499" name="Tinta 498">
                  <a:extLst>
                    <a:ext uri="{FF2B5EF4-FFF2-40B4-BE49-F238E27FC236}">
                      <a16:creationId xmlns:a16="http://schemas.microsoft.com/office/drawing/2014/main" id="{9599FC1D-EFE4-3D79-8E37-D8A3423A8077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7356062" y="1933630"/>
                  <a:ext cx="14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500" name="Tinta 499">
                  <a:extLst>
                    <a:ext uri="{FF2B5EF4-FFF2-40B4-BE49-F238E27FC236}">
                      <a16:creationId xmlns:a16="http://schemas.microsoft.com/office/drawing/2014/main" id="{FDC52E93-5F1B-D54F-F53F-0B1F852F2ACE}"/>
                    </a:ext>
                  </a:extLst>
                </p14:cNvPr>
                <p14:cNvContentPartPr/>
                <p14:nvPr/>
              </p14:nvContentPartPr>
              <p14:xfrm>
                <a:off x="7525262" y="1964230"/>
                <a:ext cx="158040" cy="129600"/>
              </p14:xfrm>
            </p:contentPart>
          </mc:Choice>
          <mc:Fallback>
            <p:pic>
              <p:nvPicPr>
                <p:cNvPr id="500" name="Tinta 499">
                  <a:extLst>
                    <a:ext uri="{FF2B5EF4-FFF2-40B4-BE49-F238E27FC236}">
                      <a16:creationId xmlns:a16="http://schemas.microsoft.com/office/drawing/2014/main" id="{FDC52E93-5F1B-D54F-F53F-0B1F852F2ACE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507262" y="1946590"/>
                  <a:ext cx="193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501" name="Tinta 500">
                  <a:extLst>
                    <a:ext uri="{FF2B5EF4-FFF2-40B4-BE49-F238E27FC236}">
                      <a16:creationId xmlns:a16="http://schemas.microsoft.com/office/drawing/2014/main" id="{F5824082-EBAE-9149-8C32-52F42605CBA9}"/>
                    </a:ext>
                  </a:extLst>
                </p14:cNvPr>
                <p14:cNvContentPartPr/>
                <p14:nvPr/>
              </p14:nvContentPartPr>
              <p14:xfrm>
                <a:off x="7747382" y="1902310"/>
                <a:ext cx="66240" cy="168120"/>
              </p14:xfrm>
            </p:contentPart>
          </mc:Choice>
          <mc:Fallback>
            <p:pic>
              <p:nvPicPr>
                <p:cNvPr id="501" name="Tinta 500">
                  <a:extLst>
                    <a:ext uri="{FF2B5EF4-FFF2-40B4-BE49-F238E27FC236}">
                      <a16:creationId xmlns:a16="http://schemas.microsoft.com/office/drawing/2014/main" id="{F5824082-EBAE-9149-8C32-52F42605CBA9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729742" y="1884310"/>
                  <a:ext cx="101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502" name="Tinta 501">
                  <a:extLst>
                    <a:ext uri="{FF2B5EF4-FFF2-40B4-BE49-F238E27FC236}">
                      <a16:creationId xmlns:a16="http://schemas.microsoft.com/office/drawing/2014/main" id="{B0A5E2BA-FD3A-67BC-A313-4A5E4572BBC9}"/>
                    </a:ext>
                  </a:extLst>
                </p14:cNvPr>
                <p14:cNvContentPartPr/>
                <p14:nvPr/>
              </p14:nvContentPartPr>
              <p14:xfrm>
                <a:off x="7813262" y="1902310"/>
                <a:ext cx="523080" cy="163440"/>
              </p14:xfrm>
            </p:contentPart>
          </mc:Choice>
          <mc:Fallback>
            <p:pic>
              <p:nvPicPr>
                <p:cNvPr id="502" name="Tinta 501">
                  <a:extLst>
                    <a:ext uri="{FF2B5EF4-FFF2-40B4-BE49-F238E27FC236}">
                      <a16:creationId xmlns:a16="http://schemas.microsoft.com/office/drawing/2014/main" id="{B0A5E2BA-FD3A-67BC-A313-4A5E4572BBC9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795622" y="1884310"/>
                  <a:ext cx="558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503" name="Tinta 502">
                  <a:extLst>
                    <a:ext uri="{FF2B5EF4-FFF2-40B4-BE49-F238E27FC236}">
                      <a16:creationId xmlns:a16="http://schemas.microsoft.com/office/drawing/2014/main" id="{203F292D-544B-3F96-2FBA-AE06A0E93107}"/>
                    </a:ext>
                  </a:extLst>
                </p14:cNvPr>
                <p14:cNvContentPartPr/>
                <p14:nvPr/>
              </p14:nvContentPartPr>
              <p14:xfrm>
                <a:off x="8257862" y="1848670"/>
                <a:ext cx="360" cy="360"/>
              </p14:xfrm>
            </p:contentPart>
          </mc:Choice>
          <mc:Fallback>
            <p:pic>
              <p:nvPicPr>
                <p:cNvPr id="503" name="Tinta 502">
                  <a:extLst>
                    <a:ext uri="{FF2B5EF4-FFF2-40B4-BE49-F238E27FC236}">
                      <a16:creationId xmlns:a16="http://schemas.microsoft.com/office/drawing/2014/main" id="{203F292D-544B-3F96-2FBA-AE06A0E931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40222" y="18306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504" name="Tinta 503">
                  <a:extLst>
                    <a:ext uri="{FF2B5EF4-FFF2-40B4-BE49-F238E27FC236}">
                      <a16:creationId xmlns:a16="http://schemas.microsoft.com/office/drawing/2014/main" id="{91C30B62-42F7-DB2E-2BEE-55DC16F887A5}"/>
                    </a:ext>
                  </a:extLst>
                </p14:cNvPr>
                <p14:cNvContentPartPr/>
                <p14:nvPr/>
              </p14:nvContentPartPr>
              <p14:xfrm>
                <a:off x="8354702" y="1818430"/>
                <a:ext cx="139320" cy="195840"/>
              </p14:xfrm>
            </p:contentPart>
          </mc:Choice>
          <mc:Fallback>
            <p:pic>
              <p:nvPicPr>
                <p:cNvPr id="504" name="Tinta 503">
                  <a:extLst>
                    <a:ext uri="{FF2B5EF4-FFF2-40B4-BE49-F238E27FC236}">
                      <a16:creationId xmlns:a16="http://schemas.microsoft.com/office/drawing/2014/main" id="{91C30B62-42F7-DB2E-2BEE-55DC16F887A5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337062" y="1800430"/>
                  <a:ext cx="174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505" name="Tinta 504">
                  <a:extLst>
                    <a:ext uri="{FF2B5EF4-FFF2-40B4-BE49-F238E27FC236}">
                      <a16:creationId xmlns:a16="http://schemas.microsoft.com/office/drawing/2014/main" id="{6704C447-E40A-EA78-D97B-9806A5156FE0}"/>
                    </a:ext>
                  </a:extLst>
                </p14:cNvPr>
                <p14:cNvContentPartPr/>
                <p14:nvPr/>
              </p14:nvContentPartPr>
              <p14:xfrm>
                <a:off x="8548382" y="1922470"/>
                <a:ext cx="31320" cy="85320"/>
              </p14:xfrm>
            </p:contentPart>
          </mc:Choice>
          <mc:Fallback>
            <p:pic>
              <p:nvPicPr>
                <p:cNvPr id="505" name="Tinta 504">
                  <a:extLst>
                    <a:ext uri="{FF2B5EF4-FFF2-40B4-BE49-F238E27FC236}">
                      <a16:creationId xmlns:a16="http://schemas.microsoft.com/office/drawing/2014/main" id="{6704C447-E40A-EA78-D97B-9806A5156FE0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530742" y="1904470"/>
                  <a:ext cx="66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506" name="Tinta 505">
                  <a:extLst>
                    <a:ext uri="{FF2B5EF4-FFF2-40B4-BE49-F238E27FC236}">
                      <a16:creationId xmlns:a16="http://schemas.microsoft.com/office/drawing/2014/main" id="{D0FC05A4-B62A-43A6-3F8D-27A3476CFBC5}"/>
                    </a:ext>
                  </a:extLst>
                </p14:cNvPr>
                <p14:cNvContentPartPr/>
                <p14:nvPr/>
              </p14:nvContentPartPr>
              <p14:xfrm>
                <a:off x="8651702" y="1819510"/>
                <a:ext cx="191520" cy="183600"/>
              </p14:xfrm>
            </p:contentPart>
          </mc:Choice>
          <mc:Fallback>
            <p:pic>
              <p:nvPicPr>
                <p:cNvPr id="506" name="Tinta 505">
                  <a:extLst>
                    <a:ext uri="{FF2B5EF4-FFF2-40B4-BE49-F238E27FC236}">
                      <a16:creationId xmlns:a16="http://schemas.microsoft.com/office/drawing/2014/main" id="{D0FC05A4-B62A-43A6-3F8D-27A3476CFBC5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633702" y="1801870"/>
                  <a:ext cx="227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507" name="Tinta 506">
                  <a:extLst>
                    <a:ext uri="{FF2B5EF4-FFF2-40B4-BE49-F238E27FC236}">
                      <a16:creationId xmlns:a16="http://schemas.microsoft.com/office/drawing/2014/main" id="{E81E355A-284E-128C-EFEC-025D0269C3D5}"/>
                    </a:ext>
                  </a:extLst>
                </p14:cNvPr>
                <p14:cNvContentPartPr/>
                <p14:nvPr/>
              </p14:nvContentPartPr>
              <p14:xfrm>
                <a:off x="8838902" y="1882150"/>
                <a:ext cx="176760" cy="101520"/>
              </p14:xfrm>
            </p:contentPart>
          </mc:Choice>
          <mc:Fallback>
            <p:pic>
              <p:nvPicPr>
                <p:cNvPr id="507" name="Tinta 506">
                  <a:extLst>
                    <a:ext uri="{FF2B5EF4-FFF2-40B4-BE49-F238E27FC236}">
                      <a16:creationId xmlns:a16="http://schemas.microsoft.com/office/drawing/2014/main" id="{E81E355A-284E-128C-EFEC-025D0269C3D5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821262" y="1864150"/>
                  <a:ext cx="212400" cy="13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14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A66823B-46B1-60B9-DEDB-C058B4A4EA00}"/>
              </a:ext>
            </a:extLst>
          </p:cNvPr>
          <p:cNvGrpSpPr/>
          <p:nvPr/>
        </p:nvGrpSpPr>
        <p:grpSpPr>
          <a:xfrm>
            <a:off x="678782" y="249101"/>
            <a:ext cx="4190400" cy="590760"/>
            <a:chOff x="678782" y="249101"/>
            <a:chExt cx="419040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8A1B4397-F6FF-9665-6EB9-9E7543D4DD4E}"/>
                    </a:ext>
                  </a:extLst>
                </p14:cNvPr>
                <p14:cNvContentPartPr/>
                <p14:nvPr/>
              </p14:nvContentPartPr>
              <p14:xfrm>
                <a:off x="678782" y="362501"/>
                <a:ext cx="258840" cy="28260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8A1B4397-F6FF-9665-6EB9-9E7543D4DD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0782" y="344501"/>
                  <a:ext cx="294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BE5CFD7A-D029-4008-4B56-77C3D3AB195F}"/>
                    </a:ext>
                  </a:extLst>
                </p14:cNvPr>
                <p14:cNvContentPartPr/>
                <p14:nvPr/>
              </p14:nvContentPartPr>
              <p14:xfrm>
                <a:off x="713342" y="480221"/>
                <a:ext cx="124560" cy="93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BE5CFD7A-D029-4008-4B56-77C3D3AB19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5702" y="462581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2E84C9F4-196A-11F6-5638-A363FC981483}"/>
                    </a:ext>
                  </a:extLst>
                </p14:cNvPr>
                <p14:cNvContentPartPr/>
                <p14:nvPr/>
              </p14:nvContentPartPr>
              <p14:xfrm>
                <a:off x="704702" y="341621"/>
                <a:ext cx="138240" cy="2592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2E84C9F4-196A-11F6-5638-A363FC9814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7062" y="323981"/>
                  <a:ext cx="173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3FCA8EC6-81BA-210E-AD50-42BB54B30BB1}"/>
                    </a:ext>
                  </a:extLst>
                </p14:cNvPr>
                <p14:cNvContentPartPr/>
                <p14:nvPr/>
              </p14:nvContentPartPr>
              <p14:xfrm>
                <a:off x="945542" y="482741"/>
                <a:ext cx="168120" cy="19836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3FCA8EC6-81BA-210E-AD50-42BB54B30B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7902" y="464741"/>
                  <a:ext cx="203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423859B-E950-AC6D-3336-4FB9C54E9B72}"/>
                    </a:ext>
                  </a:extLst>
                </p14:cNvPr>
                <p14:cNvContentPartPr/>
                <p14:nvPr/>
              </p14:nvContentPartPr>
              <p14:xfrm>
                <a:off x="1174142" y="494621"/>
                <a:ext cx="196560" cy="1461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423859B-E950-AC6D-3336-4FB9C54E9B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6502" y="476981"/>
                  <a:ext cx="232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56F3DA9A-DDE7-BB87-DACE-87BD8BF8BA84}"/>
                    </a:ext>
                  </a:extLst>
                </p14:cNvPr>
                <p14:cNvContentPartPr/>
                <p14:nvPr/>
              </p14:nvContentPartPr>
              <p14:xfrm>
                <a:off x="1209062" y="517301"/>
                <a:ext cx="125640" cy="997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56F3DA9A-DDE7-BB87-DACE-87BD8BF8BA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91062" y="499301"/>
                  <a:ext cx="161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C4E94D5A-A83A-8F2D-9000-BA5EF3A54E2F}"/>
                    </a:ext>
                  </a:extLst>
                </p14:cNvPr>
                <p14:cNvContentPartPr/>
                <p14:nvPr/>
              </p14:nvContentPartPr>
              <p14:xfrm>
                <a:off x="1394102" y="543941"/>
                <a:ext cx="245160" cy="1094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C4E94D5A-A83A-8F2D-9000-BA5EF3A54E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6102" y="526301"/>
                  <a:ext cx="2808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1FC0539-F96D-C065-E0FE-FE4C24C70ADD}"/>
                    </a:ext>
                  </a:extLst>
                </p14:cNvPr>
                <p14:cNvContentPartPr/>
                <p14:nvPr/>
              </p14:nvContentPartPr>
              <p14:xfrm>
                <a:off x="1721702" y="498581"/>
                <a:ext cx="103320" cy="3412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1FC0539-F96D-C065-E0FE-FE4C24C70A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04062" y="480581"/>
                  <a:ext cx="1389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7C87EAB-AE04-FBA0-C9CA-B66EBB5285A5}"/>
                    </a:ext>
                  </a:extLst>
                </p14:cNvPr>
                <p14:cNvContentPartPr/>
                <p14:nvPr/>
              </p14:nvContentPartPr>
              <p14:xfrm>
                <a:off x="1863902" y="298061"/>
                <a:ext cx="309240" cy="3862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7C87EAB-AE04-FBA0-C9CA-B66EBB5285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5902" y="280061"/>
                  <a:ext cx="3448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1347408E-35E4-2223-A43E-4C2DCE7E9C56}"/>
                    </a:ext>
                  </a:extLst>
                </p14:cNvPr>
                <p14:cNvContentPartPr/>
                <p14:nvPr/>
              </p14:nvContentPartPr>
              <p14:xfrm>
                <a:off x="2491382" y="419021"/>
                <a:ext cx="283680" cy="2574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1347408E-35E4-2223-A43E-4C2DCE7E9C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73742" y="401021"/>
                  <a:ext cx="3193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AE44B697-AE5F-1A4B-30E0-A615162C3BFE}"/>
                    </a:ext>
                  </a:extLst>
                </p14:cNvPr>
                <p14:cNvContentPartPr/>
                <p14:nvPr/>
              </p14:nvContentPartPr>
              <p14:xfrm>
                <a:off x="2250902" y="249101"/>
                <a:ext cx="735480" cy="5720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AE44B697-AE5F-1A4B-30E0-A615162C3B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33262" y="231101"/>
                  <a:ext cx="77112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BFB1F20-7476-C657-BD81-3D23CFE8CD21}"/>
                    </a:ext>
                  </a:extLst>
                </p14:cNvPr>
                <p14:cNvContentPartPr/>
                <p14:nvPr/>
              </p14:nvContentPartPr>
              <p14:xfrm>
                <a:off x="3169982" y="264221"/>
                <a:ext cx="206640" cy="5371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BFB1F20-7476-C657-BD81-3D23CFE8CD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51982" y="246581"/>
                  <a:ext cx="2422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9809D70-2B30-9891-5901-90ED0A365ECE}"/>
                    </a:ext>
                  </a:extLst>
                </p14:cNvPr>
                <p14:cNvContentPartPr/>
                <p14:nvPr/>
              </p14:nvContentPartPr>
              <p14:xfrm>
                <a:off x="3585782" y="421541"/>
                <a:ext cx="176400" cy="2325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9809D70-2B30-9891-5901-90ED0A365EC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68142" y="403541"/>
                  <a:ext cx="212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0338740E-C2DC-D23B-9383-F4A9335E3D56}"/>
                    </a:ext>
                  </a:extLst>
                </p14:cNvPr>
                <p14:cNvContentPartPr/>
                <p14:nvPr/>
              </p14:nvContentPartPr>
              <p14:xfrm>
                <a:off x="3815462" y="328301"/>
                <a:ext cx="35280" cy="2775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0338740E-C2DC-D23B-9383-F4A9335E3D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97822" y="310661"/>
                  <a:ext cx="70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D4B4D7AD-FD2B-343B-0BEB-0A3D720DC2BB}"/>
                    </a:ext>
                  </a:extLst>
                </p14:cNvPr>
                <p14:cNvContentPartPr/>
                <p14:nvPr/>
              </p14:nvContentPartPr>
              <p14:xfrm>
                <a:off x="3846782" y="502181"/>
                <a:ext cx="117360" cy="1058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D4B4D7AD-FD2B-343B-0BEB-0A3D720DC2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28782" y="484181"/>
                  <a:ext cx="153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75433C5E-0875-3FE2-FB94-AEF5612A21F5}"/>
                    </a:ext>
                  </a:extLst>
                </p14:cNvPr>
                <p14:cNvContentPartPr/>
                <p14:nvPr/>
              </p14:nvContentPartPr>
              <p14:xfrm>
                <a:off x="4001942" y="273581"/>
                <a:ext cx="28800" cy="3513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75433C5E-0875-3FE2-FB94-AEF5612A21F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3942" y="255941"/>
                  <a:ext cx="644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50E77A01-AD23-C092-A361-B4E7720E0C38}"/>
                    </a:ext>
                  </a:extLst>
                </p14:cNvPr>
                <p14:cNvContentPartPr/>
                <p14:nvPr/>
              </p14:nvContentPartPr>
              <p14:xfrm>
                <a:off x="3953342" y="379781"/>
                <a:ext cx="180360" cy="284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50E77A01-AD23-C092-A361-B4E7720E0C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5702" y="362141"/>
                  <a:ext cx="216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C24D4CD3-6AF3-7074-CD49-694B9931E1F8}"/>
                    </a:ext>
                  </a:extLst>
                </p14:cNvPr>
                <p14:cNvContentPartPr/>
                <p14:nvPr/>
              </p14:nvContentPartPr>
              <p14:xfrm>
                <a:off x="4116062" y="465821"/>
                <a:ext cx="196560" cy="1494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C24D4CD3-6AF3-7074-CD49-694B9931E1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98422" y="448181"/>
                  <a:ext cx="232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3CD7BB1-B426-9F79-AE01-C1C401A86577}"/>
                    </a:ext>
                  </a:extLst>
                </p14:cNvPr>
                <p14:cNvContentPartPr/>
                <p14:nvPr/>
              </p14:nvContentPartPr>
              <p14:xfrm>
                <a:off x="4360862" y="481661"/>
                <a:ext cx="184320" cy="1155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3CD7BB1-B426-9F79-AE01-C1C401A865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42862" y="464021"/>
                  <a:ext cx="219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0DEA0B5C-B6E1-7A5B-7EB4-2974CBED1E04}"/>
                    </a:ext>
                  </a:extLst>
                </p14:cNvPr>
                <p14:cNvContentPartPr/>
                <p14:nvPr/>
              </p14:nvContentPartPr>
              <p14:xfrm>
                <a:off x="4711502" y="458981"/>
                <a:ext cx="157680" cy="1418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0DEA0B5C-B6E1-7A5B-7EB4-2974CBED1E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93502" y="441341"/>
                  <a:ext cx="1933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80D17149-02EE-02D5-F903-2C7A0B414F48}"/>
              </a:ext>
            </a:extLst>
          </p:cNvPr>
          <p:cNvGrpSpPr/>
          <p:nvPr/>
        </p:nvGrpSpPr>
        <p:grpSpPr>
          <a:xfrm>
            <a:off x="5112542" y="353501"/>
            <a:ext cx="2236680" cy="293040"/>
            <a:chOff x="5112542" y="353501"/>
            <a:chExt cx="223668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5E41EDE1-0B95-DEC0-5057-5C9EE0041FCD}"/>
                    </a:ext>
                  </a:extLst>
                </p14:cNvPr>
                <p14:cNvContentPartPr/>
                <p14:nvPr/>
              </p14:nvContentPartPr>
              <p14:xfrm>
                <a:off x="5112542" y="455741"/>
                <a:ext cx="146520" cy="1414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5E41EDE1-0B95-DEC0-5057-5C9EE0041F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4902" y="438101"/>
                  <a:ext cx="182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34FB86F-6DAB-F575-6B1D-5833153A2B8B}"/>
                    </a:ext>
                  </a:extLst>
                </p14:cNvPr>
                <p14:cNvContentPartPr/>
                <p14:nvPr/>
              </p14:nvContentPartPr>
              <p14:xfrm>
                <a:off x="5272382" y="521621"/>
                <a:ext cx="221400" cy="921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34FB86F-6DAB-F575-6B1D-5833153A2B8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54382" y="503981"/>
                  <a:ext cx="257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16F4BB0-A06A-77C6-B473-370A342C7D21}"/>
                    </a:ext>
                  </a:extLst>
                </p14:cNvPr>
                <p14:cNvContentPartPr/>
                <p14:nvPr/>
              </p14:nvContentPartPr>
              <p14:xfrm>
                <a:off x="5536982" y="393101"/>
                <a:ext cx="26280" cy="2149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16F4BB0-A06A-77C6-B473-370A342C7D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18982" y="375461"/>
                  <a:ext cx="61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455491EC-C9A5-F990-996E-EA81BDEF615A}"/>
                    </a:ext>
                  </a:extLst>
                </p14:cNvPr>
                <p14:cNvContentPartPr/>
                <p14:nvPr/>
              </p14:nvContentPartPr>
              <p14:xfrm>
                <a:off x="5459942" y="397781"/>
                <a:ext cx="143280" cy="237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455491EC-C9A5-F990-996E-EA81BDEF61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1942" y="379781"/>
                  <a:ext cx="178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889B5B89-84D9-D6B7-9E3E-B55C1B9ACE5E}"/>
                    </a:ext>
                  </a:extLst>
                </p14:cNvPr>
                <p14:cNvContentPartPr/>
                <p14:nvPr/>
              </p14:nvContentPartPr>
              <p14:xfrm>
                <a:off x="5661182" y="407861"/>
                <a:ext cx="60120" cy="2340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889B5B89-84D9-D6B7-9E3E-B55C1B9ACE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43182" y="389861"/>
                  <a:ext cx="95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F28F9122-B622-960B-0214-02AA161AAA7D}"/>
                    </a:ext>
                  </a:extLst>
                </p14:cNvPr>
                <p14:cNvContentPartPr/>
                <p14:nvPr/>
              </p14:nvContentPartPr>
              <p14:xfrm>
                <a:off x="5758022" y="579941"/>
                <a:ext cx="140760" cy="147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F28F9122-B622-960B-0214-02AA161AAA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40022" y="561941"/>
                  <a:ext cx="176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831F6B65-AFF6-37A0-4578-DE559E8701E2}"/>
                    </a:ext>
                  </a:extLst>
                </p14:cNvPr>
                <p14:cNvContentPartPr/>
                <p14:nvPr/>
              </p14:nvContentPartPr>
              <p14:xfrm>
                <a:off x="5984822" y="361061"/>
                <a:ext cx="598320" cy="2844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831F6B65-AFF6-37A0-4578-DE559E8701E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66822" y="343061"/>
                  <a:ext cx="633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E9D524BE-AB1C-7562-9BC7-3FA22017DB9B}"/>
                    </a:ext>
                  </a:extLst>
                </p14:cNvPr>
                <p14:cNvContentPartPr/>
                <p14:nvPr/>
              </p14:nvContentPartPr>
              <p14:xfrm>
                <a:off x="6595022" y="446741"/>
                <a:ext cx="100800" cy="19476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E9D524BE-AB1C-7562-9BC7-3FA22017DB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77022" y="429101"/>
                  <a:ext cx="136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1B618281-BA50-ED05-4FA7-35D6EDE2345D}"/>
                    </a:ext>
                  </a:extLst>
                </p14:cNvPr>
                <p14:cNvContentPartPr/>
                <p14:nvPr/>
              </p14:nvContentPartPr>
              <p14:xfrm>
                <a:off x="6709142" y="483821"/>
                <a:ext cx="186480" cy="1558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1B618281-BA50-ED05-4FA7-35D6EDE2345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91502" y="465821"/>
                  <a:ext cx="222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72DEAB9F-0F95-B128-7445-10EB45D3ABE3}"/>
                    </a:ext>
                  </a:extLst>
                </p14:cNvPr>
                <p14:cNvContentPartPr/>
                <p14:nvPr/>
              </p14:nvContentPartPr>
              <p14:xfrm>
                <a:off x="6896702" y="529541"/>
                <a:ext cx="137160" cy="1170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72DEAB9F-0F95-B128-7445-10EB45D3AB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78702" y="511901"/>
                  <a:ext cx="172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701B6F30-9452-BAC9-097B-DBADBFD15FF1}"/>
                    </a:ext>
                  </a:extLst>
                </p14:cNvPr>
                <p14:cNvContentPartPr/>
                <p14:nvPr/>
              </p14:nvContentPartPr>
              <p14:xfrm>
                <a:off x="7065542" y="353501"/>
                <a:ext cx="151920" cy="2782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701B6F30-9452-BAC9-097B-DBADBFD15F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47902" y="335501"/>
                  <a:ext cx="1875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6B023E0F-6D79-3C5F-F2BE-3AEB50936BAF}"/>
                    </a:ext>
                  </a:extLst>
                </p14:cNvPr>
                <p14:cNvContentPartPr/>
                <p14:nvPr/>
              </p14:nvContentPartPr>
              <p14:xfrm>
                <a:off x="7239782" y="531701"/>
                <a:ext cx="109440" cy="882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6B023E0F-6D79-3C5F-F2BE-3AEB50936B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22142" y="514061"/>
                  <a:ext cx="14508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A0C74D6E-C3A9-FD4D-7E46-FFE152583692}"/>
              </a:ext>
            </a:extLst>
          </p:cNvPr>
          <p:cNvGrpSpPr/>
          <p:nvPr/>
        </p:nvGrpSpPr>
        <p:grpSpPr>
          <a:xfrm>
            <a:off x="7663502" y="309581"/>
            <a:ext cx="367560" cy="309960"/>
            <a:chOff x="7663502" y="309581"/>
            <a:chExt cx="36756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C951CECA-E418-7630-102A-146E8128E086}"/>
                    </a:ext>
                  </a:extLst>
                </p14:cNvPr>
                <p14:cNvContentPartPr/>
                <p14:nvPr/>
              </p14:nvContentPartPr>
              <p14:xfrm>
                <a:off x="7663502" y="309581"/>
                <a:ext cx="174960" cy="3099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C951CECA-E418-7630-102A-146E8128E0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45502" y="291581"/>
                  <a:ext cx="2106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D7A03689-9273-6447-4070-58417A8C9431}"/>
                    </a:ext>
                  </a:extLst>
                </p14:cNvPr>
                <p14:cNvContentPartPr/>
                <p14:nvPr/>
              </p14:nvContentPartPr>
              <p14:xfrm>
                <a:off x="7840982" y="475901"/>
                <a:ext cx="190080" cy="1065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D7A03689-9273-6447-4070-58417A8C94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22982" y="458261"/>
                  <a:ext cx="2257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13A6482-4886-C6EC-221F-F100D469AA77}"/>
              </a:ext>
            </a:extLst>
          </p:cNvPr>
          <p:cNvGrpSpPr/>
          <p:nvPr/>
        </p:nvGrpSpPr>
        <p:grpSpPr>
          <a:xfrm>
            <a:off x="8377022" y="282581"/>
            <a:ext cx="1323360" cy="446040"/>
            <a:chOff x="8377022" y="282581"/>
            <a:chExt cx="132336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3AF76B73-B251-98FD-DEE2-D3053108DECB}"/>
                    </a:ext>
                  </a:extLst>
                </p14:cNvPr>
                <p14:cNvContentPartPr/>
                <p14:nvPr/>
              </p14:nvContentPartPr>
              <p14:xfrm>
                <a:off x="8509862" y="282581"/>
                <a:ext cx="60120" cy="3614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3AF76B73-B251-98FD-DEE2-D3053108DE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92222" y="264581"/>
                  <a:ext cx="95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4DA80CB-D12F-978A-EEB7-363623F0B69C}"/>
                    </a:ext>
                  </a:extLst>
                </p14:cNvPr>
                <p14:cNvContentPartPr/>
                <p14:nvPr/>
              </p14:nvContentPartPr>
              <p14:xfrm>
                <a:off x="8377022" y="531701"/>
                <a:ext cx="452520" cy="788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4DA80CB-D12F-978A-EEB7-363623F0B69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59382" y="514061"/>
                  <a:ext cx="488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E59332D4-4161-2E88-6E40-ACBA42368C81}"/>
                    </a:ext>
                  </a:extLst>
                </p14:cNvPr>
                <p14:cNvContentPartPr/>
                <p14:nvPr/>
              </p14:nvContentPartPr>
              <p14:xfrm>
                <a:off x="8897582" y="527381"/>
                <a:ext cx="215280" cy="1209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E59332D4-4161-2E88-6E40-ACBA42368C8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79582" y="509381"/>
                  <a:ext cx="250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1E9F3243-9DE7-B98A-282D-E612415F5084}"/>
                    </a:ext>
                  </a:extLst>
                </p14:cNvPr>
                <p14:cNvContentPartPr/>
                <p14:nvPr/>
              </p14:nvContentPartPr>
              <p14:xfrm>
                <a:off x="9199982" y="502901"/>
                <a:ext cx="149760" cy="1152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1E9F3243-9DE7-B98A-282D-E612415F508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82342" y="484901"/>
                  <a:ext cx="185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7E49B23E-945F-D73E-066A-EAAE3DAE500F}"/>
                    </a:ext>
                  </a:extLst>
                </p14:cNvPr>
                <p14:cNvContentPartPr/>
                <p14:nvPr/>
              </p14:nvContentPartPr>
              <p14:xfrm>
                <a:off x="9421022" y="496061"/>
                <a:ext cx="92880" cy="1432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7E49B23E-945F-D73E-066A-EAAE3DAE50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03022" y="478061"/>
                  <a:ext cx="128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A49E766-F596-91E8-39BF-CBE9B19C730B}"/>
                    </a:ext>
                  </a:extLst>
                </p14:cNvPr>
                <p14:cNvContentPartPr/>
                <p14:nvPr/>
              </p14:nvContentPartPr>
              <p14:xfrm>
                <a:off x="9558182" y="474821"/>
                <a:ext cx="142200" cy="1191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A49E766-F596-91E8-39BF-CBE9B19C73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40182" y="456821"/>
                  <a:ext cx="177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9E317F6-74E1-81DC-2F2B-DF07A8B2B222}"/>
                    </a:ext>
                  </a:extLst>
                </p14:cNvPr>
                <p14:cNvContentPartPr/>
                <p14:nvPr/>
              </p14:nvContentPartPr>
              <p14:xfrm>
                <a:off x="9154622" y="392021"/>
                <a:ext cx="461160" cy="3366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9E317F6-74E1-81DC-2F2B-DF07A8B2B2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36622" y="374381"/>
                  <a:ext cx="49680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BDE4657E-9551-B1B4-014A-DCBF86DD0917}"/>
              </a:ext>
            </a:extLst>
          </p:cNvPr>
          <p:cNvGrpSpPr/>
          <p:nvPr/>
        </p:nvGrpSpPr>
        <p:grpSpPr>
          <a:xfrm>
            <a:off x="3866582" y="1196621"/>
            <a:ext cx="489600" cy="266760"/>
            <a:chOff x="3866582" y="1196621"/>
            <a:chExt cx="4896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1E1A708-6B77-A02D-9A70-4196B829322C}"/>
                    </a:ext>
                  </a:extLst>
                </p14:cNvPr>
                <p14:cNvContentPartPr/>
                <p14:nvPr/>
              </p14:nvContentPartPr>
              <p14:xfrm>
                <a:off x="3866582" y="1198061"/>
                <a:ext cx="83520" cy="2653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1E1A708-6B77-A02D-9A70-4196B82932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48582" y="1180061"/>
                  <a:ext cx="119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93E018DC-5432-3BD5-81F3-804D1CBDC4B8}"/>
                    </a:ext>
                  </a:extLst>
                </p14:cNvPr>
                <p14:cNvContentPartPr/>
                <p14:nvPr/>
              </p14:nvContentPartPr>
              <p14:xfrm>
                <a:off x="4008062" y="1308581"/>
                <a:ext cx="104760" cy="107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93E018DC-5432-3BD5-81F3-804D1CBDC4B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90422" y="1290581"/>
                  <a:ext cx="140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60BA1A44-7B02-C5A5-EF83-1AB9D0EF6703}"/>
                    </a:ext>
                  </a:extLst>
                </p14:cNvPr>
                <p14:cNvContentPartPr/>
                <p14:nvPr/>
              </p14:nvContentPartPr>
              <p14:xfrm>
                <a:off x="3994382" y="1327661"/>
                <a:ext cx="185400" cy="1022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60BA1A44-7B02-C5A5-EF83-1AB9D0EF670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76742" y="1309661"/>
                  <a:ext cx="221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41788C9-CF3F-A60B-FF1E-83A5CBF74F51}"/>
                    </a:ext>
                  </a:extLst>
                </p14:cNvPr>
                <p14:cNvContentPartPr/>
                <p14:nvPr/>
              </p14:nvContentPartPr>
              <p14:xfrm>
                <a:off x="4277702" y="1196621"/>
                <a:ext cx="78480" cy="25056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41788C9-CF3F-A60B-FF1E-83A5CBF74F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59702" y="1178981"/>
                  <a:ext cx="11412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E82E9F6D-8A81-3004-FB55-0AAA19678AEF}"/>
              </a:ext>
            </a:extLst>
          </p:cNvPr>
          <p:cNvGrpSpPr/>
          <p:nvPr/>
        </p:nvGrpSpPr>
        <p:grpSpPr>
          <a:xfrm>
            <a:off x="4499822" y="1327661"/>
            <a:ext cx="167040" cy="95040"/>
            <a:chOff x="4499822" y="1327661"/>
            <a:chExt cx="16704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7262D2E-D52A-1DC6-EAB3-DE613943FC93}"/>
                    </a:ext>
                  </a:extLst>
                </p14:cNvPr>
                <p14:cNvContentPartPr/>
                <p14:nvPr/>
              </p14:nvContentPartPr>
              <p14:xfrm>
                <a:off x="4521062" y="1418021"/>
                <a:ext cx="145800" cy="46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7262D2E-D52A-1DC6-EAB3-DE613943FC9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03062" y="1400381"/>
                  <a:ext cx="181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5AC4B8B1-81E0-2BD2-ED50-42EDDF168665}"/>
                    </a:ext>
                  </a:extLst>
                </p14:cNvPr>
                <p14:cNvContentPartPr/>
                <p14:nvPr/>
              </p14:nvContentPartPr>
              <p14:xfrm>
                <a:off x="4499822" y="1327661"/>
                <a:ext cx="153000" cy="46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5AC4B8B1-81E0-2BD2-ED50-42EDDF16866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82182" y="1309661"/>
                  <a:ext cx="1886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3D198EFE-DEEB-B6AD-E561-C0AB7B52E204}"/>
              </a:ext>
            </a:extLst>
          </p:cNvPr>
          <p:cNvGrpSpPr/>
          <p:nvPr/>
        </p:nvGrpSpPr>
        <p:grpSpPr>
          <a:xfrm>
            <a:off x="4968182" y="1019141"/>
            <a:ext cx="1119240" cy="711360"/>
            <a:chOff x="4968182" y="1019141"/>
            <a:chExt cx="1119240" cy="71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2D214696-12E4-33A7-1166-08A151C63753}"/>
                    </a:ext>
                  </a:extLst>
                </p14:cNvPr>
                <p14:cNvContentPartPr/>
                <p14:nvPr/>
              </p14:nvContentPartPr>
              <p14:xfrm>
                <a:off x="5351942" y="1535021"/>
                <a:ext cx="128160" cy="1954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2D214696-12E4-33A7-1166-08A151C637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33942" y="1517021"/>
                  <a:ext cx="163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7AAECD8D-7F81-2D22-03A2-BD50A552FA28}"/>
                    </a:ext>
                  </a:extLst>
                </p14:cNvPr>
                <p14:cNvContentPartPr/>
                <p14:nvPr/>
              </p14:nvContentPartPr>
              <p14:xfrm>
                <a:off x="5307302" y="1554461"/>
                <a:ext cx="225000" cy="1634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7AAECD8D-7F81-2D22-03A2-BD50A552FA2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89302" y="1536461"/>
                  <a:ext cx="260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56F76C98-510F-8ED6-8385-7182DD8A6B0A}"/>
                    </a:ext>
                  </a:extLst>
                </p14:cNvPr>
                <p14:cNvContentPartPr/>
                <p14:nvPr/>
              </p14:nvContentPartPr>
              <p14:xfrm>
                <a:off x="5976542" y="1198061"/>
                <a:ext cx="26280" cy="1958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56F76C98-510F-8ED6-8385-7182DD8A6B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58542" y="1180061"/>
                  <a:ext cx="61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9C90C709-576D-68CD-822D-1E40769B4EEA}"/>
                    </a:ext>
                  </a:extLst>
                </p14:cNvPr>
                <p14:cNvContentPartPr/>
                <p14:nvPr/>
              </p14:nvContentPartPr>
              <p14:xfrm>
                <a:off x="5923262" y="1270421"/>
                <a:ext cx="164160" cy="136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9C90C709-576D-68CD-822D-1E40769B4EE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05262" y="1252781"/>
                  <a:ext cx="199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84154563-5B90-DD14-3131-48CC018070EC}"/>
                    </a:ext>
                  </a:extLst>
                </p14:cNvPr>
                <p14:cNvContentPartPr/>
                <p14:nvPr/>
              </p14:nvContentPartPr>
              <p14:xfrm>
                <a:off x="4968182" y="1345301"/>
                <a:ext cx="169200" cy="205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84154563-5B90-DD14-3131-48CC018070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50182" y="1327661"/>
                  <a:ext cx="20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7983218-8B9E-B11A-65F1-B34ED7CE28BF}"/>
                    </a:ext>
                  </a:extLst>
                </p14:cNvPr>
                <p14:cNvContentPartPr/>
                <p14:nvPr/>
              </p14:nvContentPartPr>
              <p14:xfrm>
                <a:off x="5252582" y="1352141"/>
                <a:ext cx="505800" cy="172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7983218-8B9E-B11A-65F1-B34ED7CE28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34582" y="1334501"/>
                  <a:ext cx="541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3BE2474D-7291-6BD4-23BE-1AC26A7471A1}"/>
                    </a:ext>
                  </a:extLst>
                </p14:cNvPr>
                <p14:cNvContentPartPr/>
                <p14:nvPr/>
              </p14:nvContentPartPr>
              <p14:xfrm>
                <a:off x="5249702" y="1019141"/>
                <a:ext cx="136080" cy="2574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3BE2474D-7291-6BD4-23BE-1AC26A7471A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32062" y="1001141"/>
                  <a:ext cx="1717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EF381BAC-C7BB-74CD-10F4-6E57CF20D680}"/>
                    </a:ext>
                  </a:extLst>
                </p14:cNvPr>
                <p14:cNvContentPartPr/>
                <p14:nvPr/>
              </p14:nvContentPartPr>
              <p14:xfrm>
                <a:off x="5451662" y="1027781"/>
                <a:ext cx="211320" cy="2386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EF381BAC-C7BB-74CD-10F4-6E57CF20D6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33662" y="1009781"/>
                  <a:ext cx="246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0695BFD0-24CF-58E2-387C-0B3B8BCB7BE4}"/>
                    </a:ext>
                  </a:extLst>
                </p14:cNvPr>
                <p14:cNvContentPartPr/>
                <p14:nvPr/>
              </p14:nvContentPartPr>
              <p14:xfrm>
                <a:off x="5531942" y="1450061"/>
                <a:ext cx="71280" cy="802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0695BFD0-24CF-58E2-387C-0B3B8BCB7B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13942" y="1432061"/>
                  <a:ext cx="106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9B4009BE-E476-2ED2-F03D-611361A5B847}"/>
                    </a:ext>
                  </a:extLst>
                </p14:cNvPr>
                <p14:cNvContentPartPr/>
                <p14:nvPr/>
              </p14:nvContentPartPr>
              <p14:xfrm>
                <a:off x="5596382" y="1515221"/>
                <a:ext cx="19080" cy="936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9B4009BE-E476-2ED2-F03D-611361A5B84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78742" y="1497221"/>
                  <a:ext cx="5472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65709F92-53E3-7892-BD16-9D950501CA80}"/>
                  </a:ext>
                </a:extLst>
              </p14:cNvPr>
              <p14:cNvContentPartPr/>
              <p14:nvPr/>
            </p14:nvContentPartPr>
            <p14:xfrm>
              <a:off x="6343022" y="1031741"/>
              <a:ext cx="180360" cy="30852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65709F92-53E3-7892-BD16-9D950501CA8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325022" y="1014101"/>
                <a:ext cx="2160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6916165A-3DAB-43B6-C4E8-4D92C3DEDCEA}"/>
                  </a:ext>
                </a:extLst>
              </p14:cNvPr>
              <p14:cNvContentPartPr/>
              <p14:nvPr/>
            </p14:nvContentPartPr>
            <p14:xfrm>
              <a:off x="6277142" y="1387421"/>
              <a:ext cx="416520" cy="24480"/>
            </p14:xfrm>
          </p:contentPart>
        </mc:Choice>
        <mc:Fallback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6916165A-3DAB-43B6-C4E8-4D92C3DEDCE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59142" y="1369781"/>
                <a:ext cx="452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6B579CFA-4E45-086D-C15C-F5E80DBCE086}"/>
                  </a:ext>
                </a:extLst>
              </p14:cNvPr>
              <p14:cNvContentPartPr/>
              <p14:nvPr/>
            </p14:nvContentPartPr>
            <p14:xfrm>
              <a:off x="6331862" y="1605941"/>
              <a:ext cx="107280" cy="19260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6B579CFA-4E45-086D-C15C-F5E80DBCE08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313862" y="1587941"/>
                <a:ext cx="1429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7CDE21A0-D58D-CAD1-E7EA-2DCFB5D81FF6}"/>
                  </a:ext>
                </a:extLst>
              </p14:cNvPr>
              <p14:cNvContentPartPr/>
              <p14:nvPr/>
            </p14:nvContentPartPr>
            <p14:xfrm>
              <a:off x="6290822" y="1628261"/>
              <a:ext cx="173160" cy="170280"/>
            </p14:xfrm>
          </p:contentPart>
        </mc:Choice>
        <mc:Fallback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7CDE21A0-D58D-CAD1-E7EA-2DCFB5D81FF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272822" y="1610261"/>
                <a:ext cx="20880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301A46C5-4D86-D2E2-C852-71C64DC21E3B}"/>
                  </a:ext>
                </a:extLst>
              </p14:cNvPr>
              <p14:cNvContentPartPr/>
              <p14:nvPr/>
            </p14:nvContentPartPr>
            <p14:xfrm>
              <a:off x="6483062" y="1502981"/>
              <a:ext cx="117360" cy="14904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301A46C5-4D86-D2E2-C852-71C64DC21E3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465422" y="1485341"/>
                <a:ext cx="1530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15CFEB53-C7B7-DB86-BAC5-F699FDB242EB}"/>
                  </a:ext>
                </a:extLst>
              </p14:cNvPr>
              <p14:cNvContentPartPr/>
              <p14:nvPr/>
            </p14:nvContentPartPr>
            <p14:xfrm>
              <a:off x="6890582" y="1342061"/>
              <a:ext cx="205200" cy="360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15CFEB53-C7B7-DB86-BAC5-F699FDB242E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872582" y="1324421"/>
                <a:ext cx="2408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A834083F-860B-64D9-7731-DF6BD26159B7}"/>
                  </a:ext>
                </a:extLst>
              </p14:cNvPr>
              <p14:cNvContentPartPr/>
              <p14:nvPr/>
            </p14:nvContentPartPr>
            <p14:xfrm>
              <a:off x="7250582" y="1031381"/>
              <a:ext cx="195120" cy="252000"/>
            </p14:xfrm>
          </p:contentPart>
        </mc:Choice>
        <mc:Fallback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A834083F-860B-64D9-7731-DF6BD26159B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232942" y="1013381"/>
                <a:ext cx="2307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43643DDB-4144-7FCC-9700-55B2EB878D52}"/>
                  </a:ext>
                </a:extLst>
              </p14:cNvPr>
              <p14:cNvContentPartPr/>
              <p14:nvPr/>
            </p14:nvContentPartPr>
            <p14:xfrm>
              <a:off x="7330142" y="1189421"/>
              <a:ext cx="168120" cy="6480"/>
            </p14:xfrm>
          </p:contentPart>
        </mc:Choice>
        <mc:Fallback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43643DDB-4144-7FCC-9700-55B2EB878D5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312502" y="1171781"/>
                <a:ext cx="20376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Agrupar 96">
            <a:extLst>
              <a:ext uri="{FF2B5EF4-FFF2-40B4-BE49-F238E27FC236}">
                <a16:creationId xmlns:a16="http://schemas.microsoft.com/office/drawing/2014/main" id="{ACBB0462-4798-8980-1B25-8B62637ABC1A}"/>
              </a:ext>
            </a:extLst>
          </p:cNvPr>
          <p:cNvGrpSpPr/>
          <p:nvPr/>
        </p:nvGrpSpPr>
        <p:grpSpPr>
          <a:xfrm>
            <a:off x="7269302" y="1375541"/>
            <a:ext cx="333000" cy="435240"/>
            <a:chOff x="7269302" y="1375541"/>
            <a:chExt cx="33300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7899371B-35B7-7993-C0C5-A30E8988AB8D}"/>
                    </a:ext>
                  </a:extLst>
                </p14:cNvPr>
                <p14:cNvContentPartPr/>
                <p14:nvPr/>
              </p14:nvContentPartPr>
              <p14:xfrm>
                <a:off x="7269302" y="1375541"/>
                <a:ext cx="329400" cy="2376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7899371B-35B7-7993-C0C5-A30E8988AB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51662" y="1357901"/>
                  <a:ext cx="365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B607A846-89E2-1D62-7EA3-96691E066CC6}"/>
                    </a:ext>
                  </a:extLst>
                </p14:cNvPr>
                <p14:cNvContentPartPr/>
                <p14:nvPr/>
              </p14:nvContentPartPr>
              <p14:xfrm>
                <a:off x="7335182" y="1637261"/>
                <a:ext cx="100800" cy="17352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B607A846-89E2-1D62-7EA3-96691E066CC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17182" y="1619261"/>
                  <a:ext cx="136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9E3D0579-09C5-6AD3-8AA7-B32286DCC3FE}"/>
                    </a:ext>
                  </a:extLst>
                </p14:cNvPr>
                <p14:cNvContentPartPr/>
                <p14:nvPr/>
              </p14:nvContentPartPr>
              <p14:xfrm>
                <a:off x="7300262" y="1646261"/>
                <a:ext cx="150480" cy="1458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9E3D0579-09C5-6AD3-8AA7-B32286DCC3F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82622" y="1628261"/>
                  <a:ext cx="186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F14C7FD9-D0A7-1A3C-26E1-7B24AA4BEC33}"/>
                    </a:ext>
                  </a:extLst>
                </p14:cNvPr>
                <p14:cNvContentPartPr/>
                <p14:nvPr/>
              </p14:nvContentPartPr>
              <p14:xfrm>
                <a:off x="7469102" y="1470581"/>
                <a:ext cx="133200" cy="15768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F14C7FD9-D0A7-1A3C-26E1-7B24AA4BEC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51462" y="1452941"/>
                  <a:ext cx="16884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9F88ECD3-CAB9-E42E-E543-C7C84B1D9927}"/>
              </a:ext>
            </a:extLst>
          </p:cNvPr>
          <p:cNvGrpSpPr/>
          <p:nvPr/>
        </p:nvGrpSpPr>
        <p:grpSpPr>
          <a:xfrm>
            <a:off x="7816862" y="1194461"/>
            <a:ext cx="136800" cy="194760"/>
            <a:chOff x="7816862" y="1194461"/>
            <a:chExt cx="13680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7EC16E5-4686-153E-6E0D-DF182667687D}"/>
                    </a:ext>
                  </a:extLst>
                </p14:cNvPr>
                <p14:cNvContentPartPr/>
                <p14:nvPr/>
              </p14:nvContentPartPr>
              <p14:xfrm>
                <a:off x="7867982" y="1194461"/>
                <a:ext cx="36360" cy="19476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7EC16E5-4686-153E-6E0D-DF18266768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49982" y="1176821"/>
                  <a:ext cx="72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46ACE31B-597F-D63E-29F6-09ABC837B3EF}"/>
                    </a:ext>
                  </a:extLst>
                </p14:cNvPr>
                <p14:cNvContentPartPr/>
                <p14:nvPr/>
              </p14:nvContentPartPr>
              <p14:xfrm>
                <a:off x="7816862" y="1283021"/>
                <a:ext cx="136800" cy="61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46ACE31B-597F-D63E-29F6-09ABC837B3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99222" y="1265021"/>
                  <a:ext cx="17244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99287AEC-F7E7-53C4-2A3A-F3ACB7C103AA}"/>
              </a:ext>
            </a:extLst>
          </p:cNvPr>
          <p:cNvGrpSpPr/>
          <p:nvPr/>
        </p:nvGrpSpPr>
        <p:grpSpPr>
          <a:xfrm>
            <a:off x="8175782" y="991061"/>
            <a:ext cx="389160" cy="322560"/>
            <a:chOff x="8175782" y="991061"/>
            <a:chExt cx="38916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5C219D0B-01BE-3F5F-62B1-D4B6C8ACD150}"/>
                    </a:ext>
                  </a:extLst>
                </p14:cNvPr>
                <p14:cNvContentPartPr/>
                <p14:nvPr/>
              </p14:nvContentPartPr>
              <p14:xfrm>
                <a:off x="8280182" y="991061"/>
                <a:ext cx="125640" cy="14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5C219D0B-01BE-3F5F-62B1-D4B6C8ACD1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62542" y="973421"/>
                  <a:ext cx="161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AD8697F-B89C-8F2D-F70A-5AF97EE01CF3}"/>
                    </a:ext>
                  </a:extLst>
                </p14:cNvPr>
                <p14:cNvContentPartPr/>
                <p14:nvPr/>
              </p14:nvContentPartPr>
              <p14:xfrm>
                <a:off x="8236982" y="1005821"/>
                <a:ext cx="158760" cy="2476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AD8697F-B89C-8F2D-F70A-5AF97EE01CF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19342" y="987821"/>
                  <a:ext cx="1944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C0779BC7-C304-12C8-7B17-4F6B6BEF4460}"/>
                    </a:ext>
                  </a:extLst>
                </p14:cNvPr>
                <p14:cNvContentPartPr/>
                <p14:nvPr/>
              </p14:nvContentPartPr>
              <p14:xfrm>
                <a:off x="8175782" y="1284101"/>
                <a:ext cx="389160" cy="295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C0779BC7-C304-12C8-7B17-4F6B6BEF446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58142" y="1266101"/>
                  <a:ext cx="42480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AC189D3A-0C41-5CC7-5B7B-8CFE335489D3}"/>
              </a:ext>
            </a:extLst>
          </p:cNvPr>
          <p:cNvGrpSpPr/>
          <p:nvPr/>
        </p:nvGrpSpPr>
        <p:grpSpPr>
          <a:xfrm>
            <a:off x="8261462" y="1503701"/>
            <a:ext cx="155520" cy="226800"/>
            <a:chOff x="8261462" y="1503701"/>
            <a:chExt cx="15552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EA99833D-E3AE-4176-F4CE-4A68812CD0FA}"/>
                    </a:ext>
                  </a:extLst>
                </p14:cNvPr>
                <p14:cNvContentPartPr/>
                <p14:nvPr/>
              </p14:nvContentPartPr>
              <p14:xfrm>
                <a:off x="8263982" y="1503701"/>
                <a:ext cx="153000" cy="2268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EA99833D-E3AE-4176-F4CE-4A68812CD0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46342" y="1486061"/>
                  <a:ext cx="188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D14E2378-4269-8858-52D2-38CBD93489A6}"/>
                    </a:ext>
                  </a:extLst>
                </p14:cNvPr>
                <p14:cNvContentPartPr/>
                <p14:nvPr/>
              </p14:nvContentPartPr>
              <p14:xfrm>
                <a:off x="8261462" y="1550141"/>
                <a:ext cx="155520" cy="1612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D14E2378-4269-8858-52D2-38CBD93489A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43822" y="1532141"/>
                  <a:ext cx="19116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A9EBF7C3-F929-414C-6679-B32203A2FFC4}"/>
                  </a:ext>
                </a:extLst>
              </p14:cNvPr>
              <p14:cNvContentPartPr/>
              <p14:nvPr/>
            </p14:nvContentPartPr>
            <p14:xfrm>
              <a:off x="8944742" y="1272941"/>
              <a:ext cx="5400" cy="252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A9EBF7C3-F929-414C-6679-B32203A2FFC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926742" y="1254941"/>
                <a:ext cx="4104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73235761-840C-AEE1-B126-28E7385FA40B}"/>
              </a:ext>
            </a:extLst>
          </p:cNvPr>
          <p:cNvGrpSpPr/>
          <p:nvPr/>
        </p:nvGrpSpPr>
        <p:grpSpPr>
          <a:xfrm>
            <a:off x="3433142" y="1121021"/>
            <a:ext cx="186480" cy="520920"/>
            <a:chOff x="3433142" y="1121021"/>
            <a:chExt cx="186480" cy="5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5421C23E-3DE9-071B-79DF-1C5BB7C22087}"/>
                    </a:ext>
                  </a:extLst>
                </p14:cNvPr>
                <p14:cNvContentPartPr/>
                <p14:nvPr/>
              </p14:nvContentPartPr>
              <p14:xfrm>
                <a:off x="3505502" y="1121021"/>
                <a:ext cx="114120" cy="5209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5421C23E-3DE9-071B-79DF-1C5BB7C220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87862" y="1103381"/>
                  <a:ext cx="1497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6F85D0FF-4AA9-E16E-8F83-5C2624626D0D}"/>
                    </a:ext>
                  </a:extLst>
                </p14:cNvPr>
                <p14:cNvContentPartPr/>
                <p14:nvPr/>
              </p14:nvContentPartPr>
              <p14:xfrm>
                <a:off x="3433142" y="1382381"/>
                <a:ext cx="176400" cy="72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6F85D0FF-4AA9-E16E-8F83-5C2624626D0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15142" y="1364381"/>
                  <a:ext cx="21204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791B67FF-3AA2-D66B-17C8-ED6F8A5098DA}"/>
                  </a:ext>
                </a:extLst>
              </p14:cNvPr>
              <p14:cNvContentPartPr/>
              <p14:nvPr/>
            </p14:nvContentPartPr>
            <p14:xfrm>
              <a:off x="3686582" y="1085021"/>
              <a:ext cx="79920" cy="21060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791B67FF-3AA2-D66B-17C8-ED6F8A5098D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668582" y="1067381"/>
                <a:ext cx="115560" cy="24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3D46D5CB-AB69-4E5D-33DD-1687F8808132}"/>
              </a:ext>
            </a:extLst>
          </p:cNvPr>
          <p:cNvGrpSpPr/>
          <p:nvPr/>
        </p:nvGrpSpPr>
        <p:grpSpPr>
          <a:xfrm>
            <a:off x="590582" y="2155661"/>
            <a:ext cx="1813320" cy="413640"/>
            <a:chOff x="590582" y="2155661"/>
            <a:chExt cx="181332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E3B378D3-9F3D-7BC5-C089-310EC0F10501}"/>
                    </a:ext>
                  </a:extLst>
                </p14:cNvPr>
                <p14:cNvContentPartPr/>
                <p14:nvPr/>
              </p14:nvContentPartPr>
              <p14:xfrm>
                <a:off x="600302" y="2245301"/>
                <a:ext cx="21600" cy="2282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E3B378D3-9F3D-7BC5-C089-310EC0F1050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2662" y="2227301"/>
                  <a:ext cx="57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5A0E3B3C-BDA4-E76A-E553-93561D4A7794}"/>
                    </a:ext>
                  </a:extLst>
                </p14:cNvPr>
                <p14:cNvContentPartPr/>
                <p14:nvPr/>
              </p14:nvContentPartPr>
              <p14:xfrm>
                <a:off x="590582" y="2197061"/>
                <a:ext cx="215280" cy="2595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5A0E3B3C-BDA4-E76A-E553-93561D4A779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2582" y="2179421"/>
                  <a:ext cx="2509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9A05304E-024A-2665-4F5F-7484CBD5AF63}"/>
                    </a:ext>
                  </a:extLst>
                </p14:cNvPr>
                <p14:cNvContentPartPr/>
                <p14:nvPr/>
              </p14:nvContentPartPr>
              <p14:xfrm>
                <a:off x="864902" y="2335661"/>
                <a:ext cx="174240" cy="1087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9A05304E-024A-2665-4F5F-7484CBD5AF6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7262" y="2318021"/>
                  <a:ext cx="209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18639360-14B0-4DD1-63A3-8A0BF449B2D0}"/>
                    </a:ext>
                  </a:extLst>
                </p14:cNvPr>
                <p14:cNvContentPartPr/>
                <p14:nvPr/>
              </p14:nvContentPartPr>
              <p14:xfrm>
                <a:off x="887222" y="2256461"/>
                <a:ext cx="155520" cy="975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18639360-14B0-4DD1-63A3-8A0BF449B2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9582" y="2238461"/>
                  <a:ext cx="191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FB30A0FA-3076-CD0B-C8CA-908F895D6365}"/>
                    </a:ext>
                  </a:extLst>
                </p14:cNvPr>
                <p14:cNvContentPartPr/>
                <p14:nvPr/>
              </p14:nvContentPartPr>
              <p14:xfrm>
                <a:off x="1087382" y="2245301"/>
                <a:ext cx="105480" cy="1940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FB30A0FA-3076-CD0B-C8CA-908F895D636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9382" y="2227301"/>
                  <a:ext cx="141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59B63DF3-BB06-B9F8-E7F4-E2034E3A9982}"/>
                    </a:ext>
                  </a:extLst>
                </p14:cNvPr>
                <p14:cNvContentPartPr/>
                <p14:nvPr/>
              </p14:nvContentPartPr>
              <p14:xfrm>
                <a:off x="1201502" y="2321621"/>
                <a:ext cx="170280" cy="10440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59B63DF3-BB06-B9F8-E7F4-E2034E3A998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83502" y="2303981"/>
                  <a:ext cx="205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49446174-A124-2018-045B-C0D6E87774F6}"/>
                    </a:ext>
                  </a:extLst>
                </p14:cNvPr>
                <p14:cNvContentPartPr/>
                <p14:nvPr/>
              </p14:nvContentPartPr>
              <p14:xfrm>
                <a:off x="1453502" y="2288501"/>
                <a:ext cx="120960" cy="13608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49446174-A124-2018-045B-C0D6E87774F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35862" y="2270501"/>
                  <a:ext cx="156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0BCF4A74-76BB-D30C-C525-0EC200D8A148}"/>
                    </a:ext>
                  </a:extLst>
                </p14:cNvPr>
                <p14:cNvContentPartPr/>
                <p14:nvPr/>
              </p14:nvContentPartPr>
              <p14:xfrm>
                <a:off x="1610102" y="2289941"/>
                <a:ext cx="164880" cy="1256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0BCF4A74-76BB-D30C-C525-0EC200D8A14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592102" y="2271941"/>
                  <a:ext cx="200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7208BC56-AF3B-1DF3-D158-0F3000E2AC8B}"/>
                    </a:ext>
                  </a:extLst>
                </p14:cNvPr>
                <p14:cNvContentPartPr/>
                <p14:nvPr/>
              </p14:nvContentPartPr>
              <p14:xfrm>
                <a:off x="1835462" y="2269061"/>
                <a:ext cx="351360" cy="19224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7208BC56-AF3B-1DF3-D158-0F3000E2AC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17462" y="2251061"/>
                  <a:ext cx="387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78388990-9600-816E-8F57-2F0271A925F0}"/>
                    </a:ext>
                  </a:extLst>
                </p14:cNvPr>
                <p14:cNvContentPartPr/>
                <p14:nvPr/>
              </p14:nvContentPartPr>
              <p14:xfrm>
                <a:off x="2030942" y="2354741"/>
                <a:ext cx="127080" cy="194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78388990-9600-816E-8F57-2F0271A925F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13302" y="2336741"/>
                  <a:ext cx="162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B2BC8925-F9A8-93BB-ABA7-230DC727F3E6}"/>
                    </a:ext>
                  </a:extLst>
                </p14:cNvPr>
                <p14:cNvContentPartPr/>
                <p14:nvPr/>
              </p14:nvContentPartPr>
              <p14:xfrm>
                <a:off x="2228582" y="2297861"/>
                <a:ext cx="175320" cy="10800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B2BC8925-F9A8-93BB-ABA7-230DC727F3E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582" y="2280221"/>
                  <a:ext cx="210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5C06460F-1F67-87FE-87E7-D1CF23F7898B}"/>
                    </a:ext>
                  </a:extLst>
                </p14:cNvPr>
                <p14:cNvContentPartPr/>
                <p14:nvPr/>
              </p14:nvContentPartPr>
              <p14:xfrm>
                <a:off x="2055782" y="2155661"/>
                <a:ext cx="138240" cy="327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5C06460F-1F67-87FE-87E7-D1CF23F7898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038142" y="2138021"/>
                  <a:ext cx="173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2F6A22FF-FA27-7110-F2B9-1CC70305EB3A}"/>
                    </a:ext>
                  </a:extLst>
                </p14:cNvPr>
                <p14:cNvContentPartPr/>
                <p14:nvPr/>
              </p14:nvContentPartPr>
              <p14:xfrm>
                <a:off x="1852382" y="2414861"/>
                <a:ext cx="33840" cy="15444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2F6A22FF-FA27-7110-F2B9-1CC70305EB3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34382" y="2397221"/>
                  <a:ext cx="6948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B08C65EF-D1CC-544C-F140-5ACABF746007}"/>
                  </a:ext>
                </a:extLst>
              </p14:cNvPr>
              <p14:cNvContentPartPr/>
              <p14:nvPr/>
            </p14:nvContentPartPr>
            <p14:xfrm>
              <a:off x="574382" y="2686661"/>
              <a:ext cx="127080" cy="71244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B08C65EF-D1CC-544C-F140-5ACABF74600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56742" y="2668661"/>
                <a:ext cx="162720" cy="74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11578FF2-8755-24F2-BF5E-EA3D3E641925}"/>
              </a:ext>
            </a:extLst>
          </p:cNvPr>
          <p:cNvGrpSpPr/>
          <p:nvPr/>
        </p:nvGrpSpPr>
        <p:grpSpPr>
          <a:xfrm>
            <a:off x="847262" y="2780621"/>
            <a:ext cx="894960" cy="399240"/>
            <a:chOff x="847262" y="2780621"/>
            <a:chExt cx="89496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CB7A3043-8C5C-2FD6-3793-8E7FA240BC2F}"/>
                    </a:ext>
                  </a:extLst>
                </p14:cNvPr>
                <p14:cNvContentPartPr/>
                <p14:nvPr/>
              </p14:nvContentPartPr>
              <p14:xfrm>
                <a:off x="847262" y="2780621"/>
                <a:ext cx="184320" cy="3992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CB7A3043-8C5C-2FD6-3793-8E7FA240BC2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9622" y="2762621"/>
                  <a:ext cx="2199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1F3AE89F-7FAA-246E-2778-C7C4DEE7EF56}"/>
                    </a:ext>
                  </a:extLst>
                </p14:cNvPr>
                <p14:cNvContentPartPr/>
                <p14:nvPr/>
              </p14:nvContentPartPr>
              <p14:xfrm>
                <a:off x="1134542" y="3007421"/>
                <a:ext cx="140760" cy="136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1F3AE89F-7FAA-246E-2778-C7C4DEE7EF5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16542" y="2989421"/>
                  <a:ext cx="17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BE91B6E3-E2D6-2D87-2A19-8DE541878FC2}"/>
                    </a:ext>
                  </a:extLst>
                </p14:cNvPr>
                <p14:cNvContentPartPr/>
                <p14:nvPr/>
              </p14:nvContentPartPr>
              <p14:xfrm>
                <a:off x="1385462" y="2879981"/>
                <a:ext cx="126720" cy="2530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BE91B6E3-E2D6-2D87-2A19-8DE541878FC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67822" y="2861981"/>
                  <a:ext cx="162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115E7084-A51A-1329-4FDE-AC3666D6BD3A}"/>
                    </a:ext>
                  </a:extLst>
                </p14:cNvPr>
                <p14:cNvContentPartPr/>
                <p14:nvPr/>
              </p14:nvContentPartPr>
              <p14:xfrm>
                <a:off x="1540262" y="2915621"/>
                <a:ext cx="201960" cy="2224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115E7084-A51A-1329-4FDE-AC3666D6BD3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522262" y="2897981"/>
                  <a:ext cx="2376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F8DECAA3-AA8B-860B-9D62-D023AD7FC4EF}"/>
              </a:ext>
            </a:extLst>
          </p:cNvPr>
          <p:cNvGrpSpPr/>
          <p:nvPr/>
        </p:nvGrpSpPr>
        <p:grpSpPr>
          <a:xfrm>
            <a:off x="1790102" y="2720141"/>
            <a:ext cx="1062720" cy="437400"/>
            <a:chOff x="1790102" y="2720141"/>
            <a:chExt cx="106272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AF93D296-ABEE-1B03-5FFC-94B527A3B6CD}"/>
                    </a:ext>
                  </a:extLst>
                </p14:cNvPr>
                <p14:cNvContentPartPr/>
                <p14:nvPr/>
              </p14:nvContentPartPr>
              <p14:xfrm>
                <a:off x="1790102" y="3131621"/>
                <a:ext cx="360" cy="3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AF93D296-ABEE-1B03-5FFC-94B527A3B6C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772462" y="31136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FFFB03C8-386F-549C-4419-BF1159938E77}"/>
                    </a:ext>
                  </a:extLst>
                </p14:cNvPr>
                <p14:cNvContentPartPr/>
                <p14:nvPr/>
              </p14:nvContentPartPr>
              <p14:xfrm>
                <a:off x="1873262" y="2977901"/>
                <a:ext cx="133560" cy="15624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FFFB03C8-386F-549C-4419-BF1159938E7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55622" y="2960261"/>
                  <a:ext cx="169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E00C651D-4C57-6E9E-B474-EEA7A999219C}"/>
                    </a:ext>
                  </a:extLst>
                </p14:cNvPr>
                <p14:cNvContentPartPr/>
                <p14:nvPr/>
              </p14:nvContentPartPr>
              <p14:xfrm>
                <a:off x="1875782" y="3002021"/>
                <a:ext cx="153000" cy="15552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E00C651D-4C57-6E9E-B474-EEA7A999219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58142" y="2984021"/>
                  <a:ext cx="188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69FF8201-3F0D-4864-E52E-08296DAD277B}"/>
                    </a:ext>
                  </a:extLst>
                </p14:cNvPr>
                <p14:cNvContentPartPr/>
                <p14:nvPr/>
              </p14:nvContentPartPr>
              <p14:xfrm>
                <a:off x="2012582" y="2849741"/>
                <a:ext cx="93600" cy="252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69FF8201-3F0D-4864-E52E-08296DAD277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94582" y="2832101"/>
                  <a:ext cx="129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B7365A4B-2369-8028-B154-85BE2F73677F}"/>
                    </a:ext>
                  </a:extLst>
                </p14:cNvPr>
                <p14:cNvContentPartPr/>
                <p14:nvPr/>
              </p14:nvContentPartPr>
              <p14:xfrm>
                <a:off x="2170262" y="2720141"/>
                <a:ext cx="57240" cy="17820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B7365A4B-2369-8028-B154-85BE2F7367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52622" y="2702501"/>
                  <a:ext cx="92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810B5A8E-1A8F-F6B3-2CBD-E9B7EED94B10}"/>
                    </a:ext>
                  </a:extLst>
                </p14:cNvPr>
                <p14:cNvContentPartPr/>
                <p14:nvPr/>
              </p14:nvContentPartPr>
              <p14:xfrm>
                <a:off x="2409662" y="2946941"/>
                <a:ext cx="20520" cy="2062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810B5A8E-1A8F-F6B3-2CBD-E9B7EED94B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92022" y="2929301"/>
                  <a:ext cx="56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6639954E-E4E2-AB4C-32F8-B31ABA407B81}"/>
                    </a:ext>
                  </a:extLst>
                </p14:cNvPr>
                <p14:cNvContentPartPr/>
                <p14:nvPr/>
              </p14:nvContentPartPr>
              <p14:xfrm>
                <a:off x="2347742" y="3054221"/>
                <a:ext cx="133200" cy="158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6639954E-E4E2-AB4C-32F8-B31ABA407B8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29742" y="3036581"/>
                  <a:ext cx="168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0D1E8876-F1AD-F0AB-6CCD-23D518E6B715}"/>
                    </a:ext>
                  </a:extLst>
                </p14:cNvPr>
                <p14:cNvContentPartPr/>
                <p14:nvPr/>
              </p14:nvContentPartPr>
              <p14:xfrm>
                <a:off x="2669222" y="2881061"/>
                <a:ext cx="183600" cy="2678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0D1E8876-F1AD-F0AB-6CCD-23D518E6B71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651582" y="2863421"/>
                  <a:ext cx="21924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7C83C84A-4555-2F2A-4AC0-77755269FCCF}"/>
              </a:ext>
            </a:extLst>
          </p:cNvPr>
          <p:cNvGrpSpPr/>
          <p:nvPr/>
        </p:nvGrpSpPr>
        <p:grpSpPr>
          <a:xfrm>
            <a:off x="2891702" y="2731661"/>
            <a:ext cx="1779840" cy="402480"/>
            <a:chOff x="2891702" y="2731661"/>
            <a:chExt cx="177984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6B50DA05-3160-D967-F85C-431374F185E1}"/>
                    </a:ext>
                  </a:extLst>
                </p14:cNvPr>
                <p14:cNvContentPartPr/>
                <p14:nvPr/>
              </p14:nvContentPartPr>
              <p14:xfrm>
                <a:off x="2891702" y="3133781"/>
                <a:ext cx="5400" cy="3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6B50DA05-3160-D967-F85C-431374F185E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73702" y="3115781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F5B6E07D-060C-D7EF-547F-743D080BF1E2}"/>
                    </a:ext>
                  </a:extLst>
                </p14:cNvPr>
                <p14:cNvContentPartPr/>
                <p14:nvPr/>
              </p14:nvContentPartPr>
              <p14:xfrm>
                <a:off x="2973782" y="2981141"/>
                <a:ext cx="120600" cy="13392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F5B6E07D-060C-D7EF-547F-743D080BF1E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55782" y="2963141"/>
                  <a:ext cx="156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F0623E6C-029B-A911-3EBE-A7AE7FCCB031}"/>
                    </a:ext>
                  </a:extLst>
                </p14:cNvPr>
                <p14:cNvContentPartPr/>
                <p14:nvPr/>
              </p14:nvContentPartPr>
              <p14:xfrm>
                <a:off x="2971262" y="2999501"/>
                <a:ext cx="169200" cy="11196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F0623E6C-029B-A911-3EBE-A7AE7FCCB0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53262" y="2981861"/>
                  <a:ext cx="204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97014341-A162-3C58-5251-C2E645FE051D}"/>
                    </a:ext>
                  </a:extLst>
                </p14:cNvPr>
                <p14:cNvContentPartPr/>
                <p14:nvPr/>
              </p14:nvContentPartPr>
              <p14:xfrm>
                <a:off x="3121382" y="2830661"/>
                <a:ext cx="92160" cy="720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97014341-A162-3C58-5251-C2E645FE051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103742" y="2813021"/>
                  <a:ext cx="127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8D20480E-7785-7947-EC73-3A16F67917E6}"/>
                    </a:ext>
                  </a:extLst>
                </p14:cNvPr>
                <p14:cNvContentPartPr/>
                <p14:nvPr/>
              </p14:nvContentPartPr>
              <p14:xfrm>
                <a:off x="3280502" y="2745701"/>
                <a:ext cx="83160" cy="1490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8D20480E-7785-7947-EC73-3A16F67917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62502" y="2728061"/>
                  <a:ext cx="118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FBA035CE-6BA0-515C-6A46-83CD56F82FD3}"/>
                    </a:ext>
                  </a:extLst>
                </p14:cNvPr>
                <p14:cNvContentPartPr/>
                <p14:nvPr/>
              </p14:nvContentPartPr>
              <p14:xfrm>
                <a:off x="3387062" y="3064301"/>
                <a:ext cx="127080" cy="136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FBA035CE-6BA0-515C-6A46-83CD56F82FD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369422" y="3046661"/>
                  <a:ext cx="162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17C95007-CB32-38B2-6EA4-33BF37872338}"/>
                    </a:ext>
                  </a:extLst>
                </p14:cNvPr>
                <p14:cNvContentPartPr/>
                <p14:nvPr/>
              </p14:nvContentPartPr>
              <p14:xfrm>
                <a:off x="3639422" y="2875661"/>
                <a:ext cx="117000" cy="2505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17C95007-CB32-38B2-6EA4-33BF3787233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621782" y="2858021"/>
                  <a:ext cx="1526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70DBDDC4-0E2F-9D35-180E-9B41D438CE6A}"/>
                    </a:ext>
                  </a:extLst>
                </p14:cNvPr>
                <p14:cNvContentPartPr/>
                <p14:nvPr/>
              </p14:nvContentPartPr>
              <p14:xfrm>
                <a:off x="3671462" y="3007421"/>
                <a:ext cx="118440" cy="194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70DBDDC4-0E2F-9D35-180E-9B41D438CE6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53822" y="2989421"/>
                  <a:ext cx="154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DF17C07A-1750-B3EC-2C1B-CDE33E119FF7}"/>
                    </a:ext>
                  </a:extLst>
                </p14:cNvPr>
                <p14:cNvContentPartPr/>
                <p14:nvPr/>
              </p14:nvContentPartPr>
              <p14:xfrm>
                <a:off x="3835622" y="3122621"/>
                <a:ext cx="360" cy="36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DF17C07A-1750-B3EC-2C1B-CDE33E119FF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17622" y="31046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61A9EBB8-04D2-72B3-A5F6-FD0F640DA202}"/>
                    </a:ext>
                  </a:extLst>
                </p14:cNvPr>
                <p14:cNvContentPartPr/>
                <p14:nvPr/>
              </p14:nvContentPartPr>
              <p14:xfrm>
                <a:off x="3934982" y="2945141"/>
                <a:ext cx="122040" cy="1767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61A9EBB8-04D2-72B3-A5F6-FD0F640DA20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916982" y="2927141"/>
                  <a:ext cx="157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98B426A6-B7FB-4132-9E70-CAC4DA5911A2}"/>
                    </a:ext>
                  </a:extLst>
                </p14:cNvPr>
                <p14:cNvContentPartPr/>
                <p14:nvPr/>
              </p14:nvContentPartPr>
              <p14:xfrm>
                <a:off x="3937502" y="2981141"/>
                <a:ext cx="148320" cy="1090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98B426A6-B7FB-4132-9E70-CAC4DA5911A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919502" y="2963501"/>
                  <a:ext cx="183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AE2CA96A-6C8B-96B2-4BAC-DBA23CE435FF}"/>
                    </a:ext>
                  </a:extLst>
                </p14:cNvPr>
                <p14:cNvContentPartPr/>
                <p14:nvPr/>
              </p14:nvContentPartPr>
              <p14:xfrm>
                <a:off x="4090142" y="2806181"/>
                <a:ext cx="79920" cy="612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AE2CA96A-6C8B-96B2-4BAC-DBA23CE435F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072142" y="2788541"/>
                  <a:ext cx="115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36737485-259E-1099-C7B0-130EFE038311}"/>
                    </a:ext>
                  </a:extLst>
                </p14:cNvPr>
                <p14:cNvContentPartPr/>
                <p14:nvPr/>
              </p14:nvContentPartPr>
              <p14:xfrm>
                <a:off x="4223702" y="2731661"/>
                <a:ext cx="123480" cy="14292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36737485-259E-1099-C7B0-130EFE03831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206062" y="2714021"/>
                  <a:ext cx="159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0A769108-90EA-5430-DA45-0DB6FB438D0E}"/>
                    </a:ext>
                  </a:extLst>
                </p14:cNvPr>
                <p14:cNvContentPartPr/>
                <p14:nvPr/>
              </p14:nvContentPartPr>
              <p14:xfrm>
                <a:off x="4557062" y="2905181"/>
                <a:ext cx="19080" cy="18684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0A769108-90EA-5430-DA45-0DB6FB438D0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539062" y="2887541"/>
                  <a:ext cx="54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7AE78C66-1256-EBD7-D732-42D31BD8210A}"/>
                    </a:ext>
                  </a:extLst>
                </p14:cNvPr>
                <p14:cNvContentPartPr/>
                <p14:nvPr/>
              </p14:nvContentPartPr>
              <p14:xfrm>
                <a:off x="4521062" y="2984021"/>
                <a:ext cx="150480" cy="720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7AE78C66-1256-EBD7-D732-42D31BD8210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503062" y="2966021"/>
                  <a:ext cx="1861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Agrupar 180">
            <a:extLst>
              <a:ext uri="{FF2B5EF4-FFF2-40B4-BE49-F238E27FC236}">
                <a16:creationId xmlns:a16="http://schemas.microsoft.com/office/drawing/2014/main" id="{F28D498E-FF3D-95CA-4F5A-C01F6AF2EDD2}"/>
              </a:ext>
            </a:extLst>
          </p:cNvPr>
          <p:cNvGrpSpPr/>
          <p:nvPr/>
        </p:nvGrpSpPr>
        <p:grpSpPr>
          <a:xfrm>
            <a:off x="4868822" y="2688821"/>
            <a:ext cx="1523160" cy="501120"/>
            <a:chOff x="4868822" y="2688821"/>
            <a:chExt cx="152316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27C6B43F-3BE0-6FA0-0429-3BB9B75389E0}"/>
                    </a:ext>
                  </a:extLst>
                </p14:cNvPr>
                <p14:cNvContentPartPr/>
                <p14:nvPr/>
              </p14:nvContentPartPr>
              <p14:xfrm>
                <a:off x="4910942" y="2851901"/>
                <a:ext cx="94680" cy="468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27C6B43F-3BE0-6FA0-0429-3BB9B75389E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893302" y="2834261"/>
                  <a:ext cx="13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376F0D9D-4C9B-905D-C9CF-26FD1D4F899A}"/>
                    </a:ext>
                  </a:extLst>
                </p14:cNvPr>
                <p14:cNvContentPartPr/>
                <p14:nvPr/>
              </p14:nvContentPartPr>
              <p14:xfrm>
                <a:off x="4868822" y="2867741"/>
                <a:ext cx="145800" cy="23832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376F0D9D-4C9B-905D-C9CF-26FD1D4F899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850822" y="2849741"/>
                  <a:ext cx="181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24E9E6A0-5687-FC55-ED9C-1AA47A54B434}"/>
                    </a:ext>
                  </a:extLst>
                </p14:cNvPr>
                <p14:cNvContentPartPr/>
                <p14:nvPr/>
              </p14:nvContentPartPr>
              <p14:xfrm>
                <a:off x="5076182" y="3091301"/>
                <a:ext cx="360" cy="36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24E9E6A0-5687-FC55-ED9C-1AA47A54B4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58182" y="3073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D83DF955-3BAC-F036-E7D7-63E52B771546}"/>
                    </a:ext>
                  </a:extLst>
                </p14:cNvPr>
                <p14:cNvContentPartPr/>
                <p14:nvPr/>
              </p14:nvContentPartPr>
              <p14:xfrm>
                <a:off x="5173022" y="2898341"/>
                <a:ext cx="162720" cy="18540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D83DF955-3BAC-F036-E7D7-63E52B77154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55022" y="2880341"/>
                  <a:ext cx="198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51460B3F-1D14-18E5-2E84-78C85A2AD467}"/>
                    </a:ext>
                  </a:extLst>
                </p14:cNvPr>
                <p14:cNvContentPartPr/>
                <p14:nvPr/>
              </p14:nvContentPartPr>
              <p14:xfrm>
                <a:off x="5181302" y="2932541"/>
                <a:ext cx="156240" cy="16560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51460B3F-1D14-18E5-2E84-78C85A2AD46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163302" y="2914541"/>
                  <a:ext cx="191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37BB96BD-9474-A9FE-E6C7-7D1EB79C24C2}"/>
                    </a:ext>
                  </a:extLst>
                </p14:cNvPr>
                <p14:cNvContentPartPr/>
                <p14:nvPr/>
              </p14:nvContentPartPr>
              <p14:xfrm>
                <a:off x="5371742" y="2808341"/>
                <a:ext cx="79920" cy="104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37BB96BD-9474-A9FE-E6C7-7D1EB79C24C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353742" y="2790701"/>
                  <a:ext cx="115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89091466-F983-B4EC-767A-494AD3B3D26B}"/>
                    </a:ext>
                  </a:extLst>
                </p14:cNvPr>
                <p14:cNvContentPartPr/>
                <p14:nvPr/>
              </p14:nvContentPartPr>
              <p14:xfrm>
                <a:off x="5517182" y="2721221"/>
                <a:ext cx="105840" cy="1267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89091466-F983-B4EC-767A-494AD3B3D2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499542" y="2703581"/>
                  <a:ext cx="141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B9C2BB47-841B-5540-689D-12DB07CF0785}"/>
                    </a:ext>
                  </a:extLst>
                </p14:cNvPr>
                <p14:cNvContentPartPr/>
                <p14:nvPr/>
              </p14:nvContentPartPr>
              <p14:xfrm>
                <a:off x="5749382" y="2688821"/>
                <a:ext cx="131760" cy="5011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B9C2BB47-841B-5540-689D-12DB07CF078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731382" y="2671181"/>
                  <a:ext cx="1674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AFEA9DD1-A343-7C93-64FC-12FCEEEAEDAF}"/>
                    </a:ext>
                  </a:extLst>
                </p14:cNvPr>
                <p14:cNvContentPartPr/>
                <p14:nvPr/>
              </p14:nvContentPartPr>
              <p14:xfrm>
                <a:off x="5979062" y="2782781"/>
                <a:ext cx="204120" cy="32688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AFEA9DD1-A343-7C93-64FC-12FCEEEAEDA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61062" y="2764781"/>
                  <a:ext cx="239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B893F3AB-BC93-692F-E85D-BA8356A865CF}"/>
                    </a:ext>
                  </a:extLst>
                </p14:cNvPr>
                <p14:cNvContentPartPr/>
                <p14:nvPr/>
              </p14:nvContentPartPr>
              <p14:xfrm>
                <a:off x="6253382" y="2883581"/>
                <a:ext cx="125280" cy="18648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B893F3AB-BC93-692F-E85D-BA8356A865C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235742" y="2865941"/>
                  <a:ext cx="160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CBA34D77-4243-E727-F637-CB6ED8426E0C}"/>
                    </a:ext>
                  </a:extLst>
                </p14:cNvPr>
                <p14:cNvContentPartPr/>
                <p14:nvPr/>
              </p14:nvContentPartPr>
              <p14:xfrm>
                <a:off x="6218822" y="2914541"/>
                <a:ext cx="173160" cy="17460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CBA34D77-4243-E727-F637-CB6ED8426E0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00822" y="2896901"/>
                  <a:ext cx="2088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Agrupar 195">
            <a:extLst>
              <a:ext uri="{FF2B5EF4-FFF2-40B4-BE49-F238E27FC236}">
                <a16:creationId xmlns:a16="http://schemas.microsoft.com/office/drawing/2014/main" id="{F69288F2-D1A5-4A76-C4D9-CA3D9583D3EC}"/>
              </a:ext>
            </a:extLst>
          </p:cNvPr>
          <p:cNvGrpSpPr/>
          <p:nvPr/>
        </p:nvGrpSpPr>
        <p:grpSpPr>
          <a:xfrm>
            <a:off x="4292462" y="1907621"/>
            <a:ext cx="2599560" cy="536760"/>
            <a:chOff x="4292462" y="1907621"/>
            <a:chExt cx="2599560" cy="53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C814C7C8-FDC3-913B-6A14-17112ADC5E15}"/>
                    </a:ext>
                  </a:extLst>
                </p14:cNvPr>
                <p14:cNvContentPartPr/>
                <p14:nvPr/>
              </p14:nvContentPartPr>
              <p14:xfrm>
                <a:off x="4363382" y="1942181"/>
                <a:ext cx="488520" cy="37800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C814C7C8-FDC3-913B-6A14-17112ADC5E1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45382" y="1924541"/>
                  <a:ext cx="5241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54FC6A9C-CBE5-C9C8-5EB8-5898BB655CD3}"/>
                    </a:ext>
                  </a:extLst>
                </p14:cNvPr>
                <p14:cNvContentPartPr/>
                <p14:nvPr/>
              </p14:nvContentPartPr>
              <p14:xfrm>
                <a:off x="4292462" y="2246741"/>
                <a:ext cx="154440" cy="10512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54FC6A9C-CBE5-C9C8-5EB8-5898BB655CD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274822" y="2229101"/>
                  <a:ext cx="190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49B4E298-C724-B935-713F-C1E835157543}"/>
                    </a:ext>
                  </a:extLst>
                </p14:cNvPr>
                <p14:cNvContentPartPr/>
                <p14:nvPr/>
              </p14:nvContentPartPr>
              <p14:xfrm>
                <a:off x="4745702" y="1907621"/>
                <a:ext cx="119160" cy="1256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49B4E298-C724-B935-713F-C1E8351575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27702" y="1889621"/>
                  <a:ext cx="154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0B143026-B583-F87E-3085-9D0624CC44FB}"/>
                    </a:ext>
                  </a:extLst>
                </p14:cNvPr>
                <p14:cNvContentPartPr/>
                <p14:nvPr/>
              </p14:nvContentPartPr>
              <p14:xfrm>
                <a:off x="4707182" y="2184461"/>
                <a:ext cx="243720" cy="1461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0B143026-B583-F87E-3085-9D0624CC44F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89542" y="2166461"/>
                  <a:ext cx="279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0CB13761-EF41-CDDE-F6F7-B3E0E1A52E4A}"/>
                    </a:ext>
                  </a:extLst>
                </p14:cNvPr>
                <p14:cNvContentPartPr/>
                <p14:nvPr/>
              </p14:nvContentPartPr>
              <p14:xfrm>
                <a:off x="4991222" y="2217581"/>
                <a:ext cx="115200" cy="2268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0CB13761-EF41-CDDE-F6F7-B3E0E1A52E4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73222" y="2199941"/>
                  <a:ext cx="150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2F191DA7-FBB2-97BA-5E71-64953C0ED32C}"/>
                    </a:ext>
                  </a:extLst>
                </p14:cNvPr>
                <p14:cNvContentPartPr/>
                <p14:nvPr/>
              </p14:nvContentPartPr>
              <p14:xfrm>
                <a:off x="5067542" y="2236301"/>
                <a:ext cx="359280" cy="7884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2F191DA7-FBB2-97BA-5E71-64953C0ED32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049542" y="2218301"/>
                  <a:ext cx="394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D6E84BD1-69DA-E2B8-D284-770638A322E1}"/>
                    </a:ext>
                  </a:extLst>
                </p14:cNvPr>
                <p14:cNvContentPartPr/>
                <p14:nvPr/>
              </p14:nvContentPartPr>
              <p14:xfrm>
                <a:off x="5442662" y="2123261"/>
                <a:ext cx="72360" cy="1958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D6E84BD1-69DA-E2B8-D284-770638A322E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424662" y="2105621"/>
                  <a:ext cx="108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7EB392F2-8C4C-DC2D-62D0-D094B936770E}"/>
                    </a:ext>
                  </a:extLst>
                </p14:cNvPr>
                <p14:cNvContentPartPr/>
                <p14:nvPr/>
              </p14:nvContentPartPr>
              <p14:xfrm>
                <a:off x="5546702" y="2185901"/>
                <a:ext cx="155520" cy="13176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7EB392F2-8C4C-DC2D-62D0-D094B936770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29062" y="2168261"/>
                  <a:ext cx="191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31EA944C-CEBB-08A2-ED4C-17271EC008A4}"/>
                    </a:ext>
                  </a:extLst>
                </p14:cNvPr>
                <p14:cNvContentPartPr/>
                <p14:nvPr/>
              </p14:nvContentPartPr>
              <p14:xfrm>
                <a:off x="5683502" y="2032541"/>
                <a:ext cx="480960" cy="29016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31EA944C-CEBB-08A2-ED4C-17271EC008A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665862" y="2014901"/>
                  <a:ext cx="5166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83C89D5C-0955-1451-B22A-30F42B19C95D}"/>
                    </a:ext>
                  </a:extLst>
                </p14:cNvPr>
                <p14:cNvContentPartPr/>
                <p14:nvPr/>
              </p14:nvContentPartPr>
              <p14:xfrm>
                <a:off x="6073382" y="2055221"/>
                <a:ext cx="94680" cy="2268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83C89D5C-0955-1451-B22A-30F42B19C95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055742" y="2037221"/>
                  <a:ext cx="130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BF86A50D-829E-E929-2C3C-1E737277A297}"/>
                    </a:ext>
                  </a:extLst>
                </p14:cNvPr>
                <p14:cNvContentPartPr/>
                <p14:nvPr/>
              </p14:nvContentPartPr>
              <p14:xfrm>
                <a:off x="6212342" y="2133341"/>
                <a:ext cx="211320" cy="16020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BF86A50D-829E-E929-2C3C-1E737277A29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94702" y="2115701"/>
                  <a:ext cx="246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2C8F0FB8-7D34-1B36-68E3-A0E1F5404501}"/>
                    </a:ext>
                  </a:extLst>
                </p14:cNvPr>
                <p14:cNvContentPartPr/>
                <p14:nvPr/>
              </p14:nvContentPartPr>
              <p14:xfrm>
                <a:off x="6470462" y="2136221"/>
                <a:ext cx="240480" cy="14472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2C8F0FB8-7D34-1B36-68E3-A0E1F540450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452462" y="2118581"/>
                  <a:ext cx="276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0E956D6A-D1AB-30D7-1F83-0317D5795985}"/>
                    </a:ext>
                  </a:extLst>
                </p14:cNvPr>
                <p14:cNvContentPartPr/>
                <p14:nvPr/>
              </p14:nvContentPartPr>
              <p14:xfrm>
                <a:off x="6661982" y="2026061"/>
                <a:ext cx="360" cy="36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0E956D6A-D1AB-30D7-1F83-0317D579598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44342" y="20084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232663DE-B646-533D-C5DA-73FE8AC081D1}"/>
                    </a:ext>
                  </a:extLst>
                </p14:cNvPr>
                <p14:cNvContentPartPr/>
                <p14:nvPr/>
              </p14:nvContentPartPr>
              <p14:xfrm>
                <a:off x="6763502" y="2167901"/>
                <a:ext cx="128520" cy="10116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232663DE-B646-533D-C5DA-73FE8AC081D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45862" y="2150261"/>
                  <a:ext cx="1641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593255F5-81E4-BF79-0AFB-FD08AB76B75C}"/>
              </a:ext>
            </a:extLst>
          </p:cNvPr>
          <p:cNvGrpSpPr/>
          <p:nvPr/>
        </p:nvGrpSpPr>
        <p:grpSpPr>
          <a:xfrm>
            <a:off x="7060502" y="1971341"/>
            <a:ext cx="1440000" cy="452880"/>
            <a:chOff x="7060502" y="1971341"/>
            <a:chExt cx="1440000" cy="4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59572B6B-50A7-486A-A3DA-0F0D0B6802FB}"/>
                    </a:ext>
                  </a:extLst>
                </p14:cNvPr>
                <p14:cNvContentPartPr/>
                <p14:nvPr/>
              </p14:nvContentPartPr>
              <p14:xfrm>
                <a:off x="7060502" y="1985381"/>
                <a:ext cx="257400" cy="28116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59572B6B-50A7-486A-A3DA-0F0D0B6802F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42862" y="1967741"/>
                  <a:ext cx="293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95EE2774-6B7F-CE7A-C0DA-769A16E8CB37}"/>
                    </a:ext>
                  </a:extLst>
                </p14:cNvPr>
                <p14:cNvContentPartPr/>
                <p14:nvPr/>
              </p14:nvContentPartPr>
              <p14:xfrm>
                <a:off x="7312862" y="2152421"/>
                <a:ext cx="290880" cy="27180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95EE2774-6B7F-CE7A-C0DA-769A16E8CB3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295222" y="2134421"/>
                  <a:ext cx="3265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A8E8B71F-9448-6109-B6A9-EF4ADDDF8F37}"/>
                    </a:ext>
                  </a:extLst>
                </p14:cNvPr>
                <p14:cNvContentPartPr/>
                <p14:nvPr/>
              </p14:nvContentPartPr>
              <p14:xfrm>
                <a:off x="7593302" y="1971341"/>
                <a:ext cx="46440" cy="6516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A8E8B71F-9448-6109-B6A9-EF4ADDDF8F3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75662" y="1953341"/>
                  <a:ext cx="82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A9CFC46E-5A2D-FDD9-6BCD-BBB44595384C}"/>
                    </a:ext>
                  </a:extLst>
                </p14:cNvPr>
                <p14:cNvContentPartPr/>
                <p14:nvPr/>
              </p14:nvContentPartPr>
              <p14:xfrm>
                <a:off x="7646942" y="1984661"/>
                <a:ext cx="108000" cy="29988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A9CFC46E-5A2D-FDD9-6BCD-BBB44595384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628942" y="1967021"/>
                  <a:ext cx="143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40BC4064-6C2C-0911-5772-F3A65EBB0A46}"/>
                    </a:ext>
                  </a:extLst>
                </p14:cNvPr>
                <p14:cNvContentPartPr/>
                <p14:nvPr/>
              </p14:nvContentPartPr>
              <p14:xfrm>
                <a:off x="7809662" y="2174381"/>
                <a:ext cx="133200" cy="10332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40BC4064-6C2C-0911-5772-F3A65EBB0A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91662" y="2156741"/>
                  <a:ext cx="168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63581F85-39F7-0D23-B82B-E40F31C2B8F4}"/>
                    </a:ext>
                  </a:extLst>
                </p14:cNvPr>
                <p14:cNvContentPartPr/>
                <p14:nvPr/>
              </p14:nvContentPartPr>
              <p14:xfrm>
                <a:off x="7977062" y="2096621"/>
                <a:ext cx="87120" cy="18684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63581F85-39F7-0D23-B82B-E40F31C2B8F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59422" y="2078621"/>
                  <a:ext cx="122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5D7282E1-E853-2DDD-66CF-D0BEDE5F8E25}"/>
                    </a:ext>
                  </a:extLst>
                </p14:cNvPr>
                <p14:cNvContentPartPr/>
                <p14:nvPr/>
              </p14:nvContentPartPr>
              <p14:xfrm>
                <a:off x="8090102" y="2144501"/>
                <a:ext cx="153360" cy="12564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5D7282E1-E853-2DDD-66CF-D0BEDE5F8E2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72102" y="2126861"/>
                  <a:ext cx="189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162EB32B-A426-85B7-6092-ECC0B6CD753F}"/>
                    </a:ext>
                  </a:extLst>
                </p14:cNvPr>
                <p14:cNvContentPartPr/>
                <p14:nvPr/>
              </p14:nvContentPartPr>
              <p14:xfrm>
                <a:off x="8275142" y="2154581"/>
                <a:ext cx="225360" cy="10944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162EB32B-A426-85B7-6092-ECC0B6CD753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57142" y="2136941"/>
                  <a:ext cx="26100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1EA95C37-971D-84EE-2895-3348ECD5193F}"/>
                  </a:ext>
                </a:extLst>
              </p14:cNvPr>
              <p14:cNvContentPartPr/>
              <p14:nvPr/>
            </p14:nvContentPartPr>
            <p14:xfrm>
              <a:off x="6673142" y="3125861"/>
              <a:ext cx="92160" cy="360"/>
            </p14:xfrm>
          </p:contentPart>
        </mc:Choice>
        <mc:Fallback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1EA95C37-971D-84EE-2895-3348ECD5193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655502" y="3108221"/>
                <a:ext cx="12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1E1A3C90-43AE-D14C-7E43-D96A14EC845F}"/>
                  </a:ext>
                </a:extLst>
              </p14:cNvPr>
              <p14:cNvContentPartPr/>
              <p14:nvPr/>
            </p14:nvContentPartPr>
            <p14:xfrm>
              <a:off x="6661982" y="3022901"/>
              <a:ext cx="96120" cy="8280"/>
            </p14:xfrm>
          </p:contentPart>
        </mc:Choice>
        <mc:Fallback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1E1A3C90-43AE-D14C-7E43-D96A14EC845F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644342" y="3005261"/>
                <a:ext cx="1317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0558FC74-675D-DEF6-5F57-0666D1B36CFC}"/>
              </a:ext>
            </a:extLst>
          </p:cNvPr>
          <p:cNvGrpSpPr/>
          <p:nvPr/>
        </p:nvGrpSpPr>
        <p:grpSpPr>
          <a:xfrm>
            <a:off x="442622" y="4036661"/>
            <a:ext cx="163080" cy="83160"/>
            <a:chOff x="442622" y="4036661"/>
            <a:chExt cx="16308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096F22D6-1B34-428D-BF4B-3ADB8FC1867E}"/>
                    </a:ext>
                  </a:extLst>
                </p14:cNvPr>
                <p14:cNvContentPartPr/>
                <p14:nvPr/>
              </p14:nvContentPartPr>
              <p14:xfrm>
                <a:off x="451262" y="4103981"/>
                <a:ext cx="154440" cy="1584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096F22D6-1B34-428D-BF4B-3ADB8FC1867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3622" y="4085981"/>
                  <a:ext cx="190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EA651F73-BEF9-14B9-001B-DCEB591E49BF}"/>
                    </a:ext>
                  </a:extLst>
                </p14:cNvPr>
                <p14:cNvContentPartPr/>
                <p14:nvPr/>
              </p14:nvContentPartPr>
              <p14:xfrm>
                <a:off x="442622" y="4036661"/>
                <a:ext cx="136800" cy="612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EA651F73-BEF9-14B9-001B-DCEB591E49B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24982" y="4019021"/>
                  <a:ext cx="172440" cy="41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13" name="Imagem 212">
            <a:extLst>
              <a:ext uri="{FF2B5EF4-FFF2-40B4-BE49-F238E27FC236}">
                <a16:creationId xmlns:a16="http://schemas.microsoft.com/office/drawing/2014/main" id="{4DC397BD-F073-E006-C088-8552A662316F}"/>
              </a:ext>
            </a:extLst>
          </p:cNvPr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9421607" y="2376667"/>
            <a:ext cx="3505504" cy="807790"/>
          </a:xfrm>
          <a:prstGeom prst="rect">
            <a:avLst/>
          </a:prstGeom>
        </p:spPr>
      </p:pic>
      <p:grpSp>
        <p:nvGrpSpPr>
          <p:cNvPr id="219" name="Agrupar 218">
            <a:extLst>
              <a:ext uri="{FF2B5EF4-FFF2-40B4-BE49-F238E27FC236}">
                <a16:creationId xmlns:a16="http://schemas.microsoft.com/office/drawing/2014/main" id="{B8A57BF0-4EC2-B775-FE89-F3D996B91DD7}"/>
              </a:ext>
            </a:extLst>
          </p:cNvPr>
          <p:cNvGrpSpPr/>
          <p:nvPr/>
        </p:nvGrpSpPr>
        <p:grpSpPr>
          <a:xfrm>
            <a:off x="903422" y="3869981"/>
            <a:ext cx="715680" cy="237600"/>
            <a:chOff x="903422" y="3869981"/>
            <a:chExt cx="71568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91FF4AE4-A043-2472-D0FC-ADC34D0ED705}"/>
                    </a:ext>
                  </a:extLst>
                </p14:cNvPr>
                <p14:cNvContentPartPr/>
                <p14:nvPr/>
              </p14:nvContentPartPr>
              <p14:xfrm>
                <a:off x="903422" y="4058981"/>
                <a:ext cx="149400" cy="468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91FF4AE4-A043-2472-D0FC-ADC34D0ED70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85422" y="4041341"/>
                  <a:ext cx="185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895604DF-7274-4EB6-2B38-2A6BDF2F7ECB}"/>
                    </a:ext>
                  </a:extLst>
                </p14:cNvPr>
                <p14:cNvContentPartPr/>
                <p14:nvPr/>
              </p14:nvContentPartPr>
              <p14:xfrm>
                <a:off x="1218062" y="3884021"/>
                <a:ext cx="150120" cy="22320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895604DF-7274-4EB6-2B38-2A6BDF2F7EC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200062" y="3866381"/>
                  <a:ext cx="185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6EF250E8-D398-D4DC-D9DC-16CFD7E4CD70}"/>
                    </a:ext>
                  </a:extLst>
                </p14:cNvPr>
                <p14:cNvContentPartPr/>
                <p14:nvPr/>
              </p14:nvContentPartPr>
              <p14:xfrm>
                <a:off x="1402742" y="3869981"/>
                <a:ext cx="148320" cy="23760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6EF250E8-D398-D4DC-D9DC-16CFD7E4CD7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384742" y="3851981"/>
                  <a:ext cx="1839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178EA2F6-0072-B964-0B02-E853530DA280}"/>
                    </a:ext>
                  </a:extLst>
                </p14:cNvPr>
                <p14:cNvContentPartPr/>
                <p14:nvPr/>
              </p14:nvContentPartPr>
              <p14:xfrm>
                <a:off x="1618742" y="4085981"/>
                <a:ext cx="360" cy="36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178EA2F6-0072-B964-0B02-E853530DA28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00742" y="4067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Agrupar 235">
            <a:extLst>
              <a:ext uri="{FF2B5EF4-FFF2-40B4-BE49-F238E27FC236}">
                <a16:creationId xmlns:a16="http://schemas.microsoft.com/office/drawing/2014/main" id="{43187A2B-F806-C80B-D1F6-7B092D694612}"/>
              </a:ext>
            </a:extLst>
          </p:cNvPr>
          <p:cNvGrpSpPr/>
          <p:nvPr/>
        </p:nvGrpSpPr>
        <p:grpSpPr>
          <a:xfrm>
            <a:off x="1746542" y="3664421"/>
            <a:ext cx="710280" cy="467640"/>
            <a:chOff x="1746542" y="3664421"/>
            <a:chExt cx="71028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656BB9ED-8E9F-429E-507F-6F970A8DB9FD}"/>
                    </a:ext>
                  </a:extLst>
                </p14:cNvPr>
                <p14:cNvContentPartPr/>
                <p14:nvPr/>
              </p14:nvContentPartPr>
              <p14:xfrm>
                <a:off x="1761662" y="3918581"/>
                <a:ext cx="110880" cy="13320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656BB9ED-8E9F-429E-507F-6F970A8DB9F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743662" y="3900581"/>
                  <a:ext cx="146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171C9BCE-3F70-A16D-1A2D-AD3D63853BBC}"/>
                    </a:ext>
                  </a:extLst>
                </p14:cNvPr>
                <p14:cNvContentPartPr/>
                <p14:nvPr/>
              </p14:nvContentPartPr>
              <p14:xfrm>
                <a:off x="1746542" y="3931901"/>
                <a:ext cx="175320" cy="11556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171C9BCE-3F70-A16D-1A2D-AD3D63853BB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728902" y="3913901"/>
                  <a:ext cx="210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1C8FE3C8-973F-C8AB-608A-D81735A2D628}"/>
                    </a:ext>
                  </a:extLst>
                </p14:cNvPr>
                <p14:cNvContentPartPr/>
                <p14:nvPr/>
              </p14:nvContentPartPr>
              <p14:xfrm>
                <a:off x="1878302" y="3770621"/>
                <a:ext cx="122040" cy="144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1C8FE3C8-973F-C8AB-608A-D81735A2D62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860302" y="3752981"/>
                  <a:ext cx="157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15FF3061-5EBF-744C-8EF8-04E231020208}"/>
                    </a:ext>
                  </a:extLst>
                </p14:cNvPr>
                <p14:cNvContentPartPr/>
                <p14:nvPr/>
              </p14:nvContentPartPr>
              <p14:xfrm>
                <a:off x="2086742" y="3664421"/>
                <a:ext cx="95040" cy="23184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15FF3061-5EBF-744C-8EF8-04E23102020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69102" y="3646781"/>
                  <a:ext cx="1306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1A68E8A3-8267-CC7E-E8C3-2E473517D5F6}"/>
                    </a:ext>
                  </a:extLst>
                </p14:cNvPr>
                <p14:cNvContentPartPr/>
                <p14:nvPr/>
              </p14:nvContentPartPr>
              <p14:xfrm>
                <a:off x="2271422" y="3703661"/>
                <a:ext cx="6840" cy="15804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1A68E8A3-8267-CC7E-E8C3-2E473517D5F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253782" y="3686021"/>
                  <a:ext cx="42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7EB7570D-25E3-F22D-8210-B3E93BEB894C}"/>
                    </a:ext>
                  </a:extLst>
                </p14:cNvPr>
                <p14:cNvContentPartPr/>
                <p14:nvPr/>
              </p14:nvContentPartPr>
              <p14:xfrm>
                <a:off x="2223542" y="3766301"/>
                <a:ext cx="75960" cy="720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7EB7570D-25E3-F22D-8210-B3E93BEB894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05542" y="3748301"/>
                  <a:ext cx="111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0348870E-AB13-A98C-DB03-D81AFB61A2C9}"/>
                    </a:ext>
                  </a:extLst>
                </p14:cNvPr>
                <p14:cNvContentPartPr/>
                <p14:nvPr/>
              </p14:nvContentPartPr>
              <p14:xfrm>
                <a:off x="2377622" y="3678101"/>
                <a:ext cx="79200" cy="15300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0348870E-AB13-A98C-DB03-D81AFB61A2C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359622" y="3660101"/>
                  <a:ext cx="114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4AC7B5FA-9933-B489-1706-1155F9381441}"/>
                    </a:ext>
                  </a:extLst>
                </p14:cNvPr>
                <p14:cNvContentPartPr/>
                <p14:nvPr/>
              </p14:nvContentPartPr>
              <p14:xfrm>
                <a:off x="2233622" y="3778181"/>
                <a:ext cx="66240" cy="828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4AC7B5FA-9933-B489-1706-1155F938144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215622" y="3760541"/>
                  <a:ext cx="101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6A7A1765-7C4F-D41E-5A3D-1469D69DA461}"/>
                    </a:ext>
                  </a:extLst>
                </p14:cNvPr>
                <p14:cNvContentPartPr/>
                <p14:nvPr/>
              </p14:nvContentPartPr>
              <p14:xfrm>
                <a:off x="1757702" y="4075901"/>
                <a:ext cx="696600" cy="5616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6A7A1765-7C4F-D41E-5A3D-1469D69DA46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740062" y="4057901"/>
                  <a:ext cx="73224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4BCD7F3C-B40B-99DA-88DF-DD0EBADFF93A}"/>
              </a:ext>
            </a:extLst>
          </p:cNvPr>
          <p:cNvGrpSpPr/>
          <p:nvPr/>
        </p:nvGrpSpPr>
        <p:grpSpPr>
          <a:xfrm>
            <a:off x="1746542" y="4262381"/>
            <a:ext cx="709560" cy="263160"/>
            <a:chOff x="1746542" y="4262381"/>
            <a:chExt cx="70956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152CFD9A-026B-7BDC-B8A7-A7B20A93501C}"/>
                    </a:ext>
                  </a:extLst>
                </p14:cNvPr>
                <p14:cNvContentPartPr/>
                <p14:nvPr/>
              </p14:nvContentPartPr>
              <p14:xfrm>
                <a:off x="1746542" y="4383341"/>
                <a:ext cx="173160" cy="144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152CFD9A-026B-7BDC-B8A7-A7B20A93501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728902" y="4365341"/>
                  <a:ext cx="208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A7132A52-D90A-2074-330E-41218FCB4C13}"/>
                    </a:ext>
                  </a:extLst>
                </p14:cNvPr>
                <p14:cNvContentPartPr/>
                <p14:nvPr/>
              </p14:nvContentPartPr>
              <p14:xfrm>
                <a:off x="1983782" y="4262381"/>
                <a:ext cx="115920" cy="26316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A7132A52-D90A-2074-330E-41218FCB4C1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966142" y="4244741"/>
                  <a:ext cx="151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40650040-204B-B9B0-08DC-8A129113802D}"/>
                    </a:ext>
                  </a:extLst>
                </p14:cNvPr>
                <p14:cNvContentPartPr/>
                <p14:nvPr/>
              </p14:nvContentPartPr>
              <p14:xfrm>
                <a:off x="2219942" y="4305941"/>
                <a:ext cx="6480" cy="18828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40650040-204B-B9B0-08DC-8A129113802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01942" y="4288301"/>
                  <a:ext cx="42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E54FEEF5-900A-D3FA-5859-24BBFD6B77B3}"/>
                    </a:ext>
                  </a:extLst>
                </p14:cNvPr>
                <p14:cNvContentPartPr/>
                <p14:nvPr/>
              </p14:nvContentPartPr>
              <p14:xfrm>
                <a:off x="2187542" y="4420061"/>
                <a:ext cx="92160" cy="61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E54FEEF5-900A-D3FA-5859-24BBFD6B77B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69542" y="4402421"/>
                  <a:ext cx="127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EAB09295-5DB8-68C9-4BD2-6BE612D2C46E}"/>
                    </a:ext>
                  </a:extLst>
                </p14:cNvPr>
                <p14:cNvContentPartPr/>
                <p14:nvPr/>
              </p14:nvContentPartPr>
              <p14:xfrm>
                <a:off x="2368622" y="4291541"/>
                <a:ext cx="87480" cy="21708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EAB09295-5DB8-68C9-4BD2-6BE612D2C46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350982" y="4273901"/>
                  <a:ext cx="12312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726FB041-5064-F855-E475-D3BDCDB8EAEB}"/>
              </a:ext>
            </a:extLst>
          </p:cNvPr>
          <p:cNvGrpSpPr/>
          <p:nvPr/>
        </p:nvGrpSpPr>
        <p:grpSpPr>
          <a:xfrm>
            <a:off x="2639702" y="3808061"/>
            <a:ext cx="524160" cy="317160"/>
            <a:chOff x="2639702" y="3808061"/>
            <a:chExt cx="5241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58348940-9D8B-ABAD-50EF-FD2BFCD93D55}"/>
                    </a:ext>
                  </a:extLst>
                </p14:cNvPr>
                <p14:cNvContentPartPr/>
                <p14:nvPr/>
              </p14:nvContentPartPr>
              <p14:xfrm>
                <a:off x="2678222" y="3913901"/>
                <a:ext cx="27720" cy="18468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58348940-9D8B-ABAD-50EF-FD2BFCD93D5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660222" y="3895901"/>
                  <a:ext cx="633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8C8B32A5-F69A-E272-C9B0-873B55E1F962}"/>
                    </a:ext>
                  </a:extLst>
                </p14:cNvPr>
                <p14:cNvContentPartPr/>
                <p14:nvPr/>
              </p14:nvContentPartPr>
              <p14:xfrm>
                <a:off x="2639702" y="4007861"/>
                <a:ext cx="132120" cy="936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8C8B32A5-F69A-E272-C9B0-873B55E1F96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621702" y="3989861"/>
                  <a:ext cx="167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548549F0-8782-4E53-D874-9A1975FFC807}"/>
                    </a:ext>
                  </a:extLst>
                </p14:cNvPr>
                <p14:cNvContentPartPr/>
                <p14:nvPr/>
              </p14:nvContentPartPr>
              <p14:xfrm>
                <a:off x="2916542" y="3808061"/>
                <a:ext cx="179280" cy="31716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548549F0-8782-4E53-D874-9A1975FFC80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898542" y="3790061"/>
                  <a:ext cx="214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B49A419-43ED-C470-A693-4678FCC187FA}"/>
                    </a:ext>
                  </a:extLst>
                </p14:cNvPr>
                <p14:cNvContentPartPr/>
                <p14:nvPr/>
              </p14:nvContentPartPr>
              <p14:xfrm>
                <a:off x="3163502" y="4108301"/>
                <a:ext cx="360" cy="36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B49A419-43ED-C470-A693-4678FCC187F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45862" y="4090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Agrupar 255">
            <a:extLst>
              <a:ext uri="{FF2B5EF4-FFF2-40B4-BE49-F238E27FC236}">
                <a16:creationId xmlns:a16="http://schemas.microsoft.com/office/drawing/2014/main" id="{6D782343-C90C-CCD0-7707-94684911D176}"/>
              </a:ext>
            </a:extLst>
          </p:cNvPr>
          <p:cNvGrpSpPr/>
          <p:nvPr/>
        </p:nvGrpSpPr>
        <p:grpSpPr>
          <a:xfrm>
            <a:off x="3243062" y="3669461"/>
            <a:ext cx="689760" cy="527400"/>
            <a:chOff x="3243062" y="3669461"/>
            <a:chExt cx="689760" cy="5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FEC789FA-608C-672F-6F05-C31550737376}"/>
                    </a:ext>
                  </a:extLst>
                </p14:cNvPr>
                <p14:cNvContentPartPr/>
                <p14:nvPr/>
              </p14:nvContentPartPr>
              <p14:xfrm>
                <a:off x="3261782" y="3916061"/>
                <a:ext cx="107280" cy="15696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FEC789FA-608C-672F-6F05-C3155073737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243782" y="3898061"/>
                  <a:ext cx="142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953661F3-FFC5-50D3-CD54-078FB230E559}"/>
                    </a:ext>
                  </a:extLst>
                </p14:cNvPr>
                <p14:cNvContentPartPr/>
                <p14:nvPr/>
              </p14:nvContentPartPr>
              <p14:xfrm>
                <a:off x="3243062" y="3929381"/>
                <a:ext cx="187920" cy="15696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953661F3-FFC5-50D3-CD54-078FB230E55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225422" y="3911741"/>
                  <a:ext cx="223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0E38DFFB-EA1B-ED55-7C21-1AB511E0A471}"/>
                    </a:ext>
                  </a:extLst>
                </p14:cNvPr>
                <p14:cNvContentPartPr/>
                <p14:nvPr/>
              </p14:nvContentPartPr>
              <p14:xfrm>
                <a:off x="3394622" y="3796541"/>
                <a:ext cx="68760" cy="252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0E38DFFB-EA1B-ED55-7C21-1AB511E0A47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376982" y="3778541"/>
                  <a:ext cx="104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8282AFCE-B960-59BB-0E66-28FDC5111185}"/>
                    </a:ext>
                  </a:extLst>
                </p14:cNvPr>
                <p14:cNvContentPartPr/>
                <p14:nvPr/>
              </p14:nvContentPartPr>
              <p14:xfrm>
                <a:off x="3540062" y="3698261"/>
                <a:ext cx="86400" cy="15336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8282AFCE-B960-59BB-0E66-28FDC511118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522062" y="3680261"/>
                  <a:ext cx="122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5C6B7BA3-B1E0-5B67-856E-EA3CADB2E178}"/>
                    </a:ext>
                  </a:extLst>
                </p14:cNvPr>
                <p14:cNvContentPartPr/>
                <p14:nvPr/>
              </p14:nvContentPartPr>
              <p14:xfrm>
                <a:off x="3716102" y="3679181"/>
                <a:ext cx="15120" cy="14328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5C6B7BA3-B1E0-5B67-856E-EA3CADB2E17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698462" y="3661181"/>
                  <a:ext cx="50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A76616DF-8780-D7CC-F967-098A8DD7FCCD}"/>
                    </a:ext>
                  </a:extLst>
                </p14:cNvPr>
                <p14:cNvContentPartPr/>
                <p14:nvPr/>
              </p14:nvContentPartPr>
              <p14:xfrm>
                <a:off x="3690182" y="3748301"/>
                <a:ext cx="64800" cy="1260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A76616DF-8780-D7CC-F967-098A8DD7FCC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672542" y="3730661"/>
                  <a:ext cx="100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0B722ACB-976C-ED4C-ADA7-DCEEEBF1B212}"/>
                    </a:ext>
                  </a:extLst>
                </p14:cNvPr>
                <p14:cNvContentPartPr/>
                <p14:nvPr/>
              </p14:nvContentPartPr>
              <p14:xfrm>
                <a:off x="3850742" y="3669461"/>
                <a:ext cx="82080" cy="15876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0B722ACB-976C-ED4C-ADA7-DCEEEBF1B21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833102" y="3651461"/>
                  <a:ext cx="117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414C4D20-F24A-E844-3F93-77B1D2AD1876}"/>
                    </a:ext>
                  </a:extLst>
                </p14:cNvPr>
                <p14:cNvContentPartPr/>
                <p14:nvPr/>
              </p14:nvContentPartPr>
              <p14:xfrm>
                <a:off x="3253142" y="4151861"/>
                <a:ext cx="619920" cy="4500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414C4D20-F24A-E844-3F93-77B1D2AD187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235142" y="4134221"/>
                  <a:ext cx="6555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Agrupar 254">
            <a:extLst>
              <a:ext uri="{FF2B5EF4-FFF2-40B4-BE49-F238E27FC236}">
                <a16:creationId xmlns:a16="http://schemas.microsoft.com/office/drawing/2014/main" id="{BC41B734-04AA-612A-44BC-FC0069DB1CBD}"/>
              </a:ext>
            </a:extLst>
          </p:cNvPr>
          <p:cNvGrpSpPr/>
          <p:nvPr/>
        </p:nvGrpSpPr>
        <p:grpSpPr>
          <a:xfrm>
            <a:off x="3262862" y="4303781"/>
            <a:ext cx="743400" cy="219600"/>
            <a:chOff x="3262862" y="4303781"/>
            <a:chExt cx="74340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BF2FD4C5-0713-AD7A-B858-14FA77E47B61}"/>
                    </a:ext>
                  </a:extLst>
                </p14:cNvPr>
                <p14:cNvContentPartPr/>
                <p14:nvPr/>
              </p14:nvContentPartPr>
              <p14:xfrm>
                <a:off x="3262862" y="4418981"/>
                <a:ext cx="164160" cy="104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BF2FD4C5-0713-AD7A-B858-14FA77E47B6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245222" y="4401341"/>
                  <a:ext cx="199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0F426EE4-BF4B-2CE6-036A-0BA940AA3191}"/>
                    </a:ext>
                  </a:extLst>
                </p14:cNvPr>
                <p14:cNvContentPartPr/>
                <p14:nvPr/>
              </p14:nvContentPartPr>
              <p14:xfrm>
                <a:off x="3552302" y="4334021"/>
                <a:ext cx="84960" cy="1868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0F426EE4-BF4B-2CE6-036A-0BA940AA3191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534662" y="4316381"/>
                  <a:ext cx="120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F62D66A1-D16E-8B7A-4AB3-F30F2151D912}"/>
                    </a:ext>
                  </a:extLst>
                </p14:cNvPr>
                <p14:cNvContentPartPr/>
                <p14:nvPr/>
              </p14:nvContentPartPr>
              <p14:xfrm>
                <a:off x="3759662" y="4303781"/>
                <a:ext cx="6480" cy="18936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F62D66A1-D16E-8B7A-4AB3-F30F2151D91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742022" y="4286141"/>
                  <a:ext cx="42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E8A58A40-B81C-99F2-CC2A-2540250EA598}"/>
                    </a:ext>
                  </a:extLst>
                </p14:cNvPr>
                <p14:cNvContentPartPr/>
                <p14:nvPr/>
              </p14:nvContentPartPr>
              <p14:xfrm>
                <a:off x="3731222" y="4380821"/>
                <a:ext cx="113400" cy="2376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E8A58A40-B81C-99F2-CC2A-2540250EA59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713222" y="4363181"/>
                  <a:ext cx="149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FAEB3B00-7A29-ADDE-7755-04A4BD3F2FCD}"/>
                    </a:ext>
                  </a:extLst>
                </p14:cNvPr>
                <p14:cNvContentPartPr/>
                <p14:nvPr/>
              </p14:nvContentPartPr>
              <p14:xfrm>
                <a:off x="3910142" y="4334021"/>
                <a:ext cx="96120" cy="18936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FAEB3B00-7A29-ADDE-7755-04A4BD3F2FC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892142" y="4316381"/>
                  <a:ext cx="13176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Agrupar 260">
            <a:extLst>
              <a:ext uri="{FF2B5EF4-FFF2-40B4-BE49-F238E27FC236}">
                <a16:creationId xmlns:a16="http://schemas.microsoft.com/office/drawing/2014/main" id="{B8B0D99B-43F9-BB3B-56C2-0D2BDC77F02D}"/>
              </a:ext>
            </a:extLst>
          </p:cNvPr>
          <p:cNvGrpSpPr/>
          <p:nvPr/>
        </p:nvGrpSpPr>
        <p:grpSpPr>
          <a:xfrm>
            <a:off x="4090142" y="3830021"/>
            <a:ext cx="525600" cy="276120"/>
            <a:chOff x="4090142" y="3830021"/>
            <a:chExt cx="52560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D3073119-F641-58CD-9B0E-2A3FBDF03FCB}"/>
                    </a:ext>
                  </a:extLst>
                </p14:cNvPr>
                <p14:cNvContentPartPr/>
                <p14:nvPr/>
              </p14:nvContentPartPr>
              <p14:xfrm>
                <a:off x="4090142" y="4085981"/>
                <a:ext cx="138240" cy="720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D3073119-F641-58CD-9B0E-2A3FBDF03FC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072142" y="4067981"/>
                  <a:ext cx="173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EFBEFD49-9E7D-4DA7-A3FD-4753308241F0}"/>
                    </a:ext>
                  </a:extLst>
                </p14:cNvPr>
                <p14:cNvContentPartPr/>
                <p14:nvPr/>
              </p14:nvContentPartPr>
              <p14:xfrm>
                <a:off x="4411622" y="3830021"/>
                <a:ext cx="97560" cy="27612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EFBEFD49-9E7D-4DA7-A3FD-4753308241F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393982" y="3812381"/>
                  <a:ext cx="1332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60B034DF-7954-E124-24DC-5EDFE5FD07D0}"/>
                    </a:ext>
                  </a:extLst>
                </p14:cNvPr>
                <p14:cNvContentPartPr/>
                <p14:nvPr/>
              </p14:nvContentPartPr>
              <p14:xfrm>
                <a:off x="4421702" y="3971861"/>
                <a:ext cx="117000" cy="2268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60B034DF-7954-E124-24DC-5EDFE5FD07D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403702" y="3954221"/>
                  <a:ext cx="152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E873F968-6B98-E434-F145-29D0D8FECE2F}"/>
                    </a:ext>
                  </a:extLst>
                </p14:cNvPr>
                <p14:cNvContentPartPr/>
                <p14:nvPr/>
              </p14:nvContentPartPr>
              <p14:xfrm>
                <a:off x="4615382" y="4092461"/>
                <a:ext cx="360" cy="36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E873F968-6B98-E434-F145-29D0D8FECE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597742" y="4074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Agrupar 268">
            <a:extLst>
              <a:ext uri="{FF2B5EF4-FFF2-40B4-BE49-F238E27FC236}">
                <a16:creationId xmlns:a16="http://schemas.microsoft.com/office/drawing/2014/main" id="{30497459-80A5-23A7-990F-6CF7480C8DC9}"/>
              </a:ext>
            </a:extLst>
          </p:cNvPr>
          <p:cNvGrpSpPr/>
          <p:nvPr/>
        </p:nvGrpSpPr>
        <p:grpSpPr>
          <a:xfrm>
            <a:off x="4872422" y="3621581"/>
            <a:ext cx="602640" cy="218880"/>
            <a:chOff x="4872422" y="3621581"/>
            <a:chExt cx="6026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6CF19823-7948-B175-B9AC-08DE6B5DD71A}"/>
                    </a:ext>
                  </a:extLst>
                </p14:cNvPr>
                <p14:cNvContentPartPr/>
                <p14:nvPr/>
              </p14:nvContentPartPr>
              <p14:xfrm>
                <a:off x="4872422" y="3736061"/>
                <a:ext cx="92160" cy="144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6CF19823-7948-B175-B9AC-08DE6B5DD71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854782" y="3718421"/>
                  <a:ext cx="127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5D0B2EE9-784B-8D85-8923-2DB170D19C2B}"/>
                    </a:ext>
                  </a:extLst>
                </p14:cNvPr>
                <p14:cNvContentPartPr/>
                <p14:nvPr/>
              </p14:nvContentPartPr>
              <p14:xfrm>
                <a:off x="5021102" y="3666941"/>
                <a:ext cx="128880" cy="1735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5D0B2EE9-784B-8D85-8923-2DB170D19C2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003102" y="3648941"/>
                  <a:ext cx="164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EF4E270A-1528-3D02-14C6-A96ED4240380}"/>
                    </a:ext>
                  </a:extLst>
                </p14:cNvPr>
                <p14:cNvContentPartPr/>
                <p14:nvPr/>
              </p14:nvContentPartPr>
              <p14:xfrm>
                <a:off x="5253662" y="3661181"/>
                <a:ext cx="22680" cy="15444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EF4E270A-1528-3D02-14C6-A96ED424038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236022" y="3643541"/>
                  <a:ext cx="58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66B25C23-5832-62A1-F9E1-5F1DC99D7F20}"/>
                    </a:ext>
                  </a:extLst>
                </p14:cNvPr>
                <p14:cNvContentPartPr/>
                <p14:nvPr/>
              </p14:nvContentPartPr>
              <p14:xfrm>
                <a:off x="5210102" y="3729221"/>
                <a:ext cx="87120" cy="1584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66B25C23-5832-62A1-F9E1-5F1DC99D7F2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192462" y="3711581"/>
                  <a:ext cx="122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1BC18DAF-D245-1A62-3C74-0AECC60FE0FE}"/>
                    </a:ext>
                  </a:extLst>
                </p14:cNvPr>
                <p14:cNvContentPartPr/>
                <p14:nvPr/>
              </p14:nvContentPartPr>
              <p14:xfrm>
                <a:off x="5396222" y="3621581"/>
                <a:ext cx="78840" cy="15192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1BC18DAF-D245-1A62-3C74-0AECC60FE0F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378582" y="3603941"/>
                  <a:ext cx="1144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Agrupar 277">
            <a:extLst>
              <a:ext uri="{FF2B5EF4-FFF2-40B4-BE49-F238E27FC236}">
                <a16:creationId xmlns:a16="http://schemas.microsoft.com/office/drawing/2014/main" id="{7D61AE6C-155A-B0B4-D84B-2E88ACD5DEC7}"/>
              </a:ext>
            </a:extLst>
          </p:cNvPr>
          <p:cNvGrpSpPr/>
          <p:nvPr/>
        </p:nvGrpSpPr>
        <p:grpSpPr>
          <a:xfrm>
            <a:off x="4724822" y="3934421"/>
            <a:ext cx="703440" cy="242280"/>
            <a:chOff x="4724822" y="3934421"/>
            <a:chExt cx="70344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2E339F9D-9CB6-7CF7-F88E-1CFE7D679A1A}"/>
                    </a:ext>
                  </a:extLst>
                </p14:cNvPr>
                <p14:cNvContentPartPr/>
                <p14:nvPr/>
              </p14:nvContentPartPr>
              <p14:xfrm>
                <a:off x="4750742" y="3934421"/>
                <a:ext cx="105480" cy="16092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2E339F9D-9CB6-7CF7-F88E-1CFE7D679A1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733102" y="3916781"/>
                  <a:ext cx="141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71D38489-1ECB-74C5-6A86-0B7D5C08A28B}"/>
                    </a:ext>
                  </a:extLst>
                </p14:cNvPr>
                <p14:cNvContentPartPr/>
                <p14:nvPr/>
              </p14:nvContentPartPr>
              <p14:xfrm>
                <a:off x="4743182" y="3937301"/>
                <a:ext cx="173160" cy="12564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71D38489-1ECB-74C5-6A86-0B7D5C08A28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725542" y="3919301"/>
                  <a:ext cx="208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705308E8-3126-DA13-610A-165062AAB22F}"/>
                    </a:ext>
                  </a:extLst>
                </p14:cNvPr>
                <p14:cNvContentPartPr/>
                <p14:nvPr/>
              </p14:nvContentPartPr>
              <p14:xfrm>
                <a:off x="4724822" y="4122701"/>
                <a:ext cx="703440" cy="5400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705308E8-3126-DA13-610A-165062AAB22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706822" y="4105061"/>
                  <a:ext cx="73908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Agrupar 276">
            <a:extLst>
              <a:ext uri="{FF2B5EF4-FFF2-40B4-BE49-F238E27FC236}">
                <a16:creationId xmlns:a16="http://schemas.microsoft.com/office/drawing/2014/main" id="{FF4D0120-3EBD-3003-E6F6-9C75DD235441}"/>
              </a:ext>
            </a:extLst>
          </p:cNvPr>
          <p:cNvGrpSpPr/>
          <p:nvPr/>
        </p:nvGrpSpPr>
        <p:grpSpPr>
          <a:xfrm>
            <a:off x="4800422" y="4309541"/>
            <a:ext cx="757800" cy="210240"/>
            <a:chOff x="4800422" y="4309541"/>
            <a:chExt cx="75780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8A7C9D6C-DB9F-54E2-9EEE-C3B2817783E0}"/>
                    </a:ext>
                  </a:extLst>
                </p14:cNvPr>
                <p14:cNvContentPartPr/>
                <p14:nvPr/>
              </p14:nvContentPartPr>
              <p14:xfrm>
                <a:off x="4800422" y="4376501"/>
                <a:ext cx="145800" cy="360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8A7C9D6C-DB9F-54E2-9EEE-C3B2817783E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782782" y="4358861"/>
                  <a:ext cx="181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6B47B4D1-01C9-A5C5-8AC7-2C24E7AD60B5}"/>
                    </a:ext>
                  </a:extLst>
                </p14:cNvPr>
                <p14:cNvContentPartPr/>
                <p14:nvPr/>
              </p14:nvContentPartPr>
              <p14:xfrm>
                <a:off x="5007422" y="4325021"/>
                <a:ext cx="154440" cy="18936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6B47B4D1-01C9-A5C5-8AC7-2C24E7AD60B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989782" y="4307381"/>
                  <a:ext cx="1900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FA93E558-8A12-52A6-B788-08EFFCA22365}"/>
                    </a:ext>
                  </a:extLst>
                </p14:cNvPr>
                <p14:cNvContentPartPr/>
                <p14:nvPr/>
              </p14:nvContentPartPr>
              <p14:xfrm>
                <a:off x="5304782" y="4309541"/>
                <a:ext cx="12600" cy="17712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FA93E558-8A12-52A6-B788-08EFFCA2236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286782" y="4291541"/>
                  <a:ext cx="48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731B50C0-F5FB-66FA-D9B2-8BE342DE67FC}"/>
                    </a:ext>
                  </a:extLst>
                </p14:cNvPr>
                <p14:cNvContentPartPr/>
                <p14:nvPr/>
              </p14:nvContentPartPr>
              <p14:xfrm>
                <a:off x="5256182" y="4405661"/>
                <a:ext cx="128160" cy="720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731B50C0-F5FB-66FA-D9B2-8BE342DE67F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238542" y="4387661"/>
                  <a:ext cx="163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632C0478-C7E2-5220-CB86-57DD53BC6B77}"/>
                    </a:ext>
                  </a:extLst>
                </p14:cNvPr>
                <p14:cNvContentPartPr/>
                <p14:nvPr/>
              </p14:nvContentPartPr>
              <p14:xfrm>
                <a:off x="5454542" y="4320701"/>
                <a:ext cx="103680" cy="19908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632C0478-C7E2-5220-CB86-57DD53BC6B7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436902" y="4302701"/>
                  <a:ext cx="13932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Agrupar 284">
            <a:extLst>
              <a:ext uri="{FF2B5EF4-FFF2-40B4-BE49-F238E27FC236}">
                <a16:creationId xmlns:a16="http://schemas.microsoft.com/office/drawing/2014/main" id="{8DD3C587-AA37-B3FB-3477-5B5403A586A0}"/>
              </a:ext>
            </a:extLst>
          </p:cNvPr>
          <p:cNvGrpSpPr/>
          <p:nvPr/>
        </p:nvGrpSpPr>
        <p:grpSpPr>
          <a:xfrm>
            <a:off x="5720582" y="3920021"/>
            <a:ext cx="133200" cy="219600"/>
            <a:chOff x="5720582" y="3920021"/>
            <a:chExt cx="13320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6158A6C7-B83D-2164-3068-AC056B455E7E}"/>
                    </a:ext>
                  </a:extLst>
                </p14:cNvPr>
                <p14:cNvContentPartPr/>
                <p14:nvPr/>
              </p14:nvContentPartPr>
              <p14:xfrm>
                <a:off x="5764142" y="3920021"/>
                <a:ext cx="11160" cy="21960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6158A6C7-B83D-2164-3068-AC056B455E7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746142" y="3902021"/>
                  <a:ext cx="46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2C4AE6CB-8676-3E93-82C5-EDFED3D54180}"/>
                    </a:ext>
                  </a:extLst>
                </p14:cNvPr>
                <p14:cNvContentPartPr/>
                <p14:nvPr/>
              </p14:nvContentPartPr>
              <p14:xfrm>
                <a:off x="5720582" y="4010021"/>
                <a:ext cx="133200" cy="720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2C4AE6CB-8676-3E93-82C5-EDFED3D5418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702942" y="3992021"/>
                  <a:ext cx="1688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Agrupar 283">
            <a:extLst>
              <a:ext uri="{FF2B5EF4-FFF2-40B4-BE49-F238E27FC236}">
                <a16:creationId xmlns:a16="http://schemas.microsoft.com/office/drawing/2014/main" id="{7B909EFD-FB3E-1D00-D90D-6091A54B5937}"/>
              </a:ext>
            </a:extLst>
          </p:cNvPr>
          <p:cNvGrpSpPr/>
          <p:nvPr/>
        </p:nvGrpSpPr>
        <p:grpSpPr>
          <a:xfrm>
            <a:off x="6053582" y="3831101"/>
            <a:ext cx="205200" cy="296640"/>
            <a:chOff x="6053582" y="3831101"/>
            <a:chExt cx="20520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A398734E-CFFE-01F8-07BE-99A298C2E5D8}"/>
                    </a:ext>
                  </a:extLst>
                </p14:cNvPr>
                <p14:cNvContentPartPr/>
                <p14:nvPr/>
              </p14:nvContentPartPr>
              <p14:xfrm>
                <a:off x="6093182" y="3831101"/>
                <a:ext cx="81000" cy="828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A398734E-CFFE-01F8-07BE-99A298C2E5D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075542" y="3813461"/>
                  <a:ext cx="116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61A344C7-5443-6A90-A914-E70D672B3491}"/>
                    </a:ext>
                  </a:extLst>
                </p14:cNvPr>
                <p14:cNvContentPartPr/>
                <p14:nvPr/>
              </p14:nvContentPartPr>
              <p14:xfrm>
                <a:off x="6053582" y="3839021"/>
                <a:ext cx="143280" cy="28872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61A344C7-5443-6A90-A914-E70D672B349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035942" y="3821021"/>
                  <a:ext cx="1789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726C517A-348A-41EF-84E9-720194B3E786}"/>
                    </a:ext>
                  </a:extLst>
                </p14:cNvPr>
                <p14:cNvContentPartPr/>
                <p14:nvPr/>
              </p14:nvContentPartPr>
              <p14:xfrm>
                <a:off x="6258422" y="4101461"/>
                <a:ext cx="360" cy="36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726C517A-348A-41EF-84E9-720194B3E78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40782" y="4083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Agrupar 303">
            <a:extLst>
              <a:ext uri="{FF2B5EF4-FFF2-40B4-BE49-F238E27FC236}">
                <a16:creationId xmlns:a16="http://schemas.microsoft.com/office/drawing/2014/main" id="{A6B6D6D4-96A0-38BF-F6E1-F10B750CE363}"/>
              </a:ext>
            </a:extLst>
          </p:cNvPr>
          <p:cNvGrpSpPr/>
          <p:nvPr/>
        </p:nvGrpSpPr>
        <p:grpSpPr>
          <a:xfrm>
            <a:off x="7439582" y="3895901"/>
            <a:ext cx="145800" cy="186840"/>
            <a:chOff x="7439582" y="3895901"/>
            <a:chExt cx="14580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3E656407-73C0-DCDF-98FF-EC8817C760C3}"/>
                    </a:ext>
                  </a:extLst>
                </p14:cNvPr>
                <p14:cNvContentPartPr/>
                <p14:nvPr/>
              </p14:nvContentPartPr>
              <p14:xfrm>
                <a:off x="7508342" y="3895901"/>
                <a:ext cx="4680" cy="18684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3E656407-73C0-DCDF-98FF-EC8817C760C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490342" y="3878261"/>
                  <a:ext cx="40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47E573B4-D1E8-8CE8-29BE-EC9279E62D91}"/>
                    </a:ext>
                  </a:extLst>
                </p14:cNvPr>
                <p14:cNvContentPartPr/>
                <p14:nvPr/>
              </p14:nvContentPartPr>
              <p14:xfrm>
                <a:off x="7439582" y="3989861"/>
                <a:ext cx="145800" cy="720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47E573B4-D1E8-8CE8-29BE-EC9279E62D9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421582" y="3971861"/>
                  <a:ext cx="18144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303" name="Tinta 302">
                <a:extLst>
                  <a:ext uri="{FF2B5EF4-FFF2-40B4-BE49-F238E27FC236}">
                    <a16:creationId xmlns:a16="http://schemas.microsoft.com/office/drawing/2014/main" id="{DC6D020D-CF8B-8C01-8C6E-4FDD20F0455C}"/>
                  </a:ext>
                </a:extLst>
              </p14:cNvPr>
              <p14:cNvContentPartPr/>
              <p14:nvPr/>
            </p14:nvContentPartPr>
            <p14:xfrm>
              <a:off x="7830542" y="3857741"/>
              <a:ext cx="190440" cy="182160"/>
            </p14:xfrm>
          </p:contentPart>
        </mc:Choice>
        <mc:Fallback>
          <p:pic>
            <p:nvPicPr>
              <p:cNvPr id="303" name="Tinta 302">
                <a:extLst>
                  <a:ext uri="{FF2B5EF4-FFF2-40B4-BE49-F238E27FC236}">
                    <a16:creationId xmlns:a16="http://schemas.microsoft.com/office/drawing/2014/main" id="{DC6D020D-CF8B-8C01-8C6E-4FDD20F0455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7812542" y="3840101"/>
                <a:ext cx="2260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321" name="Tinta 320">
                <a:extLst>
                  <a:ext uri="{FF2B5EF4-FFF2-40B4-BE49-F238E27FC236}">
                    <a16:creationId xmlns:a16="http://schemas.microsoft.com/office/drawing/2014/main" id="{46FF332A-68EA-45B2-E977-AF24CF6AF9E8}"/>
                  </a:ext>
                </a:extLst>
              </p14:cNvPr>
              <p14:cNvContentPartPr/>
              <p14:nvPr/>
            </p14:nvContentPartPr>
            <p14:xfrm>
              <a:off x="9474302" y="3519341"/>
              <a:ext cx="102600" cy="616320"/>
            </p14:xfrm>
          </p:contentPart>
        </mc:Choice>
        <mc:Fallback>
          <p:pic>
            <p:nvPicPr>
              <p:cNvPr id="321" name="Tinta 320">
                <a:extLst>
                  <a:ext uri="{FF2B5EF4-FFF2-40B4-BE49-F238E27FC236}">
                    <a16:creationId xmlns:a16="http://schemas.microsoft.com/office/drawing/2014/main" id="{46FF332A-68EA-45B2-E977-AF24CF6AF9E8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9456662" y="3501341"/>
                <a:ext cx="138240" cy="65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7435CDA8-7D47-EB72-2FE8-CF35DB13EDA9}"/>
              </a:ext>
            </a:extLst>
          </p:cNvPr>
          <p:cNvGrpSpPr/>
          <p:nvPr/>
        </p:nvGrpSpPr>
        <p:grpSpPr>
          <a:xfrm>
            <a:off x="9663662" y="3556061"/>
            <a:ext cx="340560" cy="354600"/>
            <a:chOff x="9663662" y="3556061"/>
            <a:chExt cx="34056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BBA0FAE6-4CBE-F6E0-3EAA-C5D187C79D9F}"/>
                    </a:ext>
                  </a:extLst>
                </p14:cNvPr>
                <p14:cNvContentPartPr/>
                <p14:nvPr/>
              </p14:nvContentPartPr>
              <p14:xfrm>
                <a:off x="9663662" y="3728141"/>
                <a:ext cx="149400" cy="18252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BBA0FAE6-4CBE-F6E0-3EAA-C5D187C79D9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646022" y="3710501"/>
                  <a:ext cx="1850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A7791B5A-1AC2-6EEC-8143-D5675C55BC67}"/>
                    </a:ext>
                  </a:extLst>
                </p14:cNvPr>
                <p14:cNvContentPartPr/>
                <p14:nvPr/>
              </p14:nvContentPartPr>
              <p14:xfrm>
                <a:off x="9665102" y="3778541"/>
                <a:ext cx="132840" cy="12096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A7791B5A-1AC2-6EEC-8143-D5675C55BC6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647102" y="3760901"/>
                  <a:ext cx="168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0331A641-7B6E-B705-88D8-91882A64BEB1}"/>
                    </a:ext>
                  </a:extLst>
                </p14:cNvPr>
                <p14:cNvContentPartPr/>
                <p14:nvPr/>
              </p14:nvContentPartPr>
              <p14:xfrm>
                <a:off x="9802622" y="3629861"/>
                <a:ext cx="86040" cy="1260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0331A641-7B6E-B705-88D8-91882A64BEB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784982" y="3612221"/>
                  <a:ext cx="121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188F34DA-55AA-98DC-77FA-B155C44DACE0}"/>
                    </a:ext>
                  </a:extLst>
                </p14:cNvPr>
                <p14:cNvContentPartPr/>
                <p14:nvPr/>
              </p14:nvContentPartPr>
              <p14:xfrm>
                <a:off x="9936902" y="3556061"/>
                <a:ext cx="67320" cy="13680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188F34DA-55AA-98DC-77FA-B155C44DACE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918902" y="3538061"/>
                  <a:ext cx="10296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Agrupar 332">
            <a:extLst>
              <a:ext uri="{FF2B5EF4-FFF2-40B4-BE49-F238E27FC236}">
                <a16:creationId xmlns:a16="http://schemas.microsoft.com/office/drawing/2014/main" id="{5C85AE4E-7BDD-CB90-8C9A-71086D464552}"/>
              </a:ext>
            </a:extLst>
          </p:cNvPr>
          <p:cNvGrpSpPr/>
          <p:nvPr/>
        </p:nvGrpSpPr>
        <p:grpSpPr>
          <a:xfrm>
            <a:off x="9964262" y="3713741"/>
            <a:ext cx="647280" cy="261720"/>
            <a:chOff x="9964262" y="3713741"/>
            <a:chExt cx="64728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17B13DCF-6ECB-60D1-37EA-0F1D2B5DFA07}"/>
                    </a:ext>
                  </a:extLst>
                </p14:cNvPr>
                <p14:cNvContentPartPr/>
                <p14:nvPr/>
              </p14:nvContentPartPr>
              <p14:xfrm>
                <a:off x="9964262" y="3713741"/>
                <a:ext cx="222120" cy="24624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17B13DCF-6ECB-60D1-37EA-0F1D2B5DFA07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946622" y="3695741"/>
                  <a:ext cx="257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44D845DF-6524-0959-2062-3CC12E81D4C9}"/>
                    </a:ext>
                  </a:extLst>
                </p14:cNvPr>
                <p14:cNvContentPartPr/>
                <p14:nvPr/>
              </p14:nvContentPartPr>
              <p14:xfrm>
                <a:off x="10204022" y="3799781"/>
                <a:ext cx="105840" cy="14616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44D845DF-6524-0959-2062-3CC12E81D4C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186022" y="3782141"/>
                  <a:ext cx="141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F55FE897-1E0F-9C89-CA4F-97F5A2A4952F}"/>
                    </a:ext>
                  </a:extLst>
                </p14:cNvPr>
                <p14:cNvContentPartPr/>
                <p14:nvPr/>
              </p14:nvContentPartPr>
              <p14:xfrm>
                <a:off x="10213742" y="3821021"/>
                <a:ext cx="144360" cy="15444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F55FE897-1E0F-9C89-CA4F-97F5A2A4952F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196102" y="3803381"/>
                  <a:ext cx="180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81F5FE95-F141-6DA7-51D0-A017964733E5}"/>
                    </a:ext>
                  </a:extLst>
                </p14:cNvPr>
                <p14:cNvContentPartPr/>
                <p14:nvPr/>
              </p14:nvContentPartPr>
              <p14:xfrm>
                <a:off x="10493102" y="3948461"/>
                <a:ext cx="118440" cy="612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81F5FE95-F141-6DA7-51D0-A017964733E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475462" y="3930461"/>
                  <a:ext cx="154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50FEBCF6-9E7E-D10A-5593-1A03D14FE43D}"/>
                    </a:ext>
                  </a:extLst>
                </p14:cNvPr>
                <p14:cNvContentPartPr/>
                <p14:nvPr/>
              </p14:nvContentPartPr>
              <p14:xfrm>
                <a:off x="10475822" y="3886901"/>
                <a:ext cx="115920" cy="252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50FEBCF6-9E7E-D10A-5593-1A03D14FE43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458182" y="3869261"/>
                  <a:ext cx="1515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2" name="Agrupar 361">
            <a:extLst>
              <a:ext uri="{FF2B5EF4-FFF2-40B4-BE49-F238E27FC236}">
                <a16:creationId xmlns:a16="http://schemas.microsoft.com/office/drawing/2014/main" id="{274B47D0-1148-7407-6DC1-58BA1B78FA4E}"/>
              </a:ext>
            </a:extLst>
          </p:cNvPr>
          <p:cNvGrpSpPr/>
          <p:nvPr/>
        </p:nvGrpSpPr>
        <p:grpSpPr>
          <a:xfrm>
            <a:off x="10746182" y="3481541"/>
            <a:ext cx="385560" cy="501840"/>
            <a:chOff x="10746182" y="3481541"/>
            <a:chExt cx="38556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2BCAC76A-BEE7-E04F-D0C4-9A79B701A4B6}"/>
                    </a:ext>
                  </a:extLst>
                </p14:cNvPr>
                <p14:cNvContentPartPr/>
                <p14:nvPr/>
              </p14:nvContentPartPr>
              <p14:xfrm>
                <a:off x="10778942" y="3923981"/>
                <a:ext cx="3960" cy="1044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2BCAC76A-BEE7-E04F-D0C4-9A79B701A4B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760942" y="3905981"/>
                  <a:ext cx="39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21752990-122D-E67F-387D-AD3788108BDF}"/>
                    </a:ext>
                  </a:extLst>
                </p14:cNvPr>
                <p14:cNvContentPartPr/>
                <p14:nvPr/>
              </p14:nvContentPartPr>
              <p14:xfrm>
                <a:off x="10746182" y="3481541"/>
                <a:ext cx="144720" cy="50184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21752990-122D-E67F-387D-AD3788108BD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728542" y="3463541"/>
                  <a:ext cx="1803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930C0FD7-98D4-653D-2B9D-6805AE79A2D5}"/>
                    </a:ext>
                  </a:extLst>
                </p14:cNvPr>
                <p14:cNvContentPartPr/>
                <p14:nvPr/>
              </p14:nvContentPartPr>
              <p14:xfrm>
                <a:off x="10929062" y="3861341"/>
                <a:ext cx="360" cy="36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930C0FD7-98D4-653D-2B9D-6805AE79A2D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911422" y="38433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9A4F3E82-656D-4079-446E-137F99A580EC}"/>
                    </a:ext>
                  </a:extLst>
                </p14:cNvPr>
                <p14:cNvContentPartPr/>
                <p14:nvPr/>
              </p14:nvContentPartPr>
              <p14:xfrm>
                <a:off x="10929062" y="3815261"/>
                <a:ext cx="202680" cy="14472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9A4F3E82-656D-4079-446E-137F99A580E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911422" y="3797621"/>
                  <a:ext cx="23832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Agrupar 368">
            <a:extLst>
              <a:ext uri="{FF2B5EF4-FFF2-40B4-BE49-F238E27FC236}">
                <a16:creationId xmlns:a16="http://schemas.microsoft.com/office/drawing/2014/main" id="{794CDBDA-4C42-F36B-E03E-33140495C93D}"/>
              </a:ext>
            </a:extLst>
          </p:cNvPr>
          <p:cNvGrpSpPr/>
          <p:nvPr/>
        </p:nvGrpSpPr>
        <p:grpSpPr>
          <a:xfrm>
            <a:off x="11238302" y="3570821"/>
            <a:ext cx="319680" cy="389160"/>
            <a:chOff x="11238302" y="3570821"/>
            <a:chExt cx="31968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4D8CADC5-856F-745E-F86A-221FEB2D76A0}"/>
                    </a:ext>
                  </a:extLst>
                </p14:cNvPr>
                <p14:cNvContentPartPr/>
                <p14:nvPr/>
              </p14:nvContentPartPr>
              <p14:xfrm>
                <a:off x="11238302" y="3570821"/>
                <a:ext cx="4320" cy="38916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4D8CADC5-856F-745E-F86A-221FEB2D76A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220662" y="3552821"/>
                  <a:ext cx="399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7186D871-2E45-9431-4157-0BE7D90B7373}"/>
                    </a:ext>
                  </a:extLst>
                </p14:cNvPr>
                <p14:cNvContentPartPr/>
                <p14:nvPr/>
              </p14:nvContentPartPr>
              <p14:xfrm>
                <a:off x="11304182" y="3744701"/>
                <a:ext cx="113040" cy="17172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7186D871-2E45-9431-4157-0BE7D90B7373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286542" y="3727061"/>
                  <a:ext cx="148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53F92B3F-3C91-96E5-82F8-E938295ADFF2}"/>
                    </a:ext>
                  </a:extLst>
                </p14:cNvPr>
                <p14:cNvContentPartPr/>
                <p14:nvPr/>
              </p14:nvContentPartPr>
              <p14:xfrm>
                <a:off x="11325422" y="3749381"/>
                <a:ext cx="117000" cy="194760"/>
              </p14:xfrm>
            </p:contentPart>
          </mc:Choice>
          <mc:Fallback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53F92B3F-3C91-96E5-82F8-E938295ADFF2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307422" y="3731741"/>
                  <a:ext cx="152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656E1678-44F1-AEC6-120D-7ABDB76F660A}"/>
                    </a:ext>
                  </a:extLst>
                </p14:cNvPr>
                <p14:cNvContentPartPr/>
                <p14:nvPr/>
              </p14:nvContentPartPr>
              <p14:xfrm>
                <a:off x="11514062" y="3594581"/>
                <a:ext cx="43920" cy="357480"/>
              </p14:xfrm>
            </p:contentPart>
          </mc:Choice>
          <mc:Fallback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656E1678-44F1-AEC6-120D-7ABDB76F660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496422" y="3576581"/>
                  <a:ext cx="79560" cy="39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Agrupar 372">
            <a:extLst>
              <a:ext uri="{FF2B5EF4-FFF2-40B4-BE49-F238E27FC236}">
                <a16:creationId xmlns:a16="http://schemas.microsoft.com/office/drawing/2014/main" id="{1C36234F-9062-E238-19E1-6355278591DB}"/>
              </a:ext>
            </a:extLst>
          </p:cNvPr>
          <p:cNvGrpSpPr/>
          <p:nvPr/>
        </p:nvGrpSpPr>
        <p:grpSpPr>
          <a:xfrm>
            <a:off x="11679302" y="3737861"/>
            <a:ext cx="505800" cy="180720"/>
            <a:chOff x="11679302" y="3737861"/>
            <a:chExt cx="50580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70" name="Tinta 369">
                  <a:extLst>
                    <a:ext uri="{FF2B5EF4-FFF2-40B4-BE49-F238E27FC236}">
                      <a16:creationId xmlns:a16="http://schemas.microsoft.com/office/drawing/2014/main" id="{2F61284D-C307-2053-452D-148B32EB3F4E}"/>
                    </a:ext>
                  </a:extLst>
                </p14:cNvPr>
                <p14:cNvContentPartPr/>
                <p14:nvPr/>
              </p14:nvContentPartPr>
              <p14:xfrm>
                <a:off x="11758862" y="3737861"/>
                <a:ext cx="3960" cy="180720"/>
              </p14:xfrm>
            </p:contentPart>
          </mc:Choice>
          <mc:Fallback>
            <p:pic>
              <p:nvPicPr>
                <p:cNvPr id="370" name="Tinta 369">
                  <a:extLst>
                    <a:ext uri="{FF2B5EF4-FFF2-40B4-BE49-F238E27FC236}">
                      <a16:creationId xmlns:a16="http://schemas.microsoft.com/office/drawing/2014/main" id="{2F61284D-C307-2053-452D-148B32EB3F4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740862" y="3720221"/>
                  <a:ext cx="39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5BF8510B-C8F7-1612-3F07-4AC29677262A}"/>
                    </a:ext>
                  </a:extLst>
                </p14:cNvPr>
                <p14:cNvContentPartPr/>
                <p14:nvPr/>
              </p14:nvContentPartPr>
              <p14:xfrm>
                <a:off x="11679302" y="3814181"/>
                <a:ext cx="159480" cy="2052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5BF8510B-C8F7-1612-3F07-4AC29677262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661302" y="3796541"/>
                  <a:ext cx="195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4C614A64-D1AF-FC40-3A2A-A43D053AEB32}"/>
                    </a:ext>
                  </a:extLst>
                </p14:cNvPr>
                <p14:cNvContentPartPr/>
                <p14:nvPr/>
              </p14:nvContentPartPr>
              <p14:xfrm>
                <a:off x="11957942" y="3742901"/>
                <a:ext cx="227160" cy="17424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4C614A64-D1AF-FC40-3A2A-A43D053AEB3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940302" y="3724901"/>
                  <a:ext cx="2628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Agrupar 380">
            <a:extLst>
              <a:ext uri="{FF2B5EF4-FFF2-40B4-BE49-F238E27FC236}">
                <a16:creationId xmlns:a16="http://schemas.microsoft.com/office/drawing/2014/main" id="{FA3F8E70-057B-86FF-9476-6420D8B57FEC}"/>
              </a:ext>
            </a:extLst>
          </p:cNvPr>
          <p:cNvGrpSpPr/>
          <p:nvPr/>
        </p:nvGrpSpPr>
        <p:grpSpPr>
          <a:xfrm>
            <a:off x="6341582" y="3669821"/>
            <a:ext cx="899640" cy="521280"/>
            <a:chOff x="6341582" y="3669821"/>
            <a:chExt cx="89964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74B56B80-78E0-F4F3-3E8A-C28377AFABFB}"/>
                    </a:ext>
                  </a:extLst>
                </p14:cNvPr>
                <p14:cNvContentPartPr/>
                <p14:nvPr/>
              </p14:nvContentPartPr>
              <p14:xfrm>
                <a:off x="6341582" y="3669821"/>
                <a:ext cx="171720" cy="445320"/>
              </p14:xfrm>
            </p:contentPart>
          </mc:Choice>
          <mc:Fallback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74B56B80-78E0-F4F3-3E8A-C28377AFABF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323582" y="3652181"/>
                  <a:ext cx="20736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75" name="Tinta 374">
                  <a:extLst>
                    <a:ext uri="{FF2B5EF4-FFF2-40B4-BE49-F238E27FC236}">
                      <a16:creationId xmlns:a16="http://schemas.microsoft.com/office/drawing/2014/main" id="{8E0BCBF0-57D4-8F68-C88D-A044E2DB98AB}"/>
                    </a:ext>
                  </a:extLst>
                </p14:cNvPr>
                <p14:cNvContentPartPr/>
                <p14:nvPr/>
              </p14:nvContentPartPr>
              <p14:xfrm>
                <a:off x="6543902" y="3969701"/>
                <a:ext cx="204120" cy="150120"/>
              </p14:xfrm>
            </p:contentPart>
          </mc:Choice>
          <mc:Fallback>
            <p:pic>
              <p:nvPicPr>
                <p:cNvPr id="375" name="Tinta 374">
                  <a:extLst>
                    <a:ext uri="{FF2B5EF4-FFF2-40B4-BE49-F238E27FC236}">
                      <a16:creationId xmlns:a16="http://schemas.microsoft.com/office/drawing/2014/main" id="{8E0BCBF0-57D4-8F68-C88D-A044E2DB98A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526262" y="3952061"/>
                  <a:ext cx="239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76" name="Tinta 375">
                  <a:extLst>
                    <a:ext uri="{FF2B5EF4-FFF2-40B4-BE49-F238E27FC236}">
                      <a16:creationId xmlns:a16="http://schemas.microsoft.com/office/drawing/2014/main" id="{20B0CCFF-3972-B161-A99E-7A8DB8EB1947}"/>
                    </a:ext>
                  </a:extLst>
                </p14:cNvPr>
                <p14:cNvContentPartPr/>
                <p14:nvPr/>
              </p14:nvContentPartPr>
              <p14:xfrm>
                <a:off x="6829742" y="3752981"/>
                <a:ext cx="38880" cy="392760"/>
              </p14:xfrm>
            </p:contentPart>
          </mc:Choice>
          <mc:Fallback>
            <p:pic>
              <p:nvPicPr>
                <p:cNvPr id="376" name="Tinta 375">
                  <a:extLst>
                    <a:ext uri="{FF2B5EF4-FFF2-40B4-BE49-F238E27FC236}">
                      <a16:creationId xmlns:a16="http://schemas.microsoft.com/office/drawing/2014/main" id="{20B0CCFF-3972-B161-A99E-7A8DB8EB1947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811742" y="3734981"/>
                  <a:ext cx="745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FEBACC1B-826C-6ABC-81B1-8E7B96779750}"/>
                    </a:ext>
                  </a:extLst>
                </p14:cNvPr>
                <p14:cNvContentPartPr/>
                <p14:nvPr/>
              </p14:nvContentPartPr>
              <p14:xfrm>
                <a:off x="6945302" y="3896981"/>
                <a:ext cx="133200" cy="189360"/>
              </p14:xfrm>
            </p:contentPart>
          </mc:Choice>
          <mc:Fallback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FEBACC1B-826C-6ABC-81B1-8E7B96779750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927302" y="3879341"/>
                  <a:ext cx="168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CAF222BB-21AE-EB1C-E575-492106C09EAD}"/>
                    </a:ext>
                  </a:extLst>
                </p14:cNvPr>
                <p14:cNvContentPartPr/>
                <p14:nvPr/>
              </p14:nvContentPartPr>
              <p14:xfrm>
                <a:off x="6961502" y="3925061"/>
                <a:ext cx="160560" cy="15804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CAF222BB-21AE-EB1C-E575-492106C09EA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6943502" y="3907061"/>
                  <a:ext cx="196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08FBC58E-F191-3088-6C96-DE347206A0B8}"/>
                    </a:ext>
                  </a:extLst>
                </p14:cNvPr>
                <p14:cNvContentPartPr/>
                <p14:nvPr/>
              </p14:nvContentPartPr>
              <p14:xfrm>
                <a:off x="7219622" y="3729221"/>
                <a:ext cx="21600" cy="46188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08FBC58E-F191-3088-6C96-DE347206A0B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201982" y="3711581"/>
                  <a:ext cx="5724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82" name="Tinta 381">
                <a:extLst>
                  <a:ext uri="{FF2B5EF4-FFF2-40B4-BE49-F238E27FC236}">
                    <a16:creationId xmlns:a16="http://schemas.microsoft.com/office/drawing/2014/main" id="{7E83B2BA-8402-E17C-C6E8-6FDF43DB45D7}"/>
                  </a:ext>
                </a:extLst>
              </p14:cNvPr>
              <p14:cNvContentPartPr/>
              <p14:nvPr/>
            </p14:nvContentPartPr>
            <p14:xfrm>
              <a:off x="5122262" y="3023981"/>
              <a:ext cx="56160" cy="65160"/>
            </p14:xfrm>
          </p:contentPart>
        </mc:Choice>
        <mc:Fallback>
          <p:pic>
            <p:nvPicPr>
              <p:cNvPr id="382" name="Tinta 381">
                <a:extLst>
                  <a:ext uri="{FF2B5EF4-FFF2-40B4-BE49-F238E27FC236}">
                    <a16:creationId xmlns:a16="http://schemas.microsoft.com/office/drawing/2014/main" id="{7E83B2BA-8402-E17C-C6E8-6FDF43DB45D7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5104262" y="3006341"/>
                <a:ext cx="9180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Agrupar 396">
            <a:extLst>
              <a:ext uri="{FF2B5EF4-FFF2-40B4-BE49-F238E27FC236}">
                <a16:creationId xmlns:a16="http://schemas.microsoft.com/office/drawing/2014/main" id="{962AB595-D950-04BB-F168-1EED035C9CCC}"/>
              </a:ext>
            </a:extLst>
          </p:cNvPr>
          <p:cNvGrpSpPr/>
          <p:nvPr/>
        </p:nvGrpSpPr>
        <p:grpSpPr>
          <a:xfrm>
            <a:off x="9209342" y="2229461"/>
            <a:ext cx="3929040" cy="2070000"/>
            <a:chOff x="9209342" y="2229461"/>
            <a:chExt cx="3929040" cy="20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FC031003-8984-0283-103D-B1F28327F3E7}"/>
                    </a:ext>
                  </a:extLst>
                </p14:cNvPr>
                <p14:cNvContentPartPr/>
                <p14:nvPr/>
              </p14:nvContentPartPr>
              <p14:xfrm>
                <a:off x="9260102" y="3353381"/>
                <a:ext cx="3185640" cy="869400"/>
              </p14:xfrm>
            </p:contentPart>
          </mc:Choice>
          <mc:Fallback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FC031003-8984-0283-103D-B1F28327F3E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242102" y="3335381"/>
                  <a:ext cx="3221280" cy="9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F6A04E10-E5AE-85CF-869E-61C8D322ED7C}"/>
                    </a:ext>
                  </a:extLst>
                </p14:cNvPr>
                <p14:cNvContentPartPr/>
                <p14:nvPr/>
              </p14:nvContentPartPr>
              <p14:xfrm>
                <a:off x="12385982" y="3396581"/>
                <a:ext cx="78480" cy="836280"/>
              </p14:xfrm>
            </p:contentPart>
          </mc:Choice>
          <mc:Fallback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F6A04E10-E5AE-85CF-869E-61C8D322ED7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2367982" y="3378941"/>
                  <a:ext cx="11412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BDA6EC0D-0593-1F4D-265B-A70A0806647B}"/>
                    </a:ext>
                  </a:extLst>
                </p14:cNvPr>
                <p14:cNvContentPartPr/>
                <p14:nvPr/>
              </p14:nvContentPartPr>
              <p14:xfrm>
                <a:off x="9271262" y="4240061"/>
                <a:ext cx="3076560" cy="59400"/>
              </p14:xfrm>
            </p:contentPart>
          </mc:Choice>
          <mc:Fallback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BDA6EC0D-0593-1F4D-265B-A70A0806647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253262" y="4222061"/>
                  <a:ext cx="3112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70C1A458-869F-94BF-C925-4A1BE74FF7F1}"/>
                    </a:ext>
                  </a:extLst>
                </p14:cNvPr>
                <p14:cNvContentPartPr/>
                <p14:nvPr/>
              </p14:nvContentPartPr>
              <p14:xfrm>
                <a:off x="9209342" y="2229461"/>
                <a:ext cx="3821400" cy="965520"/>
              </p14:xfrm>
            </p:contentPart>
          </mc:Choice>
          <mc:Fallback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70C1A458-869F-94BF-C925-4A1BE74FF7F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191702" y="2211821"/>
                  <a:ext cx="385704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D25A55B3-2DB3-B37E-EBAE-254576094C71}"/>
                    </a:ext>
                  </a:extLst>
                </p14:cNvPr>
                <p14:cNvContentPartPr/>
                <p14:nvPr/>
              </p14:nvContentPartPr>
              <p14:xfrm>
                <a:off x="13049102" y="2249621"/>
                <a:ext cx="52560" cy="82872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D25A55B3-2DB3-B37E-EBAE-254576094C7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3031102" y="2231981"/>
                  <a:ext cx="8820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3FD0AC6A-B566-885F-7317-99B97949A3BF}"/>
                    </a:ext>
                  </a:extLst>
                </p14:cNvPr>
                <p14:cNvContentPartPr/>
                <p14:nvPr/>
              </p14:nvContentPartPr>
              <p14:xfrm>
                <a:off x="9287462" y="3193901"/>
                <a:ext cx="38520" cy="11520"/>
              </p14:xfrm>
            </p:contentPart>
          </mc:Choice>
          <mc:Fallback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3FD0AC6A-B566-885F-7317-99B97949A3B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9269462" y="3176261"/>
                  <a:ext cx="74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172831DF-48B6-946F-5FFD-0DAF59EF5A01}"/>
                    </a:ext>
                  </a:extLst>
                </p14:cNvPr>
                <p14:cNvContentPartPr/>
                <p14:nvPr/>
              </p14:nvContentPartPr>
              <p14:xfrm>
                <a:off x="9290342" y="3161501"/>
                <a:ext cx="3848040" cy="107640"/>
              </p14:xfrm>
            </p:contentPart>
          </mc:Choice>
          <mc:Fallback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172831DF-48B6-946F-5FFD-0DAF59EF5A01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272702" y="3143861"/>
                  <a:ext cx="3883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C6BE50B8-045E-A877-594A-36D48A005EBB}"/>
                    </a:ext>
                  </a:extLst>
                </p14:cNvPr>
                <p14:cNvContentPartPr/>
                <p14:nvPr/>
              </p14:nvContentPartPr>
              <p14:xfrm>
                <a:off x="11550062" y="3293261"/>
                <a:ext cx="7920" cy="83520"/>
              </p14:xfrm>
            </p:contentPart>
          </mc:Choice>
          <mc:Fallback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C6BE50B8-045E-A877-594A-36D48A005EBB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532422" y="3275261"/>
                  <a:ext cx="4356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Agrupar 400">
            <a:extLst>
              <a:ext uri="{FF2B5EF4-FFF2-40B4-BE49-F238E27FC236}">
                <a16:creationId xmlns:a16="http://schemas.microsoft.com/office/drawing/2014/main" id="{B2B54378-848D-6860-D253-AAAD9D08AB37}"/>
              </a:ext>
            </a:extLst>
          </p:cNvPr>
          <p:cNvGrpSpPr/>
          <p:nvPr/>
        </p:nvGrpSpPr>
        <p:grpSpPr>
          <a:xfrm>
            <a:off x="8238062" y="3938381"/>
            <a:ext cx="148320" cy="99720"/>
            <a:chOff x="8238062" y="3938381"/>
            <a:chExt cx="14832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056EE554-44EF-ABDE-865F-DEDADD5642D1}"/>
                    </a:ext>
                  </a:extLst>
                </p14:cNvPr>
                <p14:cNvContentPartPr/>
                <p14:nvPr/>
              </p14:nvContentPartPr>
              <p14:xfrm>
                <a:off x="8238062" y="4027661"/>
                <a:ext cx="148320" cy="10440"/>
              </p14:xfrm>
            </p:contentPart>
          </mc:Choice>
          <mc:Fallback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056EE554-44EF-ABDE-865F-DEDADD5642D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220062" y="4010021"/>
                  <a:ext cx="183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5C6C40BC-1006-AD3A-1872-D79D25077A15}"/>
                    </a:ext>
                  </a:extLst>
                </p14:cNvPr>
                <p14:cNvContentPartPr/>
                <p14:nvPr/>
              </p14:nvContentPartPr>
              <p14:xfrm>
                <a:off x="8252822" y="3938381"/>
                <a:ext cx="100800" cy="4680"/>
              </p14:xfrm>
            </p:contentPart>
          </mc:Choice>
          <mc:Fallback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5C6C40BC-1006-AD3A-1872-D79D25077A1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235182" y="3920741"/>
                  <a:ext cx="1364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402" name="Tinta 401">
                <a:extLst>
                  <a:ext uri="{FF2B5EF4-FFF2-40B4-BE49-F238E27FC236}">
                    <a16:creationId xmlns:a16="http://schemas.microsoft.com/office/drawing/2014/main" id="{585A497A-FCFB-2D72-98BE-D552C9F40E1C}"/>
                  </a:ext>
                </a:extLst>
              </p14:cNvPr>
              <p14:cNvContentPartPr/>
              <p14:nvPr/>
            </p14:nvContentPartPr>
            <p14:xfrm>
              <a:off x="337142" y="5355701"/>
              <a:ext cx="164160" cy="19440"/>
            </p14:xfrm>
          </p:contentPart>
        </mc:Choice>
        <mc:Fallback>
          <p:pic>
            <p:nvPicPr>
              <p:cNvPr id="402" name="Tinta 401">
                <a:extLst>
                  <a:ext uri="{FF2B5EF4-FFF2-40B4-BE49-F238E27FC236}">
                    <a16:creationId xmlns:a16="http://schemas.microsoft.com/office/drawing/2014/main" id="{585A497A-FCFB-2D72-98BE-D552C9F40E1C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319142" y="5337701"/>
                <a:ext cx="199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403" name="Tinta 402">
                <a:extLst>
                  <a:ext uri="{FF2B5EF4-FFF2-40B4-BE49-F238E27FC236}">
                    <a16:creationId xmlns:a16="http://schemas.microsoft.com/office/drawing/2014/main" id="{2610687C-243A-C204-7C29-0172036982B2}"/>
                  </a:ext>
                </a:extLst>
              </p14:cNvPr>
              <p14:cNvContentPartPr/>
              <p14:nvPr/>
            </p14:nvContentPartPr>
            <p14:xfrm>
              <a:off x="351902" y="5254901"/>
              <a:ext cx="96120" cy="1440"/>
            </p14:xfrm>
          </p:contentPart>
        </mc:Choice>
        <mc:Fallback>
          <p:pic>
            <p:nvPicPr>
              <p:cNvPr id="403" name="Tinta 402">
                <a:extLst>
                  <a:ext uri="{FF2B5EF4-FFF2-40B4-BE49-F238E27FC236}">
                    <a16:creationId xmlns:a16="http://schemas.microsoft.com/office/drawing/2014/main" id="{2610687C-243A-C204-7C29-0172036982B2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334262" y="5237261"/>
                <a:ext cx="1317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8" name="Agrupar 407">
            <a:extLst>
              <a:ext uri="{FF2B5EF4-FFF2-40B4-BE49-F238E27FC236}">
                <a16:creationId xmlns:a16="http://schemas.microsoft.com/office/drawing/2014/main" id="{7CE9038F-714C-2B42-811B-CA7A9016101A}"/>
              </a:ext>
            </a:extLst>
          </p:cNvPr>
          <p:cNvGrpSpPr/>
          <p:nvPr/>
        </p:nvGrpSpPr>
        <p:grpSpPr>
          <a:xfrm>
            <a:off x="806582" y="5105501"/>
            <a:ext cx="709560" cy="219960"/>
            <a:chOff x="806582" y="5105501"/>
            <a:chExt cx="70956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5B1BB450-333A-C212-C790-7AC91CB299B4}"/>
                    </a:ext>
                  </a:extLst>
                </p14:cNvPr>
                <p14:cNvContentPartPr/>
                <p14:nvPr/>
              </p14:nvContentPartPr>
              <p14:xfrm>
                <a:off x="806582" y="5229341"/>
                <a:ext cx="128160" cy="7200"/>
              </p14:xfrm>
            </p:contentPart>
          </mc:Choice>
          <mc:Fallback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5B1BB450-333A-C212-C790-7AC91CB299B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88582" y="5211341"/>
                  <a:ext cx="163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405" name="Tinta 404">
                  <a:extLst>
                    <a:ext uri="{FF2B5EF4-FFF2-40B4-BE49-F238E27FC236}">
                      <a16:creationId xmlns:a16="http://schemas.microsoft.com/office/drawing/2014/main" id="{92125B71-86F9-4FC7-7A06-D6183775FCA7}"/>
                    </a:ext>
                  </a:extLst>
                </p14:cNvPr>
                <p14:cNvContentPartPr/>
                <p14:nvPr/>
              </p14:nvContentPartPr>
              <p14:xfrm>
                <a:off x="1081982" y="5105501"/>
                <a:ext cx="143640" cy="219960"/>
              </p14:xfrm>
            </p:contentPart>
          </mc:Choice>
          <mc:Fallback>
            <p:pic>
              <p:nvPicPr>
                <p:cNvPr id="405" name="Tinta 404">
                  <a:extLst>
                    <a:ext uri="{FF2B5EF4-FFF2-40B4-BE49-F238E27FC236}">
                      <a16:creationId xmlns:a16="http://schemas.microsoft.com/office/drawing/2014/main" id="{92125B71-86F9-4FC7-7A06-D6183775FCA7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063982" y="5087501"/>
                  <a:ext cx="179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406" name="Tinta 405">
                  <a:extLst>
                    <a:ext uri="{FF2B5EF4-FFF2-40B4-BE49-F238E27FC236}">
                      <a16:creationId xmlns:a16="http://schemas.microsoft.com/office/drawing/2014/main" id="{BBE7CD96-45F5-35A2-127C-4CB1D17E54B6}"/>
                    </a:ext>
                  </a:extLst>
                </p14:cNvPr>
                <p14:cNvContentPartPr/>
                <p14:nvPr/>
              </p14:nvContentPartPr>
              <p14:xfrm>
                <a:off x="1260902" y="5111621"/>
                <a:ext cx="159480" cy="208800"/>
              </p14:xfrm>
            </p:contentPart>
          </mc:Choice>
          <mc:Fallback>
            <p:pic>
              <p:nvPicPr>
                <p:cNvPr id="406" name="Tinta 405">
                  <a:extLst>
                    <a:ext uri="{FF2B5EF4-FFF2-40B4-BE49-F238E27FC236}">
                      <a16:creationId xmlns:a16="http://schemas.microsoft.com/office/drawing/2014/main" id="{BBE7CD96-45F5-35A2-127C-4CB1D17E54B6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243262" y="5093621"/>
                  <a:ext cx="195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407" name="Tinta 406">
                  <a:extLst>
                    <a:ext uri="{FF2B5EF4-FFF2-40B4-BE49-F238E27FC236}">
                      <a16:creationId xmlns:a16="http://schemas.microsoft.com/office/drawing/2014/main" id="{07D3DC7D-2AAD-3899-3F5B-9B702329AAE0}"/>
                    </a:ext>
                  </a:extLst>
                </p14:cNvPr>
                <p14:cNvContentPartPr/>
                <p14:nvPr/>
              </p14:nvContentPartPr>
              <p14:xfrm>
                <a:off x="1515782" y="5278301"/>
                <a:ext cx="360" cy="360"/>
              </p14:xfrm>
            </p:contentPart>
          </mc:Choice>
          <mc:Fallback>
            <p:pic>
              <p:nvPicPr>
                <p:cNvPr id="407" name="Tinta 406">
                  <a:extLst>
                    <a:ext uri="{FF2B5EF4-FFF2-40B4-BE49-F238E27FC236}">
                      <a16:creationId xmlns:a16="http://schemas.microsoft.com/office/drawing/2014/main" id="{07D3DC7D-2AAD-3899-3F5B-9B702329AA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97782" y="52606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Agrupar 416">
            <a:extLst>
              <a:ext uri="{FF2B5EF4-FFF2-40B4-BE49-F238E27FC236}">
                <a16:creationId xmlns:a16="http://schemas.microsoft.com/office/drawing/2014/main" id="{6F850340-0A95-008C-33B1-BE6C3F5DB304}"/>
              </a:ext>
            </a:extLst>
          </p:cNvPr>
          <p:cNvGrpSpPr/>
          <p:nvPr/>
        </p:nvGrpSpPr>
        <p:grpSpPr>
          <a:xfrm>
            <a:off x="1659782" y="4865741"/>
            <a:ext cx="474120" cy="466560"/>
            <a:chOff x="1659782" y="4865741"/>
            <a:chExt cx="4741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409" name="Tinta 408">
                  <a:extLst>
                    <a:ext uri="{FF2B5EF4-FFF2-40B4-BE49-F238E27FC236}">
                      <a16:creationId xmlns:a16="http://schemas.microsoft.com/office/drawing/2014/main" id="{C2BFFE57-5D43-F7C7-6A9E-4FD9C3A3BFBE}"/>
                    </a:ext>
                  </a:extLst>
                </p14:cNvPr>
                <p14:cNvContentPartPr/>
                <p14:nvPr/>
              </p14:nvContentPartPr>
              <p14:xfrm>
                <a:off x="1677062" y="5078141"/>
                <a:ext cx="127080" cy="168480"/>
              </p14:xfrm>
            </p:contentPart>
          </mc:Choice>
          <mc:Fallback>
            <p:pic>
              <p:nvPicPr>
                <p:cNvPr id="409" name="Tinta 408">
                  <a:extLst>
                    <a:ext uri="{FF2B5EF4-FFF2-40B4-BE49-F238E27FC236}">
                      <a16:creationId xmlns:a16="http://schemas.microsoft.com/office/drawing/2014/main" id="{C2BFFE57-5D43-F7C7-6A9E-4FD9C3A3BFB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659422" y="5060141"/>
                  <a:ext cx="162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410" name="Tinta 409">
                  <a:extLst>
                    <a:ext uri="{FF2B5EF4-FFF2-40B4-BE49-F238E27FC236}">
                      <a16:creationId xmlns:a16="http://schemas.microsoft.com/office/drawing/2014/main" id="{42542533-81B8-52CA-12C5-29C36357E9E1}"/>
                    </a:ext>
                  </a:extLst>
                </p14:cNvPr>
                <p14:cNvContentPartPr/>
                <p14:nvPr/>
              </p14:nvContentPartPr>
              <p14:xfrm>
                <a:off x="1673462" y="5098661"/>
                <a:ext cx="209160" cy="161640"/>
              </p14:xfrm>
            </p:contentPart>
          </mc:Choice>
          <mc:Fallback>
            <p:pic>
              <p:nvPicPr>
                <p:cNvPr id="410" name="Tinta 409">
                  <a:extLst>
                    <a:ext uri="{FF2B5EF4-FFF2-40B4-BE49-F238E27FC236}">
                      <a16:creationId xmlns:a16="http://schemas.microsoft.com/office/drawing/2014/main" id="{42542533-81B8-52CA-12C5-29C36357E9E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655462" y="5080661"/>
                  <a:ext cx="244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11" name="Tinta 410">
                  <a:extLst>
                    <a:ext uri="{FF2B5EF4-FFF2-40B4-BE49-F238E27FC236}">
                      <a16:creationId xmlns:a16="http://schemas.microsoft.com/office/drawing/2014/main" id="{7AE33381-DFEC-975E-64B3-9BC6D485F49F}"/>
                    </a:ext>
                  </a:extLst>
                </p14:cNvPr>
                <p14:cNvContentPartPr/>
                <p14:nvPr/>
              </p14:nvContentPartPr>
              <p14:xfrm>
                <a:off x="1839782" y="4956461"/>
                <a:ext cx="111960" cy="2520"/>
              </p14:xfrm>
            </p:contentPart>
          </mc:Choice>
          <mc:Fallback>
            <p:pic>
              <p:nvPicPr>
                <p:cNvPr id="411" name="Tinta 410">
                  <a:extLst>
                    <a:ext uri="{FF2B5EF4-FFF2-40B4-BE49-F238E27FC236}">
                      <a16:creationId xmlns:a16="http://schemas.microsoft.com/office/drawing/2014/main" id="{7AE33381-DFEC-975E-64B3-9BC6D485F49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822142" y="4938821"/>
                  <a:ext cx="147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12" name="Tinta 411">
                  <a:extLst>
                    <a:ext uri="{FF2B5EF4-FFF2-40B4-BE49-F238E27FC236}">
                      <a16:creationId xmlns:a16="http://schemas.microsoft.com/office/drawing/2014/main" id="{78040E80-81E7-5901-789C-717ACAA72222}"/>
                    </a:ext>
                  </a:extLst>
                </p14:cNvPr>
                <p14:cNvContentPartPr/>
                <p14:nvPr/>
              </p14:nvContentPartPr>
              <p14:xfrm>
                <a:off x="2022302" y="4865741"/>
                <a:ext cx="111600" cy="163800"/>
              </p14:xfrm>
            </p:contentPart>
          </mc:Choice>
          <mc:Fallback>
            <p:pic>
              <p:nvPicPr>
                <p:cNvPr id="412" name="Tinta 411">
                  <a:extLst>
                    <a:ext uri="{FF2B5EF4-FFF2-40B4-BE49-F238E27FC236}">
                      <a16:creationId xmlns:a16="http://schemas.microsoft.com/office/drawing/2014/main" id="{78040E80-81E7-5901-789C-717ACAA7222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04662" y="4848101"/>
                  <a:ext cx="147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13" name="Tinta 412">
                  <a:extLst>
                    <a:ext uri="{FF2B5EF4-FFF2-40B4-BE49-F238E27FC236}">
                      <a16:creationId xmlns:a16="http://schemas.microsoft.com/office/drawing/2014/main" id="{E10B6E60-BC59-9063-366A-459799275B10}"/>
                    </a:ext>
                  </a:extLst>
                </p14:cNvPr>
                <p14:cNvContentPartPr/>
                <p14:nvPr/>
              </p14:nvContentPartPr>
              <p14:xfrm>
                <a:off x="1659782" y="5329781"/>
                <a:ext cx="423360" cy="2520"/>
              </p14:xfrm>
            </p:contentPart>
          </mc:Choice>
          <mc:Fallback>
            <p:pic>
              <p:nvPicPr>
                <p:cNvPr id="413" name="Tinta 412">
                  <a:extLst>
                    <a:ext uri="{FF2B5EF4-FFF2-40B4-BE49-F238E27FC236}">
                      <a16:creationId xmlns:a16="http://schemas.microsoft.com/office/drawing/2014/main" id="{E10B6E60-BC59-9063-366A-459799275B1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641782" y="5312141"/>
                  <a:ext cx="459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Agrupar 415">
            <a:extLst>
              <a:ext uri="{FF2B5EF4-FFF2-40B4-BE49-F238E27FC236}">
                <a16:creationId xmlns:a16="http://schemas.microsoft.com/office/drawing/2014/main" id="{50D6B92E-7450-3347-0EC2-152B54A79A71}"/>
              </a:ext>
            </a:extLst>
          </p:cNvPr>
          <p:cNvGrpSpPr/>
          <p:nvPr/>
        </p:nvGrpSpPr>
        <p:grpSpPr>
          <a:xfrm>
            <a:off x="1675982" y="5520581"/>
            <a:ext cx="349200" cy="218520"/>
            <a:chOff x="1675982" y="5520581"/>
            <a:chExt cx="34920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14" name="Tinta 413">
                  <a:extLst>
                    <a:ext uri="{FF2B5EF4-FFF2-40B4-BE49-F238E27FC236}">
                      <a16:creationId xmlns:a16="http://schemas.microsoft.com/office/drawing/2014/main" id="{A35D5694-ED4C-3A46-27E5-6E71640C8C79}"/>
                    </a:ext>
                  </a:extLst>
                </p14:cNvPr>
                <p14:cNvContentPartPr/>
                <p14:nvPr/>
              </p14:nvContentPartPr>
              <p14:xfrm>
                <a:off x="1675982" y="5563421"/>
                <a:ext cx="143280" cy="4680"/>
              </p14:xfrm>
            </p:contentPart>
          </mc:Choice>
          <mc:Fallback>
            <p:pic>
              <p:nvPicPr>
                <p:cNvPr id="414" name="Tinta 413">
                  <a:extLst>
                    <a:ext uri="{FF2B5EF4-FFF2-40B4-BE49-F238E27FC236}">
                      <a16:creationId xmlns:a16="http://schemas.microsoft.com/office/drawing/2014/main" id="{A35D5694-ED4C-3A46-27E5-6E71640C8C7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657982" y="5545781"/>
                  <a:ext cx="178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15" name="Tinta 414">
                  <a:extLst>
                    <a:ext uri="{FF2B5EF4-FFF2-40B4-BE49-F238E27FC236}">
                      <a16:creationId xmlns:a16="http://schemas.microsoft.com/office/drawing/2014/main" id="{D8C7884F-096E-D137-D0A9-561479173177}"/>
                    </a:ext>
                  </a:extLst>
                </p14:cNvPr>
                <p14:cNvContentPartPr/>
                <p14:nvPr/>
              </p14:nvContentPartPr>
              <p14:xfrm>
                <a:off x="1905662" y="5520581"/>
                <a:ext cx="119520" cy="218520"/>
              </p14:xfrm>
            </p:contentPart>
          </mc:Choice>
          <mc:Fallback>
            <p:pic>
              <p:nvPicPr>
                <p:cNvPr id="415" name="Tinta 414">
                  <a:extLst>
                    <a:ext uri="{FF2B5EF4-FFF2-40B4-BE49-F238E27FC236}">
                      <a16:creationId xmlns:a16="http://schemas.microsoft.com/office/drawing/2014/main" id="{D8C7884F-096E-D137-D0A9-56147917317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887662" y="5502581"/>
                  <a:ext cx="15516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Agrupar 421">
            <a:extLst>
              <a:ext uri="{FF2B5EF4-FFF2-40B4-BE49-F238E27FC236}">
                <a16:creationId xmlns:a16="http://schemas.microsoft.com/office/drawing/2014/main" id="{A815363A-3B26-0E0F-304D-D7928F2B548D}"/>
              </a:ext>
            </a:extLst>
          </p:cNvPr>
          <p:cNvGrpSpPr/>
          <p:nvPr/>
        </p:nvGrpSpPr>
        <p:grpSpPr>
          <a:xfrm>
            <a:off x="2260622" y="5016941"/>
            <a:ext cx="533160" cy="304200"/>
            <a:chOff x="2260622" y="5016941"/>
            <a:chExt cx="53316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18" name="Tinta 417">
                  <a:extLst>
                    <a:ext uri="{FF2B5EF4-FFF2-40B4-BE49-F238E27FC236}">
                      <a16:creationId xmlns:a16="http://schemas.microsoft.com/office/drawing/2014/main" id="{8690678E-B703-B3F1-0341-886805CCBAA5}"/>
                    </a:ext>
                  </a:extLst>
                </p14:cNvPr>
                <p14:cNvContentPartPr/>
                <p14:nvPr/>
              </p14:nvContentPartPr>
              <p14:xfrm>
                <a:off x="2311742" y="5145461"/>
                <a:ext cx="17640" cy="175680"/>
              </p14:xfrm>
            </p:contentPart>
          </mc:Choice>
          <mc:Fallback>
            <p:pic>
              <p:nvPicPr>
                <p:cNvPr id="418" name="Tinta 417">
                  <a:extLst>
                    <a:ext uri="{FF2B5EF4-FFF2-40B4-BE49-F238E27FC236}">
                      <a16:creationId xmlns:a16="http://schemas.microsoft.com/office/drawing/2014/main" id="{8690678E-B703-B3F1-0341-886805CCBAA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293742" y="5127821"/>
                  <a:ext cx="53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419" name="Tinta 418">
                  <a:extLst>
                    <a:ext uri="{FF2B5EF4-FFF2-40B4-BE49-F238E27FC236}">
                      <a16:creationId xmlns:a16="http://schemas.microsoft.com/office/drawing/2014/main" id="{6DA73AF8-B3D9-FF7D-BD62-42FE1D5DC014}"/>
                    </a:ext>
                  </a:extLst>
                </p14:cNvPr>
                <p14:cNvContentPartPr/>
                <p14:nvPr/>
              </p14:nvContentPartPr>
              <p14:xfrm>
                <a:off x="2260622" y="5239421"/>
                <a:ext cx="129600" cy="15840"/>
              </p14:xfrm>
            </p:contentPart>
          </mc:Choice>
          <mc:Fallback>
            <p:pic>
              <p:nvPicPr>
                <p:cNvPr id="419" name="Tinta 418">
                  <a:extLst>
                    <a:ext uri="{FF2B5EF4-FFF2-40B4-BE49-F238E27FC236}">
                      <a16:creationId xmlns:a16="http://schemas.microsoft.com/office/drawing/2014/main" id="{6DA73AF8-B3D9-FF7D-BD62-42FE1D5DC01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42982" y="5221421"/>
                  <a:ext cx="165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20" name="Tinta 419">
                  <a:extLst>
                    <a:ext uri="{FF2B5EF4-FFF2-40B4-BE49-F238E27FC236}">
                      <a16:creationId xmlns:a16="http://schemas.microsoft.com/office/drawing/2014/main" id="{C629575B-6232-F8ED-C857-C80BC552074B}"/>
                    </a:ext>
                  </a:extLst>
                </p14:cNvPr>
                <p14:cNvContentPartPr/>
                <p14:nvPr/>
              </p14:nvContentPartPr>
              <p14:xfrm>
                <a:off x="2530262" y="5016941"/>
                <a:ext cx="147240" cy="291960"/>
              </p14:xfrm>
            </p:contentPart>
          </mc:Choice>
          <mc:Fallback>
            <p:pic>
              <p:nvPicPr>
                <p:cNvPr id="420" name="Tinta 419">
                  <a:extLst>
                    <a:ext uri="{FF2B5EF4-FFF2-40B4-BE49-F238E27FC236}">
                      <a16:creationId xmlns:a16="http://schemas.microsoft.com/office/drawing/2014/main" id="{C629575B-6232-F8ED-C857-C80BC552074B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512262" y="4998941"/>
                  <a:ext cx="182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21" name="Tinta 420">
                  <a:extLst>
                    <a:ext uri="{FF2B5EF4-FFF2-40B4-BE49-F238E27FC236}">
                      <a16:creationId xmlns:a16="http://schemas.microsoft.com/office/drawing/2014/main" id="{9C6F1B9C-17D0-6312-74B5-AA1A74FD5189}"/>
                    </a:ext>
                  </a:extLst>
                </p14:cNvPr>
                <p14:cNvContentPartPr/>
                <p14:nvPr/>
              </p14:nvContentPartPr>
              <p14:xfrm>
                <a:off x="2793422" y="5281901"/>
                <a:ext cx="360" cy="360"/>
              </p14:xfrm>
            </p:contentPart>
          </mc:Choice>
          <mc:Fallback>
            <p:pic>
              <p:nvPicPr>
                <p:cNvPr id="421" name="Tinta 420">
                  <a:extLst>
                    <a:ext uri="{FF2B5EF4-FFF2-40B4-BE49-F238E27FC236}">
                      <a16:creationId xmlns:a16="http://schemas.microsoft.com/office/drawing/2014/main" id="{9C6F1B9C-17D0-6312-74B5-AA1A74FD518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75782" y="5263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Agrupar 431">
            <a:extLst>
              <a:ext uri="{FF2B5EF4-FFF2-40B4-BE49-F238E27FC236}">
                <a16:creationId xmlns:a16="http://schemas.microsoft.com/office/drawing/2014/main" id="{41E96517-5659-D759-B8EC-F95B1D36BC39}"/>
              </a:ext>
            </a:extLst>
          </p:cNvPr>
          <p:cNvGrpSpPr/>
          <p:nvPr/>
        </p:nvGrpSpPr>
        <p:grpSpPr>
          <a:xfrm>
            <a:off x="3069182" y="4861421"/>
            <a:ext cx="336960" cy="164880"/>
            <a:chOff x="3069182" y="4861421"/>
            <a:chExt cx="33696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425" name="Tinta 424">
                  <a:extLst>
                    <a:ext uri="{FF2B5EF4-FFF2-40B4-BE49-F238E27FC236}">
                      <a16:creationId xmlns:a16="http://schemas.microsoft.com/office/drawing/2014/main" id="{545C1A50-38CE-66A7-03CC-C7066D0D9375}"/>
                    </a:ext>
                  </a:extLst>
                </p14:cNvPr>
                <p14:cNvContentPartPr/>
                <p14:nvPr/>
              </p14:nvContentPartPr>
              <p14:xfrm>
                <a:off x="3069182" y="4963301"/>
                <a:ext cx="108360" cy="6120"/>
              </p14:xfrm>
            </p:contentPart>
          </mc:Choice>
          <mc:Fallback>
            <p:pic>
              <p:nvPicPr>
                <p:cNvPr id="425" name="Tinta 424">
                  <a:extLst>
                    <a:ext uri="{FF2B5EF4-FFF2-40B4-BE49-F238E27FC236}">
                      <a16:creationId xmlns:a16="http://schemas.microsoft.com/office/drawing/2014/main" id="{545C1A50-38CE-66A7-03CC-C7066D0D937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3051542" y="4945301"/>
                  <a:ext cx="144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26" name="Tinta 425">
                  <a:extLst>
                    <a:ext uri="{FF2B5EF4-FFF2-40B4-BE49-F238E27FC236}">
                      <a16:creationId xmlns:a16="http://schemas.microsoft.com/office/drawing/2014/main" id="{98DA64EE-068D-7E4C-DF0D-AFE050E9D5B6}"/>
                    </a:ext>
                  </a:extLst>
                </p14:cNvPr>
                <p14:cNvContentPartPr/>
                <p14:nvPr/>
              </p14:nvContentPartPr>
              <p14:xfrm>
                <a:off x="3287702" y="4861421"/>
                <a:ext cx="118440" cy="164880"/>
              </p14:xfrm>
            </p:contentPart>
          </mc:Choice>
          <mc:Fallback>
            <p:pic>
              <p:nvPicPr>
                <p:cNvPr id="426" name="Tinta 425">
                  <a:extLst>
                    <a:ext uri="{FF2B5EF4-FFF2-40B4-BE49-F238E27FC236}">
                      <a16:creationId xmlns:a16="http://schemas.microsoft.com/office/drawing/2014/main" id="{98DA64EE-068D-7E4C-DF0D-AFE050E9D5B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269702" y="4843421"/>
                  <a:ext cx="15408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Agrupar 430">
            <a:extLst>
              <a:ext uri="{FF2B5EF4-FFF2-40B4-BE49-F238E27FC236}">
                <a16:creationId xmlns:a16="http://schemas.microsoft.com/office/drawing/2014/main" id="{DDCE7C18-D26C-F0F7-4BC8-95BA1E883CC6}"/>
              </a:ext>
            </a:extLst>
          </p:cNvPr>
          <p:cNvGrpSpPr/>
          <p:nvPr/>
        </p:nvGrpSpPr>
        <p:grpSpPr>
          <a:xfrm>
            <a:off x="2902862" y="5136461"/>
            <a:ext cx="378000" cy="257760"/>
            <a:chOff x="2902862" y="5136461"/>
            <a:chExt cx="37800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423" name="Tinta 422">
                  <a:extLst>
                    <a:ext uri="{FF2B5EF4-FFF2-40B4-BE49-F238E27FC236}">
                      <a16:creationId xmlns:a16="http://schemas.microsoft.com/office/drawing/2014/main" id="{D23084BA-D12E-67F7-869C-314EF6C42C2D}"/>
                    </a:ext>
                  </a:extLst>
                </p14:cNvPr>
                <p14:cNvContentPartPr/>
                <p14:nvPr/>
              </p14:nvContentPartPr>
              <p14:xfrm>
                <a:off x="2957582" y="5136461"/>
                <a:ext cx="124560" cy="133200"/>
              </p14:xfrm>
            </p:contentPart>
          </mc:Choice>
          <mc:Fallback>
            <p:pic>
              <p:nvPicPr>
                <p:cNvPr id="423" name="Tinta 422">
                  <a:extLst>
                    <a:ext uri="{FF2B5EF4-FFF2-40B4-BE49-F238E27FC236}">
                      <a16:creationId xmlns:a16="http://schemas.microsoft.com/office/drawing/2014/main" id="{D23084BA-D12E-67F7-869C-314EF6C42C2D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939582" y="5118821"/>
                  <a:ext cx="160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424" name="Tinta 423">
                  <a:extLst>
                    <a:ext uri="{FF2B5EF4-FFF2-40B4-BE49-F238E27FC236}">
                      <a16:creationId xmlns:a16="http://schemas.microsoft.com/office/drawing/2014/main" id="{C147AF2E-0BEC-3837-77C3-BE3959FB92FA}"/>
                    </a:ext>
                  </a:extLst>
                </p14:cNvPr>
                <p14:cNvContentPartPr/>
                <p14:nvPr/>
              </p14:nvContentPartPr>
              <p14:xfrm>
                <a:off x="2941382" y="5138621"/>
                <a:ext cx="181800" cy="159120"/>
              </p14:xfrm>
            </p:contentPart>
          </mc:Choice>
          <mc:Fallback>
            <p:pic>
              <p:nvPicPr>
                <p:cNvPr id="424" name="Tinta 423">
                  <a:extLst>
                    <a:ext uri="{FF2B5EF4-FFF2-40B4-BE49-F238E27FC236}">
                      <a16:creationId xmlns:a16="http://schemas.microsoft.com/office/drawing/2014/main" id="{C147AF2E-0BEC-3837-77C3-BE3959FB92FA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923382" y="5120981"/>
                  <a:ext cx="217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427" name="Tinta 426">
                  <a:extLst>
                    <a:ext uri="{FF2B5EF4-FFF2-40B4-BE49-F238E27FC236}">
                      <a16:creationId xmlns:a16="http://schemas.microsoft.com/office/drawing/2014/main" id="{5356F120-E4B2-7245-5674-9492A6846E4E}"/>
                    </a:ext>
                  </a:extLst>
                </p14:cNvPr>
                <p14:cNvContentPartPr/>
                <p14:nvPr/>
              </p14:nvContentPartPr>
              <p14:xfrm>
                <a:off x="2902862" y="5378021"/>
                <a:ext cx="378000" cy="16200"/>
              </p14:xfrm>
            </p:contentPart>
          </mc:Choice>
          <mc:Fallback>
            <p:pic>
              <p:nvPicPr>
                <p:cNvPr id="427" name="Tinta 426">
                  <a:extLst>
                    <a:ext uri="{FF2B5EF4-FFF2-40B4-BE49-F238E27FC236}">
                      <a16:creationId xmlns:a16="http://schemas.microsoft.com/office/drawing/2014/main" id="{5356F120-E4B2-7245-5674-9492A6846E4E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884862" y="5360021"/>
                  <a:ext cx="4136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Agrupar 429">
            <a:extLst>
              <a:ext uri="{FF2B5EF4-FFF2-40B4-BE49-F238E27FC236}">
                <a16:creationId xmlns:a16="http://schemas.microsoft.com/office/drawing/2014/main" id="{199B7E68-119B-B4CA-2C0C-394091AB17B7}"/>
              </a:ext>
            </a:extLst>
          </p:cNvPr>
          <p:cNvGrpSpPr/>
          <p:nvPr/>
        </p:nvGrpSpPr>
        <p:grpSpPr>
          <a:xfrm>
            <a:off x="2920142" y="5591501"/>
            <a:ext cx="386640" cy="201600"/>
            <a:chOff x="2920142" y="5591501"/>
            <a:chExt cx="38664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428" name="Tinta 427">
                  <a:extLst>
                    <a:ext uri="{FF2B5EF4-FFF2-40B4-BE49-F238E27FC236}">
                      <a16:creationId xmlns:a16="http://schemas.microsoft.com/office/drawing/2014/main" id="{F00706F8-1673-6371-2703-FEF70638EDC7}"/>
                    </a:ext>
                  </a:extLst>
                </p14:cNvPr>
                <p14:cNvContentPartPr/>
                <p14:nvPr/>
              </p14:nvContentPartPr>
              <p14:xfrm>
                <a:off x="2920142" y="5650541"/>
                <a:ext cx="150480" cy="360"/>
              </p14:xfrm>
            </p:contentPart>
          </mc:Choice>
          <mc:Fallback>
            <p:pic>
              <p:nvPicPr>
                <p:cNvPr id="428" name="Tinta 427">
                  <a:extLst>
                    <a:ext uri="{FF2B5EF4-FFF2-40B4-BE49-F238E27FC236}">
                      <a16:creationId xmlns:a16="http://schemas.microsoft.com/office/drawing/2014/main" id="{F00706F8-1673-6371-2703-FEF70638EDC7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902502" y="5632901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429" name="Tinta 428">
                  <a:extLst>
                    <a:ext uri="{FF2B5EF4-FFF2-40B4-BE49-F238E27FC236}">
                      <a16:creationId xmlns:a16="http://schemas.microsoft.com/office/drawing/2014/main" id="{77081860-5FA0-0733-7D76-6ED705BE8141}"/>
                    </a:ext>
                  </a:extLst>
                </p14:cNvPr>
                <p14:cNvContentPartPr/>
                <p14:nvPr/>
              </p14:nvContentPartPr>
              <p14:xfrm>
                <a:off x="3137222" y="5591501"/>
                <a:ext cx="169560" cy="201600"/>
              </p14:xfrm>
            </p:contentPart>
          </mc:Choice>
          <mc:Fallback>
            <p:pic>
              <p:nvPicPr>
                <p:cNvPr id="429" name="Tinta 428">
                  <a:extLst>
                    <a:ext uri="{FF2B5EF4-FFF2-40B4-BE49-F238E27FC236}">
                      <a16:creationId xmlns:a16="http://schemas.microsoft.com/office/drawing/2014/main" id="{77081860-5FA0-0733-7D76-6ED705BE814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119222" y="5573501"/>
                  <a:ext cx="2052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7" name="Agrupar 436">
            <a:extLst>
              <a:ext uri="{FF2B5EF4-FFF2-40B4-BE49-F238E27FC236}">
                <a16:creationId xmlns:a16="http://schemas.microsoft.com/office/drawing/2014/main" id="{E3159491-F424-9371-89C9-F35FA64ECFA4}"/>
              </a:ext>
            </a:extLst>
          </p:cNvPr>
          <p:cNvGrpSpPr/>
          <p:nvPr/>
        </p:nvGrpSpPr>
        <p:grpSpPr>
          <a:xfrm>
            <a:off x="3536102" y="5015501"/>
            <a:ext cx="548280" cy="316800"/>
            <a:chOff x="3536102" y="5015501"/>
            <a:chExt cx="54828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433" name="Tinta 432">
                  <a:extLst>
                    <a:ext uri="{FF2B5EF4-FFF2-40B4-BE49-F238E27FC236}">
                      <a16:creationId xmlns:a16="http://schemas.microsoft.com/office/drawing/2014/main" id="{06E6940D-1A6C-D2F0-42F6-E7959BB5018E}"/>
                    </a:ext>
                  </a:extLst>
                </p14:cNvPr>
                <p14:cNvContentPartPr/>
                <p14:nvPr/>
              </p14:nvContentPartPr>
              <p14:xfrm>
                <a:off x="3536102" y="5319701"/>
                <a:ext cx="144360" cy="12600"/>
              </p14:xfrm>
            </p:contentPart>
          </mc:Choice>
          <mc:Fallback>
            <p:pic>
              <p:nvPicPr>
                <p:cNvPr id="433" name="Tinta 432">
                  <a:extLst>
                    <a:ext uri="{FF2B5EF4-FFF2-40B4-BE49-F238E27FC236}">
                      <a16:creationId xmlns:a16="http://schemas.microsoft.com/office/drawing/2014/main" id="{06E6940D-1A6C-D2F0-42F6-E7959BB5018E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3518462" y="5302061"/>
                  <a:ext cx="180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434" name="Tinta 433">
                  <a:extLst>
                    <a:ext uri="{FF2B5EF4-FFF2-40B4-BE49-F238E27FC236}">
                      <a16:creationId xmlns:a16="http://schemas.microsoft.com/office/drawing/2014/main" id="{4FB45295-22D6-B9F6-D306-43CA38DAF130}"/>
                    </a:ext>
                  </a:extLst>
                </p14:cNvPr>
                <p14:cNvContentPartPr/>
                <p14:nvPr/>
              </p14:nvContentPartPr>
              <p14:xfrm>
                <a:off x="3802142" y="5015501"/>
                <a:ext cx="147240" cy="289440"/>
              </p14:xfrm>
            </p:contentPart>
          </mc:Choice>
          <mc:Fallback>
            <p:pic>
              <p:nvPicPr>
                <p:cNvPr id="434" name="Tinta 433">
                  <a:extLst>
                    <a:ext uri="{FF2B5EF4-FFF2-40B4-BE49-F238E27FC236}">
                      <a16:creationId xmlns:a16="http://schemas.microsoft.com/office/drawing/2014/main" id="{4FB45295-22D6-B9F6-D306-43CA38DAF130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784142" y="4997501"/>
                  <a:ext cx="1828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435" name="Tinta 434">
                  <a:extLst>
                    <a:ext uri="{FF2B5EF4-FFF2-40B4-BE49-F238E27FC236}">
                      <a16:creationId xmlns:a16="http://schemas.microsoft.com/office/drawing/2014/main" id="{995702CB-EF9C-145D-6B9A-61087C311113}"/>
                    </a:ext>
                  </a:extLst>
                </p14:cNvPr>
                <p14:cNvContentPartPr/>
                <p14:nvPr/>
              </p14:nvContentPartPr>
              <p14:xfrm>
                <a:off x="3847862" y="5178941"/>
                <a:ext cx="135720" cy="6120"/>
              </p14:xfrm>
            </p:contentPart>
          </mc:Choice>
          <mc:Fallback>
            <p:pic>
              <p:nvPicPr>
                <p:cNvPr id="435" name="Tinta 434">
                  <a:extLst>
                    <a:ext uri="{FF2B5EF4-FFF2-40B4-BE49-F238E27FC236}">
                      <a16:creationId xmlns:a16="http://schemas.microsoft.com/office/drawing/2014/main" id="{995702CB-EF9C-145D-6B9A-61087C31111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830222" y="5161301"/>
                  <a:ext cx="171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436" name="Tinta 435">
                  <a:extLst>
                    <a:ext uri="{FF2B5EF4-FFF2-40B4-BE49-F238E27FC236}">
                      <a16:creationId xmlns:a16="http://schemas.microsoft.com/office/drawing/2014/main" id="{8B64B786-B564-4A38-DA62-2E7A4C611D9F}"/>
                    </a:ext>
                  </a:extLst>
                </p14:cNvPr>
                <p14:cNvContentPartPr/>
                <p14:nvPr/>
              </p14:nvContentPartPr>
              <p14:xfrm>
                <a:off x="4084022" y="5289821"/>
                <a:ext cx="360" cy="360"/>
              </p14:xfrm>
            </p:contentPart>
          </mc:Choice>
          <mc:Fallback>
            <p:pic>
              <p:nvPicPr>
                <p:cNvPr id="436" name="Tinta 435">
                  <a:extLst>
                    <a:ext uri="{FF2B5EF4-FFF2-40B4-BE49-F238E27FC236}">
                      <a16:creationId xmlns:a16="http://schemas.microsoft.com/office/drawing/2014/main" id="{8B64B786-B564-4A38-DA62-2E7A4C611D9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66022" y="5271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Agrupar 445">
            <a:extLst>
              <a:ext uri="{FF2B5EF4-FFF2-40B4-BE49-F238E27FC236}">
                <a16:creationId xmlns:a16="http://schemas.microsoft.com/office/drawing/2014/main" id="{C510844A-8522-2DF1-FD55-D7546233F226}"/>
              </a:ext>
            </a:extLst>
          </p:cNvPr>
          <p:cNvGrpSpPr/>
          <p:nvPr/>
        </p:nvGrpSpPr>
        <p:grpSpPr>
          <a:xfrm>
            <a:off x="4206782" y="4894541"/>
            <a:ext cx="398880" cy="484920"/>
            <a:chOff x="4206782" y="4894541"/>
            <a:chExt cx="39888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38" name="Tinta 437">
                  <a:extLst>
                    <a:ext uri="{FF2B5EF4-FFF2-40B4-BE49-F238E27FC236}">
                      <a16:creationId xmlns:a16="http://schemas.microsoft.com/office/drawing/2014/main" id="{910BF7C7-7686-E280-8D89-58F5482AAF87}"/>
                    </a:ext>
                  </a:extLst>
                </p14:cNvPr>
                <p14:cNvContentPartPr/>
                <p14:nvPr/>
              </p14:nvContentPartPr>
              <p14:xfrm>
                <a:off x="4234142" y="5110901"/>
                <a:ext cx="135720" cy="191520"/>
              </p14:xfrm>
            </p:contentPart>
          </mc:Choice>
          <mc:Fallback>
            <p:pic>
              <p:nvPicPr>
                <p:cNvPr id="438" name="Tinta 437">
                  <a:extLst>
                    <a:ext uri="{FF2B5EF4-FFF2-40B4-BE49-F238E27FC236}">
                      <a16:creationId xmlns:a16="http://schemas.microsoft.com/office/drawing/2014/main" id="{910BF7C7-7686-E280-8D89-58F5482AAF87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216502" y="5092901"/>
                  <a:ext cx="171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39" name="Tinta 438">
                  <a:extLst>
                    <a:ext uri="{FF2B5EF4-FFF2-40B4-BE49-F238E27FC236}">
                      <a16:creationId xmlns:a16="http://schemas.microsoft.com/office/drawing/2014/main" id="{149590D5-4994-D21A-BA3E-AF755E219E9D}"/>
                    </a:ext>
                  </a:extLst>
                </p14:cNvPr>
                <p14:cNvContentPartPr/>
                <p14:nvPr/>
              </p14:nvContentPartPr>
              <p14:xfrm>
                <a:off x="4240262" y="5142221"/>
                <a:ext cx="179280" cy="128880"/>
              </p14:xfrm>
            </p:contentPart>
          </mc:Choice>
          <mc:Fallback>
            <p:pic>
              <p:nvPicPr>
                <p:cNvPr id="439" name="Tinta 438">
                  <a:extLst>
                    <a:ext uri="{FF2B5EF4-FFF2-40B4-BE49-F238E27FC236}">
                      <a16:creationId xmlns:a16="http://schemas.microsoft.com/office/drawing/2014/main" id="{149590D5-4994-D21A-BA3E-AF755E219E9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4222622" y="5124221"/>
                  <a:ext cx="214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40" name="Tinta 439">
                  <a:extLst>
                    <a:ext uri="{FF2B5EF4-FFF2-40B4-BE49-F238E27FC236}">
                      <a16:creationId xmlns:a16="http://schemas.microsoft.com/office/drawing/2014/main" id="{7E612AD3-104E-5031-5209-AD2B777D3891}"/>
                    </a:ext>
                  </a:extLst>
                </p14:cNvPr>
                <p14:cNvContentPartPr/>
                <p14:nvPr/>
              </p14:nvContentPartPr>
              <p14:xfrm>
                <a:off x="4360862" y="4976621"/>
                <a:ext cx="104760" cy="14760"/>
              </p14:xfrm>
            </p:contentPart>
          </mc:Choice>
          <mc:Fallback>
            <p:pic>
              <p:nvPicPr>
                <p:cNvPr id="440" name="Tinta 439">
                  <a:extLst>
                    <a:ext uri="{FF2B5EF4-FFF2-40B4-BE49-F238E27FC236}">
                      <a16:creationId xmlns:a16="http://schemas.microsoft.com/office/drawing/2014/main" id="{7E612AD3-104E-5031-5209-AD2B777D3891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342862" y="4958981"/>
                  <a:ext cx="140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41" name="Tinta 440">
                  <a:extLst>
                    <a:ext uri="{FF2B5EF4-FFF2-40B4-BE49-F238E27FC236}">
                      <a16:creationId xmlns:a16="http://schemas.microsoft.com/office/drawing/2014/main" id="{8DC1408E-182B-CB59-44CA-A09E2F6BDEAF}"/>
                    </a:ext>
                  </a:extLst>
                </p14:cNvPr>
                <p14:cNvContentPartPr/>
                <p14:nvPr/>
              </p14:nvContentPartPr>
              <p14:xfrm>
                <a:off x="4524662" y="4894541"/>
                <a:ext cx="81000" cy="132840"/>
              </p14:xfrm>
            </p:contentPart>
          </mc:Choice>
          <mc:Fallback>
            <p:pic>
              <p:nvPicPr>
                <p:cNvPr id="441" name="Tinta 440">
                  <a:extLst>
                    <a:ext uri="{FF2B5EF4-FFF2-40B4-BE49-F238E27FC236}">
                      <a16:creationId xmlns:a16="http://schemas.microsoft.com/office/drawing/2014/main" id="{8DC1408E-182B-CB59-44CA-A09E2F6BDEA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507022" y="4876901"/>
                  <a:ext cx="116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42" name="Tinta 441">
                  <a:extLst>
                    <a:ext uri="{FF2B5EF4-FFF2-40B4-BE49-F238E27FC236}">
                      <a16:creationId xmlns:a16="http://schemas.microsoft.com/office/drawing/2014/main" id="{FCF86F42-DCBD-CE46-5592-4A9828A811C5}"/>
                    </a:ext>
                  </a:extLst>
                </p14:cNvPr>
                <p14:cNvContentPartPr/>
                <p14:nvPr/>
              </p14:nvContentPartPr>
              <p14:xfrm>
                <a:off x="4206782" y="5352101"/>
                <a:ext cx="343080" cy="27360"/>
              </p14:xfrm>
            </p:contentPart>
          </mc:Choice>
          <mc:Fallback>
            <p:pic>
              <p:nvPicPr>
                <p:cNvPr id="442" name="Tinta 441">
                  <a:extLst>
                    <a:ext uri="{FF2B5EF4-FFF2-40B4-BE49-F238E27FC236}">
                      <a16:creationId xmlns:a16="http://schemas.microsoft.com/office/drawing/2014/main" id="{FCF86F42-DCBD-CE46-5592-4A9828A811C5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4189142" y="5334461"/>
                  <a:ext cx="3787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Agrupar 444">
            <a:extLst>
              <a:ext uri="{FF2B5EF4-FFF2-40B4-BE49-F238E27FC236}">
                <a16:creationId xmlns:a16="http://schemas.microsoft.com/office/drawing/2014/main" id="{ECA25855-5314-E048-9C17-43B9F60914B6}"/>
              </a:ext>
            </a:extLst>
          </p:cNvPr>
          <p:cNvGrpSpPr/>
          <p:nvPr/>
        </p:nvGrpSpPr>
        <p:grpSpPr>
          <a:xfrm>
            <a:off x="4198142" y="5510861"/>
            <a:ext cx="334440" cy="170280"/>
            <a:chOff x="4198142" y="5510861"/>
            <a:chExt cx="33444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43" name="Tinta 442">
                  <a:extLst>
                    <a:ext uri="{FF2B5EF4-FFF2-40B4-BE49-F238E27FC236}">
                      <a16:creationId xmlns:a16="http://schemas.microsoft.com/office/drawing/2014/main" id="{A56EB5B3-F11F-AEC7-097C-E473D219EBCC}"/>
                    </a:ext>
                  </a:extLst>
                </p14:cNvPr>
                <p14:cNvContentPartPr/>
                <p14:nvPr/>
              </p14:nvContentPartPr>
              <p14:xfrm>
                <a:off x="4198142" y="5583581"/>
                <a:ext cx="122040" cy="3600"/>
              </p14:xfrm>
            </p:contentPart>
          </mc:Choice>
          <mc:Fallback>
            <p:pic>
              <p:nvPicPr>
                <p:cNvPr id="443" name="Tinta 442">
                  <a:extLst>
                    <a:ext uri="{FF2B5EF4-FFF2-40B4-BE49-F238E27FC236}">
                      <a16:creationId xmlns:a16="http://schemas.microsoft.com/office/drawing/2014/main" id="{A56EB5B3-F11F-AEC7-097C-E473D219EBC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180142" y="5565941"/>
                  <a:ext cx="157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44" name="Tinta 443">
                  <a:extLst>
                    <a:ext uri="{FF2B5EF4-FFF2-40B4-BE49-F238E27FC236}">
                      <a16:creationId xmlns:a16="http://schemas.microsoft.com/office/drawing/2014/main" id="{3EC5BF9D-0BB5-0CC6-6FD9-EE896752690E}"/>
                    </a:ext>
                  </a:extLst>
                </p14:cNvPr>
                <p14:cNvContentPartPr/>
                <p14:nvPr/>
              </p14:nvContentPartPr>
              <p14:xfrm>
                <a:off x="4394702" y="5510861"/>
                <a:ext cx="137880" cy="170280"/>
              </p14:xfrm>
            </p:contentPart>
          </mc:Choice>
          <mc:Fallback>
            <p:pic>
              <p:nvPicPr>
                <p:cNvPr id="444" name="Tinta 443">
                  <a:extLst>
                    <a:ext uri="{FF2B5EF4-FFF2-40B4-BE49-F238E27FC236}">
                      <a16:creationId xmlns:a16="http://schemas.microsoft.com/office/drawing/2014/main" id="{3EC5BF9D-0BB5-0CC6-6FD9-EE896752690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376702" y="5493221"/>
                  <a:ext cx="17352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2" name="Agrupar 451">
            <a:extLst>
              <a:ext uri="{FF2B5EF4-FFF2-40B4-BE49-F238E27FC236}">
                <a16:creationId xmlns:a16="http://schemas.microsoft.com/office/drawing/2014/main" id="{4BB4191B-3DE1-136B-8C14-3C4C5BB6DB18}"/>
              </a:ext>
            </a:extLst>
          </p:cNvPr>
          <p:cNvGrpSpPr/>
          <p:nvPr/>
        </p:nvGrpSpPr>
        <p:grpSpPr>
          <a:xfrm>
            <a:off x="4745702" y="5032421"/>
            <a:ext cx="493560" cy="292680"/>
            <a:chOff x="4745702" y="5032421"/>
            <a:chExt cx="49356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47" name="Tinta 446">
                  <a:extLst>
                    <a:ext uri="{FF2B5EF4-FFF2-40B4-BE49-F238E27FC236}">
                      <a16:creationId xmlns:a16="http://schemas.microsoft.com/office/drawing/2014/main" id="{36FAC502-C090-7653-4950-367679055838}"/>
                    </a:ext>
                  </a:extLst>
                </p14:cNvPr>
                <p14:cNvContentPartPr/>
                <p14:nvPr/>
              </p14:nvContentPartPr>
              <p14:xfrm>
                <a:off x="4802942" y="5118821"/>
                <a:ext cx="25200" cy="206280"/>
              </p14:xfrm>
            </p:contentPart>
          </mc:Choice>
          <mc:Fallback>
            <p:pic>
              <p:nvPicPr>
                <p:cNvPr id="447" name="Tinta 446">
                  <a:extLst>
                    <a:ext uri="{FF2B5EF4-FFF2-40B4-BE49-F238E27FC236}">
                      <a16:creationId xmlns:a16="http://schemas.microsoft.com/office/drawing/2014/main" id="{36FAC502-C090-7653-4950-36767905583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784942" y="5100821"/>
                  <a:ext cx="60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48" name="Tinta 447">
                  <a:extLst>
                    <a:ext uri="{FF2B5EF4-FFF2-40B4-BE49-F238E27FC236}">
                      <a16:creationId xmlns:a16="http://schemas.microsoft.com/office/drawing/2014/main" id="{9B669312-9D47-4A78-6D32-54DB5961CC51}"/>
                    </a:ext>
                  </a:extLst>
                </p14:cNvPr>
                <p14:cNvContentPartPr/>
                <p14:nvPr/>
              </p14:nvContentPartPr>
              <p14:xfrm>
                <a:off x="4745702" y="5222501"/>
                <a:ext cx="173160" cy="15840"/>
              </p14:xfrm>
            </p:contentPart>
          </mc:Choice>
          <mc:Fallback>
            <p:pic>
              <p:nvPicPr>
                <p:cNvPr id="448" name="Tinta 447">
                  <a:extLst>
                    <a:ext uri="{FF2B5EF4-FFF2-40B4-BE49-F238E27FC236}">
                      <a16:creationId xmlns:a16="http://schemas.microsoft.com/office/drawing/2014/main" id="{9B669312-9D47-4A78-6D32-54DB5961CC5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728062" y="5204861"/>
                  <a:ext cx="208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49" name="Tinta 448">
                  <a:extLst>
                    <a:ext uri="{FF2B5EF4-FFF2-40B4-BE49-F238E27FC236}">
                      <a16:creationId xmlns:a16="http://schemas.microsoft.com/office/drawing/2014/main" id="{8A9209C0-FB30-FA71-80F3-7379EFF1BAA6}"/>
                    </a:ext>
                  </a:extLst>
                </p14:cNvPr>
                <p14:cNvContentPartPr/>
                <p14:nvPr/>
              </p14:nvContentPartPr>
              <p14:xfrm>
                <a:off x="5093462" y="5032421"/>
                <a:ext cx="88560" cy="360"/>
              </p14:xfrm>
            </p:contentPart>
          </mc:Choice>
          <mc:Fallback>
            <p:pic>
              <p:nvPicPr>
                <p:cNvPr id="449" name="Tinta 448">
                  <a:extLst>
                    <a:ext uri="{FF2B5EF4-FFF2-40B4-BE49-F238E27FC236}">
                      <a16:creationId xmlns:a16="http://schemas.microsoft.com/office/drawing/2014/main" id="{8A9209C0-FB30-FA71-80F3-7379EFF1BAA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5075822" y="5014781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50" name="Tinta 449">
                  <a:extLst>
                    <a:ext uri="{FF2B5EF4-FFF2-40B4-BE49-F238E27FC236}">
                      <a16:creationId xmlns:a16="http://schemas.microsoft.com/office/drawing/2014/main" id="{B399818C-8B00-BD2F-3B83-21860F194968}"/>
                    </a:ext>
                  </a:extLst>
                </p14:cNvPr>
                <p14:cNvContentPartPr/>
                <p14:nvPr/>
              </p14:nvContentPartPr>
              <p14:xfrm>
                <a:off x="5040542" y="5046101"/>
                <a:ext cx="147960" cy="264240"/>
              </p14:xfrm>
            </p:contentPart>
          </mc:Choice>
          <mc:Fallback>
            <p:pic>
              <p:nvPicPr>
                <p:cNvPr id="450" name="Tinta 449">
                  <a:extLst>
                    <a:ext uri="{FF2B5EF4-FFF2-40B4-BE49-F238E27FC236}">
                      <a16:creationId xmlns:a16="http://schemas.microsoft.com/office/drawing/2014/main" id="{B399818C-8B00-BD2F-3B83-21860F194968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5022542" y="5028101"/>
                  <a:ext cx="183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51" name="Tinta 450">
                  <a:extLst>
                    <a:ext uri="{FF2B5EF4-FFF2-40B4-BE49-F238E27FC236}">
                      <a16:creationId xmlns:a16="http://schemas.microsoft.com/office/drawing/2014/main" id="{53CB2157-FE0B-8C9C-612A-4B8D8D0D08FA}"/>
                    </a:ext>
                  </a:extLst>
                </p14:cNvPr>
                <p14:cNvContentPartPr/>
                <p14:nvPr/>
              </p14:nvContentPartPr>
              <p14:xfrm>
                <a:off x="5238902" y="5279741"/>
                <a:ext cx="360" cy="360"/>
              </p14:xfrm>
            </p:contentPart>
          </mc:Choice>
          <mc:Fallback>
            <p:pic>
              <p:nvPicPr>
                <p:cNvPr id="451" name="Tinta 450">
                  <a:extLst>
                    <a:ext uri="{FF2B5EF4-FFF2-40B4-BE49-F238E27FC236}">
                      <a16:creationId xmlns:a16="http://schemas.microsoft.com/office/drawing/2014/main" id="{53CB2157-FE0B-8C9C-612A-4B8D8D0D08F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20902" y="52617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Agrupar 457">
            <a:extLst>
              <a:ext uri="{FF2B5EF4-FFF2-40B4-BE49-F238E27FC236}">
                <a16:creationId xmlns:a16="http://schemas.microsoft.com/office/drawing/2014/main" id="{E1C9451E-DE72-8AE8-7824-CDDB23D13049}"/>
              </a:ext>
            </a:extLst>
          </p:cNvPr>
          <p:cNvGrpSpPr/>
          <p:nvPr/>
        </p:nvGrpSpPr>
        <p:grpSpPr>
          <a:xfrm>
            <a:off x="5317022" y="4915061"/>
            <a:ext cx="791640" cy="390600"/>
            <a:chOff x="5317022" y="4915061"/>
            <a:chExt cx="79164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53" name="Tinta 452">
                  <a:extLst>
                    <a:ext uri="{FF2B5EF4-FFF2-40B4-BE49-F238E27FC236}">
                      <a16:creationId xmlns:a16="http://schemas.microsoft.com/office/drawing/2014/main" id="{81990472-B974-1040-AB45-A6068CF2290C}"/>
                    </a:ext>
                  </a:extLst>
                </p14:cNvPr>
                <p14:cNvContentPartPr/>
                <p14:nvPr/>
              </p14:nvContentPartPr>
              <p14:xfrm>
                <a:off x="5317022" y="4960061"/>
                <a:ext cx="131040" cy="345600"/>
              </p14:xfrm>
            </p:contentPart>
          </mc:Choice>
          <mc:Fallback>
            <p:pic>
              <p:nvPicPr>
                <p:cNvPr id="453" name="Tinta 452">
                  <a:extLst>
                    <a:ext uri="{FF2B5EF4-FFF2-40B4-BE49-F238E27FC236}">
                      <a16:creationId xmlns:a16="http://schemas.microsoft.com/office/drawing/2014/main" id="{81990472-B974-1040-AB45-A6068CF2290C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5299022" y="4942421"/>
                  <a:ext cx="1666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454" name="Tinta 453">
                  <a:extLst>
                    <a:ext uri="{FF2B5EF4-FFF2-40B4-BE49-F238E27FC236}">
                      <a16:creationId xmlns:a16="http://schemas.microsoft.com/office/drawing/2014/main" id="{E6AFBD15-0B38-B221-3538-2C0EF5B9F917}"/>
                    </a:ext>
                  </a:extLst>
                </p14:cNvPr>
                <p14:cNvContentPartPr/>
                <p14:nvPr/>
              </p14:nvContentPartPr>
              <p14:xfrm>
                <a:off x="5489822" y="5143301"/>
                <a:ext cx="148320" cy="160200"/>
              </p14:xfrm>
            </p:contentPart>
          </mc:Choice>
          <mc:Fallback>
            <p:pic>
              <p:nvPicPr>
                <p:cNvPr id="454" name="Tinta 453">
                  <a:extLst>
                    <a:ext uri="{FF2B5EF4-FFF2-40B4-BE49-F238E27FC236}">
                      <a16:creationId xmlns:a16="http://schemas.microsoft.com/office/drawing/2014/main" id="{E6AFBD15-0B38-B221-3538-2C0EF5B9F917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471822" y="5125301"/>
                  <a:ext cx="183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55" name="Tinta 454">
                  <a:extLst>
                    <a:ext uri="{FF2B5EF4-FFF2-40B4-BE49-F238E27FC236}">
                      <a16:creationId xmlns:a16="http://schemas.microsoft.com/office/drawing/2014/main" id="{77D95FFF-20A8-1CAC-6C33-CBB3EAF1EBC5}"/>
                    </a:ext>
                  </a:extLst>
                </p14:cNvPr>
                <p14:cNvContentPartPr/>
                <p14:nvPr/>
              </p14:nvContentPartPr>
              <p14:xfrm>
                <a:off x="5711942" y="4981301"/>
                <a:ext cx="33840" cy="304200"/>
              </p14:xfrm>
            </p:contentPart>
          </mc:Choice>
          <mc:Fallback>
            <p:pic>
              <p:nvPicPr>
                <p:cNvPr id="455" name="Tinta 454">
                  <a:extLst>
                    <a:ext uri="{FF2B5EF4-FFF2-40B4-BE49-F238E27FC236}">
                      <a16:creationId xmlns:a16="http://schemas.microsoft.com/office/drawing/2014/main" id="{77D95FFF-20A8-1CAC-6C33-CBB3EAF1EBC5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694302" y="4963301"/>
                  <a:ext cx="694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56" name="Tinta 455">
                  <a:extLst>
                    <a:ext uri="{FF2B5EF4-FFF2-40B4-BE49-F238E27FC236}">
                      <a16:creationId xmlns:a16="http://schemas.microsoft.com/office/drawing/2014/main" id="{892EED5D-A6CD-83C5-AAF1-3707EBB44A84}"/>
                    </a:ext>
                  </a:extLst>
                </p14:cNvPr>
                <p14:cNvContentPartPr/>
                <p14:nvPr/>
              </p14:nvContentPartPr>
              <p14:xfrm>
                <a:off x="5830022" y="5097581"/>
                <a:ext cx="111960" cy="168120"/>
              </p14:xfrm>
            </p:contentPart>
          </mc:Choice>
          <mc:Fallback>
            <p:pic>
              <p:nvPicPr>
                <p:cNvPr id="456" name="Tinta 455">
                  <a:extLst>
                    <a:ext uri="{FF2B5EF4-FFF2-40B4-BE49-F238E27FC236}">
                      <a16:creationId xmlns:a16="http://schemas.microsoft.com/office/drawing/2014/main" id="{892EED5D-A6CD-83C5-AAF1-3707EBB44A84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812022" y="5079581"/>
                  <a:ext cx="147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57" name="Tinta 456">
                  <a:extLst>
                    <a:ext uri="{FF2B5EF4-FFF2-40B4-BE49-F238E27FC236}">
                      <a16:creationId xmlns:a16="http://schemas.microsoft.com/office/drawing/2014/main" id="{E398D9DD-F3D6-60EA-8D05-4516E420DF7A}"/>
                    </a:ext>
                  </a:extLst>
                </p14:cNvPr>
                <p14:cNvContentPartPr/>
                <p14:nvPr/>
              </p14:nvContentPartPr>
              <p14:xfrm>
                <a:off x="5841182" y="4915061"/>
                <a:ext cx="267480" cy="362520"/>
              </p14:xfrm>
            </p:contentPart>
          </mc:Choice>
          <mc:Fallback>
            <p:pic>
              <p:nvPicPr>
                <p:cNvPr id="457" name="Tinta 456">
                  <a:extLst>
                    <a:ext uri="{FF2B5EF4-FFF2-40B4-BE49-F238E27FC236}">
                      <a16:creationId xmlns:a16="http://schemas.microsoft.com/office/drawing/2014/main" id="{E398D9DD-F3D6-60EA-8D05-4516E420DF7A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5823182" y="4897421"/>
                  <a:ext cx="30312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Agrupar 461">
            <a:extLst>
              <a:ext uri="{FF2B5EF4-FFF2-40B4-BE49-F238E27FC236}">
                <a16:creationId xmlns:a16="http://schemas.microsoft.com/office/drawing/2014/main" id="{643A6075-717A-C9D3-9733-CD2C3F670F25}"/>
              </a:ext>
            </a:extLst>
          </p:cNvPr>
          <p:cNvGrpSpPr/>
          <p:nvPr/>
        </p:nvGrpSpPr>
        <p:grpSpPr>
          <a:xfrm>
            <a:off x="6259502" y="5026661"/>
            <a:ext cx="192960" cy="245520"/>
            <a:chOff x="6259502" y="5026661"/>
            <a:chExt cx="1929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59" name="Tinta 458">
                  <a:extLst>
                    <a:ext uri="{FF2B5EF4-FFF2-40B4-BE49-F238E27FC236}">
                      <a16:creationId xmlns:a16="http://schemas.microsoft.com/office/drawing/2014/main" id="{F386892A-8034-E044-2D50-E13F725371D2}"/>
                    </a:ext>
                  </a:extLst>
                </p14:cNvPr>
                <p14:cNvContentPartPr/>
                <p14:nvPr/>
              </p14:nvContentPartPr>
              <p14:xfrm>
                <a:off x="6337982" y="5026661"/>
                <a:ext cx="30240" cy="245520"/>
              </p14:xfrm>
            </p:contentPart>
          </mc:Choice>
          <mc:Fallback>
            <p:pic>
              <p:nvPicPr>
                <p:cNvPr id="459" name="Tinta 458">
                  <a:extLst>
                    <a:ext uri="{FF2B5EF4-FFF2-40B4-BE49-F238E27FC236}">
                      <a16:creationId xmlns:a16="http://schemas.microsoft.com/office/drawing/2014/main" id="{F386892A-8034-E044-2D50-E13F725371D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319982" y="5008661"/>
                  <a:ext cx="65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60" name="Tinta 459">
                  <a:extLst>
                    <a:ext uri="{FF2B5EF4-FFF2-40B4-BE49-F238E27FC236}">
                      <a16:creationId xmlns:a16="http://schemas.microsoft.com/office/drawing/2014/main" id="{597C29D6-A2B1-D956-42A6-10DFDBDA7EF7}"/>
                    </a:ext>
                  </a:extLst>
                </p14:cNvPr>
                <p14:cNvContentPartPr/>
                <p14:nvPr/>
              </p14:nvContentPartPr>
              <p14:xfrm>
                <a:off x="6259502" y="5134301"/>
                <a:ext cx="192960" cy="14040"/>
              </p14:xfrm>
            </p:contentPart>
          </mc:Choice>
          <mc:Fallback>
            <p:pic>
              <p:nvPicPr>
                <p:cNvPr id="460" name="Tinta 459">
                  <a:extLst>
                    <a:ext uri="{FF2B5EF4-FFF2-40B4-BE49-F238E27FC236}">
                      <a16:creationId xmlns:a16="http://schemas.microsoft.com/office/drawing/2014/main" id="{597C29D6-A2B1-D956-42A6-10DFDBDA7EF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6241502" y="5116301"/>
                  <a:ext cx="22860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9">
            <p14:nvContentPartPr>
              <p14:cNvPr id="461" name="Tinta 460">
                <a:extLst>
                  <a:ext uri="{FF2B5EF4-FFF2-40B4-BE49-F238E27FC236}">
                    <a16:creationId xmlns:a16="http://schemas.microsoft.com/office/drawing/2014/main" id="{53EEE415-0BD7-7643-85F5-902089643B18}"/>
                  </a:ext>
                </a:extLst>
              </p14:cNvPr>
              <p14:cNvContentPartPr/>
              <p14:nvPr/>
            </p14:nvContentPartPr>
            <p14:xfrm>
              <a:off x="6660902" y="5011901"/>
              <a:ext cx="243720" cy="240120"/>
            </p14:xfrm>
          </p:contentPart>
        </mc:Choice>
        <mc:Fallback>
          <p:pic>
            <p:nvPicPr>
              <p:cNvPr id="461" name="Tinta 460">
                <a:extLst>
                  <a:ext uri="{FF2B5EF4-FFF2-40B4-BE49-F238E27FC236}">
                    <a16:creationId xmlns:a16="http://schemas.microsoft.com/office/drawing/2014/main" id="{53EEE415-0BD7-7643-85F5-902089643B18}"/>
                  </a:ext>
                </a:extLst>
              </p:cNvPr>
              <p:cNvPicPr/>
              <p:nvPr/>
            </p:nvPicPr>
            <p:blipFill>
              <a:blip r:embed="rId600"/>
              <a:stretch>
                <a:fillRect/>
              </a:stretch>
            </p:blipFill>
            <p:spPr>
              <a:xfrm>
                <a:off x="6642902" y="4994261"/>
                <a:ext cx="27936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5" name="Agrupar 464">
            <a:extLst>
              <a:ext uri="{FF2B5EF4-FFF2-40B4-BE49-F238E27FC236}">
                <a16:creationId xmlns:a16="http://schemas.microsoft.com/office/drawing/2014/main" id="{07CF20D6-51B1-58C1-A45D-D2DA6027A0A3}"/>
              </a:ext>
            </a:extLst>
          </p:cNvPr>
          <p:cNvGrpSpPr/>
          <p:nvPr/>
        </p:nvGrpSpPr>
        <p:grpSpPr>
          <a:xfrm>
            <a:off x="7084262" y="5093981"/>
            <a:ext cx="184320" cy="128880"/>
            <a:chOff x="7084262" y="5093981"/>
            <a:chExt cx="18432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463" name="Tinta 462">
                  <a:extLst>
                    <a:ext uri="{FF2B5EF4-FFF2-40B4-BE49-F238E27FC236}">
                      <a16:creationId xmlns:a16="http://schemas.microsoft.com/office/drawing/2014/main" id="{67891120-7188-A74A-5C63-25B69DB00771}"/>
                    </a:ext>
                  </a:extLst>
                </p14:cNvPr>
                <p14:cNvContentPartPr/>
                <p14:nvPr/>
              </p14:nvContentPartPr>
              <p14:xfrm>
                <a:off x="7122782" y="5200181"/>
                <a:ext cx="145800" cy="22680"/>
              </p14:xfrm>
            </p:contentPart>
          </mc:Choice>
          <mc:Fallback>
            <p:pic>
              <p:nvPicPr>
                <p:cNvPr id="463" name="Tinta 462">
                  <a:extLst>
                    <a:ext uri="{FF2B5EF4-FFF2-40B4-BE49-F238E27FC236}">
                      <a16:creationId xmlns:a16="http://schemas.microsoft.com/office/drawing/2014/main" id="{67891120-7188-A74A-5C63-25B69DB00771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104782" y="5182541"/>
                  <a:ext cx="181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64" name="Tinta 463">
                  <a:extLst>
                    <a:ext uri="{FF2B5EF4-FFF2-40B4-BE49-F238E27FC236}">
                      <a16:creationId xmlns:a16="http://schemas.microsoft.com/office/drawing/2014/main" id="{801D804E-0FF1-72FF-B278-F76B6EEEE400}"/>
                    </a:ext>
                  </a:extLst>
                </p14:cNvPr>
                <p14:cNvContentPartPr/>
                <p14:nvPr/>
              </p14:nvContentPartPr>
              <p14:xfrm>
                <a:off x="7084262" y="5093981"/>
                <a:ext cx="146880" cy="19440"/>
              </p14:xfrm>
            </p:contentPart>
          </mc:Choice>
          <mc:Fallback>
            <p:pic>
              <p:nvPicPr>
                <p:cNvPr id="464" name="Tinta 463">
                  <a:extLst>
                    <a:ext uri="{FF2B5EF4-FFF2-40B4-BE49-F238E27FC236}">
                      <a16:creationId xmlns:a16="http://schemas.microsoft.com/office/drawing/2014/main" id="{801D804E-0FF1-72FF-B278-F76B6EEEE400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066622" y="5076341"/>
                  <a:ext cx="1825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Agrupar 467">
            <a:extLst>
              <a:ext uri="{FF2B5EF4-FFF2-40B4-BE49-F238E27FC236}">
                <a16:creationId xmlns:a16="http://schemas.microsoft.com/office/drawing/2014/main" id="{64DA81FA-18F8-E348-4668-8DF9EE52BD8E}"/>
              </a:ext>
            </a:extLst>
          </p:cNvPr>
          <p:cNvGrpSpPr/>
          <p:nvPr/>
        </p:nvGrpSpPr>
        <p:grpSpPr>
          <a:xfrm>
            <a:off x="769142" y="4976621"/>
            <a:ext cx="1375200" cy="1013040"/>
            <a:chOff x="769142" y="4976621"/>
            <a:chExt cx="1375200" cy="10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66" name="Tinta 465">
                  <a:extLst>
                    <a:ext uri="{FF2B5EF4-FFF2-40B4-BE49-F238E27FC236}">
                      <a16:creationId xmlns:a16="http://schemas.microsoft.com/office/drawing/2014/main" id="{F54662A8-8FEA-0199-6579-0F2AC4E76B1F}"/>
                    </a:ext>
                  </a:extLst>
                </p14:cNvPr>
                <p14:cNvContentPartPr/>
                <p14:nvPr/>
              </p14:nvContentPartPr>
              <p14:xfrm>
                <a:off x="769142" y="4976621"/>
                <a:ext cx="790200" cy="704520"/>
              </p14:xfrm>
            </p:contentPart>
          </mc:Choice>
          <mc:Fallback>
            <p:pic>
              <p:nvPicPr>
                <p:cNvPr id="466" name="Tinta 465">
                  <a:extLst>
                    <a:ext uri="{FF2B5EF4-FFF2-40B4-BE49-F238E27FC236}">
                      <a16:creationId xmlns:a16="http://schemas.microsoft.com/office/drawing/2014/main" id="{F54662A8-8FEA-0199-6579-0F2AC4E76B1F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51502" y="4958981"/>
                  <a:ext cx="82584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67" name="Tinta 466">
                  <a:extLst>
                    <a:ext uri="{FF2B5EF4-FFF2-40B4-BE49-F238E27FC236}">
                      <a16:creationId xmlns:a16="http://schemas.microsoft.com/office/drawing/2014/main" id="{B1BA0C04-E902-4B2C-C597-2516C7C382B6}"/>
                    </a:ext>
                  </a:extLst>
                </p14:cNvPr>
                <p14:cNvContentPartPr/>
                <p14:nvPr/>
              </p14:nvContentPartPr>
              <p14:xfrm>
                <a:off x="1437302" y="5398541"/>
                <a:ext cx="707040" cy="591120"/>
              </p14:xfrm>
            </p:contentPart>
          </mc:Choice>
          <mc:Fallback>
            <p:pic>
              <p:nvPicPr>
                <p:cNvPr id="467" name="Tinta 466">
                  <a:extLst>
                    <a:ext uri="{FF2B5EF4-FFF2-40B4-BE49-F238E27FC236}">
                      <a16:creationId xmlns:a16="http://schemas.microsoft.com/office/drawing/2014/main" id="{B1BA0C04-E902-4B2C-C597-2516C7C382B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419662" y="5380541"/>
                  <a:ext cx="742680" cy="62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Agrupar 470">
            <a:extLst>
              <a:ext uri="{FF2B5EF4-FFF2-40B4-BE49-F238E27FC236}">
                <a16:creationId xmlns:a16="http://schemas.microsoft.com/office/drawing/2014/main" id="{B74243DD-99E1-4A0F-B795-EE1E5A3BDD03}"/>
              </a:ext>
            </a:extLst>
          </p:cNvPr>
          <p:cNvGrpSpPr/>
          <p:nvPr/>
        </p:nvGrpSpPr>
        <p:grpSpPr>
          <a:xfrm>
            <a:off x="291062" y="6348221"/>
            <a:ext cx="235080" cy="93960"/>
            <a:chOff x="291062" y="6348221"/>
            <a:chExt cx="23508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69" name="Tinta 468">
                  <a:extLst>
                    <a:ext uri="{FF2B5EF4-FFF2-40B4-BE49-F238E27FC236}">
                      <a16:creationId xmlns:a16="http://schemas.microsoft.com/office/drawing/2014/main" id="{1EC0AEE2-F107-E84F-8CB1-7338738E35F6}"/>
                    </a:ext>
                  </a:extLst>
                </p14:cNvPr>
                <p14:cNvContentPartPr/>
                <p14:nvPr/>
              </p14:nvContentPartPr>
              <p14:xfrm>
                <a:off x="315902" y="6427421"/>
                <a:ext cx="210240" cy="14760"/>
              </p14:xfrm>
            </p:contentPart>
          </mc:Choice>
          <mc:Fallback>
            <p:pic>
              <p:nvPicPr>
                <p:cNvPr id="469" name="Tinta 468">
                  <a:extLst>
                    <a:ext uri="{FF2B5EF4-FFF2-40B4-BE49-F238E27FC236}">
                      <a16:creationId xmlns:a16="http://schemas.microsoft.com/office/drawing/2014/main" id="{1EC0AEE2-F107-E84F-8CB1-7338738E35F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298262" y="6409421"/>
                  <a:ext cx="245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70" name="Tinta 469">
                  <a:extLst>
                    <a:ext uri="{FF2B5EF4-FFF2-40B4-BE49-F238E27FC236}">
                      <a16:creationId xmlns:a16="http://schemas.microsoft.com/office/drawing/2014/main" id="{E9DA24EA-D83D-5D7B-B894-20E60362F0A5}"/>
                    </a:ext>
                  </a:extLst>
                </p14:cNvPr>
                <p14:cNvContentPartPr/>
                <p14:nvPr/>
              </p14:nvContentPartPr>
              <p14:xfrm>
                <a:off x="291062" y="6348221"/>
                <a:ext cx="201600" cy="7200"/>
              </p14:xfrm>
            </p:contentPart>
          </mc:Choice>
          <mc:Fallback>
            <p:pic>
              <p:nvPicPr>
                <p:cNvPr id="470" name="Tinta 469">
                  <a:extLst>
                    <a:ext uri="{FF2B5EF4-FFF2-40B4-BE49-F238E27FC236}">
                      <a16:creationId xmlns:a16="http://schemas.microsoft.com/office/drawing/2014/main" id="{E9DA24EA-D83D-5D7B-B894-20E60362F0A5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273422" y="6330221"/>
                  <a:ext cx="2372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Agrupar 477">
            <a:extLst>
              <a:ext uri="{FF2B5EF4-FFF2-40B4-BE49-F238E27FC236}">
                <a16:creationId xmlns:a16="http://schemas.microsoft.com/office/drawing/2014/main" id="{37B16D60-4E7F-A097-BB9C-7E9EBFAC723E}"/>
              </a:ext>
            </a:extLst>
          </p:cNvPr>
          <p:cNvGrpSpPr/>
          <p:nvPr/>
        </p:nvGrpSpPr>
        <p:grpSpPr>
          <a:xfrm>
            <a:off x="914222" y="6148061"/>
            <a:ext cx="675360" cy="334440"/>
            <a:chOff x="914222" y="6148061"/>
            <a:chExt cx="67536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72" name="Tinta 471">
                  <a:extLst>
                    <a:ext uri="{FF2B5EF4-FFF2-40B4-BE49-F238E27FC236}">
                      <a16:creationId xmlns:a16="http://schemas.microsoft.com/office/drawing/2014/main" id="{A4A7E409-3F2F-C348-E520-C0E6B478B793}"/>
                    </a:ext>
                  </a:extLst>
                </p14:cNvPr>
                <p14:cNvContentPartPr/>
                <p14:nvPr/>
              </p14:nvContentPartPr>
              <p14:xfrm>
                <a:off x="914222" y="6148061"/>
                <a:ext cx="155880" cy="334440"/>
              </p14:xfrm>
            </p:contentPart>
          </mc:Choice>
          <mc:Fallback>
            <p:pic>
              <p:nvPicPr>
                <p:cNvPr id="472" name="Tinta 471">
                  <a:extLst>
                    <a:ext uri="{FF2B5EF4-FFF2-40B4-BE49-F238E27FC236}">
                      <a16:creationId xmlns:a16="http://schemas.microsoft.com/office/drawing/2014/main" id="{A4A7E409-3F2F-C348-E520-C0E6B478B79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96222" y="6130061"/>
                  <a:ext cx="1915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73" name="Tinta 472">
                  <a:extLst>
                    <a:ext uri="{FF2B5EF4-FFF2-40B4-BE49-F238E27FC236}">
                      <a16:creationId xmlns:a16="http://schemas.microsoft.com/office/drawing/2014/main" id="{E92AA84C-39D2-44E8-A2E7-324B83531188}"/>
                    </a:ext>
                  </a:extLst>
                </p14:cNvPr>
                <p14:cNvContentPartPr/>
                <p14:nvPr/>
              </p14:nvContentPartPr>
              <p14:xfrm>
                <a:off x="1154342" y="6333461"/>
                <a:ext cx="120600" cy="134640"/>
              </p14:xfrm>
            </p:contentPart>
          </mc:Choice>
          <mc:Fallback>
            <p:pic>
              <p:nvPicPr>
                <p:cNvPr id="473" name="Tinta 472">
                  <a:extLst>
                    <a:ext uri="{FF2B5EF4-FFF2-40B4-BE49-F238E27FC236}">
                      <a16:creationId xmlns:a16="http://schemas.microsoft.com/office/drawing/2014/main" id="{E92AA84C-39D2-44E8-A2E7-324B83531188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136342" y="6315821"/>
                  <a:ext cx="156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74" name="Tinta 473">
                  <a:extLst>
                    <a:ext uri="{FF2B5EF4-FFF2-40B4-BE49-F238E27FC236}">
                      <a16:creationId xmlns:a16="http://schemas.microsoft.com/office/drawing/2014/main" id="{0F13C6DA-B5FB-7B43-F7E8-D7208BF79AD1}"/>
                    </a:ext>
                  </a:extLst>
                </p14:cNvPr>
                <p14:cNvContentPartPr/>
                <p14:nvPr/>
              </p14:nvContentPartPr>
              <p14:xfrm>
                <a:off x="1148222" y="6352541"/>
                <a:ext cx="158040" cy="107640"/>
              </p14:xfrm>
            </p:contentPart>
          </mc:Choice>
          <mc:Fallback>
            <p:pic>
              <p:nvPicPr>
                <p:cNvPr id="474" name="Tinta 473">
                  <a:extLst>
                    <a:ext uri="{FF2B5EF4-FFF2-40B4-BE49-F238E27FC236}">
                      <a16:creationId xmlns:a16="http://schemas.microsoft.com/office/drawing/2014/main" id="{0F13C6DA-B5FB-7B43-F7E8-D7208BF79AD1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130222" y="6334541"/>
                  <a:ext cx="193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76" name="Tinta 475">
                  <a:extLst>
                    <a:ext uri="{FF2B5EF4-FFF2-40B4-BE49-F238E27FC236}">
                      <a16:creationId xmlns:a16="http://schemas.microsoft.com/office/drawing/2014/main" id="{1F04F163-5D57-941B-547D-FC3518BD9C29}"/>
                    </a:ext>
                  </a:extLst>
                </p14:cNvPr>
                <p14:cNvContentPartPr/>
                <p14:nvPr/>
              </p14:nvContentPartPr>
              <p14:xfrm>
                <a:off x="1320662" y="6238421"/>
                <a:ext cx="91080" cy="7200"/>
              </p14:xfrm>
            </p:contentPart>
          </mc:Choice>
          <mc:Fallback>
            <p:pic>
              <p:nvPicPr>
                <p:cNvPr id="476" name="Tinta 475">
                  <a:extLst>
                    <a:ext uri="{FF2B5EF4-FFF2-40B4-BE49-F238E27FC236}">
                      <a16:creationId xmlns:a16="http://schemas.microsoft.com/office/drawing/2014/main" id="{1F04F163-5D57-941B-547D-FC3518BD9C29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303022" y="6220781"/>
                  <a:ext cx="126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77" name="Tinta 476">
                  <a:extLst>
                    <a:ext uri="{FF2B5EF4-FFF2-40B4-BE49-F238E27FC236}">
                      <a16:creationId xmlns:a16="http://schemas.microsoft.com/office/drawing/2014/main" id="{E212DA40-6FDC-18E3-BEC8-F4E8A3BE3832}"/>
                    </a:ext>
                  </a:extLst>
                </p14:cNvPr>
                <p14:cNvContentPartPr/>
                <p14:nvPr/>
              </p14:nvContentPartPr>
              <p14:xfrm>
                <a:off x="1480862" y="6155981"/>
                <a:ext cx="108720" cy="150120"/>
              </p14:xfrm>
            </p:contentPart>
          </mc:Choice>
          <mc:Fallback>
            <p:pic>
              <p:nvPicPr>
                <p:cNvPr id="477" name="Tinta 476">
                  <a:extLst>
                    <a:ext uri="{FF2B5EF4-FFF2-40B4-BE49-F238E27FC236}">
                      <a16:creationId xmlns:a16="http://schemas.microsoft.com/office/drawing/2014/main" id="{E212DA40-6FDC-18E3-BEC8-F4E8A3BE3832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463222" y="6137981"/>
                  <a:ext cx="14436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1" name="Agrupar 480">
            <a:extLst>
              <a:ext uri="{FF2B5EF4-FFF2-40B4-BE49-F238E27FC236}">
                <a16:creationId xmlns:a16="http://schemas.microsoft.com/office/drawing/2014/main" id="{C4893356-B93F-B90A-76BB-B22586F180AA}"/>
              </a:ext>
            </a:extLst>
          </p:cNvPr>
          <p:cNvGrpSpPr/>
          <p:nvPr/>
        </p:nvGrpSpPr>
        <p:grpSpPr>
          <a:xfrm>
            <a:off x="2402462" y="4979861"/>
            <a:ext cx="862200" cy="863280"/>
            <a:chOff x="2402462" y="4979861"/>
            <a:chExt cx="862200" cy="86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79" name="Tinta 478">
                  <a:extLst>
                    <a:ext uri="{FF2B5EF4-FFF2-40B4-BE49-F238E27FC236}">
                      <a16:creationId xmlns:a16="http://schemas.microsoft.com/office/drawing/2014/main" id="{22D0B64A-09F3-55EC-1F13-FC90362903FD}"/>
                    </a:ext>
                  </a:extLst>
                </p14:cNvPr>
                <p14:cNvContentPartPr/>
                <p14:nvPr/>
              </p14:nvContentPartPr>
              <p14:xfrm>
                <a:off x="2402462" y="4979861"/>
                <a:ext cx="403200" cy="470160"/>
              </p14:xfrm>
            </p:contentPart>
          </mc:Choice>
          <mc:Fallback>
            <p:pic>
              <p:nvPicPr>
                <p:cNvPr id="479" name="Tinta 478">
                  <a:extLst>
                    <a:ext uri="{FF2B5EF4-FFF2-40B4-BE49-F238E27FC236}">
                      <a16:creationId xmlns:a16="http://schemas.microsoft.com/office/drawing/2014/main" id="{22D0B64A-09F3-55EC-1F13-FC90362903F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2384462" y="4961861"/>
                  <a:ext cx="4388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80" name="Tinta 479">
                  <a:extLst>
                    <a:ext uri="{FF2B5EF4-FFF2-40B4-BE49-F238E27FC236}">
                      <a16:creationId xmlns:a16="http://schemas.microsoft.com/office/drawing/2014/main" id="{1538271B-7F29-5317-57FF-9CDE263A9EB6}"/>
                    </a:ext>
                  </a:extLst>
                </p14:cNvPr>
                <p14:cNvContentPartPr/>
                <p14:nvPr/>
              </p14:nvContentPartPr>
              <p14:xfrm>
                <a:off x="2885582" y="5492141"/>
                <a:ext cx="379080" cy="351000"/>
              </p14:xfrm>
            </p:contentPart>
          </mc:Choice>
          <mc:Fallback>
            <p:pic>
              <p:nvPicPr>
                <p:cNvPr id="480" name="Tinta 479">
                  <a:extLst>
                    <a:ext uri="{FF2B5EF4-FFF2-40B4-BE49-F238E27FC236}">
                      <a16:creationId xmlns:a16="http://schemas.microsoft.com/office/drawing/2014/main" id="{1538271B-7F29-5317-57FF-9CDE263A9EB6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867582" y="5474501"/>
                  <a:ext cx="414720" cy="38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482" name="Tinta 481">
                <a:extLst>
                  <a:ext uri="{FF2B5EF4-FFF2-40B4-BE49-F238E27FC236}">
                    <a16:creationId xmlns:a16="http://schemas.microsoft.com/office/drawing/2014/main" id="{39C75E6B-E939-81C7-32BE-2B69BCDD1114}"/>
                  </a:ext>
                </a:extLst>
              </p14:cNvPr>
              <p14:cNvContentPartPr/>
              <p14:nvPr/>
            </p14:nvContentPartPr>
            <p14:xfrm>
              <a:off x="1970102" y="6387101"/>
              <a:ext cx="179280" cy="8280"/>
            </p14:xfrm>
          </p:contentPart>
        </mc:Choice>
        <mc:Fallback>
          <p:pic>
            <p:nvPicPr>
              <p:cNvPr id="482" name="Tinta 481">
                <a:extLst>
                  <a:ext uri="{FF2B5EF4-FFF2-40B4-BE49-F238E27FC236}">
                    <a16:creationId xmlns:a16="http://schemas.microsoft.com/office/drawing/2014/main" id="{39C75E6B-E939-81C7-32BE-2B69BCDD1114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1952462" y="6369461"/>
                <a:ext cx="21492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8" name="Agrupar 487">
            <a:extLst>
              <a:ext uri="{FF2B5EF4-FFF2-40B4-BE49-F238E27FC236}">
                <a16:creationId xmlns:a16="http://schemas.microsoft.com/office/drawing/2014/main" id="{345C7A4B-C502-B462-5ECE-2EDA3C2B23A9}"/>
              </a:ext>
            </a:extLst>
          </p:cNvPr>
          <p:cNvGrpSpPr/>
          <p:nvPr/>
        </p:nvGrpSpPr>
        <p:grpSpPr>
          <a:xfrm>
            <a:off x="2455742" y="6114581"/>
            <a:ext cx="772920" cy="405000"/>
            <a:chOff x="2455742" y="6114581"/>
            <a:chExt cx="77292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83" name="Tinta 482">
                  <a:extLst>
                    <a:ext uri="{FF2B5EF4-FFF2-40B4-BE49-F238E27FC236}">
                      <a16:creationId xmlns:a16="http://schemas.microsoft.com/office/drawing/2014/main" id="{2AF174FA-88EE-4017-35EE-350ECB58B38F}"/>
                    </a:ext>
                  </a:extLst>
                </p14:cNvPr>
                <p14:cNvContentPartPr/>
                <p14:nvPr/>
              </p14:nvContentPartPr>
              <p14:xfrm>
                <a:off x="2455742" y="6183701"/>
                <a:ext cx="159120" cy="335880"/>
              </p14:xfrm>
            </p:contentPart>
          </mc:Choice>
          <mc:Fallback>
            <p:pic>
              <p:nvPicPr>
                <p:cNvPr id="483" name="Tinta 482">
                  <a:extLst>
                    <a:ext uri="{FF2B5EF4-FFF2-40B4-BE49-F238E27FC236}">
                      <a16:creationId xmlns:a16="http://schemas.microsoft.com/office/drawing/2014/main" id="{2AF174FA-88EE-4017-35EE-350ECB58B38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438102" y="6166061"/>
                  <a:ext cx="194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84" name="Tinta 483">
                  <a:extLst>
                    <a:ext uri="{FF2B5EF4-FFF2-40B4-BE49-F238E27FC236}">
                      <a16:creationId xmlns:a16="http://schemas.microsoft.com/office/drawing/2014/main" id="{6600ED94-C893-E3B8-3056-995F79AB7342}"/>
                    </a:ext>
                  </a:extLst>
                </p14:cNvPr>
                <p14:cNvContentPartPr/>
                <p14:nvPr/>
              </p14:nvContentPartPr>
              <p14:xfrm>
                <a:off x="2710262" y="6320141"/>
                <a:ext cx="105840" cy="168120"/>
              </p14:xfrm>
            </p:contentPart>
          </mc:Choice>
          <mc:Fallback>
            <p:pic>
              <p:nvPicPr>
                <p:cNvPr id="484" name="Tinta 483">
                  <a:extLst>
                    <a:ext uri="{FF2B5EF4-FFF2-40B4-BE49-F238E27FC236}">
                      <a16:creationId xmlns:a16="http://schemas.microsoft.com/office/drawing/2014/main" id="{6600ED94-C893-E3B8-3056-995F79AB7342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692622" y="6302141"/>
                  <a:ext cx="141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85" name="Tinta 484">
                  <a:extLst>
                    <a:ext uri="{FF2B5EF4-FFF2-40B4-BE49-F238E27FC236}">
                      <a16:creationId xmlns:a16="http://schemas.microsoft.com/office/drawing/2014/main" id="{DA467003-693B-F2E7-A7C7-AF4A27090B08}"/>
                    </a:ext>
                  </a:extLst>
                </p14:cNvPr>
                <p14:cNvContentPartPr/>
                <p14:nvPr/>
              </p14:nvContentPartPr>
              <p14:xfrm>
                <a:off x="2680382" y="6370541"/>
                <a:ext cx="149400" cy="128880"/>
              </p14:xfrm>
            </p:contentPart>
          </mc:Choice>
          <mc:Fallback>
            <p:pic>
              <p:nvPicPr>
                <p:cNvPr id="485" name="Tinta 484">
                  <a:extLst>
                    <a:ext uri="{FF2B5EF4-FFF2-40B4-BE49-F238E27FC236}">
                      <a16:creationId xmlns:a16="http://schemas.microsoft.com/office/drawing/2014/main" id="{DA467003-693B-F2E7-A7C7-AF4A27090B0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662742" y="6352541"/>
                  <a:ext cx="185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86" name="Tinta 485">
                  <a:extLst>
                    <a:ext uri="{FF2B5EF4-FFF2-40B4-BE49-F238E27FC236}">
                      <a16:creationId xmlns:a16="http://schemas.microsoft.com/office/drawing/2014/main" id="{920F6DAF-6564-8A8B-501E-17263E5FA3F5}"/>
                    </a:ext>
                  </a:extLst>
                </p14:cNvPr>
                <p14:cNvContentPartPr/>
                <p14:nvPr/>
              </p14:nvContentPartPr>
              <p14:xfrm>
                <a:off x="2864342" y="6216101"/>
                <a:ext cx="110880" cy="360"/>
              </p14:xfrm>
            </p:contentPart>
          </mc:Choice>
          <mc:Fallback>
            <p:pic>
              <p:nvPicPr>
                <p:cNvPr id="486" name="Tinta 485">
                  <a:extLst>
                    <a:ext uri="{FF2B5EF4-FFF2-40B4-BE49-F238E27FC236}">
                      <a16:creationId xmlns:a16="http://schemas.microsoft.com/office/drawing/2014/main" id="{920F6DAF-6564-8A8B-501E-17263E5FA3F5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846702" y="6198461"/>
                  <a:ext cx="146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87" name="Tinta 486">
                  <a:extLst>
                    <a:ext uri="{FF2B5EF4-FFF2-40B4-BE49-F238E27FC236}">
                      <a16:creationId xmlns:a16="http://schemas.microsoft.com/office/drawing/2014/main" id="{DD3983AD-CD91-1A41-77EB-66FD4B9314F9}"/>
                    </a:ext>
                  </a:extLst>
                </p14:cNvPr>
                <p14:cNvContentPartPr/>
                <p14:nvPr/>
              </p14:nvContentPartPr>
              <p14:xfrm>
                <a:off x="3079622" y="6114581"/>
                <a:ext cx="149040" cy="183600"/>
              </p14:xfrm>
            </p:contentPart>
          </mc:Choice>
          <mc:Fallback>
            <p:pic>
              <p:nvPicPr>
                <p:cNvPr id="487" name="Tinta 486">
                  <a:extLst>
                    <a:ext uri="{FF2B5EF4-FFF2-40B4-BE49-F238E27FC236}">
                      <a16:creationId xmlns:a16="http://schemas.microsoft.com/office/drawing/2014/main" id="{DD3983AD-CD91-1A41-77EB-66FD4B9314F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3061622" y="6096581"/>
                  <a:ext cx="1846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Agrupar 513">
            <a:extLst>
              <a:ext uri="{FF2B5EF4-FFF2-40B4-BE49-F238E27FC236}">
                <a16:creationId xmlns:a16="http://schemas.microsoft.com/office/drawing/2014/main" id="{98D451D7-7344-22E5-EDFD-FA78B3C2C5A7}"/>
              </a:ext>
            </a:extLst>
          </p:cNvPr>
          <p:cNvGrpSpPr/>
          <p:nvPr/>
        </p:nvGrpSpPr>
        <p:grpSpPr>
          <a:xfrm>
            <a:off x="3454382" y="6078581"/>
            <a:ext cx="1484280" cy="459000"/>
            <a:chOff x="3454382" y="6078581"/>
            <a:chExt cx="148428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89" name="Tinta 488">
                  <a:extLst>
                    <a:ext uri="{FF2B5EF4-FFF2-40B4-BE49-F238E27FC236}">
                      <a16:creationId xmlns:a16="http://schemas.microsoft.com/office/drawing/2014/main" id="{4CE466F3-2074-A2A0-6DD9-EBD452993A93}"/>
                    </a:ext>
                  </a:extLst>
                </p14:cNvPr>
                <p14:cNvContentPartPr/>
                <p14:nvPr/>
              </p14:nvContentPartPr>
              <p14:xfrm>
                <a:off x="3510182" y="6295661"/>
                <a:ext cx="24120" cy="196920"/>
              </p14:xfrm>
            </p:contentPart>
          </mc:Choice>
          <mc:Fallback>
            <p:pic>
              <p:nvPicPr>
                <p:cNvPr id="489" name="Tinta 488">
                  <a:extLst>
                    <a:ext uri="{FF2B5EF4-FFF2-40B4-BE49-F238E27FC236}">
                      <a16:creationId xmlns:a16="http://schemas.microsoft.com/office/drawing/2014/main" id="{4CE466F3-2074-A2A0-6DD9-EBD452993A93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3492182" y="6277661"/>
                  <a:ext cx="59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90" name="Tinta 489">
                  <a:extLst>
                    <a:ext uri="{FF2B5EF4-FFF2-40B4-BE49-F238E27FC236}">
                      <a16:creationId xmlns:a16="http://schemas.microsoft.com/office/drawing/2014/main" id="{14F726EB-F913-81C6-C178-8629C2A8EDAE}"/>
                    </a:ext>
                  </a:extLst>
                </p14:cNvPr>
                <p14:cNvContentPartPr/>
                <p14:nvPr/>
              </p14:nvContentPartPr>
              <p14:xfrm>
                <a:off x="3454382" y="6380621"/>
                <a:ext cx="173160" cy="10440"/>
              </p14:xfrm>
            </p:contentPart>
          </mc:Choice>
          <mc:Fallback>
            <p:pic>
              <p:nvPicPr>
                <p:cNvPr id="490" name="Tinta 489">
                  <a:extLst>
                    <a:ext uri="{FF2B5EF4-FFF2-40B4-BE49-F238E27FC236}">
                      <a16:creationId xmlns:a16="http://schemas.microsoft.com/office/drawing/2014/main" id="{14F726EB-F913-81C6-C178-8629C2A8EDA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3436382" y="6362621"/>
                  <a:ext cx="208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91" name="Tinta 490">
                  <a:extLst>
                    <a:ext uri="{FF2B5EF4-FFF2-40B4-BE49-F238E27FC236}">
                      <a16:creationId xmlns:a16="http://schemas.microsoft.com/office/drawing/2014/main" id="{87725D0F-F26D-CF1B-6C7D-763B6ADDB12D}"/>
                    </a:ext>
                  </a:extLst>
                </p14:cNvPr>
                <p14:cNvContentPartPr/>
                <p14:nvPr/>
              </p14:nvContentPartPr>
              <p14:xfrm>
                <a:off x="3813302" y="6243101"/>
                <a:ext cx="115920" cy="294480"/>
              </p14:xfrm>
            </p:contentPart>
          </mc:Choice>
          <mc:Fallback>
            <p:pic>
              <p:nvPicPr>
                <p:cNvPr id="491" name="Tinta 490">
                  <a:extLst>
                    <a:ext uri="{FF2B5EF4-FFF2-40B4-BE49-F238E27FC236}">
                      <a16:creationId xmlns:a16="http://schemas.microsoft.com/office/drawing/2014/main" id="{87725D0F-F26D-CF1B-6C7D-763B6ADDB12D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795302" y="6225101"/>
                  <a:ext cx="1515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92" name="Tinta 491">
                  <a:extLst>
                    <a:ext uri="{FF2B5EF4-FFF2-40B4-BE49-F238E27FC236}">
                      <a16:creationId xmlns:a16="http://schemas.microsoft.com/office/drawing/2014/main" id="{7B4DFD79-F168-BC29-268B-4B4F0B09E18C}"/>
                    </a:ext>
                  </a:extLst>
                </p14:cNvPr>
                <p14:cNvContentPartPr/>
                <p14:nvPr/>
              </p14:nvContentPartPr>
              <p14:xfrm>
                <a:off x="3830582" y="6378101"/>
                <a:ext cx="155520" cy="7200"/>
              </p14:xfrm>
            </p:contentPart>
          </mc:Choice>
          <mc:Fallback>
            <p:pic>
              <p:nvPicPr>
                <p:cNvPr id="492" name="Tinta 491">
                  <a:extLst>
                    <a:ext uri="{FF2B5EF4-FFF2-40B4-BE49-F238E27FC236}">
                      <a16:creationId xmlns:a16="http://schemas.microsoft.com/office/drawing/2014/main" id="{7B4DFD79-F168-BC29-268B-4B4F0B09E18C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812582" y="6360461"/>
                  <a:ext cx="191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93" name="Tinta 492">
                  <a:extLst>
                    <a:ext uri="{FF2B5EF4-FFF2-40B4-BE49-F238E27FC236}">
                      <a16:creationId xmlns:a16="http://schemas.microsoft.com/office/drawing/2014/main" id="{E0F8AC7A-FC19-06FE-EDDB-C84D8D388462}"/>
                    </a:ext>
                  </a:extLst>
                </p14:cNvPr>
                <p14:cNvContentPartPr/>
                <p14:nvPr/>
              </p14:nvContentPartPr>
              <p14:xfrm>
                <a:off x="4003022" y="6506621"/>
                <a:ext cx="360" cy="360"/>
              </p14:xfrm>
            </p:contentPart>
          </mc:Choice>
          <mc:Fallback>
            <p:pic>
              <p:nvPicPr>
                <p:cNvPr id="493" name="Tinta 492">
                  <a:extLst>
                    <a:ext uri="{FF2B5EF4-FFF2-40B4-BE49-F238E27FC236}">
                      <a16:creationId xmlns:a16="http://schemas.microsoft.com/office/drawing/2014/main" id="{E0F8AC7A-FC19-06FE-EDDB-C84D8D38846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85382" y="6488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94" name="Tinta 493">
                  <a:extLst>
                    <a:ext uri="{FF2B5EF4-FFF2-40B4-BE49-F238E27FC236}">
                      <a16:creationId xmlns:a16="http://schemas.microsoft.com/office/drawing/2014/main" id="{98728984-C28B-3938-5104-EB0F5D5A108E}"/>
                    </a:ext>
                  </a:extLst>
                </p14:cNvPr>
                <p14:cNvContentPartPr/>
                <p14:nvPr/>
              </p14:nvContentPartPr>
              <p14:xfrm>
                <a:off x="4101302" y="6310781"/>
                <a:ext cx="136800" cy="188640"/>
              </p14:xfrm>
            </p:contentPart>
          </mc:Choice>
          <mc:Fallback>
            <p:pic>
              <p:nvPicPr>
                <p:cNvPr id="494" name="Tinta 493">
                  <a:extLst>
                    <a:ext uri="{FF2B5EF4-FFF2-40B4-BE49-F238E27FC236}">
                      <a16:creationId xmlns:a16="http://schemas.microsoft.com/office/drawing/2014/main" id="{98728984-C28B-3938-5104-EB0F5D5A108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4083302" y="6292781"/>
                  <a:ext cx="172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95" name="Tinta 494">
                  <a:extLst>
                    <a:ext uri="{FF2B5EF4-FFF2-40B4-BE49-F238E27FC236}">
                      <a16:creationId xmlns:a16="http://schemas.microsoft.com/office/drawing/2014/main" id="{CA523527-5016-6109-63AD-A85D365779BB}"/>
                    </a:ext>
                  </a:extLst>
                </p14:cNvPr>
                <p14:cNvContentPartPr/>
                <p14:nvPr/>
              </p14:nvContentPartPr>
              <p14:xfrm>
                <a:off x="4088702" y="6340301"/>
                <a:ext cx="201600" cy="160200"/>
              </p14:xfrm>
            </p:contentPart>
          </mc:Choice>
          <mc:Fallback>
            <p:pic>
              <p:nvPicPr>
                <p:cNvPr id="495" name="Tinta 494">
                  <a:extLst>
                    <a:ext uri="{FF2B5EF4-FFF2-40B4-BE49-F238E27FC236}">
                      <a16:creationId xmlns:a16="http://schemas.microsoft.com/office/drawing/2014/main" id="{CA523527-5016-6109-63AD-A85D365779B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4071062" y="6322301"/>
                  <a:ext cx="237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96" name="Tinta 495">
                  <a:extLst>
                    <a:ext uri="{FF2B5EF4-FFF2-40B4-BE49-F238E27FC236}">
                      <a16:creationId xmlns:a16="http://schemas.microsoft.com/office/drawing/2014/main" id="{A0AEFF58-8A52-77BA-34FF-AEA4BA8F19A5}"/>
                    </a:ext>
                  </a:extLst>
                </p14:cNvPr>
                <p14:cNvContentPartPr/>
                <p14:nvPr/>
              </p14:nvContentPartPr>
              <p14:xfrm>
                <a:off x="4284902" y="6210701"/>
                <a:ext cx="96120" cy="6120"/>
              </p14:xfrm>
            </p:contentPart>
          </mc:Choice>
          <mc:Fallback>
            <p:pic>
              <p:nvPicPr>
                <p:cNvPr id="496" name="Tinta 495">
                  <a:extLst>
                    <a:ext uri="{FF2B5EF4-FFF2-40B4-BE49-F238E27FC236}">
                      <a16:creationId xmlns:a16="http://schemas.microsoft.com/office/drawing/2014/main" id="{A0AEFF58-8A52-77BA-34FF-AEA4BA8F19A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4267262" y="6192701"/>
                  <a:ext cx="131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97" name="Tinta 496">
                  <a:extLst>
                    <a:ext uri="{FF2B5EF4-FFF2-40B4-BE49-F238E27FC236}">
                      <a16:creationId xmlns:a16="http://schemas.microsoft.com/office/drawing/2014/main" id="{CFAFA382-92A3-B3DA-3DD2-9B73C1071BCF}"/>
                    </a:ext>
                  </a:extLst>
                </p14:cNvPr>
                <p14:cNvContentPartPr/>
                <p14:nvPr/>
              </p14:nvContentPartPr>
              <p14:xfrm>
                <a:off x="4485062" y="6078581"/>
                <a:ext cx="105840" cy="142200"/>
              </p14:xfrm>
            </p:contentPart>
          </mc:Choice>
          <mc:Fallback>
            <p:pic>
              <p:nvPicPr>
                <p:cNvPr id="497" name="Tinta 496">
                  <a:extLst>
                    <a:ext uri="{FF2B5EF4-FFF2-40B4-BE49-F238E27FC236}">
                      <a16:creationId xmlns:a16="http://schemas.microsoft.com/office/drawing/2014/main" id="{CFAFA382-92A3-B3DA-3DD2-9B73C1071BC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4467062" y="6060941"/>
                  <a:ext cx="141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98" name="Tinta 497">
                  <a:extLst>
                    <a:ext uri="{FF2B5EF4-FFF2-40B4-BE49-F238E27FC236}">
                      <a16:creationId xmlns:a16="http://schemas.microsoft.com/office/drawing/2014/main" id="{AD613914-EF39-D238-ADA1-BE34321FFABF}"/>
                    </a:ext>
                  </a:extLst>
                </p14:cNvPr>
                <p14:cNvContentPartPr/>
                <p14:nvPr/>
              </p14:nvContentPartPr>
              <p14:xfrm>
                <a:off x="4830302" y="6293141"/>
                <a:ext cx="17640" cy="243000"/>
              </p14:xfrm>
            </p:contentPart>
          </mc:Choice>
          <mc:Fallback>
            <p:pic>
              <p:nvPicPr>
                <p:cNvPr id="498" name="Tinta 497">
                  <a:extLst>
                    <a:ext uri="{FF2B5EF4-FFF2-40B4-BE49-F238E27FC236}">
                      <a16:creationId xmlns:a16="http://schemas.microsoft.com/office/drawing/2014/main" id="{AD613914-EF39-D238-ADA1-BE34321FFABF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4812302" y="6275501"/>
                  <a:ext cx="53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99" name="Tinta 498">
                  <a:extLst>
                    <a:ext uri="{FF2B5EF4-FFF2-40B4-BE49-F238E27FC236}">
                      <a16:creationId xmlns:a16="http://schemas.microsoft.com/office/drawing/2014/main" id="{F2A0F10A-2309-210B-AC59-10D139F7BEFE}"/>
                    </a:ext>
                  </a:extLst>
                </p14:cNvPr>
                <p14:cNvContentPartPr/>
                <p14:nvPr/>
              </p14:nvContentPartPr>
              <p14:xfrm>
                <a:off x="4734542" y="6420581"/>
                <a:ext cx="204120" cy="14760"/>
              </p14:xfrm>
            </p:contentPart>
          </mc:Choice>
          <mc:Fallback>
            <p:pic>
              <p:nvPicPr>
                <p:cNvPr id="499" name="Tinta 498">
                  <a:extLst>
                    <a:ext uri="{FF2B5EF4-FFF2-40B4-BE49-F238E27FC236}">
                      <a16:creationId xmlns:a16="http://schemas.microsoft.com/office/drawing/2014/main" id="{F2A0F10A-2309-210B-AC59-10D139F7BEFE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4716902" y="6402941"/>
                  <a:ext cx="2397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0">
            <p14:nvContentPartPr>
              <p14:cNvPr id="511" name="Tinta 510">
                <a:extLst>
                  <a:ext uri="{FF2B5EF4-FFF2-40B4-BE49-F238E27FC236}">
                    <a16:creationId xmlns:a16="http://schemas.microsoft.com/office/drawing/2014/main" id="{1D88484B-ED36-3743-CC74-3810EA55211E}"/>
                  </a:ext>
                </a:extLst>
              </p14:cNvPr>
              <p14:cNvContentPartPr/>
              <p14:nvPr/>
            </p14:nvContentPartPr>
            <p14:xfrm>
              <a:off x="6922622" y="6231221"/>
              <a:ext cx="199440" cy="217440"/>
            </p14:xfrm>
          </p:contentPart>
        </mc:Choice>
        <mc:Fallback>
          <p:pic>
            <p:nvPicPr>
              <p:cNvPr id="511" name="Tinta 510">
                <a:extLst>
                  <a:ext uri="{FF2B5EF4-FFF2-40B4-BE49-F238E27FC236}">
                    <a16:creationId xmlns:a16="http://schemas.microsoft.com/office/drawing/2014/main" id="{1D88484B-ED36-3743-CC74-3810EA55211E}"/>
                  </a:ext>
                </a:extLst>
              </p:cNvPr>
              <p:cNvPicPr/>
              <p:nvPr/>
            </p:nvPicPr>
            <p:blipFill>
              <a:blip r:embed="rId661"/>
              <a:stretch>
                <a:fillRect/>
              </a:stretch>
            </p:blipFill>
            <p:spPr>
              <a:xfrm>
                <a:off x="6904622" y="6213581"/>
                <a:ext cx="23508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6" name="Agrupar 515">
            <a:extLst>
              <a:ext uri="{FF2B5EF4-FFF2-40B4-BE49-F238E27FC236}">
                <a16:creationId xmlns:a16="http://schemas.microsoft.com/office/drawing/2014/main" id="{1B36C039-DB54-13E9-79BB-F3EC0F2C55EE}"/>
              </a:ext>
            </a:extLst>
          </p:cNvPr>
          <p:cNvGrpSpPr/>
          <p:nvPr/>
        </p:nvGrpSpPr>
        <p:grpSpPr>
          <a:xfrm>
            <a:off x="5209022" y="6096941"/>
            <a:ext cx="1493280" cy="412920"/>
            <a:chOff x="5209022" y="6096941"/>
            <a:chExt cx="14932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500" name="Tinta 499">
                  <a:extLst>
                    <a:ext uri="{FF2B5EF4-FFF2-40B4-BE49-F238E27FC236}">
                      <a16:creationId xmlns:a16="http://schemas.microsoft.com/office/drawing/2014/main" id="{0905B76D-B9CE-E566-5FE9-EB9D653C68A3}"/>
                    </a:ext>
                  </a:extLst>
                </p14:cNvPr>
                <p14:cNvContentPartPr/>
                <p14:nvPr/>
              </p14:nvContentPartPr>
              <p14:xfrm>
                <a:off x="5238902" y="6206021"/>
                <a:ext cx="99720" cy="17280"/>
              </p14:xfrm>
            </p:contentPart>
          </mc:Choice>
          <mc:Fallback>
            <p:pic>
              <p:nvPicPr>
                <p:cNvPr id="500" name="Tinta 499">
                  <a:extLst>
                    <a:ext uri="{FF2B5EF4-FFF2-40B4-BE49-F238E27FC236}">
                      <a16:creationId xmlns:a16="http://schemas.microsoft.com/office/drawing/2014/main" id="{0905B76D-B9CE-E566-5FE9-EB9D653C68A3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220902" y="6188381"/>
                  <a:ext cx="135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501" name="Tinta 500">
                  <a:extLst>
                    <a:ext uri="{FF2B5EF4-FFF2-40B4-BE49-F238E27FC236}">
                      <a16:creationId xmlns:a16="http://schemas.microsoft.com/office/drawing/2014/main" id="{75760EC8-C85A-4FD3-4512-49CC92CDF714}"/>
                    </a:ext>
                  </a:extLst>
                </p14:cNvPr>
                <p14:cNvContentPartPr/>
                <p14:nvPr/>
              </p14:nvContentPartPr>
              <p14:xfrm>
                <a:off x="5209022" y="6240941"/>
                <a:ext cx="165600" cy="268920"/>
              </p14:xfrm>
            </p:contentPart>
          </mc:Choice>
          <mc:Fallback>
            <p:pic>
              <p:nvPicPr>
                <p:cNvPr id="501" name="Tinta 500">
                  <a:extLst>
                    <a:ext uri="{FF2B5EF4-FFF2-40B4-BE49-F238E27FC236}">
                      <a16:creationId xmlns:a16="http://schemas.microsoft.com/office/drawing/2014/main" id="{75760EC8-C85A-4FD3-4512-49CC92CDF71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5191382" y="6222941"/>
                  <a:ext cx="201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502" name="Tinta 501">
                  <a:extLst>
                    <a:ext uri="{FF2B5EF4-FFF2-40B4-BE49-F238E27FC236}">
                      <a16:creationId xmlns:a16="http://schemas.microsoft.com/office/drawing/2014/main" id="{4F4F0072-8D88-9591-2E38-025569056129}"/>
                    </a:ext>
                  </a:extLst>
                </p14:cNvPr>
                <p14:cNvContentPartPr/>
                <p14:nvPr/>
              </p14:nvContentPartPr>
              <p14:xfrm>
                <a:off x="5431502" y="6502301"/>
                <a:ext cx="360" cy="360"/>
              </p14:xfrm>
            </p:contentPart>
          </mc:Choice>
          <mc:Fallback>
            <p:pic>
              <p:nvPicPr>
                <p:cNvPr id="502" name="Tinta 501">
                  <a:extLst>
                    <a:ext uri="{FF2B5EF4-FFF2-40B4-BE49-F238E27FC236}">
                      <a16:creationId xmlns:a16="http://schemas.microsoft.com/office/drawing/2014/main" id="{4F4F0072-8D88-9591-2E38-02556905612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13502" y="6484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503" name="Tinta 502">
                  <a:extLst>
                    <a:ext uri="{FF2B5EF4-FFF2-40B4-BE49-F238E27FC236}">
                      <a16:creationId xmlns:a16="http://schemas.microsoft.com/office/drawing/2014/main" id="{8EBCCABC-E387-B519-FC02-AF52F31F0EA9}"/>
                    </a:ext>
                  </a:extLst>
                </p14:cNvPr>
                <p14:cNvContentPartPr/>
                <p14:nvPr/>
              </p14:nvContentPartPr>
              <p14:xfrm>
                <a:off x="5514662" y="6096941"/>
                <a:ext cx="126000" cy="395640"/>
              </p14:xfrm>
            </p:contentPart>
          </mc:Choice>
          <mc:Fallback>
            <p:pic>
              <p:nvPicPr>
                <p:cNvPr id="503" name="Tinta 502">
                  <a:extLst>
                    <a:ext uri="{FF2B5EF4-FFF2-40B4-BE49-F238E27FC236}">
                      <a16:creationId xmlns:a16="http://schemas.microsoft.com/office/drawing/2014/main" id="{8EBCCABC-E387-B519-FC02-AF52F31F0EA9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496662" y="6079301"/>
                  <a:ext cx="1616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504" name="Tinta 503">
                  <a:extLst>
                    <a:ext uri="{FF2B5EF4-FFF2-40B4-BE49-F238E27FC236}">
                      <a16:creationId xmlns:a16="http://schemas.microsoft.com/office/drawing/2014/main" id="{873D6E14-D9E1-35EB-DD3A-5C5A1DD6AEB1}"/>
                    </a:ext>
                  </a:extLst>
                </p14:cNvPr>
                <p14:cNvContentPartPr/>
                <p14:nvPr/>
              </p14:nvContentPartPr>
              <p14:xfrm>
                <a:off x="5686022" y="6338861"/>
                <a:ext cx="206640" cy="138600"/>
              </p14:xfrm>
            </p:contentPart>
          </mc:Choice>
          <mc:Fallback>
            <p:pic>
              <p:nvPicPr>
                <p:cNvPr id="504" name="Tinta 503">
                  <a:extLst>
                    <a:ext uri="{FF2B5EF4-FFF2-40B4-BE49-F238E27FC236}">
                      <a16:creationId xmlns:a16="http://schemas.microsoft.com/office/drawing/2014/main" id="{873D6E14-D9E1-35EB-DD3A-5C5A1DD6AEB1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668022" y="6320861"/>
                  <a:ext cx="242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505" name="Tinta 504">
                  <a:extLst>
                    <a:ext uri="{FF2B5EF4-FFF2-40B4-BE49-F238E27FC236}">
                      <a16:creationId xmlns:a16="http://schemas.microsoft.com/office/drawing/2014/main" id="{6A13B5BE-C5F6-6B88-2752-BAB3E84C544C}"/>
                    </a:ext>
                  </a:extLst>
                </p14:cNvPr>
                <p14:cNvContentPartPr/>
                <p14:nvPr/>
              </p14:nvContentPartPr>
              <p14:xfrm>
                <a:off x="5963222" y="6148061"/>
                <a:ext cx="37080" cy="354600"/>
              </p14:xfrm>
            </p:contentPart>
          </mc:Choice>
          <mc:Fallback>
            <p:pic>
              <p:nvPicPr>
                <p:cNvPr id="505" name="Tinta 504">
                  <a:extLst>
                    <a:ext uri="{FF2B5EF4-FFF2-40B4-BE49-F238E27FC236}">
                      <a16:creationId xmlns:a16="http://schemas.microsoft.com/office/drawing/2014/main" id="{6A13B5BE-C5F6-6B88-2752-BAB3E84C544C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945582" y="6130061"/>
                  <a:ext cx="727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506" name="Tinta 505">
                  <a:extLst>
                    <a:ext uri="{FF2B5EF4-FFF2-40B4-BE49-F238E27FC236}">
                      <a16:creationId xmlns:a16="http://schemas.microsoft.com/office/drawing/2014/main" id="{F4F654B6-C1AC-0BB4-03E7-F95C758D6B95}"/>
                    </a:ext>
                  </a:extLst>
                </p14:cNvPr>
                <p14:cNvContentPartPr/>
                <p14:nvPr/>
              </p14:nvContentPartPr>
              <p14:xfrm>
                <a:off x="6111902" y="6321221"/>
                <a:ext cx="87120" cy="128880"/>
              </p14:xfrm>
            </p:contentPart>
          </mc:Choice>
          <mc:Fallback>
            <p:pic>
              <p:nvPicPr>
                <p:cNvPr id="506" name="Tinta 505">
                  <a:extLst>
                    <a:ext uri="{FF2B5EF4-FFF2-40B4-BE49-F238E27FC236}">
                      <a16:creationId xmlns:a16="http://schemas.microsoft.com/office/drawing/2014/main" id="{F4F654B6-C1AC-0BB4-03E7-F95C758D6B95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6093902" y="6303581"/>
                  <a:ext cx="12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507" name="Tinta 506">
                  <a:extLst>
                    <a:ext uri="{FF2B5EF4-FFF2-40B4-BE49-F238E27FC236}">
                      <a16:creationId xmlns:a16="http://schemas.microsoft.com/office/drawing/2014/main" id="{F937620A-85B0-6A61-BCDC-8AC7CB6DA2AB}"/>
                    </a:ext>
                  </a:extLst>
                </p14:cNvPr>
                <p14:cNvContentPartPr/>
                <p14:nvPr/>
              </p14:nvContentPartPr>
              <p14:xfrm>
                <a:off x="6108302" y="6295661"/>
                <a:ext cx="140760" cy="156960"/>
              </p14:xfrm>
            </p:contentPart>
          </mc:Choice>
          <mc:Fallback>
            <p:pic>
              <p:nvPicPr>
                <p:cNvPr id="507" name="Tinta 506">
                  <a:extLst>
                    <a:ext uri="{FF2B5EF4-FFF2-40B4-BE49-F238E27FC236}">
                      <a16:creationId xmlns:a16="http://schemas.microsoft.com/office/drawing/2014/main" id="{F937620A-85B0-6A61-BCDC-8AC7CB6DA2AB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6090302" y="6277661"/>
                  <a:ext cx="176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508" name="Tinta 507">
                  <a:extLst>
                    <a:ext uri="{FF2B5EF4-FFF2-40B4-BE49-F238E27FC236}">
                      <a16:creationId xmlns:a16="http://schemas.microsoft.com/office/drawing/2014/main" id="{B6234F7D-2E57-FDE8-15BA-567D202C3D5E}"/>
                    </a:ext>
                  </a:extLst>
                </p14:cNvPr>
                <p14:cNvContentPartPr/>
                <p14:nvPr/>
              </p14:nvContentPartPr>
              <p14:xfrm>
                <a:off x="6333662" y="6133301"/>
                <a:ext cx="35640" cy="332280"/>
              </p14:xfrm>
            </p:contentPart>
          </mc:Choice>
          <mc:Fallback>
            <p:pic>
              <p:nvPicPr>
                <p:cNvPr id="508" name="Tinta 507">
                  <a:extLst>
                    <a:ext uri="{FF2B5EF4-FFF2-40B4-BE49-F238E27FC236}">
                      <a16:creationId xmlns:a16="http://schemas.microsoft.com/office/drawing/2014/main" id="{B6234F7D-2E57-FDE8-15BA-567D202C3D5E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315662" y="6115661"/>
                  <a:ext cx="71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509" name="Tinta 508">
                  <a:extLst>
                    <a:ext uri="{FF2B5EF4-FFF2-40B4-BE49-F238E27FC236}">
                      <a16:creationId xmlns:a16="http://schemas.microsoft.com/office/drawing/2014/main" id="{5F32EEDA-0C95-9CE0-C642-C73D5B35D698}"/>
                    </a:ext>
                  </a:extLst>
                </p14:cNvPr>
                <p14:cNvContentPartPr/>
                <p14:nvPr/>
              </p14:nvContentPartPr>
              <p14:xfrm>
                <a:off x="6566582" y="6243101"/>
                <a:ext cx="9000" cy="219600"/>
              </p14:xfrm>
            </p:contentPart>
          </mc:Choice>
          <mc:Fallback>
            <p:pic>
              <p:nvPicPr>
                <p:cNvPr id="509" name="Tinta 508">
                  <a:extLst>
                    <a:ext uri="{FF2B5EF4-FFF2-40B4-BE49-F238E27FC236}">
                      <a16:creationId xmlns:a16="http://schemas.microsoft.com/office/drawing/2014/main" id="{5F32EEDA-0C95-9CE0-C642-C73D5B35D698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548582" y="6225101"/>
                  <a:ext cx="44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510" name="Tinta 509">
                  <a:extLst>
                    <a:ext uri="{FF2B5EF4-FFF2-40B4-BE49-F238E27FC236}">
                      <a16:creationId xmlns:a16="http://schemas.microsoft.com/office/drawing/2014/main" id="{8BABDB0B-79A2-B7A9-EA07-8A820DC80A86}"/>
                    </a:ext>
                  </a:extLst>
                </p14:cNvPr>
                <p14:cNvContentPartPr/>
                <p14:nvPr/>
              </p14:nvContentPartPr>
              <p14:xfrm>
                <a:off x="6509342" y="6325541"/>
                <a:ext cx="192960" cy="18360"/>
              </p14:xfrm>
            </p:contentPart>
          </mc:Choice>
          <mc:Fallback>
            <p:pic>
              <p:nvPicPr>
                <p:cNvPr id="510" name="Tinta 509">
                  <a:extLst>
                    <a:ext uri="{FF2B5EF4-FFF2-40B4-BE49-F238E27FC236}">
                      <a16:creationId xmlns:a16="http://schemas.microsoft.com/office/drawing/2014/main" id="{8BABDB0B-79A2-B7A9-EA07-8A820DC80A86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491342" y="6307901"/>
                  <a:ext cx="228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515" name="Tinta 514">
                  <a:extLst>
                    <a:ext uri="{FF2B5EF4-FFF2-40B4-BE49-F238E27FC236}">
                      <a16:creationId xmlns:a16="http://schemas.microsoft.com/office/drawing/2014/main" id="{70992563-D689-CD11-300D-9236F3D3F0C8}"/>
                    </a:ext>
                  </a:extLst>
                </p14:cNvPr>
                <p14:cNvContentPartPr/>
                <p14:nvPr/>
              </p14:nvContentPartPr>
              <p14:xfrm>
                <a:off x="6171662" y="6278381"/>
                <a:ext cx="57600" cy="65880"/>
              </p14:xfrm>
            </p:contentPart>
          </mc:Choice>
          <mc:Fallback>
            <p:pic>
              <p:nvPicPr>
                <p:cNvPr id="515" name="Tinta 514">
                  <a:extLst>
                    <a:ext uri="{FF2B5EF4-FFF2-40B4-BE49-F238E27FC236}">
                      <a16:creationId xmlns:a16="http://schemas.microsoft.com/office/drawing/2014/main" id="{70992563-D689-CD11-300D-9236F3D3F0C8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6153662" y="6260381"/>
                  <a:ext cx="9324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5">
            <p14:nvContentPartPr>
              <p14:cNvPr id="517" name="Tinta 516">
                <a:extLst>
                  <a:ext uri="{FF2B5EF4-FFF2-40B4-BE49-F238E27FC236}">
                    <a16:creationId xmlns:a16="http://schemas.microsoft.com/office/drawing/2014/main" id="{F237D137-2C63-2595-AFCF-FBDEDAAF1509}"/>
                  </a:ext>
                </a:extLst>
              </p14:cNvPr>
              <p14:cNvContentPartPr/>
              <p14:nvPr/>
            </p14:nvContentPartPr>
            <p14:xfrm>
              <a:off x="662582" y="5812541"/>
              <a:ext cx="6676920" cy="825840"/>
            </p14:xfrm>
          </p:contentPart>
        </mc:Choice>
        <mc:Fallback>
          <p:pic>
            <p:nvPicPr>
              <p:cNvPr id="517" name="Tinta 516">
                <a:extLst>
                  <a:ext uri="{FF2B5EF4-FFF2-40B4-BE49-F238E27FC236}">
                    <a16:creationId xmlns:a16="http://schemas.microsoft.com/office/drawing/2014/main" id="{F237D137-2C63-2595-AFCF-FBDEDAAF1509}"/>
                  </a:ext>
                </a:extLst>
              </p:cNvPr>
              <p:cNvPicPr/>
              <p:nvPr/>
            </p:nvPicPr>
            <p:blipFill>
              <a:blip r:embed="rId686"/>
              <a:stretch>
                <a:fillRect/>
              </a:stretch>
            </p:blipFill>
            <p:spPr>
              <a:xfrm>
                <a:off x="644582" y="5794901"/>
                <a:ext cx="6712560" cy="86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7">
            <p14:nvContentPartPr>
              <p14:cNvPr id="518" name="Tinta 517">
                <a:extLst>
                  <a:ext uri="{FF2B5EF4-FFF2-40B4-BE49-F238E27FC236}">
                    <a16:creationId xmlns:a16="http://schemas.microsoft.com/office/drawing/2014/main" id="{636CE8E3-DD49-8B31-BA64-A2806AD3B5F9}"/>
                  </a:ext>
                </a:extLst>
              </p14:cNvPr>
              <p14:cNvContentPartPr/>
              <p14:nvPr/>
            </p14:nvContentPartPr>
            <p14:xfrm>
              <a:off x="745382" y="6597341"/>
              <a:ext cx="6557760" cy="84960"/>
            </p14:xfrm>
          </p:contentPart>
        </mc:Choice>
        <mc:Fallback>
          <p:pic>
            <p:nvPicPr>
              <p:cNvPr id="518" name="Tinta 517">
                <a:extLst>
                  <a:ext uri="{FF2B5EF4-FFF2-40B4-BE49-F238E27FC236}">
                    <a16:creationId xmlns:a16="http://schemas.microsoft.com/office/drawing/2014/main" id="{636CE8E3-DD49-8B31-BA64-A2806AD3B5F9}"/>
                  </a:ext>
                </a:extLst>
              </p:cNvPr>
              <p:cNvPicPr/>
              <p:nvPr/>
            </p:nvPicPr>
            <p:blipFill>
              <a:blip r:embed="rId688"/>
              <a:stretch>
                <a:fillRect/>
              </a:stretch>
            </p:blipFill>
            <p:spPr>
              <a:xfrm>
                <a:off x="727382" y="6579341"/>
                <a:ext cx="659340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1" name="Agrupar 570">
            <a:extLst>
              <a:ext uri="{FF2B5EF4-FFF2-40B4-BE49-F238E27FC236}">
                <a16:creationId xmlns:a16="http://schemas.microsoft.com/office/drawing/2014/main" id="{24D68398-AB40-8B26-1F5A-01A942637919}"/>
              </a:ext>
            </a:extLst>
          </p:cNvPr>
          <p:cNvGrpSpPr/>
          <p:nvPr/>
        </p:nvGrpSpPr>
        <p:grpSpPr>
          <a:xfrm>
            <a:off x="7466942" y="5879861"/>
            <a:ext cx="4616280" cy="801720"/>
            <a:chOff x="7466942" y="5879861"/>
            <a:chExt cx="4616280" cy="80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519" name="Tinta 518">
                  <a:extLst>
                    <a:ext uri="{FF2B5EF4-FFF2-40B4-BE49-F238E27FC236}">
                      <a16:creationId xmlns:a16="http://schemas.microsoft.com/office/drawing/2014/main" id="{72ABD4B6-43D1-1CC4-391D-C198AD76AC4F}"/>
                    </a:ext>
                  </a:extLst>
                </p14:cNvPr>
                <p14:cNvContentPartPr/>
                <p14:nvPr/>
              </p14:nvContentPartPr>
              <p14:xfrm>
                <a:off x="7466942" y="6267581"/>
                <a:ext cx="179280" cy="18360"/>
              </p14:xfrm>
            </p:contentPart>
          </mc:Choice>
          <mc:Fallback>
            <p:pic>
              <p:nvPicPr>
                <p:cNvPr id="519" name="Tinta 518">
                  <a:extLst>
                    <a:ext uri="{FF2B5EF4-FFF2-40B4-BE49-F238E27FC236}">
                      <a16:creationId xmlns:a16="http://schemas.microsoft.com/office/drawing/2014/main" id="{72ABD4B6-43D1-1CC4-391D-C198AD76AC4F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7448942" y="6249941"/>
                  <a:ext cx="214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520" name="Tinta 519">
                  <a:extLst>
                    <a:ext uri="{FF2B5EF4-FFF2-40B4-BE49-F238E27FC236}">
                      <a16:creationId xmlns:a16="http://schemas.microsoft.com/office/drawing/2014/main" id="{0937EAF6-50BA-919A-10B6-213B9B097DA3}"/>
                    </a:ext>
                  </a:extLst>
                </p14:cNvPr>
                <p14:cNvContentPartPr/>
                <p14:nvPr/>
              </p14:nvContentPartPr>
              <p14:xfrm>
                <a:off x="7468022" y="6185861"/>
                <a:ext cx="145800" cy="10440"/>
              </p14:xfrm>
            </p:contentPart>
          </mc:Choice>
          <mc:Fallback>
            <p:pic>
              <p:nvPicPr>
                <p:cNvPr id="520" name="Tinta 519">
                  <a:extLst>
                    <a:ext uri="{FF2B5EF4-FFF2-40B4-BE49-F238E27FC236}">
                      <a16:creationId xmlns:a16="http://schemas.microsoft.com/office/drawing/2014/main" id="{0937EAF6-50BA-919A-10B6-213B9B097DA3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450382" y="6168221"/>
                  <a:ext cx="181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522" name="Tinta 521">
                  <a:extLst>
                    <a:ext uri="{FF2B5EF4-FFF2-40B4-BE49-F238E27FC236}">
                      <a16:creationId xmlns:a16="http://schemas.microsoft.com/office/drawing/2014/main" id="{104F8336-2ABA-989D-E1DE-8B1A98BDEBEE}"/>
                    </a:ext>
                  </a:extLst>
                </p14:cNvPr>
                <p14:cNvContentPartPr/>
                <p14:nvPr/>
              </p14:nvContentPartPr>
              <p14:xfrm>
                <a:off x="8009462" y="5920541"/>
                <a:ext cx="112320" cy="303840"/>
              </p14:xfrm>
            </p:contentPart>
          </mc:Choice>
          <mc:Fallback>
            <p:pic>
              <p:nvPicPr>
                <p:cNvPr id="522" name="Tinta 521">
                  <a:extLst>
                    <a:ext uri="{FF2B5EF4-FFF2-40B4-BE49-F238E27FC236}">
                      <a16:creationId xmlns:a16="http://schemas.microsoft.com/office/drawing/2014/main" id="{104F8336-2ABA-989D-E1DE-8B1A98BDEBEE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7991462" y="5902541"/>
                  <a:ext cx="1479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523" name="Tinta 522">
                  <a:extLst>
                    <a:ext uri="{FF2B5EF4-FFF2-40B4-BE49-F238E27FC236}">
                      <a16:creationId xmlns:a16="http://schemas.microsoft.com/office/drawing/2014/main" id="{E74D59B6-D56D-9E12-2A83-C00082E93D0A}"/>
                    </a:ext>
                  </a:extLst>
                </p14:cNvPr>
                <p14:cNvContentPartPr/>
                <p14:nvPr/>
              </p14:nvContentPartPr>
              <p14:xfrm>
                <a:off x="7938542" y="6266861"/>
                <a:ext cx="428760" cy="16920"/>
              </p14:xfrm>
            </p:contentPart>
          </mc:Choice>
          <mc:Fallback>
            <p:pic>
              <p:nvPicPr>
                <p:cNvPr id="523" name="Tinta 522">
                  <a:extLst>
                    <a:ext uri="{FF2B5EF4-FFF2-40B4-BE49-F238E27FC236}">
                      <a16:creationId xmlns:a16="http://schemas.microsoft.com/office/drawing/2014/main" id="{E74D59B6-D56D-9E12-2A83-C00082E93D0A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7920902" y="6248861"/>
                  <a:ext cx="464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524" name="Tinta 523">
                  <a:extLst>
                    <a:ext uri="{FF2B5EF4-FFF2-40B4-BE49-F238E27FC236}">
                      <a16:creationId xmlns:a16="http://schemas.microsoft.com/office/drawing/2014/main" id="{C60DEEF4-38A2-4FD7-3D0F-64BEB7ACED99}"/>
                    </a:ext>
                  </a:extLst>
                </p14:cNvPr>
                <p14:cNvContentPartPr/>
                <p14:nvPr/>
              </p14:nvContentPartPr>
              <p14:xfrm>
                <a:off x="8011982" y="6512741"/>
                <a:ext cx="111960" cy="168840"/>
              </p14:xfrm>
            </p:contentPart>
          </mc:Choice>
          <mc:Fallback>
            <p:pic>
              <p:nvPicPr>
                <p:cNvPr id="524" name="Tinta 523">
                  <a:extLst>
                    <a:ext uri="{FF2B5EF4-FFF2-40B4-BE49-F238E27FC236}">
                      <a16:creationId xmlns:a16="http://schemas.microsoft.com/office/drawing/2014/main" id="{C60DEEF4-38A2-4FD7-3D0F-64BEB7ACED99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7993982" y="6494741"/>
                  <a:ext cx="147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525" name="Tinta 524">
                  <a:extLst>
                    <a:ext uri="{FF2B5EF4-FFF2-40B4-BE49-F238E27FC236}">
                      <a16:creationId xmlns:a16="http://schemas.microsoft.com/office/drawing/2014/main" id="{DB88D235-3C23-B63C-E5EE-8B13DE9F3EB9}"/>
                    </a:ext>
                  </a:extLst>
                </p14:cNvPr>
                <p14:cNvContentPartPr/>
                <p14:nvPr/>
              </p14:nvContentPartPr>
              <p14:xfrm>
                <a:off x="7998302" y="6524621"/>
                <a:ext cx="166680" cy="156960"/>
              </p14:xfrm>
            </p:contentPart>
          </mc:Choice>
          <mc:Fallback>
            <p:pic>
              <p:nvPicPr>
                <p:cNvPr id="525" name="Tinta 524">
                  <a:extLst>
                    <a:ext uri="{FF2B5EF4-FFF2-40B4-BE49-F238E27FC236}">
                      <a16:creationId xmlns:a16="http://schemas.microsoft.com/office/drawing/2014/main" id="{DB88D235-3C23-B63C-E5EE-8B13DE9F3EB9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7980662" y="6506981"/>
                  <a:ext cx="202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526" name="Tinta 525">
                  <a:extLst>
                    <a:ext uri="{FF2B5EF4-FFF2-40B4-BE49-F238E27FC236}">
                      <a16:creationId xmlns:a16="http://schemas.microsoft.com/office/drawing/2014/main" id="{7F4BFC52-5184-4FC5-D0E1-2A2101DE7099}"/>
                    </a:ext>
                  </a:extLst>
                </p14:cNvPr>
                <p14:cNvContentPartPr/>
                <p14:nvPr/>
              </p14:nvContentPartPr>
              <p14:xfrm>
                <a:off x="8178302" y="6375581"/>
                <a:ext cx="97920" cy="164520"/>
              </p14:xfrm>
            </p:contentPart>
          </mc:Choice>
          <mc:Fallback>
            <p:pic>
              <p:nvPicPr>
                <p:cNvPr id="526" name="Tinta 525">
                  <a:extLst>
                    <a:ext uri="{FF2B5EF4-FFF2-40B4-BE49-F238E27FC236}">
                      <a16:creationId xmlns:a16="http://schemas.microsoft.com/office/drawing/2014/main" id="{7F4BFC52-5184-4FC5-D0E1-2A2101DE7099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8160662" y="6357581"/>
                  <a:ext cx="133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528" name="Tinta 527">
                  <a:extLst>
                    <a:ext uri="{FF2B5EF4-FFF2-40B4-BE49-F238E27FC236}">
                      <a16:creationId xmlns:a16="http://schemas.microsoft.com/office/drawing/2014/main" id="{AA7A04EE-86F7-FCC3-8061-4D2CE470E30B}"/>
                    </a:ext>
                  </a:extLst>
                </p14:cNvPr>
                <p14:cNvContentPartPr/>
                <p14:nvPr/>
              </p14:nvContentPartPr>
              <p14:xfrm>
                <a:off x="8487542" y="6265421"/>
                <a:ext cx="120960" cy="3600"/>
              </p14:xfrm>
            </p:contentPart>
          </mc:Choice>
          <mc:Fallback>
            <p:pic>
              <p:nvPicPr>
                <p:cNvPr id="528" name="Tinta 527">
                  <a:extLst>
                    <a:ext uri="{FF2B5EF4-FFF2-40B4-BE49-F238E27FC236}">
                      <a16:creationId xmlns:a16="http://schemas.microsoft.com/office/drawing/2014/main" id="{AA7A04EE-86F7-FCC3-8061-4D2CE470E30B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8469902" y="6247421"/>
                  <a:ext cx="156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529" name="Tinta 528">
                  <a:extLst>
                    <a:ext uri="{FF2B5EF4-FFF2-40B4-BE49-F238E27FC236}">
                      <a16:creationId xmlns:a16="http://schemas.microsoft.com/office/drawing/2014/main" id="{7DB758DC-6470-AF48-7ED6-A03531400C02}"/>
                    </a:ext>
                  </a:extLst>
                </p14:cNvPr>
                <p14:cNvContentPartPr/>
                <p14:nvPr/>
              </p14:nvContentPartPr>
              <p14:xfrm>
                <a:off x="8801822" y="5879861"/>
                <a:ext cx="134640" cy="360000"/>
              </p14:xfrm>
            </p:contentPart>
          </mc:Choice>
          <mc:Fallback>
            <p:pic>
              <p:nvPicPr>
                <p:cNvPr id="529" name="Tinta 528">
                  <a:extLst>
                    <a:ext uri="{FF2B5EF4-FFF2-40B4-BE49-F238E27FC236}">
                      <a16:creationId xmlns:a16="http://schemas.microsoft.com/office/drawing/2014/main" id="{7DB758DC-6470-AF48-7ED6-A03531400C02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8783822" y="5861861"/>
                  <a:ext cx="1702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530" name="Tinta 529">
                  <a:extLst>
                    <a:ext uri="{FF2B5EF4-FFF2-40B4-BE49-F238E27FC236}">
                      <a16:creationId xmlns:a16="http://schemas.microsoft.com/office/drawing/2014/main" id="{F2027960-C315-2EAD-356A-1A7EAE1C013A}"/>
                    </a:ext>
                  </a:extLst>
                </p14:cNvPr>
                <p14:cNvContentPartPr/>
                <p14:nvPr/>
              </p14:nvContentPartPr>
              <p14:xfrm>
                <a:off x="8815502" y="6246341"/>
                <a:ext cx="281160" cy="19440"/>
              </p14:xfrm>
            </p:contentPart>
          </mc:Choice>
          <mc:Fallback>
            <p:pic>
              <p:nvPicPr>
                <p:cNvPr id="530" name="Tinta 529">
                  <a:extLst>
                    <a:ext uri="{FF2B5EF4-FFF2-40B4-BE49-F238E27FC236}">
                      <a16:creationId xmlns:a16="http://schemas.microsoft.com/office/drawing/2014/main" id="{F2027960-C315-2EAD-356A-1A7EAE1C013A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8797502" y="6228701"/>
                  <a:ext cx="316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535" name="Tinta 534">
                  <a:extLst>
                    <a:ext uri="{FF2B5EF4-FFF2-40B4-BE49-F238E27FC236}">
                      <a16:creationId xmlns:a16="http://schemas.microsoft.com/office/drawing/2014/main" id="{0BFDDAD8-3529-4EE1-5626-AC008BE4B242}"/>
                    </a:ext>
                  </a:extLst>
                </p14:cNvPr>
                <p14:cNvContentPartPr/>
                <p14:nvPr/>
              </p14:nvContentPartPr>
              <p14:xfrm>
                <a:off x="9246422" y="6102341"/>
                <a:ext cx="360" cy="166680"/>
              </p14:xfrm>
            </p:contentPart>
          </mc:Choice>
          <mc:Fallback>
            <p:pic>
              <p:nvPicPr>
                <p:cNvPr id="535" name="Tinta 534">
                  <a:extLst>
                    <a:ext uri="{FF2B5EF4-FFF2-40B4-BE49-F238E27FC236}">
                      <a16:creationId xmlns:a16="http://schemas.microsoft.com/office/drawing/2014/main" id="{0BFDDAD8-3529-4EE1-5626-AC008BE4B242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228422" y="6084701"/>
                  <a:ext cx="36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536" name="Tinta 535">
                  <a:extLst>
                    <a:ext uri="{FF2B5EF4-FFF2-40B4-BE49-F238E27FC236}">
                      <a16:creationId xmlns:a16="http://schemas.microsoft.com/office/drawing/2014/main" id="{47EEB458-C990-7512-1EDE-55AE673B8F59}"/>
                    </a:ext>
                  </a:extLst>
                </p14:cNvPr>
                <p14:cNvContentPartPr/>
                <p14:nvPr/>
              </p14:nvContentPartPr>
              <p14:xfrm>
                <a:off x="9176942" y="6175781"/>
                <a:ext cx="150480" cy="4680"/>
              </p14:xfrm>
            </p:contentPart>
          </mc:Choice>
          <mc:Fallback>
            <p:pic>
              <p:nvPicPr>
                <p:cNvPr id="536" name="Tinta 535">
                  <a:extLst>
                    <a:ext uri="{FF2B5EF4-FFF2-40B4-BE49-F238E27FC236}">
                      <a16:creationId xmlns:a16="http://schemas.microsoft.com/office/drawing/2014/main" id="{47EEB458-C990-7512-1EDE-55AE673B8F59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9158942" y="6158141"/>
                  <a:ext cx="186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547" name="Tinta 546">
                  <a:extLst>
                    <a:ext uri="{FF2B5EF4-FFF2-40B4-BE49-F238E27FC236}">
                      <a16:creationId xmlns:a16="http://schemas.microsoft.com/office/drawing/2014/main" id="{75FB8CC7-FC03-022D-7D3D-623BF88B063B}"/>
                    </a:ext>
                  </a:extLst>
                </p14:cNvPr>
                <p14:cNvContentPartPr/>
                <p14:nvPr/>
              </p14:nvContentPartPr>
              <p14:xfrm>
                <a:off x="8823782" y="6485021"/>
                <a:ext cx="117360" cy="174960"/>
              </p14:xfrm>
            </p:contentPart>
          </mc:Choice>
          <mc:Fallback>
            <p:pic>
              <p:nvPicPr>
                <p:cNvPr id="547" name="Tinta 546">
                  <a:extLst>
                    <a:ext uri="{FF2B5EF4-FFF2-40B4-BE49-F238E27FC236}">
                      <a16:creationId xmlns:a16="http://schemas.microsoft.com/office/drawing/2014/main" id="{75FB8CC7-FC03-022D-7D3D-623BF88B063B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8805782" y="6467021"/>
                  <a:ext cx="153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548" name="Tinta 547">
                  <a:extLst>
                    <a:ext uri="{FF2B5EF4-FFF2-40B4-BE49-F238E27FC236}">
                      <a16:creationId xmlns:a16="http://schemas.microsoft.com/office/drawing/2014/main" id="{0E360522-7FCD-FC53-9529-42E107D95CC5}"/>
                    </a:ext>
                  </a:extLst>
                </p14:cNvPr>
                <p14:cNvContentPartPr/>
                <p14:nvPr/>
              </p14:nvContentPartPr>
              <p14:xfrm>
                <a:off x="8796422" y="6508781"/>
                <a:ext cx="173160" cy="164160"/>
              </p14:xfrm>
            </p:contentPart>
          </mc:Choice>
          <mc:Fallback>
            <p:pic>
              <p:nvPicPr>
                <p:cNvPr id="548" name="Tinta 547">
                  <a:extLst>
                    <a:ext uri="{FF2B5EF4-FFF2-40B4-BE49-F238E27FC236}">
                      <a16:creationId xmlns:a16="http://schemas.microsoft.com/office/drawing/2014/main" id="{0E360522-7FCD-FC53-9529-42E107D95CC5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8778782" y="6491141"/>
                  <a:ext cx="208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549" name="Tinta 548">
                  <a:extLst>
                    <a:ext uri="{FF2B5EF4-FFF2-40B4-BE49-F238E27FC236}">
                      <a16:creationId xmlns:a16="http://schemas.microsoft.com/office/drawing/2014/main" id="{DEE632F6-8851-3BF5-7C6B-A3F34C57C33F}"/>
                    </a:ext>
                  </a:extLst>
                </p14:cNvPr>
                <p14:cNvContentPartPr/>
                <p14:nvPr/>
              </p14:nvContentPartPr>
              <p14:xfrm>
                <a:off x="8963462" y="6315461"/>
                <a:ext cx="118080" cy="154440"/>
              </p14:xfrm>
            </p:contentPart>
          </mc:Choice>
          <mc:Fallback>
            <p:pic>
              <p:nvPicPr>
                <p:cNvPr id="549" name="Tinta 548">
                  <a:extLst>
                    <a:ext uri="{FF2B5EF4-FFF2-40B4-BE49-F238E27FC236}">
                      <a16:creationId xmlns:a16="http://schemas.microsoft.com/office/drawing/2014/main" id="{DEE632F6-8851-3BF5-7C6B-A3F34C57C33F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8945462" y="6297821"/>
                  <a:ext cx="153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550" name="Tinta 549">
                  <a:extLst>
                    <a:ext uri="{FF2B5EF4-FFF2-40B4-BE49-F238E27FC236}">
                      <a16:creationId xmlns:a16="http://schemas.microsoft.com/office/drawing/2014/main" id="{AB43D3E3-40EB-FAF2-6805-4569E52FF9B4}"/>
                    </a:ext>
                  </a:extLst>
                </p14:cNvPr>
                <p14:cNvContentPartPr/>
                <p14:nvPr/>
              </p14:nvContentPartPr>
              <p14:xfrm>
                <a:off x="9529382" y="5912261"/>
                <a:ext cx="136800" cy="267480"/>
              </p14:xfrm>
            </p:contentPart>
          </mc:Choice>
          <mc:Fallback>
            <p:pic>
              <p:nvPicPr>
                <p:cNvPr id="550" name="Tinta 549">
                  <a:extLst>
                    <a:ext uri="{FF2B5EF4-FFF2-40B4-BE49-F238E27FC236}">
                      <a16:creationId xmlns:a16="http://schemas.microsoft.com/office/drawing/2014/main" id="{AB43D3E3-40EB-FAF2-6805-4569E52FF9B4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9511742" y="5894261"/>
                  <a:ext cx="172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551" name="Tinta 550">
                  <a:extLst>
                    <a:ext uri="{FF2B5EF4-FFF2-40B4-BE49-F238E27FC236}">
                      <a16:creationId xmlns:a16="http://schemas.microsoft.com/office/drawing/2014/main" id="{8A47C8C2-3E60-2514-9AA1-51ABFB8F56E3}"/>
                    </a:ext>
                  </a:extLst>
                </p14:cNvPr>
                <p14:cNvContentPartPr/>
                <p14:nvPr/>
              </p14:nvContentPartPr>
              <p14:xfrm>
                <a:off x="9549542" y="6051941"/>
                <a:ext cx="186480" cy="19440"/>
              </p14:xfrm>
            </p:contentPart>
          </mc:Choice>
          <mc:Fallback>
            <p:pic>
              <p:nvPicPr>
                <p:cNvPr id="551" name="Tinta 550">
                  <a:extLst>
                    <a:ext uri="{FF2B5EF4-FFF2-40B4-BE49-F238E27FC236}">
                      <a16:creationId xmlns:a16="http://schemas.microsoft.com/office/drawing/2014/main" id="{8A47C8C2-3E60-2514-9AA1-51ABFB8F56E3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9531542" y="6033941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552" name="Tinta 551">
                  <a:extLst>
                    <a:ext uri="{FF2B5EF4-FFF2-40B4-BE49-F238E27FC236}">
                      <a16:creationId xmlns:a16="http://schemas.microsoft.com/office/drawing/2014/main" id="{DFFDC0D4-8BB9-2EAA-16BF-02F1DD6544F1}"/>
                    </a:ext>
                  </a:extLst>
                </p14:cNvPr>
                <p14:cNvContentPartPr/>
                <p14:nvPr/>
              </p14:nvContentPartPr>
              <p14:xfrm>
                <a:off x="9563222" y="6236261"/>
                <a:ext cx="305640" cy="24840"/>
              </p14:xfrm>
            </p:contentPart>
          </mc:Choice>
          <mc:Fallback>
            <p:pic>
              <p:nvPicPr>
                <p:cNvPr id="552" name="Tinta 551">
                  <a:extLst>
                    <a:ext uri="{FF2B5EF4-FFF2-40B4-BE49-F238E27FC236}">
                      <a16:creationId xmlns:a16="http://schemas.microsoft.com/office/drawing/2014/main" id="{DFFDC0D4-8BB9-2EAA-16BF-02F1DD6544F1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9545222" y="6218621"/>
                  <a:ext cx="341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553" name="Tinta 552">
                  <a:extLst>
                    <a:ext uri="{FF2B5EF4-FFF2-40B4-BE49-F238E27FC236}">
                      <a16:creationId xmlns:a16="http://schemas.microsoft.com/office/drawing/2014/main" id="{A2AB7A06-E1C6-B980-CC97-303217E0E22C}"/>
                    </a:ext>
                  </a:extLst>
                </p14:cNvPr>
                <p14:cNvContentPartPr/>
                <p14:nvPr/>
              </p14:nvContentPartPr>
              <p14:xfrm>
                <a:off x="9616502" y="6385661"/>
                <a:ext cx="161280" cy="251280"/>
              </p14:xfrm>
            </p:contentPart>
          </mc:Choice>
          <mc:Fallback>
            <p:pic>
              <p:nvPicPr>
                <p:cNvPr id="553" name="Tinta 552">
                  <a:extLst>
                    <a:ext uri="{FF2B5EF4-FFF2-40B4-BE49-F238E27FC236}">
                      <a16:creationId xmlns:a16="http://schemas.microsoft.com/office/drawing/2014/main" id="{A2AB7A06-E1C6-B980-CC97-303217E0E22C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9598502" y="6367661"/>
                  <a:ext cx="196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554" name="Tinta 553">
                  <a:extLst>
                    <a:ext uri="{FF2B5EF4-FFF2-40B4-BE49-F238E27FC236}">
                      <a16:creationId xmlns:a16="http://schemas.microsoft.com/office/drawing/2014/main" id="{E5E20AD8-7162-116F-C8E3-4B34089464DA}"/>
                    </a:ext>
                  </a:extLst>
                </p14:cNvPr>
                <p14:cNvContentPartPr/>
                <p14:nvPr/>
              </p14:nvContentPartPr>
              <p14:xfrm>
                <a:off x="9597782" y="6441821"/>
                <a:ext cx="211320" cy="147960"/>
              </p14:xfrm>
            </p:contentPart>
          </mc:Choice>
          <mc:Fallback>
            <p:pic>
              <p:nvPicPr>
                <p:cNvPr id="554" name="Tinta 553">
                  <a:extLst>
                    <a:ext uri="{FF2B5EF4-FFF2-40B4-BE49-F238E27FC236}">
                      <a16:creationId xmlns:a16="http://schemas.microsoft.com/office/drawing/2014/main" id="{E5E20AD8-7162-116F-C8E3-4B34089464DA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9580142" y="6424181"/>
                  <a:ext cx="24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557" name="Tinta 556">
                  <a:extLst>
                    <a:ext uri="{FF2B5EF4-FFF2-40B4-BE49-F238E27FC236}">
                      <a16:creationId xmlns:a16="http://schemas.microsoft.com/office/drawing/2014/main" id="{66B57EAB-8FF8-0758-F1BA-48053A585BA5}"/>
                    </a:ext>
                  </a:extLst>
                </p14:cNvPr>
                <p14:cNvContentPartPr/>
                <p14:nvPr/>
              </p14:nvContentPartPr>
              <p14:xfrm>
                <a:off x="10077302" y="6063821"/>
                <a:ext cx="24120" cy="209520"/>
              </p14:xfrm>
            </p:contentPart>
          </mc:Choice>
          <mc:Fallback>
            <p:pic>
              <p:nvPicPr>
                <p:cNvPr id="557" name="Tinta 556">
                  <a:extLst>
                    <a:ext uri="{FF2B5EF4-FFF2-40B4-BE49-F238E27FC236}">
                      <a16:creationId xmlns:a16="http://schemas.microsoft.com/office/drawing/2014/main" id="{66B57EAB-8FF8-0758-F1BA-48053A585BA5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10059302" y="6046181"/>
                  <a:ext cx="59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558" name="Tinta 557">
                  <a:extLst>
                    <a:ext uri="{FF2B5EF4-FFF2-40B4-BE49-F238E27FC236}">
                      <a16:creationId xmlns:a16="http://schemas.microsoft.com/office/drawing/2014/main" id="{A8A668C8-880B-0A88-BC6C-0EA3567FB4ED}"/>
                    </a:ext>
                  </a:extLst>
                </p14:cNvPr>
                <p14:cNvContentPartPr/>
                <p14:nvPr/>
              </p14:nvContentPartPr>
              <p14:xfrm>
                <a:off x="10017542" y="6141221"/>
                <a:ext cx="164160" cy="24840"/>
              </p14:xfrm>
            </p:contentPart>
          </mc:Choice>
          <mc:Fallback>
            <p:pic>
              <p:nvPicPr>
                <p:cNvPr id="558" name="Tinta 557">
                  <a:extLst>
                    <a:ext uri="{FF2B5EF4-FFF2-40B4-BE49-F238E27FC236}">
                      <a16:creationId xmlns:a16="http://schemas.microsoft.com/office/drawing/2014/main" id="{A8A668C8-880B-0A88-BC6C-0EA3567FB4ED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9999902" y="6123581"/>
                  <a:ext cx="199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560" name="Tinta 559">
                  <a:extLst>
                    <a:ext uri="{FF2B5EF4-FFF2-40B4-BE49-F238E27FC236}">
                      <a16:creationId xmlns:a16="http://schemas.microsoft.com/office/drawing/2014/main" id="{17382FF5-21E6-B1B7-A213-D9F29D8F6795}"/>
                    </a:ext>
                  </a:extLst>
                </p14:cNvPr>
                <p14:cNvContentPartPr/>
                <p14:nvPr/>
              </p14:nvContentPartPr>
              <p14:xfrm>
                <a:off x="10418582" y="5929901"/>
                <a:ext cx="97200" cy="7200"/>
              </p14:xfrm>
            </p:contentPart>
          </mc:Choice>
          <mc:Fallback>
            <p:pic>
              <p:nvPicPr>
                <p:cNvPr id="560" name="Tinta 559">
                  <a:extLst>
                    <a:ext uri="{FF2B5EF4-FFF2-40B4-BE49-F238E27FC236}">
                      <a16:creationId xmlns:a16="http://schemas.microsoft.com/office/drawing/2014/main" id="{17382FF5-21E6-B1B7-A213-D9F29D8F6795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10400942" y="5912261"/>
                  <a:ext cx="132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561" name="Tinta 560">
                  <a:extLst>
                    <a:ext uri="{FF2B5EF4-FFF2-40B4-BE49-F238E27FC236}">
                      <a16:creationId xmlns:a16="http://schemas.microsoft.com/office/drawing/2014/main" id="{8D4AC605-FF44-D4A7-E3C5-5E5D771FBE40}"/>
                    </a:ext>
                  </a:extLst>
                </p14:cNvPr>
                <p14:cNvContentPartPr/>
                <p14:nvPr/>
              </p14:nvContentPartPr>
              <p14:xfrm>
                <a:off x="10376462" y="5973821"/>
                <a:ext cx="158400" cy="262440"/>
              </p14:xfrm>
            </p:contentPart>
          </mc:Choice>
          <mc:Fallback>
            <p:pic>
              <p:nvPicPr>
                <p:cNvPr id="561" name="Tinta 560">
                  <a:extLst>
                    <a:ext uri="{FF2B5EF4-FFF2-40B4-BE49-F238E27FC236}">
                      <a16:creationId xmlns:a16="http://schemas.microsoft.com/office/drawing/2014/main" id="{8D4AC605-FF44-D4A7-E3C5-5E5D771FBE40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10358462" y="5955821"/>
                  <a:ext cx="1940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562" name="Tinta 561">
                  <a:extLst>
                    <a:ext uri="{FF2B5EF4-FFF2-40B4-BE49-F238E27FC236}">
                      <a16:creationId xmlns:a16="http://schemas.microsoft.com/office/drawing/2014/main" id="{0DEF97C0-034C-BDCD-0A15-BF16A3445EA8}"/>
                    </a:ext>
                  </a:extLst>
                </p14:cNvPr>
                <p14:cNvContentPartPr/>
                <p14:nvPr/>
              </p14:nvContentPartPr>
              <p14:xfrm>
                <a:off x="10622342" y="5932061"/>
                <a:ext cx="151920" cy="306720"/>
              </p14:xfrm>
            </p:contentPart>
          </mc:Choice>
          <mc:Fallback>
            <p:pic>
              <p:nvPicPr>
                <p:cNvPr id="562" name="Tinta 561">
                  <a:extLst>
                    <a:ext uri="{FF2B5EF4-FFF2-40B4-BE49-F238E27FC236}">
                      <a16:creationId xmlns:a16="http://schemas.microsoft.com/office/drawing/2014/main" id="{0DEF97C0-034C-BDCD-0A15-BF16A3445EA8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10604702" y="5914061"/>
                  <a:ext cx="187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563" name="Tinta 562">
                  <a:extLst>
                    <a:ext uri="{FF2B5EF4-FFF2-40B4-BE49-F238E27FC236}">
                      <a16:creationId xmlns:a16="http://schemas.microsoft.com/office/drawing/2014/main" id="{C2B2AA8C-FE52-06C1-8045-5ACB653C6C21}"/>
                    </a:ext>
                  </a:extLst>
                </p14:cNvPr>
                <p14:cNvContentPartPr/>
                <p14:nvPr/>
              </p14:nvContentPartPr>
              <p14:xfrm>
                <a:off x="10801262" y="6121061"/>
                <a:ext cx="140760" cy="156960"/>
              </p14:xfrm>
            </p:contentPart>
          </mc:Choice>
          <mc:Fallback>
            <p:pic>
              <p:nvPicPr>
                <p:cNvPr id="563" name="Tinta 562">
                  <a:extLst>
                    <a:ext uri="{FF2B5EF4-FFF2-40B4-BE49-F238E27FC236}">
                      <a16:creationId xmlns:a16="http://schemas.microsoft.com/office/drawing/2014/main" id="{C2B2AA8C-FE52-06C1-8045-5ACB653C6C21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10783262" y="6103421"/>
                  <a:ext cx="176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564" name="Tinta 563">
                  <a:extLst>
                    <a:ext uri="{FF2B5EF4-FFF2-40B4-BE49-F238E27FC236}">
                      <a16:creationId xmlns:a16="http://schemas.microsoft.com/office/drawing/2014/main" id="{DF934577-C27D-CAB1-59EE-09AE9C422EF1}"/>
                    </a:ext>
                  </a:extLst>
                </p14:cNvPr>
                <p14:cNvContentPartPr/>
                <p14:nvPr/>
              </p14:nvContentPartPr>
              <p14:xfrm>
                <a:off x="11012222" y="5964821"/>
                <a:ext cx="46440" cy="288720"/>
              </p14:xfrm>
            </p:contentPart>
          </mc:Choice>
          <mc:Fallback>
            <p:pic>
              <p:nvPicPr>
                <p:cNvPr id="564" name="Tinta 563">
                  <a:extLst>
                    <a:ext uri="{FF2B5EF4-FFF2-40B4-BE49-F238E27FC236}">
                      <a16:creationId xmlns:a16="http://schemas.microsoft.com/office/drawing/2014/main" id="{DF934577-C27D-CAB1-59EE-09AE9C422EF1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10994582" y="5946821"/>
                  <a:ext cx="820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565" name="Tinta 564">
                  <a:extLst>
                    <a:ext uri="{FF2B5EF4-FFF2-40B4-BE49-F238E27FC236}">
                      <a16:creationId xmlns:a16="http://schemas.microsoft.com/office/drawing/2014/main" id="{C03BA596-B50E-242C-3450-FFE9228D7D03}"/>
                    </a:ext>
                  </a:extLst>
                </p14:cNvPr>
                <p14:cNvContentPartPr/>
                <p14:nvPr/>
              </p14:nvContentPartPr>
              <p14:xfrm>
                <a:off x="11149022" y="6051941"/>
                <a:ext cx="115920" cy="183600"/>
              </p14:xfrm>
            </p:contentPart>
          </mc:Choice>
          <mc:Fallback>
            <p:pic>
              <p:nvPicPr>
                <p:cNvPr id="565" name="Tinta 564">
                  <a:extLst>
                    <a:ext uri="{FF2B5EF4-FFF2-40B4-BE49-F238E27FC236}">
                      <a16:creationId xmlns:a16="http://schemas.microsoft.com/office/drawing/2014/main" id="{C03BA596-B50E-242C-3450-FFE9228D7D03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11131022" y="6033941"/>
                  <a:ext cx="151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566" name="Tinta 565">
                  <a:extLst>
                    <a:ext uri="{FF2B5EF4-FFF2-40B4-BE49-F238E27FC236}">
                      <a16:creationId xmlns:a16="http://schemas.microsoft.com/office/drawing/2014/main" id="{709ADCBC-1A02-CBE3-4CAB-F6932EFFE480}"/>
                    </a:ext>
                  </a:extLst>
                </p14:cNvPr>
                <p14:cNvContentPartPr/>
                <p14:nvPr/>
              </p14:nvContentPartPr>
              <p14:xfrm>
                <a:off x="11168822" y="6058421"/>
                <a:ext cx="105840" cy="160200"/>
              </p14:xfrm>
            </p:contentPart>
          </mc:Choice>
          <mc:Fallback>
            <p:pic>
              <p:nvPicPr>
                <p:cNvPr id="566" name="Tinta 565">
                  <a:extLst>
                    <a:ext uri="{FF2B5EF4-FFF2-40B4-BE49-F238E27FC236}">
                      <a16:creationId xmlns:a16="http://schemas.microsoft.com/office/drawing/2014/main" id="{709ADCBC-1A02-CBE3-4CAB-F6932EFFE480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11151182" y="6040781"/>
                  <a:ext cx="141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567" name="Tinta 566">
                  <a:extLst>
                    <a:ext uri="{FF2B5EF4-FFF2-40B4-BE49-F238E27FC236}">
                      <a16:creationId xmlns:a16="http://schemas.microsoft.com/office/drawing/2014/main" id="{C8DFAB93-8C58-645A-FC6E-446DE0E5F95B}"/>
                    </a:ext>
                  </a:extLst>
                </p14:cNvPr>
                <p14:cNvContentPartPr/>
                <p14:nvPr/>
              </p14:nvContentPartPr>
              <p14:xfrm>
                <a:off x="11322182" y="5910821"/>
                <a:ext cx="42120" cy="339480"/>
              </p14:xfrm>
            </p:contentPart>
          </mc:Choice>
          <mc:Fallback>
            <p:pic>
              <p:nvPicPr>
                <p:cNvPr id="567" name="Tinta 566">
                  <a:extLst>
                    <a:ext uri="{FF2B5EF4-FFF2-40B4-BE49-F238E27FC236}">
                      <a16:creationId xmlns:a16="http://schemas.microsoft.com/office/drawing/2014/main" id="{C8DFAB93-8C58-645A-FC6E-446DE0E5F95B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1304182" y="5893181"/>
                  <a:ext cx="777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568" name="Tinta 567">
                  <a:extLst>
                    <a:ext uri="{FF2B5EF4-FFF2-40B4-BE49-F238E27FC236}">
                      <a16:creationId xmlns:a16="http://schemas.microsoft.com/office/drawing/2014/main" id="{DC3C9A83-8446-9454-E641-133FEF58523D}"/>
                    </a:ext>
                  </a:extLst>
                </p14:cNvPr>
                <p14:cNvContentPartPr/>
                <p14:nvPr/>
              </p14:nvContentPartPr>
              <p14:xfrm>
                <a:off x="11532782" y="6010181"/>
                <a:ext cx="10440" cy="246600"/>
              </p14:xfrm>
            </p:contentPart>
          </mc:Choice>
          <mc:Fallback>
            <p:pic>
              <p:nvPicPr>
                <p:cNvPr id="568" name="Tinta 567">
                  <a:extLst>
                    <a:ext uri="{FF2B5EF4-FFF2-40B4-BE49-F238E27FC236}">
                      <a16:creationId xmlns:a16="http://schemas.microsoft.com/office/drawing/2014/main" id="{DC3C9A83-8446-9454-E641-133FEF58523D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11514782" y="5992181"/>
                  <a:ext cx="46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569" name="Tinta 568">
                  <a:extLst>
                    <a:ext uri="{FF2B5EF4-FFF2-40B4-BE49-F238E27FC236}">
                      <a16:creationId xmlns:a16="http://schemas.microsoft.com/office/drawing/2014/main" id="{E9E63C25-5AC7-2571-B99E-CDA7022FF5A8}"/>
                    </a:ext>
                  </a:extLst>
                </p14:cNvPr>
                <p14:cNvContentPartPr/>
                <p14:nvPr/>
              </p14:nvContentPartPr>
              <p14:xfrm>
                <a:off x="11460782" y="6110981"/>
                <a:ext cx="196560" cy="13680"/>
              </p14:xfrm>
            </p:contentPart>
          </mc:Choice>
          <mc:Fallback>
            <p:pic>
              <p:nvPicPr>
                <p:cNvPr id="569" name="Tinta 568">
                  <a:extLst>
                    <a:ext uri="{FF2B5EF4-FFF2-40B4-BE49-F238E27FC236}">
                      <a16:creationId xmlns:a16="http://schemas.microsoft.com/office/drawing/2014/main" id="{E9E63C25-5AC7-2571-B99E-CDA7022FF5A8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1442782" y="6093341"/>
                  <a:ext cx="232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570" name="Tinta 569">
                  <a:extLst>
                    <a:ext uri="{FF2B5EF4-FFF2-40B4-BE49-F238E27FC236}">
                      <a16:creationId xmlns:a16="http://schemas.microsoft.com/office/drawing/2014/main" id="{1B81C895-9FE3-0A47-6295-3EFF50C93549}"/>
                    </a:ext>
                  </a:extLst>
                </p14:cNvPr>
                <p14:cNvContentPartPr/>
                <p14:nvPr/>
              </p14:nvContentPartPr>
              <p14:xfrm>
                <a:off x="11843822" y="6001901"/>
                <a:ext cx="239400" cy="184680"/>
              </p14:xfrm>
            </p:contentPart>
          </mc:Choice>
          <mc:Fallback>
            <p:pic>
              <p:nvPicPr>
                <p:cNvPr id="570" name="Tinta 569">
                  <a:extLst>
                    <a:ext uri="{FF2B5EF4-FFF2-40B4-BE49-F238E27FC236}">
                      <a16:creationId xmlns:a16="http://schemas.microsoft.com/office/drawing/2014/main" id="{1B81C895-9FE3-0A47-6295-3EFF50C93549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11825822" y="5983901"/>
                  <a:ext cx="275040" cy="2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5">
            <p14:nvContentPartPr>
              <p14:cNvPr id="572" name="Tinta 571">
                <a:extLst>
                  <a:ext uri="{FF2B5EF4-FFF2-40B4-BE49-F238E27FC236}">
                    <a16:creationId xmlns:a16="http://schemas.microsoft.com/office/drawing/2014/main" id="{ED54003C-2582-A56B-DCB6-4B492F9046FD}"/>
                  </a:ext>
                </a:extLst>
              </p14:cNvPr>
              <p14:cNvContentPartPr/>
              <p14:nvPr/>
            </p14:nvContentPartPr>
            <p14:xfrm>
              <a:off x="7735502" y="5590421"/>
              <a:ext cx="4560480" cy="1177920"/>
            </p14:xfrm>
          </p:contentPart>
        </mc:Choice>
        <mc:Fallback>
          <p:pic>
            <p:nvPicPr>
              <p:cNvPr id="572" name="Tinta 571">
                <a:extLst>
                  <a:ext uri="{FF2B5EF4-FFF2-40B4-BE49-F238E27FC236}">
                    <a16:creationId xmlns:a16="http://schemas.microsoft.com/office/drawing/2014/main" id="{ED54003C-2582-A56B-DCB6-4B492F9046FD}"/>
                  </a:ext>
                </a:extLst>
              </p:cNvPr>
              <p:cNvPicPr/>
              <p:nvPr/>
            </p:nvPicPr>
            <p:blipFill>
              <a:blip r:embed="rId756"/>
              <a:stretch>
                <a:fillRect/>
              </a:stretch>
            </p:blipFill>
            <p:spPr>
              <a:xfrm>
                <a:off x="7717862" y="5572421"/>
                <a:ext cx="4596120" cy="12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7">
            <p14:nvContentPartPr>
              <p14:cNvPr id="573" name="Tinta 572">
                <a:extLst>
                  <a:ext uri="{FF2B5EF4-FFF2-40B4-BE49-F238E27FC236}">
                    <a16:creationId xmlns:a16="http://schemas.microsoft.com/office/drawing/2014/main" id="{E251252A-6AF6-E04C-F749-3AB280D0D90C}"/>
                  </a:ext>
                </a:extLst>
              </p14:cNvPr>
              <p14:cNvContentPartPr/>
              <p14:nvPr/>
            </p14:nvContentPartPr>
            <p14:xfrm>
              <a:off x="7831262" y="6721181"/>
              <a:ext cx="4416120" cy="63720"/>
            </p14:xfrm>
          </p:contentPart>
        </mc:Choice>
        <mc:Fallback>
          <p:pic>
            <p:nvPicPr>
              <p:cNvPr id="573" name="Tinta 572">
                <a:extLst>
                  <a:ext uri="{FF2B5EF4-FFF2-40B4-BE49-F238E27FC236}">
                    <a16:creationId xmlns:a16="http://schemas.microsoft.com/office/drawing/2014/main" id="{E251252A-6AF6-E04C-F749-3AB280D0D90C}"/>
                  </a:ext>
                </a:extLst>
              </p:cNvPr>
              <p:cNvPicPr/>
              <p:nvPr/>
            </p:nvPicPr>
            <p:blipFill>
              <a:blip r:embed="rId758"/>
              <a:stretch>
                <a:fillRect/>
              </a:stretch>
            </p:blipFill>
            <p:spPr>
              <a:xfrm>
                <a:off x="7813262" y="6703541"/>
                <a:ext cx="44517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9">
            <p14:nvContentPartPr>
              <p14:cNvPr id="574" name="Tinta 573">
                <a:extLst>
                  <a:ext uri="{FF2B5EF4-FFF2-40B4-BE49-F238E27FC236}">
                    <a16:creationId xmlns:a16="http://schemas.microsoft.com/office/drawing/2014/main" id="{1A4C1664-E60E-2675-CD6C-0D108B268B9C}"/>
                  </a:ext>
                </a:extLst>
              </p14:cNvPr>
              <p14:cNvContentPartPr/>
              <p14:nvPr/>
            </p14:nvContentPartPr>
            <p14:xfrm>
              <a:off x="6692942" y="6799661"/>
              <a:ext cx="367920" cy="133560"/>
            </p14:xfrm>
          </p:contentPart>
        </mc:Choice>
        <mc:Fallback>
          <p:pic>
            <p:nvPicPr>
              <p:cNvPr id="574" name="Tinta 573">
                <a:extLst>
                  <a:ext uri="{FF2B5EF4-FFF2-40B4-BE49-F238E27FC236}">
                    <a16:creationId xmlns:a16="http://schemas.microsoft.com/office/drawing/2014/main" id="{1A4C1664-E60E-2675-CD6C-0D108B268B9C}"/>
                  </a:ext>
                </a:extLst>
              </p:cNvPr>
              <p:cNvPicPr/>
              <p:nvPr/>
            </p:nvPicPr>
            <p:blipFill>
              <a:blip r:embed="rId760"/>
              <a:stretch>
                <a:fillRect/>
              </a:stretch>
            </p:blipFill>
            <p:spPr>
              <a:xfrm>
                <a:off x="6675302" y="6782021"/>
                <a:ext cx="4035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1">
            <p14:nvContentPartPr>
              <p14:cNvPr id="575" name="Tinta 574">
                <a:extLst>
                  <a:ext uri="{FF2B5EF4-FFF2-40B4-BE49-F238E27FC236}">
                    <a16:creationId xmlns:a16="http://schemas.microsoft.com/office/drawing/2014/main" id="{7BFB2D33-9A4E-9267-3DDA-92F924D0E1DE}"/>
                  </a:ext>
                </a:extLst>
              </p14:cNvPr>
              <p14:cNvContentPartPr/>
              <p14:nvPr/>
            </p14:nvContentPartPr>
            <p14:xfrm>
              <a:off x="12452942" y="6768430"/>
              <a:ext cx="355680" cy="138240"/>
            </p14:xfrm>
          </p:contentPart>
        </mc:Choice>
        <mc:Fallback>
          <p:pic>
            <p:nvPicPr>
              <p:cNvPr id="575" name="Tinta 574">
                <a:extLst>
                  <a:ext uri="{FF2B5EF4-FFF2-40B4-BE49-F238E27FC236}">
                    <a16:creationId xmlns:a16="http://schemas.microsoft.com/office/drawing/2014/main" id="{7BFB2D33-9A4E-9267-3DDA-92F924D0E1DE}"/>
                  </a:ext>
                </a:extLst>
              </p:cNvPr>
              <p:cNvPicPr/>
              <p:nvPr/>
            </p:nvPicPr>
            <p:blipFill>
              <a:blip r:embed="rId762"/>
              <a:stretch>
                <a:fillRect/>
              </a:stretch>
            </p:blipFill>
            <p:spPr>
              <a:xfrm>
                <a:off x="12434942" y="6750790"/>
                <a:ext cx="39132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6" name="Agrupar 585">
            <a:extLst>
              <a:ext uri="{FF2B5EF4-FFF2-40B4-BE49-F238E27FC236}">
                <a16:creationId xmlns:a16="http://schemas.microsoft.com/office/drawing/2014/main" id="{FE144E73-3829-6385-AF03-A2C4FED2B6DE}"/>
              </a:ext>
            </a:extLst>
          </p:cNvPr>
          <p:cNvGrpSpPr/>
          <p:nvPr/>
        </p:nvGrpSpPr>
        <p:grpSpPr>
          <a:xfrm>
            <a:off x="8114222" y="5089030"/>
            <a:ext cx="2579040" cy="496800"/>
            <a:chOff x="8114222" y="5089030"/>
            <a:chExt cx="2579040" cy="4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576" name="Tinta 575">
                  <a:extLst>
                    <a:ext uri="{FF2B5EF4-FFF2-40B4-BE49-F238E27FC236}">
                      <a16:creationId xmlns:a16="http://schemas.microsoft.com/office/drawing/2014/main" id="{390076DB-51FC-4B70-B322-691BEB73724F}"/>
                    </a:ext>
                  </a:extLst>
                </p14:cNvPr>
                <p14:cNvContentPartPr/>
                <p14:nvPr/>
              </p14:nvContentPartPr>
              <p14:xfrm>
                <a:off x="8114222" y="5427430"/>
                <a:ext cx="150120" cy="148320"/>
              </p14:xfrm>
            </p:contentPart>
          </mc:Choice>
          <mc:Fallback>
            <p:pic>
              <p:nvPicPr>
                <p:cNvPr id="576" name="Tinta 575">
                  <a:extLst>
                    <a:ext uri="{FF2B5EF4-FFF2-40B4-BE49-F238E27FC236}">
                      <a16:creationId xmlns:a16="http://schemas.microsoft.com/office/drawing/2014/main" id="{390076DB-51FC-4B70-B322-691BEB73724F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8096222" y="5409430"/>
                  <a:ext cx="185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577" name="Tinta 576">
                  <a:extLst>
                    <a:ext uri="{FF2B5EF4-FFF2-40B4-BE49-F238E27FC236}">
                      <a16:creationId xmlns:a16="http://schemas.microsoft.com/office/drawing/2014/main" id="{43174B30-F815-B741-998A-A6F8E5505DF1}"/>
                    </a:ext>
                  </a:extLst>
                </p14:cNvPr>
                <p14:cNvContentPartPr/>
                <p14:nvPr/>
              </p14:nvContentPartPr>
              <p14:xfrm>
                <a:off x="8324822" y="5465590"/>
                <a:ext cx="143280" cy="120240"/>
              </p14:xfrm>
            </p:contentPart>
          </mc:Choice>
          <mc:Fallback>
            <p:pic>
              <p:nvPicPr>
                <p:cNvPr id="577" name="Tinta 576">
                  <a:extLst>
                    <a:ext uri="{FF2B5EF4-FFF2-40B4-BE49-F238E27FC236}">
                      <a16:creationId xmlns:a16="http://schemas.microsoft.com/office/drawing/2014/main" id="{43174B30-F815-B741-998A-A6F8E5505DF1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8307182" y="5447590"/>
                  <a:ext cx="178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578" name="Tinta 577">
                  <a:extLst>
                    <a:ext uri="{FF2B5EF4-FFF2-40B4-BE49-F238E27FC236}">
                      <a16:creationId xmlns:a16="http://schemas.microsoft.com/office/drawing/2014/main" id="{62C57775-3340-EBDA-58BD-599F4861FC43}"/>
                    </a:ext>
                  </a:extLst>
                </p14:cNvPr>
                <p14:cNvContentPartPr/>
                <p14:nvPr/>
              </p14:nvContentPartPr>
              <p14:xfrm>
                <a:off x="8564582" y="5278750"/>
                <a:ext cx="30240" cy="232920"/>
              </p14:xfrm>
            </p:contentPart>
          </mc:Choice>
          <mc:Fallback>
            <p:pic>
              <p:nvPicPr>
                <p:cNvPr id="578" name="Tinta 577">
                  <a:extLst>
                    <a:ext uri="{FF2B5EF4-FFF2-40B4-BE49-F238E27FC236}">
                      <a16:creationId xmlns:a16="http://schemas.microsoft.com/office/drawing/2014/main" id="{62C57775-3340-EBDA-58BD-599F4861FC4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546942" y="5260750"/>
                  <a:ext cx="658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579" name="Tinta 578">
                  <a:extLst>
                    <a:ext uri="{FF2B5EF4-FFF2-40B4-BE49-F238E27FC236}">
                      <a16:creationId xmlns:a16="http://schemas.microsoft.com/office/drawing/2014/main" id="{2B66FF6F-8EA5-EF31-A5F6-5EEC230FB7DA}"/>
                    </a:ext>
                  </a:extLst>
                </p14:cNvPr>
                <p14:cNvContentPartPr/>
                <p14:nvPr/>
              </p14:nvContentPartPr>
              <p14:xfrm>
                <a:off x="8451542" y="5271910"/>
                <a:ext cx="225000" cy="264240"/>
              </p14:xfrm>
            </p:contentPart>
          </mc:Choice>
          <mc:Fallback>
            <p:pic>
              <p:nvPicPr>
                <p:cNvPr id="579" name="Tinta 578">
                  <a:extLst>
                    <a:ext uri="{FF2B5EF4-FFF2-40B4-BE49-F238E27FC236}">
                      <a16:creationId xmlns:a16="http://schemas.microsoft.com/office/drawing/2014/main" id="{2B66FF6F-8EA5-EF31-A5F6-5EEC230FB7DA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433902" y="5254270"/>
                  <a:ext cx="2606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580" name="Tinta 579">
                  <a:extLst>
                    <a:ext uri="{FF2B5EF4-FFF2-40B4-BE49-F238E27FC236}">
                      <a16:creationId xmlns:a16="http://schemas.microsoft.com/office/drawing/2014/main" id="{8CE09190-5ECD-B327-A3E0-61501BA716A5}"/>
                    </a:ext>
                  </a:extLst>
                </p14:cNvPr>
                <p14:cNvContentPartPr/>
                <p14:nvPr/>
              </p14:nvContentPartPr>
              <p14:xfrm>
                <a:off x="8682662" y="5359030"/>
                <a:ext cx="360" cy="360"/>
              </p14:xfrm>
            </p:contentPart>
          </mc:Choice>
          <mc:Fallback>
            <p:pic>
              <p:nvPicPr>
                <p:cNvPr id="580" name="Tinta 579">
                  <a:extLst>
                    <a:ext uri="{FF2B5EF4-FFF2-40B4-BE49-F238E27FC236}">
                      <a16:creationId xmlns:a16="http://schemas.microsoft.com/office/drawing/2014/main" id="{8CE09190-5ECD-B327-A3E0-61501BA716A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664662" y="53413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581" name="Tinta 580">
                  <a:extLst>
                    <a:ext uri="{FF2B5EF4-FFF2-40B4-BE49-F238E27FC236}">
                      <a16:creationId xmlns:a16="http://schemas.microsoft.com/office/drawing/2014/main" id="{811845A1-77EE-A45A-A638-2B41848F953D}"/>
                    </a:ext>
                  </a:extLst>
                </p14:cNvPr>
                <p14:cNvContentPartPr/>
                <p14:nvPr/>
              </p14:nvContentPartPr>
              <p14:xfrm>
                <a:off x="8796782" y="5436430"/>
                <a:ext cx="103320" cy="360"/>
              </p14:xfrm>
            </p:contentPart>
          </mc:Choice>
          <mc:Fallback>
            <p:pic>
              <p:nvPicPr>
                <p:cNvPr id="581" name="Tinta 580">
                  <a:extLst>
                    <a:ext uri="{FF2B5EF4-FFF2-40B4-BE49-F238E27FC236}">
                      <a16:creationId xmlns:a16="http://schemas.microsoft.com/office/drawing/2014/main" id="{811845A1-77EE-A45A-A638-2B41848F953D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779142" y="5418430"/>
                  <a:ext cx="138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582" name="Tinta 581">
                  <a:extLst>
                    <a:ext uri="{FF2B5EF4-FFF2-40B4-BE49-F238E27FC236}">
                      <a16:creationId xmlns:a16="http://schemas.microsoft.com/office/drawing/2014/main" id="{5D0F64AC-0AE3-C9DF-18B0-D408839040CD}"/>
                    </a:ext>
                  </a:extLst>
                </p14:cNvPr>
                <p14:cNvContentPartPr/>
                <p14:nvPr/>
              </p14:nvContentPartPr>
              <p14:xfrm>
                <a:off x="9013862" y="5130070"/>
                <a:ext cx="703440" cy="374040"/>
              </p14:xfrm>
            </p:contentPart>
          </mc:Choice>
          <mc:Fallback>
            <p:pic>
              <p:nvPicPr>
                <p:cNvPr id="582" name="Tinta 581">
                  <a:extLst>
                    <a:ext uri="{FF2B5EF4-FFF2-40B4-BE49-F238E27FC236}">
                      <a16:creationId xmlns:a16="http://schemas.microsoft.com/office/drawing/2014/main" id="{5D0F64AC-0AE3-C9DF-18B0-D408839040CD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996222" y="5112070"/>
                  <a:ext cx="739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583" name="Tinta 582">
                  <a:extLst>
                    <a:ext uri="{FF2B5EF4-FFF2-40B4-BE49-F238E27FC236}">
                      <a16:creationId xmlns:a16="http://schemas.microsoft.com/office/drawing/2014/main" id="{F0C6A173-7039-08D0-E8F5-91D785412C9F}"/>
                    </a:ext>
                  </a:extLst>
                </p14:cNvPr>
                <p14:cNvContentPartPr/>
                <p14:nvPr/>
              </p14:nvContentPartPr>
              <p14:xfrm>
                <a:off x="9836462" y="5314390"/>
                <a:ext cx="314640" cy="209880"/>
              </p14:xfrm>
            </p:contentPart>
          </mc:Choice>
          <mc:Fallback>
            <p:pic>
              <p:nvPicPr>
                <p:cNvPr id="583" name="Tinta 582">
                  <a:extLst>
                    <a:ext uri="{FF2B5EF4-FFF2-40B4-BE49-F238E27FC236}">
                      <a16:creationId xmlns:a16="http://schemas.microsoft.com/office/drawing/2014/main" id="{F0C6A173-7039-08D0-E8F5-91D785412C9F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9818462" y="5296750"/>
                  <a:ext cx="350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584" name="Tinta 583">
                  <a:extLst>
                    <a:ext uri="{FF2B5EF4-FFF2-40B4-BE49-F238E27FC236}">
                      <a16:creationId xmlns:a16="http://schemas.microsoft.com/office/drawing/2014/main" id="{470D75CD-93B5-B760-8FF7-B4AE145E6A98}"/>
                    </a:ext>
                  </a:extLst>
                </p14:cNvPr>
                <p14:cNvContentPartPr/>
                <p14:nvPr/>
              </p14:nvContentPartPr>
              <p14:xfrm>
                <a:off x="10193942" y="5089030"/>
                <a:ext cx="231480" cy="402480"/>
              </p14:xfrm>
            </p:contentPart>
          </mc:Choice>
          <mc:Fallback>
            <p:pic>
              <p:nvPicPr>
                <p:cNvPr id="584" name="Tinta 583">
                  <a:extLst>
                    <a:ext uri="{FF2B5EF4-FFF2-40B4-BE49-F238E27FC236}">
                      <a16:creationId xmlns:a16="http://schemas.microsoft.com/office/drawing/2014/main" id="{470D75CD-93B5-B760-8FF7-B4AE145E6A98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10175942" y="5071390"/>
                  <a:ext cx="2671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585" name="Tinta 584">
                  <a:extLst>
                    <a:ext uri="{FF2B5EF4-FFF2-40B4-BE49-F238E27FC236}">
                      <a16:creationId xmlns:a16="http://schemas.microsoft.com/office/drawing/2014/main" id="{6A92045E-968E-D313-8D93-9DF65D850F93}"/>
                    </a:ext>
                  </a:extLst>
                </p14:cNvPr>
                <p14:cNvContentPartPr/>
                <p14:nvPr/>
              </p14:nvContentPartPr>
              <p14:xfrm>
                <a:off x="10395542" y="5333470"/>
                <a:ext cx="297720" cy="158760"/>
              </p14:xfrm>
            </p:contentPart>
          </mc:Choice>
          <mc:Fallback>
            <p:pic>
              <p:nvPicPr>
                <p:cNvPr id="585" name="Tinta 584">
                  <a:extLst>
                    <a:ext uri="{FF2B5EF4-FFF2-40B4-BE49-F238E27FC236}">
                      <a16:creationId xmlns:a16="http://schemas.microsoft.com/office/drawing/2014/main" id="{6A92045E-968E-D313-8D93-9DF65D850F93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0377902" y="5315470"/>
                  <a:ext cx="33336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9" name="Agrupar 588">
            <a:extLst>
              <a:ext uri="{FF2B5EF4-FFF2-40B4-BE49-F238E27FC236}">
                <a16:creationId xmlns:a16="http://schemas.microsoft.com/office/drawing/2014/main" id="{CB8588D5-5BDE-4CDC-0749-20D4709FA5B9}"/>
              </a:ext>
            </a:extLst>
          </p:cNvPr>
          <p:cNvGrpSpPr/>
          <p:nvPr/>
        </p:nvGrpSpPr>
        <p:grpSpPr>
          <a:xfrm>
            <a:off x="12552302" y="3736150"/>
            <a:ext cx="133200" cy="95400"/>
            <a:chOff x="12552302" y="3736150"/>
            <a:chExt cx="13320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587" name="Tinta 586">
                  <a:extLst>
                    <a:ext uri="{FF2B5EF4-FFF2-40B4-BE49-F238E27FC236}">
                      <a16:creationId xmlns:a16="http://schemas.microsoft.com/office/drawing/2014/main" id="{E93D80AF-52F7-3AEC-CA5A-BA2D445B18DA}"/>
                    </a:ext>
                  </a:extLst>
                </p14:cNvPr>
                <p14:cNvContentPartPr/>
                <p14:nvPr/>
              </p14:nvContentPartPr>
              <p14:xfrm>
                <a:off x="12563462" y="3831190"/>
                <a:ext cx="122040" cy="360"/>
              </p14:xfrm>
            </p:contentPart>
          </mc:Choice>
          <mc:Fallback>
            <p:pic>
              <p:nvPicPr>
                <p:cNvPr id="587" name="Tinta 586">
                  <a:extLst>
                    <a:ext uri="{FF2B5EF4-FFF2-40B4-BE49-F238E27FC236}">
                      <a16:creationId xmlns:a16="http://schemas.microsoft.com/office/drawing/2014/main" id="{E93D80AF-52F7-3AEC-CA5A-BA2D445B18DA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2545822" y="3813550"/>
                  <a:ext cx="157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588" name="Tinta 587">
                  <a:extLst>
                    <a:ext uri="{FF2B5EF4-FFF2-40B4-BE49-F238E27FC236}">
                      <a16:creationId xmlns:a16="http://schemas.microsoft.com/office/drawing/2014/main" id="{2AC8E87E-401F-7887-4775-C69CD884061D}"/>
                    </a:ext>
                  </a:extLst>
                </p14:cNvPr>
                <p14:cNvContentPartPr/>
                <p14:nvPr/>
              </p14:nvContentPartPr>
              <p14:xfrm>
                <a:off x="12552302" y="3736150"/>
                <a:ext cx="89640" cy="19440"/>
              </p14:xfrm>
            </p:contentPart>
          </mc:Choice>
          <mc:Fallback>
            <p:pic>
              <p:nvPicPr>
                <p:cNvPr id="588" name="Tinta 587">
                  <a:extLst>
                    <a:ext uri="{FF2B5EF4-FFF2-40B4-BE49-F238E27FC236}">
                      <a16:creationId xmlns:a16="http://schemas.microsoft.com/office/drawing/2014/main" id="{2AC8E87E-401F-7887-4775-C69CD884061D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2534662" y="3718510"/>
                  <a:ext cx="1252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2" name="Agrupar 591">
            <a:extLst>
              <a:ext uri="{FF2B5EF4-FFF2-40B4-BE49-F238E27FC236}">
                <a16:creationId xmlns:a16="http://schemas.microsoft.com/office/drawing/2014/main" id="{F1C205B8-C50C-F22C-2701-7BDAE4C0A59A}"/>
              </a:ext>
            </a:extLst>
          </p:cNvPr>
          <p:cNvGrpSpPr/>
          <p:nvPr/>
        </p:nvGrpSpPr>
        <p:grpSpPr>
          <a:xfrm>
            <a:off x="10498142" y="4545430"/>
            <a:ext cx="136800" cy="92160"/>
            <a:chOff x="10498142" y="4545430"/>
            <a:chExt cx="13680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590" name="Tinta 589">
                  <a:extLst>
                    <a:ext uri="{FF2B5EF4-FFF2-40B4-BE49-F238E27FC236}">
                      <a16:creationId xmlns:a16="http://schemas.microsoft.com/office/drawing/2014/main" id="{A74B0E5D-07C0-7227-398F-5CC2664F2C9A}"/>
                    </a:ext>
                  </a:extLst>
                </p14:cNvPr>
                <p14:cNvContentPartPr/>
                <p14:nvPr/>
              </p14:nvContentPartPr>
              <p14:xfrm>
                <a:off x="10498142" y="4629310"/>
                <a:ext cx="136800" cy="8280"/>
              </p14:xfrm>
            </p:contentPart>
          </mc:Choice>
          <mc:Fallback>
            <p:pic>
              <p:nvPicPr>
                <p:cNvPr id="590" name="Tinta 589">
                  <a:extLst>
                    <a:ext uri="{FF2B5EF4-FFF2-40B4-BE49-F238E27FC236}">
                      <a16:creationId xmlns:a16="http://schemas.microsoft.com/office/drawing/2014/main" id="{A74B0E5D-07C0-7227-398F-5CC2664F2C9A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480502" y="4611670"/>
                  <a:ext cx="172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591" name="Tinta 590">
                  <a:extLst>
                    <a:ext uri="{FF2B5EF4-FFF2-40B4-BE49-F238E27FC236}">
                      <a16:creationId xmlns:a16="http://schemas.microsoft.com/office/drawing/2014/main" id="{7BB221D2-1660-467D-C24D-6765E3023373}"/>
                    </a:ext>
                  </a:extLst>
                </p14:cNvPr>
                <p14:cNvContentPartPr/>
                <p14:nvPr/>
              </p14:nvContentPartPr>
              <p14:xfrm>
                <a:off x="10520462" y="4545430"/>
                <a:ext cx="89640" cy="14760"/>
              </p14:xfrm>
            </p:contentPart>
          </mc:Choice>
          <mc:Fallback>
            <p:pic>
              <p:nvPicPr>
                <p:cNvPr id="591" name="Tinta 590">
                  <a:extLst>
                    <a:ext uri="{FF2B5EF4-FFF2-40B4-BE49-F238E27FC236}">
                      <a16:creationId xmlns:a16="http://schemas.microsoft.com/office/drawing/2014/main" id="{7BB221D2-1660-467D-C24D-6765E3023373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502822" y="4527790"/>
                  <a:ext cx="1252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3" name="Agrupar 602">
            <a:extLst>
              <a:ext uri="{FF2B5EF4-FFF2-40B4-BE49-F238E27FC236}">
                <a16:creationId xmlns:a16="http://schemas.microsoft.com/office/drawing/2014/main" id="{1D10DF42-BF03-B52B-23B8-54AE7D02D85E}"/>
              </a:ext>
            </a:extLst>
          </p:cNvPr>
          <p:cNvGrpSpPr/>
          <p:nvPr/>
        </p:nvGrpSpPr>
        <p:grpSpPr>
          <a:xfrm>
            <a:off x="10802342" y="4400710"/>
            <a:ext cx="738360" cy="592560"/>
            <a:chOff x="10802342" y="4400710"/>
            <a:chExt cx="738360" cy="59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593" name="Tinta 592">
                  <a:extLst>
                    <a:ext uri="{FF2B5EF4-FFF2-40B4-BE49-F238E27FC236}">
                      <a16:creationId xmlns:a16="http://schemas.microsoft.com/office/drawing/2014/main" id="{DC7542C0-7579-C0A9-8298-7E87C267D1DF}"/>
                    </a:ext>
                  </a:extLst>
                </p14:cNvPr>
                <p14:cNvContentPartPr/>
                <p14:nvPr/>
              </p14:nvContentPartPr>
              <p14:xfrm>
                <a:off x="10802342" y="4400710"/>
                <a:ext cx="226440" cy="259560"/>
              </p14:xfrm>
            </p:contentPart>
          </mc:Choice>
          <mc:Fallback>
            <p:pic>
              <p:nvPicPr>
                <p:cNvPr id="593" name="Tinta 592">
                  <a:extLst>
                    <a:ext uri="{FF2B5EF4-FFF2-40B4-BE49-F238E27FC236}">
                      <a16:creationId xmlns:a16="http://schemas.microsoft.com/office/drawing/2014/main" id="{DC7542C0-7579-C0A9-8298-7E87C267D1D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784702" y="4383070"/>
                  <a:ext cx="262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594" name="Tinta 593">
                  <a:extLst>
                    <a:ext uri="{FF2B5EF4-FFF2-40B4-BE49-F238E27FC236}">
                      <a16:creationId xmlns:a16="http://schemas.microsoft.com/office/drawing/2014/main" id="{63A34DF0-84EB-6A68-E614-3704B529EE4F}"/>
                    </a:ext>
                  </a:extLst>
                </p14:cNvPr>
                <p14:cNvContentPartPr/>
                <p14:nvPr/>
              </p14:nvContentPartPr>
              <p14:xfrm>
                <a:off x="11044262" y="4581790"/>
                <a:ext cx="129960" cy="276120"/>
              </p14:xfrm>
            </p:contentPart>
          </mc:Choice>
          <mc:Fallback>
            <p:pic>
              <p:nvPicPr>
                <p:cNvPr id="594" name="Tinta 593">
                  <a:extLst>
                    <a:ext uri="{FF2B5EF4-FFF2-40B4-BE49-F238E27FC236}">
                      <a16:creationId xmlns:a16="http://schemas.microsoft.com/office/drawing/2014/main" id="{63A34DF0-84EB-6A68-E614-3704B529EE4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1026622" y="4563790"/>
                  <a:ext cx="1656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595" name="Tinta 594">
                  <a:extLst>
                    <a:ext uri="{FF2B5EF4-FFF2-40B4-BE49-F238E27FC236}">
                      <a16:creationId xmlns:a16="http://schemas.microsoft.com/office/drawing/2014/main" id="{5C0F97AB-698A-BAD6-992A-EBB542432FAA}"/>
                    </a:ext>
                  </a:extLst>
                </p14:cNvPr>
                <p14:cNvContentPartPr/>
                <p14:nvPr/>
              </p14:nvContentPartPr>
              <p14:xfrm>
                <a:off x="11284382" y="4442110"/>
                <a:ext cx="5400" cy="216720"/>
              </p14:xfrm>
            </p:contentPart>
          </mc:Choice>
          <mc:Fallback>
            <p:pic>
              <p:nvPicPr>
                <p:cNvPr id="595" name="Tinta 594">
                  <a:extLst>
                    <a:ext uri="{FF2B5EF4-FFF2-40B4-BE49-F238E27FC236}">
                      <a16:creationId xmlns:a16="http://schemas.microsoft.com/office/drawing/2014/main" id="{5C0F97AB-698A-BAD6-992A-EBB542432FAA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1266382" y="4424110"/>
                  <a:ext cx="41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596" name="Tinta 595">
                  <a:extLst>
                    <a:ext uri="{FF2B5EF4-FFF2-40B4-BE49-F238E27FC236}">
                      <a16:creationId xmlns:a16="http://schemas.microsoft.com/office/drawing/2014/main" id="{4AF0AEE7-B3F6-AE08-BB6F-C60963DA974D}"/>
                    </a:ext>
                  </a:extLst>
                </p14:cNvPr>
                <p14:cNvContentPartPr/>
                <p14:nvPr/>
              </p14:nvContentPartPr>
              <p14:xfrm>
                <a:off x="11330462" y="4513390"/>
                <a:ext cx="93600" cy="136440"/>
              </p14:xfrm>
            </p:contentPart>
          </mc:Choice>
          <mc:Fallback>
            <p:pic>
              <p:nvPicPr>
                <p:cNvPr id="596" name="Tinta 595">
                  <a:extLst>
                    <a:ext uri="{FF2B5EF4-FFF2-40B4-BE49-F238E27FC236}">
                      <a16:creationId xmlns:a16="http://schemas.microsoft.com/office/drawing/2014/main" id="{4AF0AEE7-B3F6-AE08-BB6F-C60963DA974D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1312462" y="4495750"/>
                  <a:ext cx="129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597" name="Tinta 596">
                  <a:extLst>
                    <a:ext uri="{FF2B5EF4-FFF2-40B4-BE49-F238E27FC236}">
                      <a16:creationId xmlns:a16="http://schemas.microsoft.com/office/drawing/2014/main" id="{82F5DB9C-45BC-5A70-11C9-2C0E1A4EF5F7}"/>
                    </a:ext>
                  </a:extLst>
                </p14:cNvPr>
                <p14:cNvContentPartPr/>
                <p14:nvPr/>
              </p14:nvContentPartPr>
              <p14:xfrm>
                <a:off x="11339102" y="4507630"/>
                <a:ext cx="110880" cy="120960"/>
              </p14:xfrm>
            </p:contentPart>
          </mc:Choice>
          <mc:Fallback>
            <p:pic>
              <p:nvPicPr>
                <p:cNvPr id="597" name="Tinta 596">
                  <a:extLst>
                    <a:ext uri="{FF2B5EF4-FFF2-40B4-BE49-F238E27FC236}">
                      <a16:creationId xmlns:a16="http://schemas.microsoft.com/office/drawing/2014/main" id="{82F5DB9C-45BC-5A70-11C9-2C0E1A4EF5F7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1321102" y="4489630"/>
                  <a:ext cx="146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598" name="Tinta 597">
                  <a:extLst>
                    <a:ext uri="{FF2B5EF4-FFF2-40B4-BE49-F238E27FC236}">
                      <a16:creationId xmlns:a16="http://schemas.microsoft.com/office/drawing/2014/main" id="{0E935731-260C-B724-E0D2-4E4C659F9E52}"/>
                    </a:ext>
                  </a:extLst>
                </p14:cNvPr>
                <p14:cNvContentPartPr/>
                <p14:nvPr/>
              </p14:nvContentPartPr>
              <p14:xfrm>
                <a:off x="11515502" y="4450390"/>
                <a:ext cx="25200" cy="235080"/>
              </p14:xfrm>
            </p:contentPart>
          </mc:Choice>
          <mc:Fallback>
            <p:pic>
              <p:nvPicPr>
                <p:cNvPr id="598" name="Tinta 597">
                  <a:extLst>
                    <a:ext uri="{FF2B5EF4-FFF2-40B4-BE49-F238E27FC236}">
                      <a16:creationId xmlns:a16="http://schemas.microsoft.com/office/drawing/2014/main" id="{0E935731-260C-B724-E0D2-4E4C659F9E52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1497502" y="4432390"/>
                  <a:ext cx="608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599" name="Tinta 598">
                  <a:extLst>
                    <a:ext uri="{FF2B5EF4-FFF2-40B4-BE49-F238E27FC236}">
                      <a16:creationId xmlns:a16="http://schemas.microsoft.com/office/drawing/2014/main" id="{0A60D5DD-D386-3219-6E24-76FE8AFE64EF}"/>
                    </a:ext>
                  </a:extLst>
                </p14:cNvPr>
                <p14:cNvContentPartPr/>
                <p14:nvPr/>
              </p14:nvContentPartPr>
              <p14:xfrm>
                <a:off x="11160182" y="4829470"/>
                <a:ext cx="124560" cy="163800"/>
              </p14:xfrm>
            </p:contentPart>
          </mc:Choice>
          <mc:Fallback>
            <p:pic>
              <p:nvPicPr>
                <p:cNvPr id="599" name="Tinta 598">
                  <a:extLst>
                    <a:ext uri="{FF2B5EF4-FFF2-40B4-BE49-F238E27FC236}">
                      <a16:creationId xmlns:a16="http://schemas.microsoft.com/office/drawing/2014/main" id="{0A60D5DD-D386-3219-6E24-76FE8AFE64EF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1142182" y="4811470"/>
                  <a:ext cx="160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600" name="Tinta 599">
                  <a:extLst>
                    <a:ext uri="{FF2B5EF4-FFF2-40B4-BE49-F238E27FC236}">
                      <a16:creationId xmlns:a16="http://schemas.microsoft.com/office/drawing/2014/main" id="{26EEDC6A-6E91-94EE-3696-69D743BF475B}"/>
                    </a:ext>
                  </a:extLst>
                </p14:cNvPr>
                <p14:cNvContentPartPr/>
                <p14:nvPr/>
              </p14:nvContentPartPr>
              <p14:xfrm>
                <a:off x="11177462" y="4852870"/>
                <a:ext cx="37800" cy="76680"/>
              </p14:xfrm>
            </p:contentPart>
          </mc:Choice>
          <mc:Fallback>
            <p:pic>
              <p:nvPicPr>
                <p:cNvPr id="600" name="Tinta 599">
                  <a:extLst>
                    <a:ext uri="{FF2B5EF4-FFF2-40B4-BE49-F238E27FC236}">
                      <a16:creationId xmlns:a16="http://schemas.microsoft.com/office/drawing/2014/main" id="{26EEDC6A-6E91-94EE-3696-69D743BF475B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1159822" y="4834870"/>
                  <a:ext cx="73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602" name="Tinta 601">
                  <a:extLst>
                    <a:ext uri="{FF2B5EF4-FFF2-40B4-BE49-F238E27FC236}">
                      <a16:creationId xmlns:a16="http://schemas.microsoft.com/office/drawing/2014/main" id="{94640FA9-6FA5-5138-054C-548C4782C2FF}"/>
                    </a:ext>
                  </a:extLst>
                </p14:cNvPr>
                <p14:cNvContentPartPr/>
                <p14:nvPr/>
              </p14:nvContentPartPr>
              <p14:xfrm>
                <a:off x="11208422" y="4829470"/>
                <a:ext cx="14040" cy="42840"/>
              </p14:xfrm>
            </p:contentPart>
          </mc:Choice>
          <mc:Fallback>
            <p:pic>
              <p:nvPicPr>
                <p:cNvPr id="602" name="Tinta 601">
                  <a:extLst>
                    <a:ext uri="{FF2B5EF4-FFF2-40B4-BE49-F238E27FC236}">
                      <a16:creationId xmlns:a16="http://schemas.microsoft.com/office/drawing/2014/main" id="{94640FA9-6FA5-5138-054C-548C4782C2FF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190782" y="4811470"/>
                  <a:ext cx="496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7" name="Agrupar 606">
            <a:extLst>
              <a:ext uri="{FF2B5EF4-FFF2-40B4-BE49-F238E27FC236}">
                <a16:creationId xmlns:a16="http://schemas.microsoft.com/office/drawing/2014/main" id="{4B3DAE93-7609-6B70-8C9C-72CB53411AF9}"/>
              </a:ext>
            </a:extLst>
          </p:cNvPr>
          <p:cNvGrpSpPr/>
          <p:nvPr/>
        </p:nvGrpSpPr>
        <p:grpSpPr>
          <a:xfrm>
            <a:off x="11676782" y="4495030"/>
            <a:ext cx="437760" cy="175680"/>
            <a:chOff x="11676782" y="4495030"/>
            <a:chExt cx="43776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604" name="Tinta 603">
                  <a:extLst>
                    <a:ext uri="{FF2B5EF4-FFF2-40B4-BE49-F238E27FC236}">
                      <a16:creationId xmlns:a16="http://schemas.microsoft.com/office/drawing/2014/main" id="{BE6EE625-AE31-2D6B-80C1-E5F1ABB53A42}"/>
                    </a:ext>
                  </a:extLst>
                </p14:cNvPr>
                <p14:cNvContentPartPr/>
                <p14:nvPr/>
              </p14:nvContentPartPr>
              <p14:xfrm>
                <a:off x="11740142" y="4495030"/>
                <a:ext cx="16560" cy="175680"/>
              </p14:xfrm>
            </p:contentPart>
          </mc:Choice>
          <mc:Fallback>
            <p:pic>
              <p:nvPicPr>
                <p:cNvPr id="604" name="Tinta 603">
                  <a:extLst>
                    <a:ext uri="{FF2B5EF4-FFF2-40B4-BE49-F238E27FC236}">
                      <a16:creationId xmlns:a16="http://schemas.microsoft.com/office/drawing/2014/main" id="{BE6EE625-AE31-2D6B-80C1-E5F1ABB53A42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1722142" y="4477390"/>
                  <a:ext cx="52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605" name="Tinta 604">
                  <a:extLst>
                    <a:ext uri="{FF2B5EF4-FFF2-40B4-BE49-F238E27FC236}">
                      <a16:creationId xmlns:a16="http://schemas.microsoft.com/office/drawing/2014/main" id="{8C5CF057-D516-3D3B-E0F7-EB392A9C3192}"/>
                    </a:ext>
                  </a:extLst>
                </p14:cNvPr>
                <p14:cNvContentPartPr/>
                <p14:nvPr/>
              </p14:nvContentPartPr>
              <p14:xfrm>
                <a:off x="11676782" y="4575670"/>
                <a:ext cx="148320" cy="7200"/>
              </p14:xfrm>
            </p:contentPart>
          </mc:Choice>
          <mc:Fallback>
            <p:pic>
              <p:nvPicPr>
                <p:cNvPr id="605" name="Tinta 604">
                  <a:extLst>
                    <a:ext uri="{FF2B5EF4-FFF2-40B4-BE49-F238E27FC236}">
                      <a16:creationId xmlns:a16="http://schemas.microsoft.com/office/drawing/2014/main" id="{8C5CF057-D516-3D3B-E0F7-EB392A9C3192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1658782" y="4558030"/>
                  <a:ext cx="183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606" name="Tinta 605">
                  <a:extLst>
                    <a:ext uri="{FF2B5EF4-FFF2-40B4-BE49-F238E27FC236}">
                      <a16:creationId xmlns:a16="http://schemas.microsoft.com/office/drawing/2014/main" id="{AFA4AE26-9D85-06A3-47FE-F0BB4AF42E90}"/>
                    </a:ext>
                  </a:extLst>
                </p14:cNvPr>
                <p14:cNvContentPartPr/>
                <p14:nvPr/>
              </p14:nvContentPartPr>
              <p14:xfrm>
                <a:off x="11944262" y="4525270"/>
                <a:ext cx="170280" cy="143640"/>
              </p14:xfrm>
            </p:contentPart>
          </mc:Choice>
          <mc:Fallback>
            <p:pic>
              <p:nvPicPr>
                <p:cNvPr id="606" name="Tinta 605">
                  <a:extLst>
                    <a:ext uri="{FF2B5EF4-FFF2-40B4-BE49-F238E27FC236}">
                      <a16:creationId xmlns:a16="http://schemas.microsoft.com/office/drawing/2014/main" id="{AFA4AE26-9D85-06A3-47FE-F0BB4AF42E90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926262" y="4507630"/>
                  <a:ext cx="20592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90623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212AD5F0-2980-13A0-1471-4EDD043B8645}"/>
              </a:ext>
            </a:extLst>
          </p:cNvPr>
          <p:cNvGrpSpPr/>
          <p:nvPr/>
        </p:nvGrpSpPr>
        <p:grpSpPr>
          <a:xfrm>
            <a:off x="363782" y="141821"/>
            <a:ext cx="2202840" cy="476280"/>
            <a:chOff x="363782" y="141821"/>
            <a:chExt cx="220284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E0D0A27D-1F8F-423F-CE23-E6E77808CA0F}"/>
                    </a:ext>
                  </a:extLst>
                </p14:cNvPr>
                <p14:cNvContentPartPr/>
                <p14:nvPr/>
              </p14:nvContentPartPr>
              <p14:xfrm>
                <a:off x="363782" y="168461"/>
                <a:ext cx="617040" cy="31752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E0D0A27D-1F8F-423F-CE23-E6E77808CA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5782" y="150461"/>
                  <a:ext cx="6526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05A53EE8-2723-8974-5B84-FEE8D2AE1206}"/>
                    </a:ext>
                  </a:extLst>
                </p14:cNvPr>
                <p14:cNvContentPartPr/>
                <p14:nvPr/>
              </p14:nvContentPartPr>
              <p14:xfrm>
                <a:off x="960302" y="141821"/>
                <a:ext cx="723240" cy="47628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05A53EE8-2723-8974-5B84-FEE8D2AE12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2302" y="123821"/>
                  <a:ext cx="7588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D5E3172C-C52E-7E1C-46DA-84B51F79CF83}"/>
                    </a:ext>
                  </a:extLst>
                </p14:cNvPr>
                <p14:cNvContentPartPr/>
                <p14:nvPr/>
              </p14:nvContentPartPr>
              <p14:xfrm>
                <a:off x="1615142" y="194381"/>
                <a:ext cx="64800" cy="11988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D5E3172C-C52E-7E1C-46DA-84B51F79CF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97142" y="176741"/>
                  <a:ext cx="100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702CD8DE-1117-EFB5-2222-C416C39147AF}"/>
                    </a:ext>
                  </a:extLst>
                </p14:cNvPr>
                <p14:cNvContentPartPr/>
                <p14:nvPr/>
              </p14:nvContentPartPr>
              <p14:xfrm>
                <a:off x="1760222" y="374021"/>
                <a:ext cx="243720" cy="1792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702CD8DE-1117-EFB5-2222-C416C39147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2582" y="356381"/>
                  <a:ext cx="279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F59C01D0-01C7-C816-E366-39A062607CC1}"/>
                    </a:ext>
                  </a:extLst>
                </p14:cNvPr>
                <p14:cNvContentPartPr/>
                <p14:nvPr/>
              </p14:nvContentPartPr>
              <p14:xfrm>
                <a:off x="2081342" y="328301"/>
                <a:ext cx="264240" cy="1735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F59C01D0-01C7-C816-E366-39A062607C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63702" y="310661"/>
                  <a:ext cx="299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B24EC181-C125-97EC-F9DE-CB2B1A268BF4}"/>
                    </a:ext>
                  </a:extLst>
                </p14:cNvPr>
                <p14:cNvContentPartPr/>
                <p14:nvPr/>
              </p14:nvContentPartPr>
              <p14:xfrm>
                <a:off x="2415782" y="344141"/>
                <a:ext cx="150840" cy="1587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B24EC181-C125-97EC-F9DE-CB2B1A268B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98142" y="326141"/>
                  <a:ext cx="1864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75803CF-5421-645C-6237-AFD316456F14}"/>
              </a:ext>
            </a:extLst>
          </p:cNvPr>
          <p:cNvGrpSpPr/>
          <p:nvPr/>
        </p:nvGrpSpPr>
        <p:grpSpPr>
          <a:xfrm>
            <a:off x="2996102" y="81341"/>
            <a:ext cx="1260720" cy="400320"/>
            <a:chOff x="2996102" y="81341"/>
            <a:chExt cx="126072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2CFF690-2051-3162-A0DB-9E88DB46337E}"/>
                    </a:ext>
                  </a:extLst>
                </p14:cNvPr>
                <p14:cNvContentPartPr/>
                <p14:nvPr/>
              </p14:nvContentPartPr>
              <p14:xfrm>
                <a:off x="2996102" y="81341"/>
                <a:ext cx="104760" cy="3333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2CFF690-2051-3162-A0DB-9E88DB4633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78102" y="63701"/>
                  <a:ext cx="1404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118DDAAB-FCC2-6477-3A3E-160F06E7CBA0}"/>
                    </a:ext>
                  </a:extLst>
                </p14:cNvPr>
                <p14:cNvContentPartPr/>
                <p14:nvPr/>
              </p14:nvContentPartPr>
              <p14:xfrm>
                <a:off x="3209582" y="138221"/>
                <a:ext cx="16560" cy="673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118DDAAB-FCC2-6477-3A3E-160F06E7CB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1942" y="120581"/>
                  <a:ext cx="52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B0BA499-3F2D-DE73-A3BA-13CCF0604756}"/>
                    </a:ext>
                  </a:extLst>
                </p14:cNvPr>
                <p14:cNvContentPartPr/>
                <p14:nvPr/>
              </p14:nvContentPartPr>
              <p14:xfrm>
                <a:off x="3315062" y="110501"/>
                <a:ext cx="360" cy="752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B0BA499-3F2D-DE73-A3BA-13CCF06047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7422" y="92501"/>
                  <a:ext cx="3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34E47DC7-E00B-9204-2EF9-8A5997C99255}"/>
                    </a:ext>
                  </a:extLst>
                </p14:cNvPr>
                <p14:cNvContentPartPr/>
                <p14:nvPr/>
              </p14:nvContentPartPr>
              <p14:xfrm>
                <a:off x="3413342" y="167021"/>
                <a:ext cx="136800" cy="3146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34E47DC7-E00B-9204-2EF9-8A5997C992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95342" y="149381"/>
                  <a:ext cx="1724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E394E18-A9C9-5E11-037D-3D442C6DD35E}"/>
                    </a:ext>
                  </a:extLst>
                </p14:cNvPr>
                <p14:cNvContentPartPr/>
                <p14:nvPr/>
              </p14:nvContentPartPr>
              <p14:xfrm>
                <a:off x="3535022" y="287621"/>
                <a:ext cx="359280" cy="1774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E394E18-A9C9-5E11-037D-3D442C6DD3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17022" y="269621"/>
                  <a:ext cx="394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CC67313-D07A-500F-E223-7D92BB70393D}"/>
                    </a:ext>
                  </a:extLst>
                </p14:cNvPr>
                <p14:cNvContentPartPr/>
                <p14:nvPr/>
              </p14:nvContentPartPr>
              <p14:xfrm>
                <a:off x="3938582" y="263501"/>
                <a:ext cx="318240" cy="21420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CC67313-D07A-500F-E223-7D92BB7039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20582" y="245861"/>
                  <a:ext cx="3538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89308A8-5178-B395-2B0A-8550FB542E97}"/>
              </a:ext>
            </a:extLst>
          </p:cNvPr>
          <p:cNvGrpSpPr/>
          <p:nvPr/>
        </p:nvGrpSpPr>
        <p:grpSpPr>
          <a:xfrm>
            <a:off x="4499822" y="73421"/>
            <a:ext cx="1186200" cy="435600"/>
            <a:chOff x="4499822" y="73421"/>
            <a:chExt cx="118620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4BD51A0-12C6-DEC3-BA9B-6E192A7D95CD}"/>
                    </a:ext>
                  </a:extLst>
                </p14:cNvPr>
                <p14:cNvContentPartPr/>
                <p14:nvPr/>
              </p14:nvContentPartPr>
              <p14:xfrm>
                <a:off x="4499822" y="250181"/>
                <a:ext cx="39960" cy="22572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4BD51A0-12C6-DEC3-BA9B-6E192A7D95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82182" y="232181"/>
                  <a:ext cx="75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BF439C95-BBB7-19BA-79B6-CC6DC7671A20}"/>
                    </a:ext>
                  </a:extLst>
                </p14:cNvPr>
                <p14:cNvContentPartPr/>
                <p14:nvPr/>
              </p14:nvContentPartPr>
              <p14:xfrm>
                <a:off x="4517462" y="214181"/>
                <a:ext cx="358200" cy="25092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BF439C95-BBB7-19BA-79B6-CC6DC7671A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99462" y="196181"/>
                  <a:ext cx="393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ACECEAC-3AAB-1925-161B-E2D95A33D347}"/>
                    </a:ext>
                  </a:extLst>
                </p14:cNvPr>
                <p14:cNvContentPartPr/>
                <p14:nvPr/>
              </p14:nvContentPartPr>
              <p14:xfrm>
                <a:off x="4971782" y="150821"/>
                <a:ext cx="299880" cy="35820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ACECEAC-3AAB-1925-161B-E2D95A33D3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53782" y="133181"/>
                  <a:ext cx="3355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B97729D7-B0F1-CF37-4C2D-DA7AF0207C7F}"/>
                    </a:ext>
                  </a:extLst>
                </p14:cNvPr>
                <p14:cNvContentPartPr/>
                <p14:nvPr/>
              </p14:nvContentPartPr>
              <p14:xfrm>
                <a:off x="5380382" y="172061"/>
                <a:ext cx="22680" cy="896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B97729D7-B0F1-CF37-4C2D-DA7AF0207C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62742" y="154061"/>
                  <a:ext cx="58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11AB4D2C-1481-86D6-E290-E0CE7058771C}"/>
                    </a:ext>
                  </a:extLst>
                </p14:cNvPr>
                <p14:cNvContentPartPr/>
                <p14:nvPr/>
              </p14:nvContentPartPr>
              <p14:xfrm>
                <a:off x="5457422" y="73421"/>
                <a:ext cx="228600" cy="4262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11AB4D2C-1481-86D6-E290-E0CE705877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39422" y="55781"/>
                  <a:ext cx="264240" cy="46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6B16AA2A-5358-7F9C-5845-6976E9E1B595}"/>
              </a:ext>
            </a:extLst>
          </p:cNvPr>
          <p:cNvGrpSpPr/>
          <p:nvPr/>
        </p:nvGrpSpPr>
        <p:grpSpPr>
          <a:xfrm>
            <a:off x="325982" y="1098701"/>
            <a:ext cx="1027080" cy="623880"/>
            <a:chOff x="325982" y="1098701"/>
            <a:chExt cx="102708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5292A0D9-DB93-2389-B575-162AB87E4B83}"/>
                    </a:ext>
                  </a:extLst>
                </p14:cNvPr>
                <p14:cNvContentPartPr/>
                <p14:nvPr/>
              </p14:nvContentPartPr>
              <p14:xfrm>
                <a:off x="423902" y="1098701"/>
                <a:ext cx="240480" cy="6238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5292A0D9-DB93-2389-B575-162AB87E4B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262" y="1080701"/>
                  <a:ext cx="2761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F4BB3DFD-7DAD-AF9F-1CD7-DAB9B49489BA}"/>
                    </a:ext>
                  </a:extLst>
                </p14:cNvPr>
                <p14:cNvContentPartPr/>
                <p14:nvPr/>
              </p14:nvContentPartPr>
              <p14:xfrm>
                <a:off x="325982" y="1431341"/>
                <a:ext cx="294840" cy="284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F4BB3DFD-7DAD-AF9F-1CD7-DAB9B49489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7982" y="1413701"/>
                  <a:ext cx="3304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18F9009A-7A0C-2828-B798-0F09F8ECB93E}"/>
                    </a:ext>
                  </a:extLst>
                </p14:cNvPr>
                <p14:cNvContentPartPr/>
                <p14:nvPr/>
              </p14:nvContentPartPr>
              <p14:xfrm>
                <a:off x="812702" y="1118501"/>
                <a:ext cx="118440" cy="3625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18F9009A-7A0C-2828-B798-0F09F8ECB93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5062" y="1100861"/>
                  <a:ext cx="15408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F379E13B-36E2-F900-A03C-851F7E1D3B08}"/>
                    </a:ext>
                  </a:extLst>
                </p14:cNvPr>
                <p14:cNvContentPartPr/>
                <p14:nvPr/>
              </p14:nvContentPartPr>
              <p14:xfrm>
                <a:off x="943022" y="1267181"/>
                <a:ext cx="175320" cy="1947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F379E13B-36E2-F900-A03C-851F7E1D3B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5382" y="1249541"/>
                  <a:ext cx="210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88A22E77-1D85-28DE-DFD8-378AF3E982D5}"/>
                    </a:ext>
                  </a:extLst>
                </p14:cNvPr>
                <p14:cNvContentPartPr/>
                <p14:nvPr/>
              </p14:nvContentPartPr>
              <p14:xfrm>
                <a:off x="1000262" y="1262861"/>
                <a:ext cx="176760" cy="1893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88A22E77-1D85-28DE-DFD8-378AF3E982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2622" y="1244861"/>
                  <a:ext cx="212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65086ADB-272C-60A3-6F92-46A8F12969BD}"/>
                    </a:ext>
                  </a:extLst>
                </p14:cNvPr>
                <p14:cNvContentPartPr/>
                <p14:nvPr/>
              </p14:nvContentPartPr>
              <p14:xfrm>
                <a:off x="1213742" y="1137581"/>
                <a:ext cx="139320" cy="3657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65086ADB-272C-60A3-6F92-46A8F12969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96102" y="1119581"/>
                  <a:ext cx="174960" cy="40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A9061C0F-E9E0-A708-A5AE-37EECF246F53}"/>
              </a:ext>
            </a:extLst>
          </p:cNvPr>
          <p:cNvGrpSpPr/>
          <p:nvPr/>
        </p:nvGrpSpPr>
        <p:grpSpPr>
          <a:xfrm>
            <a:off x="1616222" y="1288421"/>
            <a:ext cx="164520" cy="126720"/>
            <a:chOff x="1616222" y="1288421"/>
            <a:chExt cx="16452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2D9AF538-8CCB-D5C8-8857-2405426AFF00}"/>
                    </a:ext>
                  </a:extLst>
                </p14:cNvPr>
                <p14:cNvContentPartPr/>
                <p14:nvPr/>
              </p14:nvContentPartPr>
              <p14:xfrm>
                <a:off x="1616222" y="1409021"/>
                <a:ext cx="151920" cy="61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2D9AF538-8CCB-D5C8-8857-2405426AFF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98582" y="1391381"/>
                  <a:ext cx="187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C31531B-7BDB-BAE2-383F-25FA2A62ED42}"/>
                    </a:ext>
                  </a:extLst>
                </p14:cNvPr>
                <p14:cNvContentPartPr/>
                <p14:nvPr/>
              </p14:nvContentPartPr>
              <p14:xfrm>
                <a:off x="1648622" y="1288421"/>
                <a:ext cx="132120" cy="3492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C31531B-7BDB-BAE2-383F-25FA2A62ED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30622" y="1270781"/>
                  <a:ext cx="1677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0978A805-5BA7-D13E-EE9B-384976B019B3}"/>
              </a:ext>
            </a:extLst>
          </p:cNvPr>
          <p:cNvGrpSpPr/>
          <p:nvPr/>
        </p:nvGrpSpPr>
        <p:grpSpPr>
          <a:xfrm>
            <a:off x="4575422" y="1047221"/>
            <a:ext cx="767880" cy="417240"/>
            <a:chOff x="4575422" y="1047221"/>
            <a:chExt cx="76788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1383AFC7-FEED-C8AD-5142-16F355507E47}"/>
                    </a:ext>
                  </a:extLst>
                </p14:cNvPr>
                <p14:cNvContentPartPr/>
                <p14:nvPr/>
              </p14:nvContentPartPr>
              <p14:xfrm>
                <a:off x="4575422" y="1157741"/>
                <a:ext cx="134640" cy="3067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1383AFC7-FEED-C8AD-5142-16F355507E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57782" y="1139741"/>
                  <a:ext cx="1702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C55472B3-8B4D-03CC-0A55-DD892B578BD3}"/>
                    </a:ext>
                  </a:extLst>
                </p14:cNvPr>
                <p14:cNvContentPartPr/>
                <p14:nvPr/>
              </p14:nvContentPartPr>
              <p14:xfrm>
                <a:off x="4595582" y="1321901"/>
                <a:ext cx="165600" cy="126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C55472B3-8B4D-03CC-0A55-DD892B578B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77582" y="1304261"/>
                  <a:ext cx="201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FE39E2EA-1F2D-C142-BC8C-45060B7C803D}"/>
                    </a:ext>
                  </a:extLst>
                </p14:cNvPr>
                <p14:cNvContentPartPr/>
                <p14:nvPr/>
              </p14:nvContentPartPr>
              <p14:xfrm>
                <a:off x="4866302" y="1283021"/>
                <a:ext cx="138240" cy="1623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FE39E2EA-1F2D-C142-BC8C-45060B7C803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48302" y="1265021"/>
                  <a:ext cx="173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F5FAA46A-51FB-5F8D-F89A-3241B9B1876F}"/>
                    </a:ext>
                  </a:extLst>
                </p14:cNvPr>
                <p14:cNvContentPartPr/>
                <p14:nvPr/>
              </p14:nvContentPartPr>
              <p14:xfrm>
                <a:off x="4886102" y="1288421"/>
                <a:ext cx="151920" cy="1544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F5FAA46A-51FB-5F8D-F89A-3241B9B1876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68462" y="1270781"/>
                  <a:ext cx="187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9D4C8EA9-53D8-8443-7AE3-BB6FC711C06C}"/>
                    </a:ext>
                  </a:extLst>
                </p14:cNvPr>
                <p14:cNvContentPartPr/>
                <p14:nvPr/>
              </p14:nvContentPartPr>
              <p14:xfrm>
                <a:off x="5022902" y="1156661"/>
                <a:ext cx="96120" cy="194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9D4C8EA9-53D8-8443-7AE3-BB6FC711C0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04902" y="1138661"/>
                  <a:ext cx="131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D1BF8E45-CD5F-0A1A-10A8-933EA7E39920}"/>
                    </a:ext>
                  </a:extLst>
                </p14:cNvPr>
                <p14:cNvContentPartPr/>
                <p14:nvPr/>
              </p14:nvContentPartPr>
              <p14:xfrm>
                <a:off x="5238902" y="1047221"/>
                <a:ext cx="104400" cy="1263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D1BF8E45-CD5F-0A1A-10A8-933EA7E399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21262" y="1029581"/>
                  <a:ext cx="14004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85289129-391A-1F1B-2732-5BE404E81F71}"/>
              </a:ext>
            </a:extLst>
          </p:cNvPr>
          <p:cNvGrpSpPr/>
          <p:nvPr/>
        </p:nvGrpSpPr>
        <p:grpSpPr>
          <a:xfrm>
            <a:off x="5450582" y="1299581"/>
            <a:ext cx="161280" cy="193680"/>
            <a:chOff x="5450582" y="1299581"/>
            <a:chExt cx="161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7DF43CA7-31D9-6863-9C09-F49ED36B0895}"/>
                    </a:ext>
                  </a:extLst>
                </p14:cNvPr>
                <p14:cNvContentPartPr/>
                <p14:nvPr/>
              </p14:nvContentPartPr>
              <p14:xfrm>
                <a:off x="5518262" y="1299581"/>
                <a:ext cx="21600" cy="1936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7DF43CA7-31D9-6863-9C09-F49ED36B08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00262" y="1281941"/>
                  <a:ext cx="5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15DB1497-F8BF-F5AF-F561-AED2AB42E3D6}"/>
                    </a:ext>
                  </a:extLst>
                </p14:cNvPr>
                <p14:cNvContentPartPr/>
                <p14:nvPr/>
              </p14:nvContentPartPr>
              <p14:xfrm>
                <a:off x="5450582" y="1396781"/>
                <a:ext cx="161280" cy="205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15DB1497-F8BF-F5AF-F561-AED2AB42E3D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32582" y="1378781"/>
                  <a:ext cx="1969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1E666F8-511B-6DAD-B408-7139950A3A36}"/>
              </a:ext>
            </a:extLst>
          </p:cNvPr>
          <p:cNvGrpSpPr/>
          <p:nvPr/>
        </p:nvGrpSpPr>
        <p:grpSpPr>
          <a:xfrm>
            <a:off x="7248062" y="1239101"/>
            <a:ext cx="146880" cy="238320"/>
            <a:chOff x="7248062" y="1239101"/>
            <a:chExt cx="14688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ADDCA9FA-F528-B37F-6F64-6856ECE2FAC9}"/>
                    </a:ext>
                  </a:extLst>
                </p14:cNvPr>
                <p14:cNvContentPartPr/>
                <p14:nvPr/>
              </p14:nvContentPartPr>
              <p14:xfrm>
                <a:off x="7313942" y="1239101"/>
                <a:ext cx="3600" cy="2383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ADDCA9FA-F528-B37F-6F64-6856ECE2FA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96302" y="1221461"/>
                  <a:ext cx="39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89A439B0-0FBB-6BB7-CD69-A4B8178F5F37}"/>
                    </a:ext>
                  </a:extLst>
                </p14:cNvPr>
                <p14:cNvContentPartPr/>
                <p14:nvPr/>
              </p14:nvContentPartPr>
              <p14:xfrm>
                <a:off x="7248062" y="1335221"/>
                <a:ext cx="146880" cy="147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89A439B0-0FBB-6BB7-CD69-A4B8178F5F3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0422" y="1317581"/>
                  <a:ext cx="18252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893CD552-3EEB-03EE-603A-4AC9C4122414}"/>
              </a:ext>
            </a:extLst>
          </p:cNvPr>
          <p:cNvGrpSpPr/>
          <p:nvPr/>
        </p:nvGrpSpPr>
        <p:grpSpPr>
          <a:xfrm>
            <a:off x="8185862" y="1301741"/>
            <a:ext cx="222840" cy="198360"/>
            <a:chOff x="8185862" y="1301741"/>
            <a:chExt cx="22284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1BC8755F-3C4E-D4CB-F454-DCD07758A423}"/>
                    </a:ext>
                  </a:extLst>
                </p14:cNvPr>
                <p14:cNvContentPartPr/>
                <p14:nvPr/>
              </p14:nvContentPartPr>
              <p14:xfrm>
                <a:off x="8185862" y="1367621"/>
                <a:ext cx="217800" cy="82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1BC8755F-3C4E-D4CB-F454-DCD07758A4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67862" y="1349981"/>
                  <a:ext cx="253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614E934A-6C6A-19BE-F95E-F4B980341037}"/>
                    </a:ext>
                  </a:extLst>
                </p14:cNvPr>
                <p14:cNvContentPartPr/>
                <p14:nvPr/>
              </p14:nvContentPartPr>
              <p14:xfrm>
                <a:off x="8353622" y="1301741"/>
                <a:ext cx="55080" cy="1983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614E934A-6C6A-19BE-F95E-F4B9803410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35622" y="1284101"/>
                  <a:ext cx="9072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C1BBA888-8D1A-2AA0-7F7E-22E541B0EB75}"/>
              </a:ext>
            </a:extLst>
          </p:cNvPr>
          <p:cNvGrpSpPr/>
          <p:nvPr/>
        </p:nvGrpSpPr>
        <p:grpSpPr>
          <a:xfrm>
            <a:off x="8717222" y="939581"/>
            <a:ext cx="2349000" cy="856440"/>
            <a:chOff x="8717222" y="939581"/>
            <a:chExt cx="2349000" cy="85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E27154EF-BA56-923F-78C6-2525B7B47BB3}"/>
                    </a:ext>
                  </a:extLst>
                </p14:cNvPr>
                <p14:cNvContentPartPr/>
                <p14:nvPr/>
              </p14:nvContentPartPr>
              <p14:xfrm>
                <a:off x="8776622" y="939581"/>
                <a:ext cx="100080" cy="4680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E27154EF-BA56-923F-78C6-2525B7B47BB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58982" y="921581"/>
                  <a:ext cx="1357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D2173EE8-5016-F096-1AB3-B672B248BB3A}"/>
                    </a:ext>
                  </a:extLst>
                </p14:cNvPr>
                <p14:cNvContentPartPr/>
                <p14:nvPr/>
              </p14:nvContentPartPr>
              <p14:xfrm>
                <a:off x="8717222" y="1227941"/>
                <a:ext cx="349200" cy="1065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D2173EE8-5016-F096-1AB3-B672B248BB3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99582" y="1210301"/>
                  <a:ext cx="384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51D14C4A-30BF-A3DD-A16D-A958F91849F3}"/>
                    </a:ext>
                  </a:extLst>
                </p14:cNvPr>
                <p14:cNvContentPartPr/>
                <p14:nvPr/>
              </p14:nvContentPartPr>
              <p14:xfrm>
                <a:off x="9113582" y="1199141"/>
                <a:ext cx="154440" cy="1328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51D14C4A-30BF-A3DD-A16D-A958F91849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95582" y="1181141"/>
                  <a:ext cx="190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8D281DFF-FEE7-CF78-D99D-D5BC9C3BC1DC}"/>
                    </a:ext>
                  </a:extLst>
                </p14:cNvPr>
                <p14:cNvContentPartPr/>
                <p14:nvPr/>
              </p14:nvContentPartPr>
              <p14:xfrm>
                <a:off x="9337142" y="1160621"/>
                <a:ext cx="120600" cy="1720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8D281DFF-FEE7-CF78-D99D-D5BC9C3BC1D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19502" y="1142621"/>
                  <a:ext cx="156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61514FF-B1EF-BC16-E9FE-24EC9EC53467}"/>
                    </a:ext>
                  </a:extLst>
                </p14:cNvPr>
                <p14:cNvContentPartPr/>
                <p14:nvPr/>
              </p14:nvContentPartPr>
              <p14:xfrm>
                <a:off x="9510302" y="1192301"/>
                <a:ext cx="112320" cy="1411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61514FF-B1EF-BC16-E9FE-24EC9EC534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92302" y="1174661"/>
                  <a:ext cx="147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1E46A717-5587-DCC4-B786-9C50748819B0}"/>
                    </a:ext>
                  </a:extLst>
                </p14:cNvPr>
                <p14:cNvContentPartPr/>
                <p14:nvPr/>
              </p14:nvContentPartPr>
              <p14:xfrm>
                <a:off x="9642422" y="1193381"/>
                <a:ext cx="153360" cy="1411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1E46A717-5587-DCC4-B786-9C50748819B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24782" y="1175741"/>
                  <a:ext cx="189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1AF92502-12CE-6AA4-00C8-31579B2D7C1E}"/>
                    </a:ext>
                  </a:extLst>
                </p14:cNvPr>
                <p14:cNvContentPartPr/>
                <p14:nvPr/>
              </p14:nvContentPartPr>
              <p14:xfrm>
                <a:off x="9528302" y="1103021"/>
                <a:ext cx="103320" cy="482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1AF92502-12CE-6AA4-00C8-31579B2D7C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10662" y="1085021"/>
                  <a:ext cx="138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C13CB3A4-3B78-44C1-0D0D-024875A69649}"/>
                    </a:ext>
                  </a:extLst>
                </p14:cNvPr>
                <p14:cNvContentPartPr/>
                <p14:nvPr/>
              </p14:nvContentPartPr>
              <p14:xfrm>
                <a:off x="9333182" y="1365461"/>
                <a:ext cx="42480" cy="1022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C13CB3A4-3B78-44C1-0D0D-024875A6964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15542" y="1347821"/>
                  <a:ext cx="78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B7911BBE-813C-C398-28E4-A5C5F5B190E6}"/>
                    </a:ext>
                  </a:extLst>
                </p14:cNvPr>
                <p14:cNvContentPartPr/>
                <p14:nvPr/>
              </p14:nvContentPartPr>
              <p14:xfrm>
                <a:off x="9461342" y="1538621"/>
                <a:ext cx="42480" cy="2574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B7911BBE-813C-C398-28E4-A5C5F5B190E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43342" y="1520981"/>
                  <a:ext cx="781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4D447509-8EAA-E4F3-D33F-D7ABADC1336F}"/>
                    </a:ext>
                  </a:extLst>
                </p14:cNvPr>
                <p14:cNvContentPartPr/>
                <p14:nvPr/>
              </p14:nvContentPartPr>
              <p14:xfrm>
                <a:off x="9515702" y="1486421"/>
                <a:ext cx="86400" cy="11664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4D447509-8EAA-E4F3-D33F-D7ABADC1336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98062" y="1468421"/>
                  <a:ext cx="122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6FFC3CB3-FBF3-A80D-68CC-278F7F79B52D}"/>
                    </a:ext>
                  </a:extLst>
                </p14:cNvPr>
                <p14:cNvContentPartPr/>
                <p14:nvPr/>
              </p14:nvContentPartPr>
              <p14:xfrm>
                <a:off x="9658622" y="1526021"/>
                <a:ext cx="130680" cy="1004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6FFC3CB3-FBF3-A80D-68CC-278F7F79B52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40982" y="1508021"/>
                  <a:ext cx="166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B171E16-4C30-17FD-1270-D190686BBFD1}"/>
                    </a:ext>
                  </a:extLst>
                </p14:cNvPr>
                <p14:cNvContentPartPr/>
                <p14:nvPr/>
              </p14:nvContentPartPr>
              <p14:xfrm>
                <a:off x="9826382" y="1556621"/>
                <a:ext cx="28800" cy="784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B171E16-4C30-17FD-1270-D190686BBFD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08382" y="1538981"/>
                  <a:ext cx="64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A1CCAA37-83C6-C53E-A463-E9670C3E8D50}"/>
                    </a:ext>
                  </a:extLst>
                </p14:cNvPr>
                <p14:cNvContentPartPr/>
                <p14:nvPr/>
              </p14:nvContentPartPr>
              <p14:xfrm>
                <a:off x="9955622" y="1548701"/>
                <a:ext cx="417600" cy="860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A1CCAA37-83C6-C53E-A463-E9670C3E8D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37622" y="1531061"/>
                  <a:ext cx="453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7A61BDC-F937-A1EF-E95A-D0985B116DBF}"/>
                    </a:ext>
                  </a:extLst>
                </p14:cNvPr>
                <p14:cNvContentPartPr/>
                <p14:nvPr/>
              </p14:nvContentPartPr>
              <p14:xfrm>
                <a:off x="10317062" y="1407941"/>
                <a:ext cx="360" cy="3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7A61BDC-F937-A1EF-E95A-D0985B116DB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99062" y="1390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31C7C60E-6BA5-E81E-FB26-9206B9E351F9}"/>
                    </a:ext>
                  </a:extLst>
                </p14:cNvPr>
                <p14:cNvContentPartPr/>
                <p14:nvPr/>
              </p14:nvContentPartPr>
              <p14:xfrm>
                <a:off x="10391582" y="1446101"/>
                <a:ext cx="160560" cy="18936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31C7C60E-6BA5-E81E-FB26-9206B9E351F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73582" y="1428101"/>
                  <a:ext cx="196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8DA95939-2EB4-9D03-386A-8F0CBA2E3FEE}"/>
                    </a:ext>
                  </a:extLst>
                </p14:cNvPr>
                <p14:cNvContentPartPr/>
                <p14:nvPr/>
              </p14:nvContentPartPr>
              <p14:xfrm>
                <a:off x="10578782" y="1540061"/>
                <a:ext cx="16560" cy="842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8DA95939-2EB4-9D03-386A-8F0CBA2E3FE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61142" y="1522061"/>
                  <a:ext cx="52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CBCA4C20-5309-4B0E-2EDA-05F787244F12}"/>
                    </a:ext>
                  </a:extLst>
                </p14:cNvPr>
                <p14:cNvContentPartPr/>
                <p14:nvPr/>
              </p14:nvContentPartPr>
              <p14:xfrm>
                <a:off x="10711982" y="1457261"/>
                <a:ext cx="185400" cy="1623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CBCA4C20-5309-4B0E-2EDA-05F787244F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93982" y="1439261"/>
                  <a:ext cx="221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B194753C-BEA8-6071-3F42-BF81F546C3CE}"/>
                    </a:ext>
                  </a:extLst>
                </p14:cNvPr>
                <p14:cNvContentPartPr/>
                <p14:nvPr/>
              </p14:nvContentPartPr>
              <p14:xfrm>
                <a:off x="10896662" y="1505141"/>
                <a:ext cx="169560" cy="1357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B194753C-BEA8-6071-3F42-BF81F546C3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78662" y="1487501"/>
                  <a:ext cx="2052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65060D56-FED3-4835-0F59-9C46B198CA9F}"/>
              </a:ext>
            </a:extLst>
          </p:cNvPr>
          <p:cNvGrpSpPr/>
          <p:nvPr/>
        </p:nvGrpSpPr>
        <p:grpSpPr>
          <a:xfrm>
            <a:off x="10075862" y="2269061"/>
            <a:ext cx="1260720" cy="580320"/>
            <a:chOff x="10075862" y="2269061"/>
            <a:chExt cx="126072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C6FF215C-386C-8E86-5E91-FB3F73462B8F}"/>
                    </a:ext>
                  </a:extLst>
                </p14:cNvPr>
                <p14:cNvContentPartPr/>
                <p14:nvPr/>
              </p14:nvContentPartPr>
              <p14:xfrm>
                <a:off x="10124462" y="2372021"/>
                <a:ext cx="194760" cy="4773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C6FF215C-386C-8E86-5E91-FB3F73462B8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06462" y="2354021"/>
                  <a:ext cx="23040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BA152F53-F06A-5BD3-64D0-805513D5B6A0}"/>
                    </a:ext>
                  </a:extLst>
                </p14:cNvPr>
                <p14:cNvContentPartPr/>
                <p14:nvPr/>
              </p14:nvContentPartPr>
              <p14:xfrm>
                <a:off x="10075862" y="2619701"/>
                <a:ext cx="207720" cy="306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BA152F53-F06A-5BD3-64D0-805513D5B6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58222" y="2601701"/>
                  <a:ext cx="243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4BEA3362-94AD-4D95-205B-87DD6E65AE18}"/>
                    </a:ext>
                  </a:extLst>
                </p14:cNvPr>
                <p14:cNvContentPartPr/>
                <p14:nvPr/>
              </p14:nvContentPartPr>
              <p14:xfrm>
                <a:off x="10450982" y="2604941"/>
                <a:ext cx="133200" cy="205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4BEA3362-94AD-4D95-205B-87DD6E65AE1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33342" y="2587301"/>
                  <a:ext cx="168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CE76C91C-3D50-FC3E-299F-B3E26FC594A1}"/>
                    </a:ext>
                  </a:extLst>
                </p14:cNvPr>
                <p14:cNvContentPartPr/>
                <p14:nvPr/>
              </p14:nvContentPartPr>
              <p14:xfrm>
                <a:off x="10450982" y="2545901"/>
                <a:ext cx="114480" cy="3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CE76C91C-3D50-FC3E-299F-B3E26FC594A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33342" y="2527901"/>
                  <a:ext cx="150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A4F5CD26-DD12-660B-30BF-EF29006775DB}"/>
                    </a:ext>
                  </a:extLst>
                </p14:cNvPr>
                <p14:cNvContentPartPr/>
                <p14:nvPr/>
              </p14:nvContentPartPr>
              <p14:xfrm>
                <a:off x="10734302" y="2473181"/>
                <a:ext cx="138240" cy="16920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A4F5CD26-DD12-660B-30BF-EF29006775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16302" y="2455181"/>
                  <a:ext cx="173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3DF9693-8255-853E-7C21-DA9298A233CD}"/>
                    </a:ext>
                  </a:extLst>
                </p14:cNvPr>
                <p14:cNvContentPartPr/>
                <p14:nvPr/>
              </p14:nvContentPartPr>
              <p14:xfrm>
                <a:off x="10734302" y="2497661"/>
                <a:ext cx="120960" cy="14220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3DF9693-8255-853E-7C21-DA9298A233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16302" y="2480021"/>
                  <a:ext cx="156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161DC99C-D6FA-829E-D489-9A987D728A92}"/>
                    </a:ext>
                  </a:extLst>
                </p14:cNvPr>
                <p14:cNvContentPartPr/>
                <p14:nvPr/>
              </p14:nvContentPartPr>
              <p14:xfrm>
                <a:off x="10890542" y="2269061"/>
                <a:ext cx="168120" cy="14292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161DC99C-D6FA-829E-D489-9A987D728A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72902" y="2251061"/>
                  <a:ext cx="203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3E6920F3-41F1-1F71-F138-E2F089B21630}"/>
                    </a:ext>
                  </a:extLst>
                </p14:cNvPr>
                <p14:cNvContentPartPr/>
                <p14:nvPr/>
              </p14:nvContentPartPr>
              <p14:xfrm>
                <a:off x="11151542" y="2675501"/>
                <a:ext cx="174240" cy="82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3E6920F3-41F1-1F71-F138-E2F089B2163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33542" y="2657501"/>
                  <a:ext cx="209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927B12A6-D48C-DCBF-17BF-59C8E340BC40}"/>
                    </a:ext>
                  </a:extLst>
                </p14:cNvPr>
                <p14:cNvContentPartPr/>
                <p14:nvPr/>
              </p14:nvContentPartPr>
              <p14:xfrm>
                <a:off x="11119142" y="2590541"/>
                <a:ext cx="187920" cy="61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927B12A6-D48C-DCBF-17BF-59C8E340BC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01502" y="2572541"/>
                  <a:ext cx="223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ED4E45DE-9A89-88DE-F993-5C11C8D346BA}"/>
                    </a:ext>
                  </a:extLst>
                </p14:cNvPr>
                <p14:cNvContentPartPr/>
                <p14:nvPr/>
              </p14:nvContentPartPr>
              <p14:xfrm>
                <a:off x="11272502" y="2534741"/>
                <a:ext cx="64080" cy="20844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ED4E45DE-9A89-88DE-F993-5C11C8D346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54862" y="2516741"/>
                  <a:ext cx="9972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60D2B787-D9F5-60EC-4EEF-10713E3E5CE5}"/>
              </a:ext>
            </a:extLst>
          </p:cNvPr>
          <p:cNvGrpSpPr/>
          <p:nvPr/>
        </p:nvGrpSpPr>
        <p:grpSpPr>
          <a:xfrm>
            <a:off x="11561222" y="2341061"/>
            <a:ext cx="1865880" cy="480960"/>
            <a:chOff x="11561222" y="2341061"/>
            <a:chExt cx="186588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73B56B85-FB30-42A9-9B54-FEF2914E7ADF}"/>
                    </a:ext>
                  </a:extLst>
                </p14:cNvPr>
                <p14:cNvContentPartPr/>
                <p14:nvPr/>
              </p14:nvContentPartPr>
              <p14:xfrm>
                <a:off x="11626022" y="2401541"/>
                <a:ext cx="143280" cy="4204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73B56B85-FB30-42A9-9B54-FEF2914E7A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08022" y="2383901"/>
                  <a:ext cx="1789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84AA7F6F-0269-3226-CE57-27A43C3AAF8F}"/>
                    </a:ext>
                  </a:extLst>
                </p14:cNvPr>
                <p14:cNvContentPartPr/>
                <p14:nvPr/>
              </p14:nvContentPartPr>
              <p14:xfrm>
                <a:off x="11561222" y="2633021"/>
                <a:ext cx="212760" cy="115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84AA7F6F-0269-3226-CE57-27A43C3AAF8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43582" y="2615021"/>
                  <a:ext cx="248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FA8FB34B-862A-B378-4079-575A049AB26E}"/>
                    </a:ext>
                  </a:extLst>
                </p14:cNvPr>
                <p14:cNvContentPartPr/>
                <p14:nvPr/>
              </p14:nvContentPartPr>
              <p14:xfrm>
                <a:off x="11829422" y="2354741"/>
                <a:ext cx="27720" cy="1591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FA8FB34B-862A-B378-4079-575A049AB26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811782" y="2336741"/>
                  <a:ext cx="63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DAAF9252-1E78-E602-22BD-0025E8A1AB3D}"/>
                    </a:ext>
                  </a:extLst>
                </p14:cNvPr>
                <p14:cNvContentPartPr/>
                <p14:nvPr/>
              </p14:nvContentPartPr>
              <p14:xfrm>
                <a:off x="11964782" y="2645261"/>
                <a:ext cx="159480" cy="248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DAAF9252-1E78-E602-22BD-0025E8A1AB3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947142" y="2627621"/>
                  <a:ext cx="195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8E6323AF-C01B-8BC2-5481-988DDA2F5741}"/>
                    </a:ext>
                  </a:extLst>
                </p14:cNvPr>
                <p14:cNvContentPartPr/>
                <p14:nvPr/>
              </p14:nvContentPartPr>
              <p14:xfrm>
                <a:off x="12009782" y="2559221"/>
                <a:ext cx="124560" cy="720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8E6323AF-C01B-8BC2-5481-988DDA2F574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991782" y="2541221"/>
                  <a:ext cx="160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5783470D-9B22-BB78-F329-A2738E995F7D}"/>
                    </a:ext>
                  </a:extLst>
                </p14:cNvPr>
                <p14:cNvContentPartPr/>
                <p14:nvPr/>
              </p14:nvContentPartPr>
              <p14:xfrm>
                <a:off x="12264302" y="2517821"/>
                <a:ext cx="159480" cy="1738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5783470D-9B22-BB78-F329-A2738E995F7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246302" y="2500181"/>
                  <a:ext cx="195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7B384AFB-3A81-9AC8-E632-FDA3ADC6E617}"/>
                    </a:ext>
                  </a:extLst>
                </p14:cNvPr>
                <p14:cNvContentPartPr/>
                <p14:nvPr/>
              </p14:nvContentPartPr>
              <p14:xfrm>
                <a:off x="12559862" y="2672261"/>
                <a:ext cx="360" cy="3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7B384AFB-3A81-9AC8-E632-FDA3ADC6E6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541862" y="26542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0E5F705F-7D16-9E9E-B284-C513CD1AF357}"/>
                    </a:ext>
                  </a:extLst>
                </p14:cNvPr>
                <p14:cNvContentPartPr/>
                <p14:nvPr/>
              </p14:nvContentPartPr>
              <p14:xfrm>
                <a:off x="12685142" y="2516741"/>
                <a:ext cx="119520" cy="16920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0E5F705F-7D16-9E9E-B284-C513CD1AF35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667502" y="2499101"/>
                  <a:ext cx="155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C052DB0-17E6-0F08-B188-32CA9EC1E16A}"/>
                    </a:ext>
                  </a:extLst>
                </p14:cNvPr>
                <p14:cNvContentPartPr/>
                <p14:nvPr/>
              </p14:nvContentPartPr>
              <p14:xfrm>
                <a:off x="12685142" y="2540141"/>
                <a:ext cx="115920" cy="1378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C052DB0-17E6-0F08-B188-32CA9EC1E16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667502" y="2522501"/>
                  <a:ext cx="151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FFC47EF1-0415-8DB9-C061-69355358FF55}"/>
                    </a:ext>
                  </a:extLst>
                </p14:cNvPr>
                <p14:cNvContentPartPr/>
                <p14:nvPr/>
              </p14:nvContentPartPr>
              <p14:xfrm>
                <a:off x="12812942" y="2341061"/>
                <a:ext cx="184320" cy="1458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FFC47EF1-0415-8DB9-C061-69355358FF5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2795302" y="2323421"/>
                  <a:ext cx="219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3A487EDF-4596-7263-CDA9-10356313781C}"/>
                    </a:ext>
                  </a:extLst>
                </p14:cNvPr>
                <p14:cNvContentPartPr/>
                <p14:nvPr/>
              </p14:nvContentPartPr>
              <p14:xfrm>
                <a:off x="13111022" y="2398301"/>
                <a:ext cx="103320" cy="360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3A487EDF-4596-7263-CDA9-10356313781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3093382" y="2380301"/>
                  <a:ext cx="138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C3C540FF-9031-FE16-CA98-F591E26F390D}"/>
                    </a:ext>
                  </a:extLst>
                </p14:cNvPr>
                <p14:cNvContentPartPr/>
                <p14:nvPr/>
              </p14:nvContentPartPr>
              <p14:xfrm>
                <a:off x="13297502" y="2342501"/>
                <a:ext cx="129600" cy="15336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C3C540FF-9031-FE16-CA98-F591E26F390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3279502" y="2324501"/>
                  <a:ext cx="1652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FFC1A0F6-1EF6-0D85-5D85-2D446F0AC586}"/>
              </a:ext>
            </a:extLst>
          </p:cNvPr>
          <p:cNvGrpSpPr/>
          <p:nvPr/>
        </p:nvGrpSpPr>
        <p:grpSpPr>
          <a:xfrm>
            <a:off x="9986222" y="3109661"/>
            <a:ext cx="1140840" cy="538560"/>
            <a:chOff x="9986222" y="3109661"/>
            <a:chExt cx="114084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ACAC9956-3F06-1DD8-A478-F63D3C6D80F4}"/>
                    </a:ext>
                  </a:extLst>
                </p14:cNvPr>
                <p14:cNvContentPartPr/>
                <p14:nvPr/>
              </p14:nvContentPartPr>
              <p14:xfrm>
                <a:off x="10023662" y="3158981"/>
                <a:ext cx="174960" cy="4892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ACAC9956-3F06-1DD8-A478-F63D3C6D80F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06022" y="3140981"/>
                  <a:ext cx="2106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AF0245BA-F24A-FC05-D055-07973039C461}"/>
                    </a:ext>
                  </a:extLst>
                </p14:cNvPr>
                <p14:cNvContentPartPr/>
                <p14:nvPr/>
              </p14:nvContentPartPr>
              <p14:xfrm>
                <a:off x="9986222" y="3434381"/>
                <a:ext cx="124920" cy="1260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AF0245BA-F24A-FC05-D055-07973039C46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68582" y="3416381"/>
                  <a:ext cx="160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B0459440-3156-6780-D339-262372F2BB08}"/>
                    </a:ext>
                  </a:extLst>
                </p14:cNvPr>
                <p14:cNvContentPartPr/>
                <p14:nvPr/>
              </p14:nvContentPartPr>
              <p14:xfrm>
                <a:off x="10281062" y="3443381"/>
                <a:ext cx="127080" cy="828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B0459440-3156-6780-D339-262372F2BB0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63062" y="3425381"/>
                  <a:ext cx="162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E7FA27AA-317A-3F03-05A9-2A4E1B515280}"/>
                    </a:ext>
                  </a:extLst>
                </p14:cNvPr>
                <p14:cNvContentPartPr/>
                <p14:nvPr/>
              </p14:nvContentPartPr>
              <p14:xfrm>
                <a:off x="10282142" y="3368501"/>
                <a:ext cx="136800" cy="46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E7FA27AA-317A-3F03-05A9-2A4E1B51528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264142" y="3350501"/>
                  <a:ext cx="172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A1255B6D-B0CD-B9FA-5424-64E738799B17}"/>
                    </a:ext>
                  </a:extLst>
                </p14:cNvPr>
                <p14:cNvContentPartPr/>
                <p14:nvPr/>
              </p14:nvContentPartPr>
              <p14:xfrm>
                <a:off x="10578782" y="3109661"/>
                <a:ext cx="136080" cy="3632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A1255B6D-B0CD-B9FA-5424-64E738799B1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561142" y="3091661"/>
                  <a:ext cx="1717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12680409-F0FC-CCD5-AD1E-4BEFAD0CA81F}"/>
                    </a:ext>
                  </a:extLst>
                </p14:cNvPr>
                <p14:cNvContentPartPr/>
                <p14:nvPr/>
              </p14:nvContentPartPr>
              <p14:xfrm>
                <a:off x="10747982" y="3353741"/>
                <a:ext cx="159480" cy="15444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12680409-F0FC-CCD5-AD1E-4BEFAD0CA81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729982" y="3336101"/>
                  <a:ext cx="195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ACA7F278-8602-453C-936C-73638E4298D6}"/>
                    </a:ext>
                  </a:extLst>
                </p14:cNvPr>
                <p14:cNvContentPartPr/>
                <p14:nvPr/>
              </p14:nvContentPartPr>
              <p14:xfrm>
                <a:off x="11002502" y="3336101"/>
                <a:ext cx="115920" cy="1512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ACA7F278-8602-453C-936C-73638E4298D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984502" y="3318101"/>
                  <a:ext cx="151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9132E069-DC37-1DD2-24BE-B70840B34143}"/>
                    </a:ext>
                  </a:extLst>
                </p14:cNvPr>
                <p14:cNvContentPartPr/>
                <p14:nvPr/>
              </p14:nvContentPartPr>
              <p14:xfrm>
                <a:off x="10999982" y="3348341"/>
                <a:ext cx="127080" cy="1443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9132E069-DC37-1DD2-24BE-B70840B3414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981982" y="3330341"/>
                  <a:ext cx="16272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A437E587-D014-D665-1B5B-8D0082D831AC}"/>
              </a:ext>
            </a:extLst>
          </p:cNvPr>
          <p:cNvGrpSpPr/>
          <p:nvPr/>
        </p:nvGrpSpPr>
        <p:grpSpPr>
          <a:xfrm>
            <a:off x="11336582" y="3383981"/>
            <a:ext cx="227160" cy="215280"/>
            <a:chOff x="11336582" y="3383981"/>
            <a:chExt cx="22716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1457682C-7A6F-2D5D-A846-916B74E36F12}"/>
                    </a:ext>
                  </a:extLst>
                </p14:cNvPr>
                <p14:cNvContentPartPr/>
                <p14:nvPr/>
              </p14:nvContentPartPr>
              <p14:xfrm>
                <a:off x="11336582" y="3500261"/>
                <a:ext cx="156960" cy="720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1457682C-7A6F-2D5D-A846-916B74E36F1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318582" y="3482621"/>
                  <a:ext cx="192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4DFF7425-C4A8-2EA6-6387-2E04F88B0F3B}"/>
                    </a:ext>
                  </a:extLst>
                </p14:cNvPr>
                <p14:cNvContentPartPr/>
                <p14:nvPr/>
              </p14:nvContentPartPr>
              <p14:xfrm>
                <a:off x="11337662" y="3424301"/>
                <a:ext cx="175320" cy="1476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4DFF7425-C4A8-2EA6-6387-2E04F88B0F3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20022" y="3406301"/>
                  <a:ext cx="210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2D9F6648-711E-E57B-008F-546450C1DAC3}"/>
                    </a:ext>
                  </a:extLst>
                </p14:cNvPr>
                <p14:cNvContentPartPr/>
                <p14:nvPr/>
              </p14:nvContentPartPr>
              <p14:xfrm>
                <a:off x="11489222" y="3383981"/>
                <a:ext cx="74520" cy="2152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2D9F6648-711E-E57B-008F-546450C1DAC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471582" y="3365981"/>
                  <a:ext cx="11016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A1A2C57B-4F56-621A-BE41-BF2C9D6E0F52}"/>
              </a:ext>
            </a:extLst>
          </p:cNvPr>
          <p:cNvGrpSpPr/>
          <p:nvPr/>
        </p:nvGrpSpPr>
        <p:grpSpPr>
          <a:xfrm>
            <a:off x="11799902" y="3132701"/>
            <a:ext cx="448560" cy="495360"/>
            <a:chOff x="11799902" y="3132701"/>
            <a:chExt cx="448560" cy="49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69045E7D-D9BA-5C31-CD0C-A0A7F0BDD6B0}"/>
                    </a:ext>
                  </a:extLst>
                </p14:cNvPr>
                <p14:cNvContentPartPr/>
                <p14:nvPr/>
              </p14:nvContentPartPr>
              <p14:xfrm>
                <a:off x="11851742" y="3213701"/>
                <a:ext cx="82440" cy="4143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69045E7D-D9BA-5C31-CD0C-A0A7F0BDD6B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834102" y="3196061"/>
                  <a:ext cx="1180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03A130CF-34CD-4F65-D1F8-B86836A558F4}"/>
                    </a:ext>
                  </a:extLst>
                </p14:cNvPr>
                <p14:cNvContentPartPr/>
                <p14:nvPr/>
              </p14:nvContentPartPr>
              <p14:xfrm>
                <a:off x="11799902" y="3438701"/>
                <a:ext cx="136800" cy="25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03A130CF-34CD-4F65-D1F8-B86836A558F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781902" y="3421061"/>
                  <a:ext cx="172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27DB075A-F69C-11F2-F7F1-D6FC1785DFDB}"/>
                    </a:ext>
                  </a:extLst>
                </p14:cNvPr>
                <p14:cNvContentPartPr/>
                <p14:nvPr/>
              </p14:nvContentPartPr>
              <p14:xfrm>
                <a:off x="12009782" y="3132701"/>
                <a:ext cx="32760" cy="13896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27DB075A-F69C-11F2-F7F1-D6FC1785DFD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991782" y="3114701"/>
                  <a:ext cx="68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8AE313FE-3883-BC4C-5A16-3396E3B8562E}"/>
                    </a:ext>
                  </a:extLst>
                </p14:cNvPr>
                <p14:cNvContentPartPr/>
                <p14:nvPr/>
              </p14:nvContentPartPr>
              <p14:xfrm>
                <a:off x="12141182" y="3462101"/>
                <a:ext cx="103320" cy="144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8AE313FE-3883-BC4C-5A16-3396E3B8562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2123542" y="3444461"/>
                  <a:ext cx="138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1F399CB6-D71C-4939-5A22-332BD5F8A094}"/>
                    </a:ext>
                  </a:extLst>
                </p14:cNvPr>
                <p14:cNvContentPartPr/>
                <p14:nvPr/>
              </p14:nvContentPartPr>
              <p14:xfrm>
                <a:off x="12118862" y="3360581"/>
                <a:ext cx="129600" cy="61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1F399CB6-D71C-4939-5A22-332BD5F8A09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101222" y="3342581"/>
                  <a:ext cx="16524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0E2364C5-70D6-FA7B-618F-46ED10A47644}"/>
              </a:ext>
            </a:extLst>
          </p:cNvPr>
          <p:cNvGrpSpPr/>
          <p:nvPr/>
        </p:nvGrpSpPr>
        <p:grpSpPr>
          <a:xfrm>
            <a:off x="12438182" y="3099941"/>
            <a:ext cx="426960" cy="400680"/>
            <a:chOff x="12438182" y="3099941"/>
            <a:chExt cx="42696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E2FB2701-019A-AECF-41B3-84E45B07646A}"/>
                    </a:ext>
                  </a:extLst>
                </p14:cNvPr>
                <p14:cNvContentPartPr/>
                <p14:nvPr/>
              </p14:nvContentPartPr>
              <p14:xfrm>
                <a:off x="12442862" y="3270221"/>
                <a:ext cx="122040" cy="1893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E2FB2701-019A-AECF-41B3-84E45B07646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425222" y="3252221"/>
                  <a:ext cx="157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03438B38-8FDC-D6C6-A8C3-3CE4E63FFF18}"/>
                    </a:ext>
                  </a:extLst>
                </p14:cNvPr>
                <p14:cNvContentPartPr/>
                <p14:nvPr/>
              </p14:nvContentPartPr>
              <p14:xfrm>
                <a:off x="12438182" y="3295781"/>
                <a:ext cx="140760" cy="2048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03438B38-8FDC-D6C6-A8C3-3CE4E63FFF1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420182" y="3277781"/>
                  <a:ext cx="176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B0CA97F3-5DBB-3E03-CA05-C5A80A3177EA}"/>
                    </a:ext>
                  </a:extLst>
                </p14:cNvPr>
                <p14:cNvContentPartPr/>
                <p14:nvPr/>
              </p14:nvContentPartPr>
              <p14:xfrm>
                <a:off x="12596942" y="3170501"/>
                <a:ext cx="92160" cy="104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B0CA97F3-5DBB-3E03-CA05-C5A80A3177E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579302" y="3152861"/>
                  <a:ext cx="127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A79F018C-3722-88C5-0ADC-AB4A4489C4FC}"/>
                    </a:ext>
                  </a:extLst>
                </p14:cNvPr>
                <p14:cNvContentPartPr/>
                <p14:nvPr/>
              </p14:nvContentPartPr>
              <p14:xfrm>
                <a:off x="12779462" y="3099941"/>
                <a:ext cx="85680" cy="14040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A79F018C-3722-88C5-0ADC-AB4A4489C4F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761822" y="3082301"/>
                  <a:ext cx="1213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54CA9251-81EA-E950-8D05-107FF995FB3B}"/>
                  </a:ext>
                </a:extLst>
              </p14:cNvPr>
              <p14:cNvContentPartPr/>
              <p14:nvPr/>
            </p14:nvContentPartPr>
            <p14:xfrm>
              <a:off x="373142" y="1990421"/>
              <a:ext cx="56160" cy="201240"/>
            </p14:xfrm>
          </p:contentPart>
        </mc:Choice>
        <mc:Fallback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54CA9251-81EA-E950-8D05-107FF995FB3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55142" y="1972781"/>
                <a:ext cx="918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D4562D7D-51D1-0B6C-38FD-839782BB1D1F}"/>
                  </a:ext>
                </a:extLst>
              </p14:cNvPr>
              <p14:cNvContentPartPr/>
              <p14:nvPr/>
            </p14:nvContentPartPr>
            <p14:xfrm>
              <a:off x="498422" y="1990421"/>
              <a:ext cx="16560" cy="190440"/>
            </p14:xfrm>
          </p:contentPart>
        </mc:Choice>
        <mc:Fallback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D4562D7D-51D1-0B6C-38FD-839782BB1D1F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0782" y="1972421"/>
                <a:ext cx="52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7AA865C2-9379-9C51-454B-7FF14FBE4877}"/>
                  </a:ext>
                </a:extLst>
              </p14:cNvPr>
              <p14:cNvContentPartPr/>
              <p14:nvPr/>
            </p14:nvContentPartPr>
            <p14:xfrm>
              <a:off x="358382" y="2170421"/>
              <a:ext cx="235080" cy="75240"/>
            </p14:xfrm>
          </p:contentPart>
        </mc:Choice>
        <mc:Fallback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7AA865C2-9379-9C51-454B-7FF14FBE487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40382" y="2152421"/>
                <a:ext cx="27072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B3C96E9F-C331-D1F2-FC4D-F6C08B217992}"/>
              </a:ext>
            </a:extLst>
          </p:cNvPr>
          <p:cNvGrpSpPr/>
          <p:nvPr/>
        </p:nvGrpSpPr>
        <p:grpSpPr>
          <a:xfrm>
            <a:off x="226622" y="2866661"/>
            <a:ext cx="261000" cy="550080"/>
            <a:chOff x="226622" y="2866661"/>
            <a:chExt cx="261000" cy="55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4488D4B7-430A-1697-4097-1FBD05874C99}"/>
                    </a:ext>
                  </a:extLst>
                </p14:cNvPr>
                <p14:cNvContentPartPr/>
                <p14:nvPr/>
              </p14:nvContentPartPr>
              <p14:xfrm>
                <a:off x="330662" y="2866661"/>
                <a:ext cx="147240" cy="5500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4488D4B7-430A-1697-4097-1FBD05874C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3022" y="2849021"/>
                  <a:ext cx="18288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C10CD481-7874-B5E1-C052-80435D017E0C}"/>
                    </a:ext>
                  </a:extLst>
                </p14:cNvPr>
                <p14:cNvContentPartPr/>
                <p14:nvPr/>
              </p14:nvContentPartPr>
              <p14:xfrm>
                <a:off x="226622" y="3111461"/>
                <a:ext cx="261000" cy="5184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C10CD481-7874-B5E1-C052-80435D017E0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8622" y="3093461"/>
                  <a:ext cx="29664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26337BB5-949E-0F85-E60F-DD5CBA4BCBAB}"/>
                  </a:ext>
                </a:extLst>
              </p14:cNvPr>
              <p14:cNvContentPartPr/>
              <p14:nvPr/>
            </p14:nvContentPartPr>
            <p14:xfrm>
              <a:off x="586622" y="2764781"/>
              <a:ext cx="30240" cy="17928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26337BB5-949E-0F85-E60F-DD5CBA4BCBA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68982" y="2747141"/>
                <a:ext cx="65880" cy="2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8BF362C5-52E3-8B19-71CA-5AFDCE6EFAE7}"/>
              </a:ext>
            </a:extLst>
          </p:cNvPr>
          <p:cNvGrpSpPr/>
          <p:nvPr/>
        </p:nvGrpSpPr>
        <p:grpSpPr>
          <a:xfrm>
            <a:off x="737102" y="2770541"/>
            <a:ext cx="803520" cy="438120"/>
            <a:chOff x="737102" y="2770541"/>
            <a:chExt cx="80352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2DC8A2FD-51CB-4D32-035D-89D7E6B52956}"/>
                    </a:ext>
                  </a:extLst>
                </p14:cNvPr>
                <p14:cNvContentPartPr/>
                <p14:nvPr/>
              </p14:nvContentPartPr>
              <p14:xfrm>
                <a:off x="737102" y="2770541"/>
                <a:ext cx="92160" cy="39924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2DC8A2FD-51CB-4D32-035D-89D7E6B5295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9102" y="2752541"/>
                  <a:ext cx="1278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3F1286BD-CCBD-AA9C-BD04-920096FF0DDF}"/>
                    </a:ext>
                  </a:extLst>
                </p14:cNvPr>
                <p14:cNvContentPartPr/>
                <p14:nvPr/>
              </p14:nvContentPartPr>
              <p14:xfrm>
                <a:off x="894782" y="2942621"/>
                <a:ext cx="130680" cy="19368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3F1286BD-CCBD-AA9C-BD04-920096FF0DD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6782" y="2924621"/>
                  <a:ext cx="166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F4860A41-0864-6866-2968-ACBAF2BFAEDD}"/>
                    </a:ext>
                  </a:extLst>
                </p14:cNvPr>
                <p14:cNvContentPartPr/>
                <p14:nvPr/>
              </p14:nvContentPartPr>
              <p14:xfrm>
                <a:off x="882182" y="2967101"/>
                <a:ext cx="195480" cy="14436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F4860A41-0864-6866-2968-ACBAF2BFAED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4542" y="2949461"/>
                  <a:ext cx="231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3E3C08C4-3851-F89B-D6AF-1C9E5621F961}"/>
                    </a:ext>
                  </a:extLst>
                </p14:cNvPr>
                <p14:cNvContentPartPr/>
                <p14:nvPr/>
              </p14:nvContentPartPr>
              <p14:xfrm>
                <a:off x="1132022" y="2884301"/>
                <a:ext cx="100800" cy="3243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3E3C08C4-3851-F89B-D6AF-1C9E5621F96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4022" y="2866661"/>
                  <a:ext cx="1364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DE206E6-2F8C-805E-6F87-53F4DF7581AE}"/>
                    </a:ext>
                  </a:extLst>
                </p14:cNvPr>
                <p14:cNvContentPartPr/>
                <p14:nvPr/>
              </p14:nvContentPartPr>
              <p14:xfrm>
                <a:off x="1401302" y="3130181"/>
                <a:ext cx="139320" cy="3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DE206E6-2F8C-805E-6F87-53F4DF7581A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383662" y="3112541"/>
                  <a:ext cx="174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B72F7C2-20B9-772C-B5E2-945DF3DCC593}"/>
                    </a:ext>
                  </a:extLst>
                </p14:cNvPr>
                <p14:cNvContentPartPr/>
                <p14:nvPr/>
              </p14:nvContentPartPr>
              <p14:xfrm>
                <a:off x="1406342" y="3019661"/>
                <a:ext cx="130680" cy="1728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B72F7C2-20B9-772C-B5E2-945DF3DCC59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88702" y="3002021"/>
                  <a:ext cx="1663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3F1578CA-1FE7-247F-F0E4-E35F1756ADFE}"/>
              </a:ext>
            </a:extLst>
          </p:cNvPr>
          <p:cNvGrpSpPr/>
          <p:nvPr/>
        </p:nvGrpSpPr>
        <p:grpSpPr>
          <a:xfrm>
            <a:off x="2075942" y="823661"/>
            <a:ext cx="987480" cy="613800"/>
            <a:chOff x="2075942" y="823661"/>
            <a:chExt cx="987480" cy="61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119C06E-C43D-D55A-AF4E-3D3073EF0DCF}"/>
                    </a:ext>
                  </a:extLst>
                </p14:cNvPr>
                <p14:cNvContentPartPr/>
                <p14:nvPr/>
              </p14:nvContentPartPr>
              <p14:xfrm>
                <a:off x="2075942" y="1025621"/>
                <a:ext cx="223560" cy="3981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119C06E-C43D-D55A-AF4E-3D3073EF0DC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57942" y="1007981"/>
                  <a:ext cx="2592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BBC04E00-22C5-700D-6A02-0D3712A221D6}"/>
                    </a:ext>
                  </a:extLst>
                </p14:cNvPr>
                <p14:cNvContentPartPr/>
                <p14:nvPr/>
              </p14:nvContentPartPr>
              <p14:xfrm>
                <a:off x="2368982" y="1224701"/>
                <a:ext cx="171720" cy="21276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BBC04E00-22C5-700D-6A02-0D3712A221D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50982" y="1207061"/>
                  <a:ext cx="207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75CBB232-E350-7FC7-F402-81CBB5571852}"/>
                    </a:ext>
                  </a:extLst>
                </p14:cNvPr>
                <p14:cNvContentPartPr/>
                <p14:nvPr/>
              </p14:nvContentPartPr>
              <p14:xfrm>
                <a:off x="2359982" y="1268261"/>
                <a:ext cx="195480" cy="1623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75CBB232-E350-7FC7-F402-81CBB557185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42342" y="1250621"/>
                  <a:ext cx="231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720F683-C10C-756E-AD3B-A81ECF93512E}"/>
                    </a:ext>
                  </a:extLst>
                </p14:cNvPr>
                <p14:cNvContentPartPr/>
                <p14:nvPr/>
              </p14:nvContentPartPr>
              <p14:xfrm>
                <a:off x="2546462" y="1074941"/>
                <a:ext cx="98640" cy="14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720F683-C10C-756E-AD3B-A81ECF93512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28462" y="1057301"/>
                  <a:ext cx="134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0B6CABC8-0FA5-7276-4601-0A4F1F46D779}"/>
                    </a:ext>
                  </a:extLst>
                </p14:cNvPr>
                <p14:cNvContentPartPr/>
                <p14:nvPr/>
              </p14:nvContentPartPr>
              <p14:xfrm>
                <a:off x="2740142" y="996821"/>
                <a:ext cx="119520" cy="1656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0B6CABC8-0FA5-7276-4601-0A4F1F46D77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22502" y="978821"/>
                  <a:ext cx="155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D9736EF5-6921-3D0D-3D21-02F0063FEFA6}"/>
                    </a:ext>
                  </a:extLst>
                </p14:cNvPr>
                <p14:cNvContentPartPr/>
                <p14:nvPr/>
              </p14:nvContentPartPr>
              <p14:xfrm>
                <a:off x="2891702" y="1349981"/>
                <a:ext cx="171720" cy="3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D9736EF5-6921-3D0D-3D21-02F0063FEFA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73702" y="1331981"/>
                  <a:ext cx="207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7882D010-4E70-A8E1-2A6D-2CAD02B2BAAD}"/>
                    </a:ext>
                  </a:extLst>
                </p14:cNvPr>
                <p14:cNvContentPartPr/>
                <p14:nvPr/>
              </p14:nvContentPartPr>
              <p14:xfrm>
                <a:off x="2619542" y="833381"/>
                <a:ext cx="39960" cy="3960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7882D010-4E70-A8E1-2A6D-2CAD02B2BAA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01902" y="815741"/>
                  <a:ext cx="75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CA0B4778-772C-90FA-75B8-CD998DE82A7B}"/>
                    </a:ext>
                  </a:extLst>
                </p14:cNvPr>
                <p14:cNvContentPartPr/>
                <p14:nvPr/>
              </p14:nvContentPartPr>
              <p14:xfrm>
                <a:off x="2525222" y="826901"/>
                <a:ext cx="134640" cy="4608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CA0B4778-772C-90FA-75B8-CD998DE82A7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507582" y="808901"/>
                  <a:ext cx="170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CB77FC15-1353-BD2C-41F7-3E11787D4D40}"/>
                    </a:ext>
                  </a:extLst>
                </p14:cNvPr>
                <p14:cNvContentPartPr/>
                <p14:nvPr/>
              </p14:nvContentPartPr>
              <p14:xfrm>
                <a:off x="2345222" y="829061"/>
                <a:ext cx="129600" cy="4824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CB77FC15-1353-BD2C-41F7-3E11787D4D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327582" y="811421"/>
                  <a:ext cx="165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F234B8F8-B213-68F9-2469-AF8C80754FAF}"/>
                    </a:ext>
                  </a:extLst>
                </p14:cNvPr>
                <p14:cNvContentPartPr/>
                <p14:nvPr/>
              </p14:nvContentPartPr>
              <p14:xfrm>
                <a:off x="2312102" y="823661"/>
                <a:ext cx="104040" cy="11088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F234B8F8-B213-68F9-2469-AF8C80754FA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294462" y="805661"/>
                  <a:ext cx="1396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Agrupar 182">
            <a:extLst>
              <a:ext uri="{FF2B5EF4-FFF2-40B4-BE49-F238E27FC236}">
                <a16:creationId xmlns:a16="http://schemas.microsoft.com/office/drawing/2014/main" id="{E1A2331D-EBAC-B4BF-0889-119F3E09651F}"/>
              </a:ext>
            </a:extLst>
          </p:cNvPr>
          <p:cNvGrpSpPr/>
          <p:nvPr/>
        </p:nvGrpSpPr>
        <p:grpSpPr>
          <a:xfrm>
            <a:off x="1762742" y="2655341"/>
            <a:ext cx="1145520" cy="476280"/>
            <a:chOff x="1762742" y="2655341"/>
            <a:chExt cx="114552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DA8EFF08-BCD5-A1D8-9AB9-C30A96E4CDC9}"/>
                    </a:ext>
                  </a:extLst>
                </p14:cNvPr>
                <p14:cNvContentPartPr/>
                <p14:nvPr/>
              </p14:nvContentPartPr>
              <p14:xfrm>
                <a:off x="1762742" y="3044141"/>
                <a:ext cx="129600" cy="82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DA8EFF08-BCD5-A1D8-9AB9-C30A96E4CDC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45102" y="3026501"/>
                  <a:ext cx="165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A9B3D9E9-546A-0C11-F5B2-01F4B7089311}"/>
                    </a:ext>
                  </a:extLst>
                </p14:cNvPr>
                <p14:cNvContentPartPr/>
                <p14:nvPr/>
              </p14:nvContentPartPr>
              <p14:xfrm>
                <a:off x="2011142" y="2864141"/>
                <a:ext cx="102240" cy="26532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A9B3D9E9-546A-0C11-F5B2-01F4B708931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993502" y="2846501"/>
                  <a:ext cx="137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9FF17B39-8D84-5203-580A-99BC729E6A90}"/>
                    </a:ext>
                  </a:extLst>
                </p14:cNvPr>
                <p14:cNvContentPartPr/>
                <p14:nvPr/>
              </p14:nvContentPartPr>
              <p14:xfrm>
                <a:off x="2195102" y="2857301"/>
                <a:ext cx="191520" cy="24300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9FF17B39-8D84-5203-580A-99BC729E6A9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177102" y="2839661"/>
                  <a:ext cx="227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BB3AFA81-3E28-A16F-8B0F-D347785EEA99}"/>
                    </a:ext>
                  </a:extLst>
                </p14:cNvPr>
                <p14:cNvContentPartPr/>
                <p14:nvPr/>
              </p14:nvContentPartPr>
              <p14:xfrm>
                <a:off x="2475542" y="2939381"/>
                <a:ext cx="122040" cy="1922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BB3AFA81-3E28-A16F-8B0F-D347785EEA9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457902" y="2921741"/>
                  <a:ext cx="157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E0FAF4E9-F41F-AC87-3024-3A8E2FE987FC}"/>
                    </a:ext>
                  </a:extLst>
                </p14:cNvPr>
                <p14:cNvContentPartPr/>
                <p14:nvPr/>
              </p14:nvContentPartPr>
              <p14:xfrm>
                <a:off x="2466902" y="2945861"/>
                <a:ext cx="164880" cy="16992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E0FAF4E9-F41F-AC87-3024-3A8E2FE987F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449262" y="2928221"/>
                  <a:ext cx="200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7D58C12A-91E1-E00D-1E54-D0900DE4D9E1}"/>
                    </a:ext>
                  </a:extLst>
                </p14:cNvPr>
                <p14:cNvContentPartPr/>
                <p14:nvPr/>
              </p14:nvContentPartPr>
              <p14:xfrm>
                <a:off x="2645822" y="2781701"/>
                <a:ext cx="70560" cy="36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7D58C12A-91E1-E00D-1E54-D0900DE4D9E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27822" y="2763701"/>
                  <a:ext cx="106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769A4980-A48E-49DB-2FEB-8C0391AE019E}"/>
                    </a:ext>
                  </a:extLst>
                </p14:cNvPr>
                <p14:cNvContentPartPr/>
                <p14:nvPr/>
              </p14:nvContentPartPr>
              <p14:xfrm>
                <a:off x="2817182" y="2655341"/>
                <a:ext cx="91080" cy="24408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769A4980-A48E-49DB-2FEB-8C0391AE019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799182" y="2637341"/>
                  <a:ext cx="1267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CC876E0F-3FBA-EFE0-8FFD-69EF69D847E2}"/>
              </a:ext>
            </a:extLst>
          </p:cNvPr>
          <p:cNvGrpSpPr/>
          <p:nvPr/>
        </p:nvGrpSpPr>
        <p:grpSpPr>
          <a:xfrm>
            <a:off x="3289142" y="809981"/>
            <a:ext cx="1083240" cy="682200"/>
            <a:chOff x="3289142" y="809981"/>
            <a:chExt cx="1083240" cy="6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B4074353-53AB-FF12-84DE-81852A8D8F7C}"/>
                    </a:ext>
                  </a:extLst>
                </p14:cNvPr>
                <p14:cNvContentPartPr/>
                <p14:nvPr/>
              </p14:nvContentPartPr>
              <p14:xfrm>
                <a:off x="3293822" y="1108421"/>
                <a:ext cx="199080" cy="3614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B4074353-53AB-FF12-84DE-81852A8D8F7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76182" y="1090781"/>
                  <a:ext cx="234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ACA9B311-D929-8267-9E4C-2B837F516D37}"/>
                    </a:ext>
                  </a:extLst>
                </p14:cNvPr>
                <p14:cNvContentPartPr/>
                <p14:nvPr/>
              </p14:nvContentPartPr>
              <p14:xfrm>
                <a:off x="3568502" y="1272941"/>
                <a:ext cx="164160" cy="1926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ACA9B311-D929-8267-9E4C-2B837F516D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550502" y="1254941"/>
                  <a:ext cx="199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A7BFB0EE-DA71-85DA-379E-9FB377E168F4}"/>
                    </a:ext>
                  </a:extLst>
                </p14:cNvPr>
                <p14:cNvContentPartPr/>
                <p14:nvPr/>
              </p14:nvContentPartPr>
              <p14:xfrm>
                <a:off x="3585782" y="1325501"/>
                <a:ext cx="154440" cy="1479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A7BFB0EE-DA71-85DA-379E-9FB377E168F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68142" y="1307501"/>
                  <a:ext cx="190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EED493B5-2877-D2D4-90AB-41DFFC84409C}"/>
                    </a:ext>
                  </a:extLst>
                </p14:cNvPr>
                <p14:cNvContentPartPr/>
                <p14:nvPr/>
              </p14:nvContentPartPr>
              <p14:xfrm>
                <a:off x="3781982" y="1071701"/>
                <a:ext cx="132120" cy="93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EED493B5-2877-D2D4-90AB-41DFFC84409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764342" y="1053701"/>
                  <a:ext cx="167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F0B18388-4A82-D32C-694B-03B24DECC32A}"/>
                    </a:ext>
                  </a:extLst>
                </p14:cNvPr>
                <p14:cNvContentPartPr/>
                <p14:nvPr/>
              </p14:nvContentPartPr>
              <p14:xfrm>
                <a:off x="4007702" y="979901"/>
                <a:ext cx="174600" cy="1846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F0B18388-4A82-D32C-694B-03B24DECC32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989702" y="962261"/>
                  <a:ext cx="210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F87009B-6B65-D7C4-542E-955834DB21C8}"/>
                    </a:ext>
                  </a:extLst>
                </p14:cNvPr>
                <p14:cNvContentPartPr/>
                <p14:nvPr/>
              </p14:nvContentPartPr>
              <p14:xfrm>
                <a:off x="4245302" y="1314701"/>
                <a:ext cx="7920" cy="17748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F87009B-6B65-D7C4-542E-955834DB21C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27662" y="1297061"/>
                  <a:ext cx="43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8D27D50B-C0FD-B503-26F5-9263F7616B7E}"/>
                    </a:ext>
                  </a:extLst>
                </p14:cNvPr>
                <p14:cNvContentPartPr/>
                <p14:nvPr/>
              </p14:nvContentPartPr>
              <p14:xfrm>
                <a:off x="4169702" y="1401461"/>
                <a:ext cx="202680" cy="216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8D27D50B-C0FD-B503-26F5-9263F7616B7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51702" y="1383461"/>
                  <a:ext cx="238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A58797B7-ACC6-1AB0-1E42-277D13F93747}"/>
                    </a:ext>
                  </a:extLst>
                </p14:cNvPr>
                <p14:cNvContentPartPr/>
                <p14:nvPr/>
              </p14:nvContentPartPr>
              <p14:xfrm>
                <a:off x="3784502" y="823661"/>
                <a:ext cx="39960" cy="252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A58797B7-ACC6-1AB0-1E42-277D13F9374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66862" y="805661"/>
                  <a:ext cx="75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27D97AC-BA49-9284-ACF4-DB20BC32F1A9}"/>
                    </a:ext>
                  </a:extLst>
                </p14:cNvPr>
                <p14:cNvContentPartPr/>
                <p14:nvPr/>
              </p14:nvContentPartPr>
              <p14:xfrm>
                <a:off x="3687662" y="809981"/>
                <a:ext cx="136800" cy="1368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27D97AC-BA49-9284-ACF4-DB20BC32F1A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670022" y="792341"/>
                  <a:ext cx="172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8760CCE6-F2A1-9546-8F73-93A8C7A3D203}"/>
                    </a:ext>
                  </a:extLst>
                </p14:cNvPr>
                <p14:cNvContentPartPr/>
                <p14:nvPr/>
              </p14:nvContentPartPr>
              <p14:xfrm>
                <a:off x="3425582" y="820061"/>
                <a:ext cx="161640" cy="561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8760CCE6-F2A1-9546-8F73-93A8C7A3D2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07942" y="802421"/>
                  <a:ext cx="197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89B59CD0-1237-C38C-BF25-38281AAB71F2}"/>
                    </a:ext>
                  </a:extLst>
                </p14:cNvPr>
                <p14:cNvContentPartPr/>
                <p14:nvPr/>
              </p14:nvContentPartPr>
              <p14:xfrm>
                <a:off x="3322622" y="891701"/>
                <a:ext cx="75960" cy="6300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89B59CD0-1237-C38C-BF25-38281AAB71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304622" y="873701"/>
                  <a:ext cx="111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9D112C3D-142E-0BD0-7692-E14911805BCE}"/>
                    </a:ext>
                  </a:extLst>
                </p14:cNvPr>
                <p14:cNvContentPartPr/>
                <p14:nvPr/>
              </p14:nvContentPartPr>
              <p14:xfrm>
                <a:off x="3289142" y="879461"/>
                <a:ext cx="102240" cy="932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9D112C3D-142E-0BD0-7692-E14911805BC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71142" y="861461"/>
                  <a:ext cx="13788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Agrupar 195">
            <a:extLst>
              <a:ext uri="{FF2B5EF4-FFF2-40B4-BE49-F238E27FC236}">
                <a16:creationId xmlns:a16="http://schemas.microsoft.com/office/drawing/2014/main" id="{3E62D38E-F00B-BA4F-96A7-AF0D3771BBCA}"/>
              </a:ext>
            </a:extLst>
          </p:cNvPr>
          <p:cNvGrpSpPr/>
          <p:nvPr/>
        </p:nvGrpSpPr>
        <p:grpSpPr>
          <a:xfrm>
            <a:off x="3049382" y="2990501"/>
            <a:ext cx="143280" cy="198360"/>
            <a:chOff x="3049382" y="2990501"/>
            <a:chExt cx="14328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9B640554-5557-3270-E4BC-C37BB56B88B6}"/>
                    </a:ext>
                  </a:extLst>
                </p14:cNvPr>
                <p14:cNvContentPartPr/>
                <p14:nvPr/>
              </p14:nvContentPartPr>
              <p14:xfrm>
                <a:off x="3106622" y="2990501"/>
                <a:ext cx="10440" cy="19836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9B640554-5557-3270-E4BC-C37BB56B88B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088622" y="2972861"/>
                  <a:ext cx="46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E04231D5-AF28-5048-9C19-BFC5E7544F80}"/>
                    </a:ext>
                  </a:extLst>
                </p14:cNvPr>
                <p14:cNvContentPartPr/>
                <p14:nvPr/>
              </p14:nvContentPartPr>
              <p14:xfrm>
                <a:off x="3049382" y="3071141"/>
                <a:ext cx="143280" cy="1260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E04231D5-AF28-5048-9C19-BFC5E7544F8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031742" y="3053501"/>
                  <a:ext cx="1789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050027A5-DBB9-F5D0-C0F7-8F7949F9DC20}"/>
              </a:ext>
            </a:extLst>
          </p:cNvPr>
          <p:cNvGrpSpPr/>
          <p:nvPr/>
        </p:nvGrpSpPr>
        <p:grpSpPr>
          <a:xfrm>
            <a:off x="3395702" y="2793221"/>
            <a:ext cx="669960" cy="386640"/>
            <a:chOff x="3395702" y="2793221"/>
            <a:chExt cx="66996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2347539A-7A62-654B-8F7C-76FD73301997}"/>
                    </a:ext>
                  </a:extLst>
                </p14:cNvPr>
                <p14:cNvContentPartPr/>
                <p14:nvPr/>
              </p14:nvContentPartPr>
              <p14:xfrm>
                <a:off x="3395702" y="2802941"/>
                <a:ext cx="190440" cy="36684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2347539A-7A62-654B-8F7C-76FD7330199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378062" y="2785301"/>
                  <a:ext cx="2260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DE4DE624-3F28-5CBD-6804-E1DE71E5A26F}"/>
                    </a:ext>
                  </a:extLst>
                </p14:cNvPr>
                <p14:cNvContentPartPr/>
                <p14:nvPr/>
              </p14:nvContentPartPr>
              <p14:xfrm>
                <a:off x="3645542" y="2968541"/>
                <a:ext cx="129600" cy="1731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DE4DE624-3F28-5CBD-6804-E1DE71E5A26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27542" y="2950901"/>
                  <a:ext cx="165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5FD301F9-B7BB-316B-FF27-0EB2BA0CC9F1}"/>
                    </a:ext>
                  </a:extLst>
                </p14:cNvPr>
                <p14:cNvContentPartPr/>
                <p14:nvPr/>
              </p14:nvContentPartPr>
              <p14:xfrm>
                <a:off x="3656702" y="3010661"/>
                <a:ext cx="150480" cy="16920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5FD301F9-B7BB-316B-FF27-0EB2BA0CC9F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638702" y="2993021"/>
                  <a:ext cx="1861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B7658E1E-2216-6F78-2B44-8D6D6CCCE3F2}"/>
                    </a:ext>
                  </a:extLst>
                </p14:cNvPr>
                <p14:cNvContentPartPr/>
                <p14:nvPr/>
              </p14:nvContentPartPr>
              <p14:xfrm>
                <a:off x="3804302" y="2883221"/>
                <a:ext cx="103320" cy="936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B7658E1E-2216-6F78-2B44-8D6D6CCCE3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786662" y="2865581"/>
                  <a:ext cx="138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CACA2DC3-98B6-CE3F-D02D-F7E941B37237}"/>
                    </a:ext>
                  </a:extLst>
                </p14:cNvPr>
                <p14:cNvContentPartPr/>
                <p14:nvPr/>
              </p14:nvContentPartPr>
              <p14:xfrm>
                <a:off x="3972062" y="2793221"/>
                <a:ext cx="93600" cy="18972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CACA2DC3-98B6-CE3F-D02D-F7E941B3723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954422" y="2775221"/>
                  <a:ext cx="1292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Agrupar 212">
            <a:extLst>
              <a:ext uri="{FF2B5EF4-FFF2-40B4-BE49-F238E27FC236}">
                <a16:creationId xmlns:a16="http://schemas.microsoft.com/office/drawing/2014/main" id="{B8B9FF7A-2433-4049-D6DA-2518E6CB06A0}"/>
              </a:ext>
            </a:extLst>
          </p:cNvPr>
          <p:cNvGrpSpPr/>
          <p:nvPr/>
        </p:nvGrpSpPr>
        <p:grpSpPr>
          <a:xfrm>
            <a:off x="4212902" y="2935781"/>
            <a:ext cx="797400" cy="296640"/>
            <a:chOff x="4212902" y="2935781"/>
            <a:chExt cx="79740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E03EB67C-3366-2311-70F0-B3BFC70409A8}"/>
                    </a:ext>
                  </a:extLst>
                </p14:cNvPr>
                <p14:cNvContentPartPr/>
                <p14:nvPr/>
              </p14:nvContentPartPr>
              <p14:xfrm>
                <a:off x="4212902" y="3114701"/>
                <a:ext cx="177840" cy="1260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E03EB67C-3366-2311-70F0-B3BFC70409A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95262" y="3096701"/>
                  <a:ext cx="213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59E0ADEA-3534-DCB8-6927-651C05C3AEA8}"/>
                    </a:ext>
                  </a:extLst>
                </p14:cNvPr>
                <p14:cNvContentPartPr/>
                <p14:nvPr/>
              </p14:nvContentPartPr>
              <p14:xfrm>
                <a:off x="4549502" y="2935781"/>
                <a:ext cx="150480" cy="29664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59E0ADEA-3534-DCB8-6927-651C05C3AEA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31862" y="2918141"/>
                  <a:ext cx="1861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9486BD5E-6D25-77DA-98BD-1EF3CB610D16}"/>
                    </a:ext>
                  </a:extLst>
                </p14:cNvPr>
                <p14:cNvContentPartPr/>
                <p14:nvPr/>
              </p14:nvContentPartPr>
              <p14:xfrm>
                <a:off x="4631582" y="3084461"/>
                <a:ext cx="129600" cy="3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9486BD5E-6D25-77DA-98BD-1EF3CB610D1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613582" y="3066821"/>
                  <a:ext cx="165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408161C1-8329-7060-00D7-C7AB4B533176}"/>
                    </a:ext>
                  </a:extLst>
                </p14:cNvPr>
                <p14:cNvContentPartPr/>
                <p14:nvPr/>
              </p14:nvContentPartPr>
              <p14:xfrm>
                <a:off x="4836422" y="3048821"/>
                <a:ext cx="133200" cy="15912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408161C1-8329-7060-00D7-C7AB4B53317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818782" y="3030821"/>
                  <a:ext cx="168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69F35DB9-C459-32F0-D16A-B5AA37EDC61E}"/>
                    </a:ext>
                  </a:extLst>
                </p14:cNvPr>
                <p14:cNvContentPartPr/>
                <p14:nvPr/>
              </p14:nvContentPartPr>
              <p14:xfrm>
                <a:off x="4838942" y="3068981"/>
                <a:ext cx="171360" cy="13176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69F35DB9-C459-32F0-D16A-B5AA37EDC61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821302" y="3050981"/>
                  <a:ext cx="2070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Agrupar 215">
            <a:extLst>
              <a:ext uri="{FF2B5EF4-FFF2-40B4-BE49-F238E27FC236}">
                <a16:creationId xmlns:a16="http://schemas.microsoft.com/office/drawing/2014/main" id="{780C37E2-80D8-6A20-7C3B-181FB0E8364E}"/>
              </a:ext>
            </a:extLst>
          </p:cNvPr>
          <p:cNvGrpSpPr/>
          <p:nvPr/>
        </p:nvGrpSpPr>
        <p:grpSpPr>
          <a:xfrm>
            <a:off x="4985462" y="2754701"/>
            <a:ext cx="318240" cy="200160"/>
            <a:chOff x="4985462" y="2754701"/>
            <a:chExt cx="31824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76FC7A88-AA2A-016A-599A-DD68B73C9A1D}"/>
                    </a:ext>
                  </a:extLst>
                </p14:cNvPr>
                <p14:cNvContentPartPr/>
                <p14:nvPr/>
              </p14:nvContentPartPr>
              <p14:xfrm>
                <a:off x="4985462" y="2858741"/>
                <a:ext cx="108360" cy="36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76FC7A88-AA2A-016A-599A-DD68B73C9A1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67822" y="2841101"/>
                  <a:ext cx="144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8C8ABDD9-C448-498E-86EC-38A7047E9F1B}"/>
                    </a:ext>
                  </a:extLst>
                </p14:cNvPr>
                <p14:cNvContentPartPr/>
                <p14:nvPr/>
              </p14:nvContentPartPr>
              <p14:xfrm>
                <a:off x="5178422" y="2754701"/>
                <a:ext cx="125280" cy="20016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8C8ABDD9-C448-498E-86EC-38A7047E9F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60782" y="2737061"/>
                  <a:ext cx="1609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8A5A7247-E23A-E8E2-60E3-474AE7CFA18C}"/>
              </a:ext>
            </a:extLst>
          </p:cNvPr>
          <p:cNvGrpSpPr/>
          <p:nvPr/>
        </p:nvGrpSpPr>
        <p:grpSpPr>
          <a:xfrm>
            <a:off x="5413862" y="3017501"/>
            <a:ext cx="143280" cy="238320"/>
            <a:chOff x="5413862" y="3017501"/>
            <a:chExt cx="14328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92B67028-839C-ECD1-CA6B-B1B5BA6CA47D}"/>
                    </a:ext>
                  </a:extLst>
                </p14:cNvPr>
                <p14:cNvContentPartPr/>
                <p14:nvPr/>
              </p14:nvContentPartPr>
              <p14:xfrm>
                <a:off x="5485862" y="3017501"/>
                <a:ext cx="1800" cy="23832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92B67028-839C-ECD1-CA6B-B1B5BA6CA47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68222" y="2999501"/>
                  <a:ext cx="37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CDD7DB61-35DA-16C6-75F0-366EEF1F17AF}"/>
                    </a:ext>
                  </a:extLst>
                </p14:cNvPr>
                <p14:cNvContentPartPr/>
                <p14:nvPr/>
              </p14:nvContentPartPr>
              <p14:xfrm>
                <a:off x="5413862" y="3139181"/>
                <a:ext cx="143280" cy="2052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CDD7DB61-35DA-16C6-75F0-366EEF1F17A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96222" y="3121541"/>
                  <a:ext cx="1789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Agrupar 221">
            <a:extLst>
              <a:ext uri="{FF2B5EF4-FFF2-40B4-BE49-F238E27FC236}">
                <a16:creationId xmlns:a16="http://schemas.microsoft.com/office/drawing/2014/main" id="{7124940C-89E2-24F7-0482-93EB2EE27CB4}"/>
              </a:ext>
            </a:extLst>
          </p:cNvPr>
          <p:cNvGrpSpPr/>
          <p:nvPr/>
        </p:nvGrpSpPr>
        <p:grpSpPr>
          <a:xfrm>
            <a:off x="5786462" y="2908061"/>
            <a:ext cx="286200" cy="341640"/>
            <a:chOff x="5786462" y="2908061"/>
            <a:chExt cx="28620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040E1D1A-297C-8C3E-BF98-630084C85142}"/>
                    </a:ext>
                  </a:extLst>
                </p14:cNvPr>
                <p14:cNvContentPartPr/>
                <p14:nvPr/>
              </p14:nvContentPartPr>
              <p14:xfrm>
                <a:off x="5836142" y="2908061"/>
                <a:ext cx="94680" cy="1152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040E1D1A-297C-8C3E-BF98-630084C851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818502" y="2890061"/>
                  <a:ext cx="130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3FBFCCA3-593A-A277-99CD-D32AA088A8B4}"/>
                    </a:ext>
                  </a:extLst>
                </p14:cNvPr>
                <p14:cNvContentPartPr/>
                <p14:nvPr/>
              </p14:nvContentPartPr>
              <p14:xfrm>
                <a:off x="5786462" y="2931461"/>
                <a:ext cx="171000" cy="31824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3FBFCCA3-593A-A277-99CD-D32AA088A8B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68822" y="2913461"/>
                  <a:ext cx="2066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B205B5C0-7946-8518-AECD-FCF176DEA9B6}"/>
                    </a:ext>
                  </a:extLst>
                </p14:cNvPr>
                <p14:cNvContentPartPr/>
                <p14:nvPr/>
              </p14:nvContentPartPr>
              <p14:xfrm>
                <a:off x="6072302" y="3225221"/>
                <a:ext cx="360" cy="36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B205B5C0-7946-8518-AECD-FCF176DEA9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54302" y="32075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BC46FCB6-A767-8DC7-12A7-DC31663077EC}"/>
              </a:ext>
            </a:extLst>
          </p:cNvPr>
          <p:cNvGrpSpPr/>
          <p:nvPr/>
        </p:nvGrpSpPr>
        <p:grpSpPr>
          <a:xfrm>
            <a:off x="7801022" y="3083381"/>
            <a:ext cx="220320" cy="228600"/>
            <a:chOff x="7801022" y="3083381"/>
            <a:chExt cx="22032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20637CBA-AF3A-01E9-C9DE-2DED8F9AF99E}"/>
                    </a:ext>
                  </a:extLst>
                </p14:cNvPr>
                <p14:cNvContentPartPr/>
                <p14:nvPr/>
              </p14:nvContentPartPr>
              <p14:xfrm>
                <a:off x="7801022" y="3199661"/>
                <a:ext cx="164160" cy="1044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20637CBA-AF3A-01E9-C9DE-2DED8F9AF99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783022" y="3181661"/>
                  <a:ext cx="199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967FCDA2-BE97-AA74-79BA-84253A5D5768}"/>
                    </a:ext>
                  </a:extLst>
                </p14:cNvPr>
                <p14:cNvContentPartPr/>
                <p14:nvPr/>
              </p14:nvContentPartPr>
              <p14:xfrm>
                <a:off x="7808222" y="3135941"/>
                <a:ext cx="185400" cy="144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967FCDA2-BE97-AA74-79BA-84253A5D576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790582" y="3117941"/>
                  <a:ext cx="221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A3414DC5-B765-9602-562B-05E7A0E44AA8}"/>
                    </a:ext>
                  </a:extLst>
                </p14:cNvPr>
                <p14:cNvContentPartPr/>
                <p14:nvPr/>
              </p14:nvContentPartPr>
              <p14:xfrm>
                <a:off x="7942502" y="3083381"/>
                <a:ext cx="78840" cy="22860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A3414DC5-B765-9602-562B-05E7A0E44AA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924502" y="3065381"/>
                  <a:ext cx="1144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6DAFF987-A34B-4B4F-2091-203D5B6050A6}"/>
              </a:ext>
            </a:extLst>
          </p:cNvPr>
          <p:cNvGrpSpPr/>
          <p:nvPr/>
        </p:nvGrpSpPr>
        <p:grpSpPr>
          <a:xfrm>
            <a:off x="165782" y="4158701"/>
            <a:ext cx="280800" cy="223920"/>
            <a:chOff x="165782" y="4158701"/>
            <a:chExt cx="28080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063844AE-2BB9-A3D9-4432-BDD356B4AB1A}"/>
                    </a:ext>
                  </a:extLst>
                </p14:cNvPr>
                <p14:cNvContentPartPr/>
                <p14:nvPr/>
              </p14:nvContentPartPr>
              <p14:xfrm>
                <a:off x="174422" y="4294781"/>
                <a:ext cx="215280" cy="3960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063844AE-2BB9-A3D9-4432-BDD356B4AB1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6422" y="4277141"/>
                  <a:ext cx="250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2CAEFDDC-901F-2992-4173-44EC546E9B8A}"/>
                    </a:ext>
                  </a:extLst>
                </p14:cNvPr>
                <p14:cNvContentPartPr/>
                <p14:nvPr/>
              </p14:nvContentPartPr>
              <p14:xfrm>
                <a:off x="165782" y="4235741"/>
                <a:ext cx="218880" cy="2376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2CAEFDDC-901F-2992-4173-44EC546E9B8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47782" y="4217741"/>
                  <a:ext cx="254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5C0196D6-D954-D399-1A92-CF9BDC508E1E}"/>
                    </a:ext>
                  </a:extLst>
                </p14:cNvPr>
                <p14:cNvContentPartPr/>
                <p14:nvPr/>
              </p14:nvContentPartPr>
              <p14:xfrm>
                <a:off x="338222" y="4158701"/>
                <a:ext cx="108360" cy="22392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5C0196D6-D954-D399-1A92-CF9BDC508E1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20582" y="4140701"/>
                  <a:ext cx="14400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Agrupar 255">
            <a:extLst>
              <a:ext uri="{FF2B5EF4-FFF2-40B4-BE49-F238E27FC236}">
                <a16:creationId xmlns:a16="http://schemas.microsoft.com/office/drawing/2014/main" id="{FC288AF2-7259-0588-601E-3A9B97637AC3}"/>
              </a:ext>
            </a:extLst>
          </p:cNvPr>
          <p:cNvGrpSpPr/>
          <p:nvPr/>
        </p:nvGrpSpPr>
        <p:grpSpPr>
          <a:xfrm>
            <a:off x="841142" y="4041701"/>
            <a:ext cx="221400" cy="503640"/>
            <a:chOff x="841142" y="4041701"/>
            <a:chExt cx="221400" cy="50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418B696C-345C-7992-532F-161569132E64}"/>
                    </a:ext>
                  </a:extLst>
                </p14:cNvPr>
                <p14:cNvContentPartPr/>
                <p14:nvPr/>
              </p14:nvContentPartPr>
              <p14:xfrm>
                <a:off x="932942" y="4041701"/>
                <a:ext cx="97200" cy="5036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418B696C-345C-7992-532F-161569132E6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15302" y="4024061"/>
                  <a:ext cx="1328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D8BDB78F-F550-9085-03EE-A0A5673821F8}"/>
                    </a:ext>
                  </a:extLst>
                </p14:cNvPr>
                <p14:cNvContentPartPr/>
                <p14:nvPr/>
              </p14:nvContentPartPr>
              <p14:xfrm>
                <a:off x="841142" y="4256621"/>
                <a:ext cx="221400" cy="2412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D8BDB78F-F550-9085-03EE-A0A5673821F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23502" y="4238621"/>
                  <a:ext cx="25704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57" name="Tinta 256">
                <a:extLst>
                  <a:ext uri="{FF2B5EF4-FFF2-40B4-BE49-F238E27FC236}">
                    <a16:creationId xmlns:a16="http://schemas.microsoft.com/office/drawing/2014/main" id="{7FCB4552-2A8B-BA67-44BF-DBE093044559}"/>
                  </a:ext>
                </a:extLst>
              </p14:cNvPr>
              <p14:cNvContentPartPr/>
              <p14:nvPr/>
            </p14:nvContentPartPr>
            <p14:xfrm>
              <a:off x="1126982" y="3951701"/>
              <a:ext cx="46440" cy="151200"/>
            </p14:xfrm>
          </p:contentPart>
        </mc:Choice>
        <mc:Fallback>
          <p:pic>
            <p:nvPicPr>
              <p:cNvPr id="257" name="Tinta 256">
                <a:extLst>
                  <a:ext uri="{FF2B5EF4-FFF2-40B4-BE49-F238E27FC236}">
                    <a16:creationId xmlns:a16="http://schemas.microsoft.com/office/drawing/2014/main" id="{7FCB4552-2A8B-BA67-44BF-DBE093044559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108982" y="3934061"/>
                <a:ext cx="8208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Agrupar 264">
            <a:extLst>
              <a:ext uri="{FF2B5EF4-FFF2-40B4-BE49-F238E27FC236}">
                <a16:creationId xmlns:a16="http://schemas.microsoft.com/office/drawing/2014/main" id="{4262A248-B6CD-9428-0D68-35139637A5D8}"/>
              </a:ext>
            </a:extLst>
          </p:cNvPr>
          <p:cNvGrpSpPr/>
          <p:nvPr/>
        </p:nvGrpSpPr>
        <p:grpSpPr>
          <a:xfrm>
            <a:off x="1284302" y="4033061"/>
            <a:ext cx="456120" cy="356400"/>
            <a:chOff x="1284302" y="4033061"/>
            <a:chExt cx="45612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3B6AB217-B953-08A3-D145-54F0F3B3A857}"/>
                    </a:ext>
                  </a:extLst>
                </p14:cNvPr>
                <p14:cNvContentPartPr/>
                <p14:nvPr/>
              </p14:nvContentPartPr>
              <p14:xfrm>
                <a:off x="1284302" y="4033061"/>
                <a:ext cx="69120" cy="35640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3B6AB217-B953-08A3-D145-54F0F3B3A85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266302" y="4015061"/>
                  <a:ext cx="1047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3EF7E0FC-B0FB-31DD-19B3-403C0FFC3119}"/>
                    </a:ext>
                  </a:extLst>
                </p14:cNvPr>
                <p14:cNvContentPartPr/>
                <p14:nvPr/>
              </p14:nvContentPartPr>
              <p14:xfrm>
                <a:off x="1413902" y="4155101"/>
                <a:ext cx="133200" cy="16704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3EF7E0FC-B0FB-31DD-19B3-403C0FFC311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395902" y="4137461"/>
                  <a:ext cx="168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7C049B9B-814D-886C-8B93-EE0FAA443DBE}"/>
                    </a:ext>
                  </a:extLst>
                </p14:cNvPr>
                <p14:cNvContentPartPr/>
                <p14:nvPr/>
              </p14:nvContentPartPr>
              <p14:xfrm>
                <a:off x="1443782" y="4159781"/>
                <a:ext cx="160560" cy="16812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7C049B9B-814D-886C-8B93-EE0FAA443DB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425782" y="4141781"/>
                  <a:ext cx="196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16CAE770-DA06-291D-033E-670819A2EC31}"/>
                    </a:ext>
                  </a:extLst>
                </p14:cNvPr>
                <p14:cNvContentPartPr/>
                <p14:nvPr/>
              </p14:nvContentPartPr>
              <p14:xfrm>
                <a:off x="1641062" y="4062581"/>
                <a:ext cx="99360" cy="29304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16CAE770-DA06-291D-033E-670819A2EC3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623422" y="4044581"/>
                  <a:ext cx="13500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Agrupar 263">
            <a:extLst>
              <a:ext uri="{FF2B5EF4-FFF2-40B4-BE49-F238E27FC236}">
                <a16:creationId xmlns:a16="http://schemas.microsoft.com/office/drawing/2014/main" id="{4E89548F-F79B-3B77-861E-98BCE914507A}"/>
              </a:ext>
            </a:extLst>
          </p:cNvPr>
          <p:cNvGrpSpPr/>
          <p:nvPr/>
        </p:nvGrpSpPr>
        <p:grpSpPr>
          <a:xfrm>
            <a:off x="1945262" y="4234661"/>
            <a:ext cx="173160" cy="84960"/>
            <a:chOff x="1945262" y="4234661"/>
            <a:chExt cx="173160" cy="8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C16C048F-70CB-551A-783F-614732D69AF3}"/>
                    </a:ext>
                  </a:extLst>
                </p14:cNvPr>
                <p14:cNvContentPartPr/>
                <p14:nvPr/>
              </p14:nvContentPartPr>
              <p14:xfrm>
                <a:off x="1945262" y="4316021"/>
                <a:ext cx="149400" cy="360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C16C048F-70CB-551A-783F-614732D69AF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927622" y="4298381"/>
                  <a:ext cx="185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492C41F1-0B17-E182-0E97-84ECD80D019F}"/>
                    </a:ext>
                  </a:extLst>
                </p14:cNvPr>
                <p14:cNvContentPartPr/>
                <p14:nvPr/>
              </p14:nvContentPartPr>
              <p14:xfrm>
                <a:off x="1980182" y="4234661"/>
                <a:ext cx="138240" cy="1368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492C41F1-0B17-E182-0E97-84ECD80D019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962182" y="4216661"/>
                  <a:ext cx="17388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66" name="Tinta 265">
                <a:extLst>
                  <a:ext uri="{FF2B5EF4-FFF2-40B4-BE49-F238E27FC236}">
                    <a16:creationId xmlns:a16="http://schemas.microsoft.com/office/drawing/2014/main" id="{569EA72E-3A6D-4209-82DC-2DC003B69057}"/>
                  </a:ext>
                </a:extLst>
              </p14:cNvPr>
              <p14:cNvContentPartPr/>
              <p14:nvPr/>
            </p14:nvContentPartPr>
            <p14:xfrm>
              <a:off x="7628222" y="1571381"/>
              <a:ext cx="20160" cy="60840"/>
            </p14:xfrm>
          </p:contentPart>
        </mc:Choice>
        <mc:Fallback>
          <p:pic>
            <p:nvPicPr>
              <p:cNvPr id="266" name="Tinta 265">
                <a:extLst>
                  <a:ext uri="{FF2B5EF4-FFF2-40B4-BE49-F238E27FC236}">
                    <a16:creationId xmlns:a16="http://schemas.microsoft.com/office/drawing/2014/main" id="{569EA72E-3A6D-4209-82DC-2DC003B69057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7610582" y="1553381"/>
                <a:ext cx="5580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79C11085-005D-E02B-BE76-1F5BD1579B44}"/>
              </a:ext>
            </a:extLst>
          </p:cNvPr>
          <p:cNvGrpSpPr/>
          <p:nvPr/>
        </p:nvGrpSpPr>
        <p:grpSpPr>
          <a:xfrm>
            <a:off x="7525262" y="1790261"/>
            <a:ext cx="101880" cy="554760"/>
            <a:chOff x="7525262" y="1790261"/>
            <a:chExt cx="10188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5107F265-58FD-15E5-9E04-A2A065637A59}"/>
                    </a:ext>
                  </a:extLst>
                </p14:cNvPr>
                <p14:cNvContentPartPr/>
                <p14:nvPr/>
              </p14:nvContentPartPr>
              <p14:xfrm>
                <a:off x="7604462" y="1790261"/>
                <a:ext cx="22680" cy="8640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5107F265-58FD-15E5-9E04-A2A065637A5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586822" y="1772621"/>
                  <a:ext cx="58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75C54BF8-14CF-6FAA-75F8-EA6997D35C96}"/>
                    </a:ext>
                  </a:extLst>
                </p14:cNvPr>
                <p14:cNvContentPartPr/>
                <p14:nvPr/>
              </p14:nvContentPartPr>
              <p14:xfrm>
                <a:off x="7525262" y="1947941"/>
                <a:ext cx="94680" cy="39708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75C54BF8-14CF-6FAA-75F8-EA6997D35C9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507262" y="1929941"/>
                  <a:ext cx="130320" cy="43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EDE28171-062A-B649-1B50-1C76F7597446}"/>
              </a:ext>
            </a:extLst>
          </p:cNvPr>
          <p:cNvGrpSpPr/>
          <p:nvPr/>
        </p:nvGrpSpPr>
        <p:grpSpPr>
          <a:xfrm>
            <a:off x="7349942" y="2441861"/>
            <a:ext cx="160920" cy="332280"/>
            <a:chOff x="7349942" y="2441861"/>
            <a:chExt cx="1609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F63C0483-2FC7-4470-ACD8-261E7D750A21}"/>
                    </a:ext>
                  </a:extLst>
                </p14:cNvPr>
                <p14:cNvContentPartPr/>
                <p14:nvPr/>
              </p14:nvContentPartPr>
              <p14:xfrm>
                <a:off x="7486742" y="2441861"/>
                <a:ext cx="24120" cy="5724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F63C0483-2FC7-4470-ACD8-261E7D750A2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468742" y="2423861"/>
                  <a:ext cx="59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63E40AA8-B128-3AC7-6965-8DBD91CD93E1}"/>
                    </a:ext>
                  </a:extLst>
                </p14:cNvPr>
                <p14:cNvContentPartPr/>
                <p14:nvPr/>
              </p14:nvContentPartPr>
              <p14:xfrm>
                <a:off x="7401062" y="2573621"/>
                <a:ext cx="67320" cy="19044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63E40AA8-B128-3AC7-6965-8DBD91CD93E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383062" y="2555981"/>
                  <a:ext cx="102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B8DEA8FB-92F9-E4F4-0D8A-F3054B32E13C}"/>
                    </a:ext>
                  </a:extLst>
                </p14:cNvPr>
                <p14:cNvContentPartPr/>
                <p14:nvPr/>
              </p14:nvContentPartPr>
              <p14:xfrm>
                <a:off x="7349942" y="2699981"/>
                <a:ext cx="132120" cy="7416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B8DEA8FB-92F9-E4F4-0D8A-F3054B32E13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332302" y="2682341"/>
                  <a:ext cx="1677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Agrupar 274">
            <a:extLst>
              <a:ext uri="{FF2B5EF4-FFF2-40B4-BE49-F238E27FC236}">
                <a16:creationId xmlns:a16="http://schemas.microsoft.com/office/drawing/2014/main" id="{332EA147-EEE0-596A-5351-1E4DDEC51CAB}"/>
              </a:ext>
            </a:extLst>
          </p:cNvPr>
          <p:cNvGrpSpPr/>
          <p:nvPr/>
        </p:nvGrpSpPr>
        <p:grpSpPr>
          <a:xfrm>
            <a:off x="5856302" y="1178981"/>
            <a:ext cx="268200" cy="308880"/>
            <a:chOff x="5856302" y="1178981"/>
            <a:chExt cx="26820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A95C1E5-9171-7EA8-0BC8-E95B6105F4A3}"/>
                    </a:ext>
                  </a:extLst>
                </p14:cNvPr>
                <p14:cNvContentPartPr/>
                <p14:nvPr/>
              </p14:nvContentPartPr>
              <p14:xfrm>
                <a:off x="5876102" y="1178981"/>
                <a:ext cx="117000" cy="205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A95C1E5-9171-7EA8-0BC8-E95B6105F4A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858102" y="1160981"/>
                  <a:ext cx="152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BE75271A-AC78-2EAD-6D66-EFFF3DFA05A1}"/>
                    </a:ext>
                  </a:extLst>
                </p14:cNvPr>
                <p14:cNvContentPartPr/>
                <p14:nvPr/>
              </p14:nvContentPartPr>
              <p14:xfrm>
                <a:off x="5856302" y="1221461"/>
                <a:ext cx="161640" cy="26640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BE75271A-AC78-2EAD-6D66-EFFF3DFA05A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838302" y="1203461"/>
                  <a:ext cx="197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2ABD482-E659-E99B-917D-CEF676EDDB72}"/>
                    </a:ext>
                  </a:extLst>
                </p14:cNvPr>
                <p14:cNvContentPartPr/>
                <p14:nvPr/>
              </p14:nvContentPartPr>
              <p14:xfrm>
                <a:off x="6124142" y="1448261"/>
                <a:ext cx="360" cy="3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2ABD482-E659-E99B-917D-CEF676EDDB7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06502" y="14306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Agrupar 284">
            <a:extLst>
              <a:ext uri="{FF2B5EF4-FFF2-40B4-BE49-F238E27FC236}">
                <a16:creationId xmlns:a16="http://schemas.microsoft.com/office/drawing/2014/main" id="{40B54192-A249-D1DF-820D-DD2AAA1B8E5B}"/>
              </a:ext>
            </a:extLst>
          </p:cNvPr>
          <p:cNvGrpSpPr/>
          <p:nvPr/>
        </p:nvGrpSpPr>
        <p:grpSpPr>
          <a:xfrm>
            <a:off x="6813542" y="3089141"/>
            <a:ext cx="226440" cy="201600"/>
            <a:chOff x="6813542" y="3089141"/>
            <a:chExt cx="22644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18E6E1CF-8443-5F9C-F2E2-76432E042079}"/>
                    </a:ext>
                  </a:extLst>
                </p14:cNvPr>
                <p14:cNvContentPartPr/>
                <p14:nvPr/>
              </p14:nvContentPartPr>
              <p14:xfrm>
                <a:off x="6889142" y="3089141"/>
                <a:ext cx="360" cy="20160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18E6E1CF-8443-5F9C-F2E2-76432E04207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871502" y="3071141"/>
                  <a:ext cx="36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4DEFE8DC-D604-52EF-2E8D-32896BB8BD51}"/>
                    </a:ext>
                  </a:extLst>
                </p14:cNvPr>
                <p14:cNvContentPartPr/>
                <p14:nvPr/>
              </p14:nvContentPartPr>
              <p14:xfrm>
                <a:off x="6813542" y="3179501"/>
                <a:ext cx="226440" cy="3168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4DEFE8DC-D604-52EF-2E8D-32896BB8BD5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795902" y="3161861"/>
                  <a:ext cx="26208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Agrupar 291">
            <a:extLst>
              <a:ext uri="{FF2B5EF4-FFF2-40B4-BE49-F238E27FC236}">
                <a16:creationId xmlns:a16="http://schemas.microsoft.com/office/drawing/2014/main" id="{D9F5C1D5-A78B-9CAC-8A88-BA172687FEB2}"/>
              </a:ext>
            </a:extLst>
          </p:cNvPr>
          <p:cNvGrpSpPr/>
          <p:nvPr/>
        </p:nvGrpSpPr>
        <p:grpSpPr>
          <a:xfrm>
            <a:off x="806582" y="1704221"/>
            <a:ext cx="1947240" cy="756720"/>
            <a:chOff x="806582" y="1704221"/>
            <a:chExt cx="194724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2A50CEF9-B8DB-1CF3-5486-10B56D1B67DA}"/>
                    </a:ext>
                  </a:extLst>
                </p14:cNvPr>
                <p14:cNvContentPartPr/>
                <p14:nvPr/>
              </p14:nvContentPartPr>
              <p14:xfrm>
                <a:off x="806582" y="1908701"/>
                <a:ext cx="565560" cy="30420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2A50CEF9-B8DB-1CF3-5486-10B56D1B67D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88582" y="1891061"/>
                  <a:ext cx="601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2C700AF5-5853-9DD2-7979-DCA6254B3B3E}"/>
                    </a:ext>
                  </a:extLst>
                </p14:cNvPr>
                <p14:cNvContentPartPr/>
                <p14:nvPr/>
              </p14:nvContentPartPr>
              <p14:xfrm>
                <a:off x="1447382" y="2084381"/>
                <a:ext cx="52560" cy="11340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2C700AF5-5853-9DD2-7979-DCA6254B3B3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429382" y="2066381"/>
                  <a:ext cx="88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3274A58B-D2C2-1393-9696-B0A368ACC11C}"/>
                    </a:ext>
                  </a:extLst>
                </p14:cNvPr>
                <p14:cNvContentPartPr/>
                <p14:nvPr/>
              </p14:nvContentPartPr>
              <p14:xfrm>
                <a:off x="1475822" y="1947941"/>
                <a:ext cx="360" cy="36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3274A58B-D2C2-1393-9696-B0A368ACC11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58182" y="19299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7D520405-6905-684C-D731-28B65600A676}"/>
                    </a:ext>
                  </a:extLst>
                </p14:cNvPr>
                <p14:cNvContentPartPr/>
                <p14:nvPr/>
              </p14:nvContentPartPr>
              <p14:xfrm>
                <a:off x="1577702" y="2006981"/>
                <a:ext cx="179280" cy="19224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7D520405-6905-684C-D731-28B65600A67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560062" y="1989341"/>
                  <a:ext cx="214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D52040D5-4B4B-0642-4797-E893A1DF94F6}"/>
                    </a:ext>
                  </a:extLst>
                </p14:cNvPr>
                <p14:cNvContentPartPr/>
                <p14:nvPr/>
              </p14:nvContentPartPr>
              <p14:xfrm>
                <a:off x="1795142" y="2010581"/>
                <a:ext cx="150480" cy="15588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D52040D5-4B4B-0642-4797-E893A1DF94F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777142" y="1992581"/>
                  <a:ext cx="186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C4D7814C-0572-40DE-1677-D71F4D2FD08C}"/>
                    </a:ext>
                  </a:extLst>
                </p14:cNvPr>
                <p14:cNvContentPartPr/>
                <p14:nvPr/>
              </p14:nvContentPartPr>
              <p14:xfrm>
                <a:off x="2012582" y="2064221"/>
                <a:ext cx="210240" cy="15696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C4D7814C-0572-40DE-1677-D71F4D2FD08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994582" y="2046221"/>
                  <a:ext cx="245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0D90B4F3-39D7-6B6D-19E6-F259AFD21E4B}"/>
                    </a:ext>
                  </a:extLst>
                </p14:cNvPr>
                <p14:cNvContentPartPr/>
                <p14:nvPr/>
              </p14:nvContentPartPr>
              <p14:xfrm>
                <a:off x="2257022" y="2074301"/>
                <a:ext cx="122400" cy="13932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0D90B4F3-39D7-6B6D-19E6-F259AFD21E4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239382" y="2056661"/>
                  <a:ext cx="158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87B200EB-B67A-2EF2-9045-065C64263D80}"/>
                    </a:ext>
                  </a:extLst>
                </p14:cNvPr>
                <p14:cNvContentPartPr/>
                <p14:nvPr/>
              </p14:nvContentPartPr>
              <p14:xfrm>
                <a:off x="2422622" y="2023901"/>
                <a:ext cx="81000" cy="1569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87B200EB-B67A-2EF2-9045-065C64263D8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404982" y="2005901"/>
                  <a:ext cx="11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7E704AEE-3459-5971-0F26-8E30EEA79C73}"/>
                    </a:ext>
                  </a:extLst>
                </p14:cNvPr>
                <p14:cNvContentPartPr/>
                <p14:nvPr/>
              </p14:nvContentPartPr>
              <p14:xfrm>
                <a:off x="2531342" y="1704221"/>
                <a:ext cx="58680" cy="5976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7E704AEE-3459-5971-0F26-8E30EEA79C7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513702" y="1686221"/>
                  <a:ext cx="94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D8086477-60AE-CB0B-3310-CE2AA91774A0}"/>
                    </a:ext>
                  </a:extLst>
                </p14:cNvPr>
                <p14:cNvContentPartPr/>
                <p14:nvPr/>
              </p14:nvContentPartPr>
              <p14:xfrm>
                <a:off x="2623502" y="1802501"/>
                <a:ext cx="86040" cy="18036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D8086477-60AE-CB0B-3310-CE2AA91774A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605502" y="1784861"/>
                  <a:ext cx="121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B70A3A65-43FC-B12B-98BF-B1CD6A0C5AF9}"/>
                    </a:ext>
                  </a:extLst>
                </p14:cNvPr>
                <p14:cNvContentPartPr/>
                <p14:nvPr/>
              </p14:nvContentPartPr>
              <p14:xfrm>
                <a:off x="2716742" y="2044061"/>
                <a:ext cx="26280" cy="29304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B70A3A65-43FC-B12B-98BF-B1CD6A0C5AF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698742" y="2026061"/>
                  <a:ext cx="61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3F64EFB3-CB3D-20E0-6141-18186FD60D4C}"/>
                    </a:ext>
                  </a:extLst>
                </p14:cNvPr>
                <p14:cNvContentPartPr/>
                <p14:nvPr/>
              </p14:nvContentPartPr>
              <p14:xfrm>
                <a:off x="2678222" y="2309021"/>
                <a:ext cx="50040" cy="11448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3F64EFB3-CB3D-20E0-6141-18186FD60D4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660222" y="2291021"/>
                  <a:ext cx="85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A31F3066-710B-72DD-4A92-73B157865FE0}"/>
                    </a:ext>
                  </a:extLst>
                </p14:cNvPr>
                <p14:cNvContentPartPr/>
                <p14:nvPr/>
              </p14:nvContentPartPr>
              <p14:xfrm>
                <a:off x="2618462" y="2376701"/>
                <a:ext cx="135360" cy="8424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A31F3066-710B-72DD-4A92-73B157865FE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600462" y="2358701"/>
                  <a:ext cx="17100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Agrupar 299">
            <a:extLst>
              <a:ext uri="{FF2B5EF4-FFF2-40B4-BE49-F238E27FC236}">
                <a16:creationId xmlns:a16="http://schemas.microsoft.com/office/drawing/2014/main" id="{4A254856-8BDF-7008-1AAB-D079A287762F}"/>
              </a:ext>
            </a:extLst>
          </p:cNvPr>
          <p:cNvGrpSpPr/>
          <p:nvPr/>
        </p:nvGrpSpPr>
        <p:grpSpPr>
          <a:xfrm>
            <a:off x="3613142" y="1571741"/>
            <a:ext cx="163440" cy="959760"/>
            <a:chOff x="3613142" y="1571741"/>
            <a:chExt cx="163440" cy="9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2062859F-4563-1B6E-FC56-49F145D3AC04}"/>
                    </a:ext>
                  </a:extLst>
                </p14:cNvPr>
                <p14:cNvContentPartPr/>
                <p14:nvPr/>
              </p14:nvContentPartPr>
              <p14:xfrm>
                <a:off x="3613142" y="1571741"/>
                <a:ext cx="22680" cy="3132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2062859F-4563-1B6E-FC56-49F145D3AC0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595502" y="1553741"/>
                  <a:ext cx="58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51230415-A949-6F12-1C38-DDAEDAB83E20}"/>
                    </a:ext>
                  </a:extLst>
                </p14:cNvPr>
                <p14:cNvContentPartPr/>
                <p14:nvPr/>
              </p14:nvContentPartPr>
              <p14:xfrm>
                <a:off x="3613142" y="1574621"/>
                <a:ext cx="58680" cy="10440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51230415-A949-6F12-1C38-DDAEDAB83E2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595502" y="1556621"/>
                  <a:ext cx="94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8E4B4CD3-E101-F436-57BA-169E767091A2}"/>
                    </a:ext>
                  </a:extLst>
                </p14:cNvPr>
                <p14:cNvContentPartPr/>
                <p14:nvPr/>
              </p14:nvContentPartPr>
              <p14:xfrm>
                <a:off x="3701342" y="1727621"/>
                <a:ext cx="52560" cy="27324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8E4B4CD3-E101-F436-57BA-169E767091A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683702" y="1709981"/>
                  <a:ext cx="882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77C43E53-020A-33EE-4689-5F9EA1F7B7EB}"/>
                    </a:ext>
                  </a:extLst>
                </p14:cNvPr>
                <p14:cNvContentPartPr/>
                <p14:nvPr/>
              </p14:nvContentPartPr>
              <p14:xfrm>
                <a:off x="3762182" y="2032901"/>
                <a:ext cx="11520" cy="12888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77C43E53-020A-33EE-4689-5F9EA1F7B7E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744542" y="2014901"/>
                  <a:ext cx="47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1274DBF1-04ED-D758-8D88-8AAFAFC93BE9}"/>
                    </a:ext>
                  </a:extLst>
                </p14:cNvPr>
                <p14:cNvContentPartPr/>
                <p14:nvPr/>
              </p14:nvContentPartPr>
              <p14:xfrm>
                <a:off x="3752462" y="2202821"/>
                <a:ext cx="24120" cy="15012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1274DBF1-04ED-D758-8D88-8AAFAFC93BE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734462" y="2184821"/>
                  <a:ext cx="59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7E884590-74EC-0BF4-4694-BF1246AAB7A4}"/>
                    </a:ext>
                  </a:extLst>
                </p14:cNvPr>
                <p14:cNvContentPartPr/>
                <p14:nvPr/>
              </p14:nvContentPartPr>
              <p14:xfrm>
                <a:off x="3713942" y="2444021"/>
                <a:ext cx="17640" cy="5508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7E884590-74EC-0BF4-4694-BF1246AAB7A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695942" y="2426381"/>
                  <a:ext cx="53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374C67BE-8629-EC1D-7943-E77C48426C12}"/>
                    </a:ext>
                  </a:extLst>
                </p14:cNvPr>
                <p14:cNvContentPartPr/>
                <p14:nvPr/>
              </p14:nvContentPartPr>
              <p14:xfrm>
                <a:off x="3653102" y="2459861"/>
                <a:ext cx="106560" cy="7164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374C67BE-8629-EC1D-7943-E77C48426C1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635102" y="2441861"/>
                  <a:ext cx="1422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EA81BB48-55C5-7F27-1D9C-33D9DD0F2587}"/>
              </a:ext>
            </a:extLst>
          </p:cNvPr>
          <p:cNvGrpSpPr/>
          <p:nvPr/>
        </p:nvGrpSpPr>
        <p:grpSpPr>
          <a:xfrm>
            <a:off x="4721222" y="1601261"/>
            <a:ext cx="186120" cy="905760"/>
            <a:chOff x="4721222" y="1601261"/>
            <a:chExt cx="186120" cy="90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13AE3ABE-ED1C-0954-F3E5-2FD51A8D66A6}"/>
                    </a:ext>
                  </a:extLst>
                </p14:cNvPr>
                <p14:cNvContentPartPr/>
                <p14:nvPr/>
              </p14:nvContentPartPr>
              <p14:xfrm>
                <a:off x="4721222" y="1601261"/>
                <a:ext cx="26280" cy="3852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13AE3ABE-ED1C-0954-F3E5-2FD51A8D66A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703582" y="1583621"/>
                  <a:ext cx="61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CEFBAF4B-6A74-5831-56F0-3CF3E2E2154F}"/>
                    </a:ext>
                  </a:extLst>
                </p14:cNvPr>
                <p14:cNvContentPartPr/>
                <p14:nvPr/>
              </p14:nvContentPartPr>
              <p14:xfrm>
                <a:off x="4722302" y="1601261"/>
                <a:ext cx="98640" cy="22176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CEFBAF4B-6A74-5831-56F0-3CF3E2E2154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704302" y="1583621"/>
                  <a:ext cx="134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782F572B-5437-B1C9-D85F-F5EA3B4B2EC9}"/>
                    </a:ext>
                  </a:extLst>
                </p14:cNvPr>
                <p14:cNvContentPartPr/>
                <p14:nvPr/>
              </p14:nvContentPartPr>
              <p14:xfrm>
                <a:off x="4805462" y="1775861"/>
                <a:ext cx="56160" cy="21816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782F572B-5437-B1C9-D85F-F5EA3B4B2EC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787462" y="1757861"/>
                  <a:ext cx="91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1E02B0EB-1AF7-5CC1-B0A2-4FA167FF5FEF}"/>
                    </a:ext>
                  </a:extLst>
                </p14:cNvPr>
                <p14:cNvContentPartPr/>
                <p14:nvPr/>
              </p14:nvContentPartPr>
              <p14:xfrm>
                <a:off x="4874942" y="2041901"/>
                <a:ext cx="3960" cy="13788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1E02B0EB-1AF7-5CC1-B0A2-4FA167FF5FE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857302" y="2023901"/>
                  <a:ext cx="39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7D0F583F-01F8-F5D5-762E-B5575F48A89C}"/>
                    </a:ext>
                  </a:extLst>
                </p14:cNvPr>
                <p14:cNvContentPartPr/>
                <p14:nvPr/>
              </p14:nvContentPartPr>
              <p14:xfrm>
                <a:off x="4828862" y="2241701"/>
                <a:ext cx="38880" cy="22716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7D0F583F-01F8-F5D5-762E-B5575F48A89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811222" y="2224061"/>
                  <a:ext cx="74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B47013C7-D182-63CA-A92F-05A3CE920487}"/>
                    </a:ext>
                  </a:extLst>
                </p14:cNvPr>
                <p14:cNvContentPartPr/>
                <p14:nvPr/>
              </p14:nvContentPartPr>
              <p14:xfrm>
                <a:off x="4762982" y="2440781"/>
                <a:ext cx="144360" cy="6624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B47013C7-D182-63CA-A92F-05A3CE92048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745342" y="2422781"/>
                  <a:ext cx="1800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Agrupar 341">
            <a:extLst>
              <a:ext uri="{FF2B5EF4-FFF2-40B4-BE49-F238E27FC236}">
                <a16:creationId xmlns:a16="http://schemas.microsoft.com/office/drawing/2014/main" id="{9A670B53-1048-1780-78B9-1C784C72712E}"/>
              </a:ext>
            </a:extLst>
          </p:cNvPr>
          <p:cNvGrpSpPr/>
          <p:nvPr/>
        </p:nvGrpSpPr>
        <p:grpSpPr>
          <a:xfrm>
            <a:off x="2393822" y="3807701"/>
            <a:ext cx="1256760" cy="514440"/>
            <a:chOff x="2393822" y="3807701"/>
            <a:chExt cx="125676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0B2968FC-6DA4-8823-48C4-15E0F028F699}"/>
                    </a:ext>
                  </a:extLst>
                </p14:cNvPr>
                <p14:cNvContentPartPr/>
                <p14:nvPr/>
              </p14:nvContentPartPr>
              <p14:xfrm>
                <a:off x="2393822" y="4209821"/>
                <a:ext cx="191520" cy="720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0B2968FC-6DA4-8823-48C4-15E0F028F699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375822" y="4192181"/>
                  <a:ext cx="227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82588337-4AC5-BA17-5ACE-70746780CEF2}"/>
                    </a:ext>
                  </a:extLst>
                </p14:cNvPr>
                <p14:cNvContentPartPr/>
                <p14:nvPr/>
              </p14:nvContentPartPr>
              <p14:xfrm>
                <a:off x="2723942" y="4026221"/>
                <a:ext cx="133200" cy="29592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82588337-4AC5-BA17-5ACE-70746780CEF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706302" y="4008221"/>
                  <a:ext cx="1688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3560503C-0C35-A4E1-1190-5DCC8F7BBBD7}"/>
                    </a:ext>
                  </a:extLst>
                </p14:cNvPr>
                <p14:cNvContentPartPr/>
                <p14:nvPr/>
              </p14:nvContentPartPr>
              <p14:xfrm>
                <a:off x="2938862" y="3997421"/>
                <a:ext cx="225000" cy="28404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3560503C-0C35-A4E1-1190-5DCC8F7BBBD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920862" y="3979421"/>
                  <a:ext cx="2606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8A2D8C1C-6F1E-8FAE-D6F0-9641985820B0}"/>
                    </a:ext>
                  </a:extLst>
                </p14:cNvPr>
                <p14:cNvContentPartPr/>
                <p14:nvPr/>
              </p14:nvContentPartPr>
              <p14:xfrm>
                <a:off x="3220742" y="4080221"/>
                <a:ext cx="118440" cy="20484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8A2D8C1C-6F1E-8FAE-D6F0-9641985820B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203102" y="4062581"/>
                  <a:ext cx="154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E6AD54BA-AE58-1325-65BF-B6F767FD83E5}"/>
                    </a:ext>
                  </a:extLst>
                </p14:cNvPr>
                <p14:cNvContentPartPr/>
                <p14:nvPr/>
              </p14:nvContentPartPr>
              <p14:xfrm>
                <a:off x="3209582" y="4129541"/>
                <a:ext cx="170640" cy="14904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E6AD54BA-AE58-1325-65BF-B6F767FD83E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191942" y="4111541"/>
                  <a:ext cx="206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28399065-C616-8A67-1CFB-4A2BBAD4188E}"/>
                    </a:ext>
                  </a:extLst>
                </p14:cNvPr>
                <p14:cNvContentPartPr/>
                <p14:nvPr/>
              </p14:nvContentPartPr>
              <p14:xfrm>
                <a:off x="3383462" y="3903821"/>
                <a:ext cx="108360" cy="612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28399065-C616-8A67-1CFB-4A2BBAD4188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365462" y="3885821"/>
                  <a:ext cx="144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3E442109-B9C0-D5EA-FCB2-96B1FD3E26D0}"/>
                    </a:ext>
                  </a:extLst>
                </p14:cNvPr>
                <p14:cNvContentPartPr/>
                <p14:nvPr/>
              </p14:nvContentPartPr>
              <p14:xfrm>
                <a:off x="3547262" y="3807701"/>
                <a:ext cx="103320" cy="23508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3E442109-B9C0-D5EA-FCB2-96B1FD3E26D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529622" y="3789701"/>
                  <a:ext cx="13896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Agrupar 340">
            <a:extLst>
              <a:ext uri="{FF2B5EF4-FFF2-40B4-BE49-F238E27FC236}">
                <a16:creationId xmlns:a16="http://schemas.microsoft.com/office/drawing/2014/main" id="{934EFDCA-3E38-D75E-1F43-38B3703EBA12}"/>
              </a:ext>
            </a:extLst>
          </p:cNvPr>
          <p:cNvGrpSpPr/>
          <p:nvPr/>
        </p:nvGrpSpPr>
        <p:grpSpPr>
          <a:xfrm>
            <a:off x="3864062" y="4102541"/>
            <a:ext cx="124560" cy="186840"/>
            <a:chOff x="3864062" y="4102541"/>
            <a:chExt cx="12456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E90856B8-9FE4-960C-62E5-2C61DE8F54D5}"/>
                    </a:ext>
                  </a:extLst>
                </p14:cNvPr>
                <p14:cNvContentPartPr/>
                <p14:nvPr/>
              </p14:nvContentPartPr>
              <p14:xfrm>
                <a:off x="3895022" y="4102541"/>
                <a:ext cx="11520" cy="18684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E90856B8-9FE4-960C-62E5-2C61DE8F54D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877382" y="4084901"/>
                  <a:ext cx="47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97966F2F-F971-1B7F-B2EE-4A468DAFB5E3}"/>
                    </a:ext>
                  </a:extLst>
                </p14:cNvPr>
                <p14:cNvContentPartPr/>
                <p14:nvPr/>
              </p14:nvContentPartPr>
              <p14:xfrm>
                <a:off x="3864062" y="4186421"/>
                <a:ext cx="124560" cy="936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97966F2F-F971-1B7F-B2EE-4A468DAFB5E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846422" y="4168781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Agrupar 339">
            <a:extLst>
              <a:ext uri="{FF2B5EF4-FFF2-40B4-BE49-F238E27FC236}">
                <a16:creationId xmlns:a16="http://schemas.microsoft.com/office/drawing/2014/main" id="{850C36FB-AD6C-AC6A-C8FD-DEBD0EF2776F}"/>
              </a:ext>
            </a:extLst>
          </p:cNvPr>
          <p:cNvGrpSpPr/>
          <p:nvPr/>
        </p:nvGrpSpPr>
        <p:grpSpPr>
          <a:xfrm>
            <a:off x="4292102" y="3853421"/>
            <a:ext cx="723960" cy="410760"/>
            <a:chOff x="4292102" y="3853421"/>
            <a:chExt cx="72396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C948701F-DF72-6081-DBBF-02B4A58F271C}"/>
                    </a:ext>
                  </a:extLst>
                </p14:cNvPr>
                <p14:cNvContentPartPr/>
                <p14:nvPr/>
              </p14:nvContentPartPr>
              <p14:xfrm>
                <a:off x="4292102" y="3927221"/>
                <a:ext cx="189000" cy="33696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C948701F-DF72-6081-DBBF-02B4A58F271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274462" y="3909221"/>
                  <a:ext cx="2246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A3FF3BA0-2173-42F3-7FE8-0ED5C7E56C08}"/>
                    </a:ext>
                  </a:extLst>
                </p14:cNvPr>
                <p14:cNvContentPartPr/>
                <p14:nvPr/>
              </p14:nvContentPartPr>
              <p14:xfrm>
                <a:off x="4548422" y="4041341"/>
                <a:ext cx="117000" cy="20376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A3FF3BA0-2173-42F3-7FE8-0ED5C7E56C0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530422" y="4023341"/>
                  <a:ext cx="152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9894A2B5-17F9-E251-874F-1BE5E086F614}"/>
                    </a:ext>
                  </a:extLst>
                </p14:cNvPr>
                <p14:cNvContentPartPr/>
                <p14:nvPr/>
              </p14:nvContentPartPr>
              <p14:xfrm>
                <a:off x="4567142" y="4094981"/>
                <a:ext cx="174240" cy="14220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9894A2B5-17F9-E251-874F-1BE5E086F61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549142" y="4076981"/>
                  <a:ext cx="209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4F98F38C-9E19-28B6-4F3E-EBB98898B711}"/>
                    </a:ext>
                  </a:extLst>
                </p14:cNvPr>
                <p14:cNvContentPartPr/>
                <p14:nvPr/>
              </p14:nvContentPartPr>
              <p14:xfrm>
                <a:off x="4707182" y="3923981"/>
                <a:ext cx="110880" cy="612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4F98F38C-9E19-28B6-4F3E-EBB98898B71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689542" y="3905981"/>
                  <a:ext cx="146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73B2BEAC-8EF5-0148-BD75-DE376C7A79BA}"/>
                    </a:ext>
                  </a:extLst>
                </p14:cNvPr>
                <p14:cNvContentPartPr/>
                <p14:nvPr/>
              </p14:nvContentPartPr>
              <p14:xfrm>
                <a:off x="4899782" y="3853421"/>
                <a:ext cx="116280" cy="18252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73B2BEAC-8EF5-0148-BD75-DE376C7A79B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882142" y="3835781"/>
                  <a:ext cx="15192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322" name="Tinta 321">
                <a:extLst>
                  <a:ext uri="{FF2B5EF4-FFF2-40B4-BE49-F238E27FC236}">
                    <a16:creationId xmlns:a16="http://schemas.microsoft.com/office/drawing/2014/main" id="{D5965F56-BF35-1D07-0BFB-F65B9F53C4DA}"/>
                  </a:ext>
                </a:extLst>
              </p14:cNvPr>
              <p14:cNvContentPartPr/>
              <p14:nvPr/>
            </p14:nvContentPartPr>
            <p14:xfrm>
              <a:off x="5264822" y="4160861"/>
              <a:ext cx="148320" cy="14760"/>
            </p14:xfrm>
          </p:contentPart>
        </mc:Choice>
        <mc:Fallback>
          <p:pic>
            <p:nvPicPr>
              <p:cNvPr id="322" name="Tinta 321">
                <a:extLst>
                  <a:ext uri="{FF2B5EF4-FFF2-40B4-BE49-F238E27FC236}">
                    <a16:creationId xmlns:a16="http://schemas.microsoft.com/office/drawing/2014/main" id="{D5965F56-BF35-1D07-0BFB-F65B9F53C4DA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5247182" y="4142861"/>
                <a:ext cx="18396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9" name="Agrupar 338">
            <a:extLst>
              <a:ext uri="{FF2B5EF4-FFF2-40B4-BE49-F238E27FC236}">
                <a16:creationId xmlns:a16="http://schemas.microsoft.com/office/drawing/2014/main" id="{90086C18-3EA5-81EF-B784-5C0677782072}"/>
              </a:ext>
            </a:extLst>
          </p:cNvPr>
          <p:cNvGrpSpPr/>
          <p:nvPr/>
        </p:nvGrpSpPr>
        <p:grpSpPr>
          <a:xfrm>
            <a:off x="5638862" y="3821021"/>
            <a:ext cx="806040" cy="462240"/>
            <a:chOff x="5638862" y="3821021"/>
            <a:chExt cx="806040" cy="46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68340A03-A3C3-6F01-EFA4-3FA0FC24DCDF}"/>
                    </a:ext>
                  </a:extLst>
                </p14:cNvPr>
                <p14:cNvContentPartPr/>
                <p14:nvPr/>
              </p14:nvContentPartPr>
              <p14:xfrm>
                <a:off x="5638862" y="3956381"/>
                <a:ext cx="139320" cy="32688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68340A03-A3C3-6F01-EFA4-3FA0FC24DCD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620862" y="3938741"/>
                  <a:ext cx="1749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D558CE76-F3AD-E4F0-127B-A3D8D3D5B925}"/>
                    </a:ext>
                  </a:extLst>
                </p14:cNvPr>
                <p14:cNvContentPartPr/>
                <p14:nvPr/>
              </p14:nvContentPartPr>
              <p14:xfrm>
                <a:off x="5718062" y="4115141"/>
                <a:ext cx="140760" cy="936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D558CE76-F3AD-E4F0-127B-A3D8D3D5B92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700422" y="4097141"/>
                  <a:ext cx="176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E66978A1-101E-2F8F-1EBF-3AF1C852F81F}"/>
                    </a:ext>
                  </a:extLst>
                </p14:cNvPr>
                <p14:cNvContentPartPr/>
                <p14:nvPr/>
              </p14:nvContentPartPr>
              <p14:xfrm>
                <a:off x="5926862" y="4091741"/>
                <a:ext cx="165600" cy="18468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E66978A1-101E-2F8F-1EBF-3AF1C852F81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908862" y="4073741"/>
                  <a:ext cx="201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AB0C04BA-E279-1F53-8CEF-155D48FD7089}"/>
                    </a:ext>
                  </a:extLst>
                </p14:cNvPr>
                <p14:cNvContentPartPr/>
                <p14:nvPr/>
              </p14:nvContentPartPr>
              <p14:xfrm>
                <a:off x="6094622" y="3936221"/>
                <a:ext cx="98640" cy="252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AB0C04BA-E279-1F53-8CEF-155D48FD708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076622" y="3918221"/>
                  <a:ext cx="134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76AF0A8B-C04C-42E9-91CC-9234A1BE47F5}"/>
                    </a:ext>
                  </a:extLst>
                </p14:cNvPr>
                <p14:cNvContentPartPr/>
                <p14:nvPr/>
              </p14:nvContentPartPr>
              <p14:xfrm>
                <a:off x="6297302" y="3821021"/>
                <a:ext cx="147600" cy="21240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76AF0A8B-C04C-42E9-91CC-9234A1BE47F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279662" y="3803381"/>
                  <a:ext cx="18324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Agrupar 337">
            <a:extLst>
              <a:ext uri="{FF2B5EF4-FFF2-40B4-BE49-F238E27FC236}">
                <a16:creationId xmlns:a16="http://schemas.microsoft.com/office/drawing/2014/main" id="{BD4CC434-356D-8F63-2789-C08F27C0D730}"/>
              </a:ext>
            </a:extLst>
          </p:cNvPr>
          <p:cNvGrpSpPr/>
          <p:nvPr/>
        </p:nvGrpSpPr>
        <p:grpSpPr>
          <a:xfrm>
            <a:off x="6724262" y="3999941"/>
            <a:ext cx="175320" cy="250560"/>
            <a:chOff x="6724262" y="3999941"/>
            <a:chExt cx="17532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93211839-81C1-87AF-2B22-07B09C3E6F27}"/>
                    </a:ext>
                  </a:extLst>
                </p14:cNvPr>
                <p14:cNvContentPartPr/>
                <p14:nvPr/>
              </p14:nvContentPartPr>
              <p14:xfrm>
                <a:off x="6788702" y="3999941"/>
                <a:ext cx="1440" cy="25056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93211839-81C1-87AF-2B22-07B09C3E6F2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771062" y="3981941"/>
                  <a:ext cx="37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7D5C90DA-190A-DF8B-4DFF-3FD72DE6C476}"/>
                    </a:ext>
                  </a:extLst>
                </p14:cNvPr>
                <p14:cNvContentPartPr/>
                <p14:nvPr/>
              </p14:nvContentPartPr>
              <p14:xfrm>
                <a:off x="6724262" y="4125221"/>
                <a:ext cx="175320" cy="2484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7D5C90DA-190A-DF8B-4DFF-3FD72DE6C47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706262" y="4107221"/>
                  <a:ext cx="2109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Agrupar 336">
            <a:extLst>
              <a:ext uri="{FF2B5EF4-FFF2-40B4-BE49-F238E27FC236}">
                <a16:creationId xmlns:a16="http://schemas.microsoft.com/office/drawing/2014/main" id="{AB531917-4AFC-3C0A-6B0D-35135EE7E3F3}"/>
              </a:ext>
            </a:extLst>
          </p:cNvPr>
          <p:cNvGrpSpPr/>
          <p:nvPr/>
        </p:nvGrpSpPr>
        <p:grpSpPr>
          <a:xfrm>
            <a:off x="7148702" y="3767381"/>
            <a:ext cx="753120" cy="488880"/>
            <a:chOff x="7148702" y="3767381"/>
            <a:chExt cx="753120" cy="4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0FE9D9EC-F6A2-5A3B-9029-F1A5065231AA}"/>
                    </a:ext>
                  </a:extLst>
                </p14:cNvPr>
                <p14:cNvContentPartPr/>
                <p14:nvPr/>
              </p14:nvContentPartPr>
              <p14:xfrm>
                <a:off x="7181102" y="3925061"/>
                <a:ext cx="105840" cy="1368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0FE9D9EC-F6A2-5A3B-9029-F1A5065231A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163462" y="3907061"/>
                  <a:ext cx="141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1CFBB193-122D-96F3-F644-782B3D92F58F}"/>
                    </a:ext>
                  </a:extLst>
                </p14:cNvPr>
                <p14:cNvContentPartPr/>
                <p14:nvPr/>
              </p14:nvContentPartPr>
              <p14:xfrm>
                <a:off x="7148702" y="3946301"/>
                <a:ext cx="160200" cy="30852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1CFBB193-122D-96F3-F644-782B3D92F58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130702" y="3928301"/>
                  <a:ext cx="1958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F307A5C6-95A2-B750-B0F6-10C4E9F39288}"/>
                    </a:ext>
                  </a:extLst>
                </p14:cNvPr>
                <p14:cNvContentPartPr/>
                <p14:nvPr/>
              </p14:nvContentPartPr>
              <p14:xfrm>
                <a:off x="7393502" y="4042421"/>
                <a:ext cx="156960" cy="21384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F307A5C6-95A2-B750-B0F6-10C4E9F3928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375862" y="4024421"/>
                  <a:ext cx="192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9645F16B-5C4A-D3EB-1748-C42120C2F5C9}"/>
                    </a:ext>
                  </a:extLst>
                </p14:cNvPr>
                <p14:cNvContentPartPr/>
                <p14:nvPr/>
              </p14:nvContentPartPr>
              <p14:xfrm>
                <a:off x="7413302" y="4071221"/>
                <a:ext cx="149400" cy="13788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9645F16B-5C4A-D3EB-1748-C42120C2F5C9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395662" y="4053581"/>
                  <a:ext cx="185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C3EDEC30-A6FA-C319-5714-B1955173231B}"/>
                    </a:ext>
                  </a:extLst>
                </p14:cNvPr>
                <p14:cNvContentPartPr/>
                <p14:nvPr/>
              </p14:nvContentPartPr>
              <p14:xfrm>
                <a:off x="7620662" y="3874661"/>
                <a:ext cx="91080" cy="144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C3EDEC30-A6FA-C319-5714-B1955173231B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603022" y="3857021"/>
                  <a:ext cx="12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F4EA5CE4-C392-D007-FDAB-35D275108542}"/>
                    </a:ext>
                  </a:extLst>
                </p14:cNvPr>
                <p14:cNvContentPartPr/>
                <p14:nvPr/>
              </p14:nvContentPartPr>
              <p14:xfrm>
                <a:off x="7804622" y="3767381"/>
                <a:ext cx="97200" cy="17100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F4EA5CE4-C392-D007-FDAB-35D27510854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786982" y="3749741"/>
                  <a:ext cx="13284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343" name="Tinta 342">
                <a:extLst>
                  <a:ext uri="{FF2B5EF4-FFF2-40B4-BE49-F238E27FC236}">
                    <a16:creationId xmlns:a16="http://schemas.microsoft.com/office/drawing/2014/main" id="{D5AA3E36-D423-E0BC-0D7D-E1B51D676A9A}"/>
                  </a:ext>
                </a:extLst>
              </p14:cNvPr>
              <p14:cNvContentPartPr/>
              <p14:nvPr/>
            </p14:nvContentPartPr>
            <p14:xfrm>
              <a:off x="913862" y="4827941"/>
              <a:ext cx="427320" cy="152280"/>
            </p14:xfrm>
          </p:contentPart>
        </mc:Choice>
        <mc:Fallback>
          <p:pic>
            <p:nvPicPr>
              <p:cNvPr id="343" name="Tinta 342">
                <a:extLst>
                  <a:ext uri="{FF2B5EF4-FFF2-40B4-BE49-F238E27FC236}">
                    <a16:creationId xmlns:a16="http://schemas.microsoft.com/office/drawing/2014/main" id="{D5AA3E36-D423-E0BC-0D7D-E1B51D676A9A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895862" y="4810301"/>
                <a:ext cx="46296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6" name="Agrupar 345">
            <a:extLst>
              <a:ext uri="{FF2B5EF4-FFF2-40B4-BE49-F238E27FC236}">
                <a16:creationId xmlns:a16="http://schemas.microsoft.com/office/drawing/2014/main" id="{09080406-4A61-9A57-A7B0-1FF728B2BF16}"/>
              </a:ext>
            </a:extLst>
          </p:cNvPr>
          <p:cNvGrpSpPr/>
          <p:nvPr/>
        </p:nvGrpSpPr>
        <p:grpSpPr>
          <a:xfrm>
            <a:off x="949502" y="5377661"/>
            <a:ext cx="182880" cy="405360"/>
            <a:chOff x="949502" y="5377661"/>
            <a:chExt cx="18288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D1F257D9-4191-41EF-FF71-A995F49553DC}"/>
                    </a:ext>
                  </a:extLst>
                </p14:cNvPr>
                <p14:cNvContentPartPr/>
                <p14:nvPr/>
              </p14:nvContentPartPr>
              <p14:xfrm>
                <a:off x="1011782" y="5377661"/>
                <a:ext cx="90720" cy="40536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D1F257D9-4191-41EF-FF71-A995F49553DC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93782" y="5360021"/>
                  <a:ext cx="1263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28D3ED65-B059-63F8-CAB3-4424589C8E26}"/>
                    </a:ext>
                  </a:extLst>
                </p14:cNvPr>
                <p14:cNvContentPartPr/>
                <p14:nvPr/>
              </p14:nvContentPartPr>
              <p14:xfrm>
                <a:off x="949502" y="5555501"/>
                <a:ext cx="182880" cy="2952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28D3ED65-B059-63F8-CAB3-4424589C8E26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31502" y="5537861"/>
                  <a:ext cx="21852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347" name="Tinta 346">
                <a:extLst>
                  <a:ext uri="{FF2B5EF4-FFF2-40B4-BE49-F238E27FC236}">
                    <a16:creationId xmlns:a16="http://schemas.microsoft.com/office/drawing/2014/main" id="{C9F7D332-9B05-84C3-A693-31967149C8E4}"/>
                  </a:ext>
                </a:extLst>
              </p14:cNvPr>
              <p14:cNvContentPartPr/>
              <p14:nvPr/>
            </p14:nvContentPartPr>
            <p14:xfrm>
              <a:off x="1223822" y="5264981"/>
              <a:ext cx="51120" cy="189360"/>
            </p14:xfrm>
          </p:contentPart>
        </mc:Choice>
        <mc:Fallback>
          <p:pic>
            <p:nvPicPr>
              <p:cNvPr id="347" name="Tinta 346">
                <a:extLst>
                  <a:ext uri="{FF2B5EF4-FFF2-40B4-BE49-F238E27FC236}">
                    <a16:creationId xmlns:a16="http://schemas.microsoft.com/office/drawing/2014/main" id="{C9F7D332-9B05-84C3-A693-31967149C8E4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205822" y="5247341"/>
                <a:ext cx="8676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4" name="Agrupar 353">
            <a:extLst>
              <a:ext uri="{FF2B5EF4-FFF2-40B4-BE49-F238E27FC236}">
                <a16:creationId xmlns:a16="http://schemas.microsoft.com/office/drawing/2014/main" id="{BD9164A7-FFEB-9AF6-AA87-89652051E8F8}"/>
              </a:ext>
            </a:extLst>
          </p:cNvPr>
          <p:cNvGrpSpPr/>
          <p:nvPr/>
        </p:nvGrpSpPr>
        <p:grpSpPr>
          <a:xfrm>
            <a:off x="1359182" y="5343461"/>
            <a:ext cx="732960" cy="343440"/>
            <a:chOff x="1359182" y="5343461"/>
            <a:chExt cx="73296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79F081F1-006D-D08B-90BE-C55E9E998528}"/>
                    </a:ext>
                  </a:extLst>
                </p14:cNvPr>
                <p14:cNvContentPartPr/>
                <p14:nvPr/>
              </p14:nvContentPartPr>
              <p14:xfrm>
                <a:off x="1359182" y="5376941"/>
                <a:ext cx="57600" cy="26856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79F081F1-006D-D08B-90BE-C55E9E99852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341182" y="5358941"/>
                  <a:ext cx="93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3C7F2156-81B7-9F9F-CAF8-8E2CBAF85CA7}"/>
                    </a:ext>
                  </a:extLst>
                </p14:cNvPr>
                <p14:cNvContentPartPr/>
                <p14:nvPr/>
              </p14:nvContentPartPr>
              <p14:xfrm>
                <a:off x="1514342" y="5433821"/>
                <a:ext cx="78480" cy="14796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3C7F2156-81B7-9F9F-CAF8-8E2CBAF85CA7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496702" y="5416181"/>
                  <a:ext cx="114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0102D902-4D19-0547-4677-7C2E149EF0F8}"/>
                    </a:ext>
                  </a:extLst>
                </p14:cNvPr>
                <p14:cNvContentPartPr/>
                <p14:nvPr/>
              </p14:nvContentPartPr>
              <p14:xfrm>
                <a:off x="1489502" y="5433821"/>
                <a:ext cx="161640" cy="13788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0102D902-4D19-0547-4677-7C2E149EF0F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471862" y="5415821"/>
                  <a:ext cx="197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5FF1F013-5746-478D-D866-C70C80B7D7C0}"/>
                    </a:ext>
                  </a:extLst>
                </p14:cNvPr>
                <p14:cNvContentPartPr/>
                <p14:nvPr/>
              </p14:nvContentPartPr>
              <p14:xfrm>
                <a:off x="1705502" y="5343461"/>
                <a:ext cx="97200" cy="34344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5FF1F013-5746-478D-D866-C70C80B7D7C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687862" y="5325461"/>
                  <a:ext cx="1328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530EBF93-5BD0-C18E-140C-2826B142AE42}"/>
                    </a:ext>
                  </a:extLst>
                </p14:cNvPr>
                <p14:cNvContentPartPr/>
                <p14:nvPr/>
              </p14:nvContentPartPr>
              <p14:xfrm>
                <a:off x="1961462" y="5613821"/>
                <a:ext cx="130680" cy="252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530EBF93-5BD0-C18E-140C-2826B142AE42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943822" y="5595821"/>
                  <a:ext cx="166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50404360-160F-BFCB-0F4B-F124C156C158}"/>
                    </a:ext>
                  </a:extLst>
                </p14:cNvPr>
                <p14:cNvContentPartPr/>
                <p14:nvPr/>
              </p14:nvContentPartPr>
              <p14:xfrm>
                <a:off x="1958942" y="5513021"/>
                <a:ext cx="128160" cy="1152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50404360-160F-BFCB-0F4B-F124C156C15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941302" y="5495381"/>
                  <a:ext cx="16380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Agrupar 391">
            <a:extLst>
              <a:ext uri="{FF2B5EF4-FFF2-40B4-BE49-F238E27FC236}">
                <a16:creationId xmlns:a16="http://schemas.microsoft.com/office/drawing/2014/main" id="{E2635717-9B96-D07A-4CC2-62EACA280047}"/>
              </a:ext>
            </a:extLst>
          </p:cNvPr>
          <p:cNvGrpSpPr/>
          <p:nvPr/>
        </p:nvGrpSpPr>
        <p:grpSpPr>
          <a:xfrm>
            <a:off x="2465822" y="5290901"/>
            <a:ext cx="722880" cy="360000"/>
            <a:chOff x="2465822" y="5290901"/>
            <a:chExt cx="72288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ADBEBDCF-7118-EB16-FDCD-9CDDD2058C88}"/>
                    </a:ext>
                  </a:extLst>
                </p14:cNvPr>
                <p14:cNvContentPartPr/>
                <p14:nvPr/>
              </p14:nvContentPartPr>
              <p14:xfrm>
                <a:off x="2465822" y="5480621"/>
                <a:ext cx="159480" cy="1152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ADBEBDCF-7118-EB16-FDCD-9CDDD2058C8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447822" y="5462981"/>
                  <a:ext cx="195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C95B3FA7-C455-751A-5831-926C640187D7}"/>
                    </a:ext>
                  </a:extLst>
                </p14:cNvPr>
                <p14:cNvContentPartPr/>
                <p14:nvPr/>
              </p14:nvContentPartPr>
              <p14:xfrm>
                <a:off x="2770022" y="5296301"/>
                <a:ext cx="88560" cy="27288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C95B3FA7-C455-751A-5831-926C640187D7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752022" y="5278661"/>
                  <a:ext cx="1242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14D78AA3-9CE5-0B2D-17CE-E592075AAAED}"/>
                    </a:ext>
                  </a:extLst>
                </p14:cNvPr>
                <p14:cNvContentPartPr/>
                <p14:nvPr/>
              </p14:nvContentPartPr>
              <p14:xfrm>
                <a:off x="2974862" y="5290901"/>
                <a:ext cx="164160" cy="23832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14D78AA3-9CE5-0B2D-17CE-E592075AAAED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957222" y="5272901"/>
                  <a:ext cx="1998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4A14E683-FD0C-4F35-4F57-C1AE3D87BB38}"/>
                    </a:ext>
                  </a:extLst>
                </p14:cNvPr>
                <p14:cNvContentPartPr/>
                <p14:nvPr/>
              </p14:nvContentPartPr>
              <p14:xfrm>
                <a:off x="2731502" y="5628221"/>
                <a:ext cx="457200" cy="2268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4A14E683-FD0C-4F35-4F57-C1AE3D87BB38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713502" y="5610581"/>
                  <a:ext cx="4928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Agrupar 390">
            <a:extLst>
              <a:ext uri="{FF2B5EF4-FFF2-40B4-BE49-F238E27FC236}">
                <a16:creationId xmlns:a16="http://schemas.microsoft.com/office/drawing/2014/main" id="{532F0096-A0CB-D4F7-A129-AF9E84A634CC}"/>
              </a:ext>
            </a:extLst>
          </p:cNvPr>
          <p:cNvGrpSpPr/>
          <p:nvPr/>
        </p:nvGrpSpPr>
        <p:grpSpPr>
          <a:xfrm>
            <a:off x="2784782" y="5755661"/>
            <a:ext cx="355680" cy="321120"/>
            <a:chOff x="2784782" y="5755661"/>
            <a:chExt cx="35568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07FB4585-F868-0F07-BDF5-4473A2F0B0F5}"/>
                    </a:ext>
                  </a:extLst>
                </p14:cNvPr>
                <p14:cNvContentPartPr/>
                <p14:nvPr/>
              </p14:nvContentPartPr>
              <p14:xfrm>
                <a:off x="2794862" y="5871941"/>
                <a:ext cx="161640" cy="18864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07FB4585-F868-0F07-BDF5-4473A2F0B0F5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776862" y="5854301"/>
                  <a:ext cx="197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C8E287FF-8651-8074-399F-F800747DF95D}"/>
                    </a:ext>
                  </a:extLst>
                </p14:cNvPr>
                <p14:cNvContentPartPr/>
                <p14:nvPr/>
              </p14:nvContentPartPr>
              <p14:xfrm>
                <a:off x="2784782" y="5896421"/>
                <a:ext cx="211320" cy="18036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C8E287FF-8651-8074-399F-F800747DF95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767142" y="5878781"/>
                  <a:ext cx="246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A3C797E8-01E3-C6A1-E91E-E91907E12169}"/>
                    </a:ext>
                  </a:extLst>
                </p14:cNvPr>
                <p14:cNvContentPartPr/>
                <p14:nvPr/>
              </p14:nvContentPartPr>
              <p14:xfrm>
                <a:off x="3010502" y="5755661"/>
                <a:ext cx="129960" cy="20160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A3C797E8-01E3-C6A1-E91E-E91907E12169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992862" y="5738021"/>
                  <a:ext cx="1656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Agrupar 389">
            <a:extLst>
              <a:ext uri="{FF2B5EF4-FFF2-40B4-BE49-F238E27FC236}">
                <a16:creationId xmlns:a16="http://schemas.microsoft.com/office/drawing/2014/main" id="{4B9FCD3A-841A-015E-BD10-FA0946E902D5}"/>
              </a:ext>
            </a:extLst>
          </p:cNvPr>
          <p:cNvGrpSpPr/>
          <p:nvPr/>
        </p:nvGrpSpPr>
        <p:grpSpPr>
          <a:xfrm>
            <a:off x="3405782" y="5419421"/>
            <a:ext cx="114480" cy="207000"/>
            <a:chOff x="3405782" y="5419421"/>
            <a:chExt cx="11448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37FD8350-9D62-EB2F-C843-2A4ECD29E1F9}"/>
                    </a:ext>
                  </a:extLst>
                </p14:cNvPr>
                <p14:cNvContentPartPr/>
                <p14:nvPr/>
              </p14:nvContentPartPr>
              <p14:xfrm>
                <a:off x="3446822" y="5419421"/>
                <a:ext cx="7920" cy="20700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37FD8350-9D62-EB2F-C843-2A4ECD29E1F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428822" y="5401421"/>
                  <a:ext cx="43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E982EA20-A981-6F64-20D0-1C5BD944F193}"/>
                    </a:ext>
                  </a:extLst>
                </p14:cNvPr>
                <p14:cNvContentPartPr/>
                <p14:nvPr/>
              </p14:nvContentPartPr>
              <p14:xfrm>
                <a:off x="3405782" y="5518781"/>
                <a:ext cx="114480" cy="720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E982EA20-A981-6F64-20D0-1C5BD944F19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388142" y="5500781"/>
                  <a:ext cx="1501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Agrupar 388">
            <a:extLst>
              <a:ext uri="{FF2B5EF4-FFF2-40B4-BE49-F238E27FC236}">
                <a16:creationId xmlns:a16="http://schemas.microsoft.com/office/drawing/2014/main" id="{7A07C6DA-5C0C-E92E-2BDD-247193622690}"/>
              </a:ext>
            </a:extLst>
          </p:cNvPr>
          <p:cNvGrpSpPr/>
          <p:nvPr/>
        </p:nvGrpSpPr>
        <p:grpSpPr>
          <a:xfrm>
            <a:off x="3761102" y="5281181"/>
            <a:ext cx="492120" cy="327240"/>
            <a:chOff x="3761102" y="5281181"/>
            <a:chExt cx="4921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45595289-13C8-97FA-DC50-613B9398B14B}"/>
                    </a:ext>
                  </a:extLst>
                </p14:cNvPr>
                <p14:cNvContentPartPr/>
                <p14:nvPr/>
              </p14:nvContentPartPr>
              <p14:xfrm>
                <a:off x="3882422" y="5281181"/>
                <a:ext cx="156240" cy="24120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45595289-13C8-97FA-DC50-613B9398B14B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864782" y="5263541"/>
                  <a:ext cx="1918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43CA6EDF-6978-4569-A631-06B5DC464E97}"/>
                    </a:ext>
                  </a:extLst>
                </p14:cNvPr>
                <p14:cNvContentPartPr/>
                <p14:nvPr/>
              </p14:nvContentPartPr>
              <p14:xfrm>
                <a:off x="3761102" y="5593661"/>
                <a:ext cx="492120" cy="1476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43CA6EDF-6978-4569-A631-06B5DC464E97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743102" y="5575661"/>
                  <a:ext cx="5277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Agrupar 387">
            <a:extLst>
              <a:ext uri="{FF2B5EF4-FFF2-40B4-BE49-F238E27FC236}">
                <a16:creationId xmlns:a16="http://schemas.microsoft.com/office/drawing/2014/main" id="{2BBA049A-5C15-ABA0-462A-158D7B47C6B4}"/>
              </a:ext>
            </a:extLst>
          </p:cNvPr>
          <p:cNvGrpSpPr/>
          <p:nvPr/>
        </p:nvGrpSpPr>
        <p:grpSpPr>
          <a:xfrm>
            <a:off x="3864062" y="5727941"/>
            <a:ext cx="293400" cy="340920"/>
            <a:chOff x="3864062" y="5727941"/>
            <a:chExt cx="29340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551DE626-57E3-157F-242F-157925D49015}"/>
                    </a:ext>
                  </a:extLst>
                </p14:cNvPr>
                <p14:cNvContentPartPr/>
                <p14:nvPr/>
              </p14:nvContentPartPr>
              <p14:xfrm>
                <a:off x="3875222" y="5852861"/>
                <a:ext cx="111960" cy="21600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551DE626-57E3-157F-242F-157925D49015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857582" y="5835221"/>
                  <a:ext cx="147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F26A84DF-1BBF-9FB8-250C-0AC7175F7A30}"/>
                    </a:ext>
                  </a:extLst>
                </p14:cNvPr>
                <p14:cNvContentPartPr/>
                <p14:nvPr/>
              </p14:nvContentPartPr>
              <p14:xfrm>
                <a:off x="3864062" y="5893181"/>
                <a:ext cx="150480" cy="136800"/>
              </p14:xfrm>
            </p:contentPart>
          </mc:Choice>
          <mc:Fallback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F26A84DF-1BBF-9FB8-250C-0AC7175F7A3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846422" y="5875181"/>
                  <a:ext cx="186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52517F87-88AF-59E2-5C04-069FD25BC56F}"/>
                    </a:ext>
                  </a:extLst>
                </p14:cNvPr>
                <p14:cNvContentPartPr/>
                <p14:nvPr/>
              </p14:nvContentPartPr>
              <p14:xfrm>
                <a:off x="4054142" y="5727941"/>
                <a:ext cx="103320" cy="167040"/>
              </p14:xfrm>
            </p:contentPart>
          </mc:Choice>
          <mc:Fallback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52517F87-88AF-59E2-5C04-069FD25BC56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036142" y="5709941"/>
                  <a:ext cx="13896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69" name="Tinta 368">
                <a:extLst>
                  <a:ext uri="{FF2B5EF4-FFF2-40B4-BE49-F238E27FC236}">
                    <a16:creationId xmlns:a16="http://schemas.microsoft.com/office/drawing/2014/main" id="{3B055CB2-31CF-9AE9-1DA2-D467B28F8AD5}"/>
                  </a:ext>
                </a:extLst>
              </p14:cNvPr>
              <p14:cNvContentPartPr/>
              <p14:nvPr/>
            </p14:nvContentPartPr>
            <p14:xfrm>
              <a:off x="4455182" y="5526701"/>
              <a:ext cx="149400" cy="10440"/>
            </p14:xfrm>
          </p:contentPart>
        </mc:Choice>
        <mc:Fallback>
          <p:pic>
            <p:nvPicPr>
              <p:cNvPr id="369" name="Tinta 368">
                <a:extLst>
                  <a:ext uri="{FF2B5EF4-FFF2-40B4-BE49-F238E27FC236}">
                    <a16:creationId xmlns:a16="http://schemas.microsoft.com/office/drawing/2014/main" id="{3B055CB2-31CF-9AE9-1DA2-D467B28F8AD5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4437542" y="5508701"/>
                <a:ext cx="18504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Agrupar 386">
            <a:extLst>
              <a:ext uri="{FF2B5EF4-FFF2-40B4-BE49-F238E27FC236}">
                <a16:creationId xmlns:a16="http://schemas.microsoft.com/office/drawing/2014/main" id="{DD9EF409-14CD-B2EA-B62E-034D6DF1168C}"/>
              </a:ext>
            </a:extLst>
          </p:cNvPr>
          <p:cNvGrpSpPr/>
          <p:nvPr/>
        </p:nvGrpSpPr>
        <p:grpSpPr>
          <a:xfrm>
            <a:off x="4897262" y="5266061"/>
            <a:ext cx="288360" cy="275760"/>
            <a:chOff x="4897262" y="5266061"/>
            <a:chExt cx="28836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70" name="Tinta 369">
                  <a:extLst>
                    <a:ext uri="{FF2B5EF4-FFF2-40B4-BE49-F238E27FC236}">
                      <a16:creationId xmlns:a16="http://schemas.microsoft.com/office/drawing/2014/main" id="{E6BA309C-FE6F-AA50-02C4-5DCF504B66B8}"/>
                    </a:ext>
                  </a:extLst>
                </p14:cNvPr>
                <p14:cNvContentPartPr/>
                <p14:nvPr/>
              </p14:nvContentPartPr>
              <p14:xfrm>
                <a:off x="4897262" y="5266061"/>
                <a:ext cx="115200" cy="240840"/>
              </p14:xfrm>
            </p:contentPart>
          </mc:Choice>
          <mc:Fallback>
            <p:pic>
              <p:nvPicPr>
                <p:cNvPr id="370" name="Tinta 369">
                  <a:extLst>
                    <a:ext uri="{FF2B5EF4-FFF2-40B4-BE49-F238E27FC236}">
                      <a16:creationId xmlns:a16="http://schemas.microsoft.com/office/drawing/2014/main" id="{E6BA309C-FE6F-AA50-02C4-5DCF504B66B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879622" y="5248421"/>
                  <a:ext cx="150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A6601EC5-53E1-BBD4-9802-090435B15610}"/>
                    </a:ext>
                  </a:extLst>
                </p14:cNvPr>
                <p14:cNvContentPartPr/>
                <p14:nvPr/>
              </p14:nvContentPartPr>
              <p14:xfrm>
                <a:off x="4932182" y="5374421"/>
                <a:ext cx="136800" cy="2844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A6601EC5-53E1-BBD4-9802-090435B15610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914182" y="5356781"/>
                  <a:ext cx="172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91445875-3E63-7E33-F1F3-BD7D4FD185CE}"/>
                    </a:ext>
                  </a:extLst>
                </p14:cNvPr>
                <p14:cNvContentPartPr/>
                <p14:nvPr/>
              </p14:nvContentPartPr>
              <p14:xfrm>
                <a:off x="4922102" y="5523101"/>
                <a:ext cx="263520" cy="1872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91445875-3E63-7E33-F1F3-BD7D4FD185CE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904462" y="5505461"/>
                  <a:ext cx="2991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Agrupar 385">
            <a:extLst>
              <a:ext uri="{FF2B5EF4-FFF2-40B4-BE49-F238E27FC236}">
                <a16:creationId xmlns:a16="http://schemas.microsoft.com/office/drawing/2014/main" id="{1BC8E538-E8D1-7ACC-CE07-922655221A8E}"/>
              </a:ext>
            </a:extLst>
          </p:cNvPr>
          <p:cNvGrpSpPr/>
          <p:nvPr/>
        </p:nvGrpSpPr>
        <p:grpSpPr>
          <a:xfrm>
            <a:off x="4885022" y="5695181"/>
            <a:ext cx="385200" cy="352800"/>
            <a:chOff x="4885022" y="5695181"/>
            <a:chExt cx="38520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73" name="Tinta 372">
                  <a:extLst>
                    <a:ext uri="{FF2B5EF4-FFF2-40B4-BE49-F238E27FC236}">
                      <a16:creationId xmlns:a16="http://schemas.microsoft.com/office/drawing/2014/main" id="{ECB78D95-7D89-BB84-8F12-6A154BDF8DE7}"/>
                    </a:ext>
                  </a:extLst>
                </p14:cNvPr>
                <p14:cNvContentPartPr/>
                <p14:nvPr/>
              </p14:nvContentPartPr>
              <p14:xfrm>
                <a:off x="4907342" y="5851061"/>
                <a:ext cx="117000" cy="196920"/>
              </p14:xfrm>
            </p:contentPart>
          </mc:Choice>
          <mc:Fallback>
            <p:pic>
              <p:nvPicPr>
                <p:cNvPr id="373" name="Tinta 372">
                  <a:extLst>
                    <a:ext uri="{FF2B5EF4-FFF2-40B4-BE49-F238E27FC236}">
                      <a16:creationId xmlns:a16="http://schemas.microsoft.com/office/drawing/2014/main" id="{ECB78D95-7D89-BB84-8F12-6A154BDF8DE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889342" y="5833061"/>
                  <a:ext cx="152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67465400-AB46-EAD7-C80B-33D49768C643}"/>
                    </a:ext>
                  </a:extLst>
                </p14:cNvPr>
                <p14:cNvContentPartPr/>
                <p14:nvPr/>
              </p14:nvContentPartPr>
              <p14:xfrm>
                <a:off x="4885022" y="5887421"/>
                <a:ext cx="198000" cy="129960"/>
              </p14:xfrm>
            </p:contentPart>
          </mc:Choice>
          <mc:Fallback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67465400-AB46-EAD7-C80B-33D49768C643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867022" y="5869781"/>
                  <a:ext cx="233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75" name="Tinta 374">
                  <a:extLst>
                    <a:ext uri="{FF2B5EF4-FFF2-40B4-BE49-F238E27FC236}">
                      <a16:creationId xmlns:a16="http://schemas.microsoft.com/office/drawing/2014/main" id="{1C657C9D-258D-36D3-3D77-F7E08CCF10F1}"/>
                    </a:ext>
                  </a:extLst>
                </p14:cNvPr>
                <p14:cNvContentPartPr/>
                <p14:nvPr/>
              </p14:nvContentPartPr>
              <p14:xfrm>
                <a:off x="5092382" y="5695181"/>
                <a:ext cx="177840" cy="158400"/>
              </p14:xfrm>
            </p:contentPart>
          </mc:Choice>
          <mc:Fallback>
            <p:pic>
              <p:nvPicPr>
                <p:cNvPr id="375" name="Tinta 374">
                  <a:extLst>
                    <a:ext uri="{FF2B5EF4-FFF2-40B4-BE49-F238E27FC236}">
                      <a16:creationId xmlns:a16="http://schemas.microsoft.com/office/drawing/2014/main" id="{1C657C9D-258D-36D3-3D77-F7E08CCF10F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5074382" y="5677541"/>
                  <a:ext cx="2134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Agrupar 384">
            <a:extLst>
              <a:ext uri="{FF2B5EF4-FFF2-40B4-BE49-F238E27FC236}">
                <a16:creationId xmlns:a16="http://schemas.microsoft.com/office/drawing/2014/main" id="{DD681A83-EF51-4D36-359C-B2F84EED5312}"/>
              </a:ext>
            </a:extLst>
          </p:cNvPr>
          <p:cNvGrpSpPr/>
          <p:nvPr/>
        </p:nvGrpSpPr>
        <p:grpSpPr>
          <a:xfrm>
            <a:off x="5469662" y="5343461"/>
            <a:ext cx="125640" cy="214560"/>
            <a:chOff x="5469662" y="5343461"/>
            <a:chExt cx="12564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76" name="Tinta 375">
                  <a:extLst>
                    <a:ext uri="{FF2B5EF4-FFF2-40B4-BE49-F238E27FC236}">
                      <a16:creationId xmlns:a16="http://schemas.microsoft.com/office/drawing/2014/main" id="{74058D66-EFF1-F69D-60B6-06D07DECFF77}"/>
                    </a:ext>
                  </a:extLst>
                </p14:cNvPr>
                <p14:cNvContentPartPr/>
                <p14:nvPr/>
              </p14:nvContentPartPr>
              <p14:xfrm>
                <a:off x="5523302" y="5343461"/>
                <a:ext cx="10080" cy="214560"/>
              </p14:xfrm>
            </p:contentPart>
          </mc:Choice>
          <mc:Fallback>
            <p:pic>
              <p:nvPicPr>
                <p:cNvPr id="376" name="Tinta 375">
                  <a:extLst>
                    <a:ext uri="{FF2B5EF4-FFF2-40B4-BE49-F238E27FC236}">
                      <a16:creationId xmlns:a16="http://schemas.microsoft.com/office/drawing/2014/main" id="{74058D66-EFF1-F69D-60B6-06D07DECFF77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5505302" y="5325461"/>
                  <a:ext cx="45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185AF7F3-04DE-E558-F011-0425E38D7856}"/>
                    </a:ext>
                  </a:extLst>
                </p14:cNvPr>
                <p14:cNvContentPartPr/>
                <p14:nvPr/>
              </p14:nvContentPartPr>
              <p14:xfrm>
                <a:off x="5469662" y="5429501"/>
                <a:ext cx="125640" cy="34920"/>
              </p14:xfrm>
            </p:contentPart>
          </mc:Choice>
          <mc:Fallback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185AF7F3-04DE-E558-F011-0425E38D785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452022" y="5411501"/>
                  <a:ext cx="16128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Agrupar 383">
            <a:extLst>
              <a:ext uri="{FF2B5EF4-FFF2-40B4-BE49-F238E27FC236}">
                <a16:creationId xmlns:a16="http://schemas.microsoft.com/office/drawing/2014/main" id="{F08F8AEA-6BC5-7066-4A17-8E265D8713DC}"/>
              </a:ext>
            </a:extLst>
          </p:cNvPr>
          <p:cNvGrpSpPr/>
          <p:nvPr/>
        </p:nvGrpSpPr>
        <p:grpSpPr>
          <a:xfrm>
            <a:off x="5879702" y="5239421"/>
            <a:ext cx="365400" cy="284400"/>
            <a:chOff x="5879702" y="5239421"/>
            <a:chExt cx="36540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7EEEE257-E342-B92D-E6B8-1160CC626090}"/>
                    </a:ext>
                  </a:extLst>
                </p14:cNvPr>
                <p14:cNvContentPartPr/>
                <p14:nvPr/>
              </p14:nvContentPartPr>
              <p14:xfrm>
                <a:off x="5975102" y="5239421"/>
                <a:ext cx="79920" cy="612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7EEEE257-E342-B92D-E6B8-1160CC626090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957462" y="5221421"/>
                  <a:ext cx="115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79" name="Tinta 378">
                  <a:extLst>
                    <a:ext uri="{FF2B5EF4-FFF2-40B4-BE49-F238E27FC236}">
                      <a16:creationId xmlns:a16="http://schemas.microsoft.com/office/drawing/2014/main" id="{03F6F337-9DCE-47DE-2E59-630DE0885D8B}"/>
                    </a:ext>
                  </a:extLst>
                </p14:cNvPr>
                <p14:cNvContentPartPr/>
                <p14:nvPr/>
              </p14:nvContentPartPr>
              <p14:xfrm>
                <a:off x="5937662" y="5244821"/>
                <a:ext cx="121320" cy="264600"/>
              </p14:xfrm>
            </p:contentPart>
          </mc:Choice>
          <mc:Fallback>
            <p:pic>
              <p:nvPicPr>
                <p:cNvPr id="379" name="Tinta 378">
                  <a:extLst>
                    <a:ext uri="{FF2B5EF4-FFF2-40B4-BE49-F238E27FC236}">
                      <a16:creationId xmlns:a16="http://schemas.microsoft.com/office/drawing/2014/main" id="{03F6F337-9DCE-47DE-2E59-630DE0885D8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919662" y="5227181"/>
                  <a:ext cx="1569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A0A00C6C-7C6E-DD4D-FEF4-74775D948AD6}"/>
                    </a:ext>
                  </a:extLst>
                </p14:cNvPr>
                <p14:cNvContentPartPr/>
                <p14:nvPr/>
              </p14:nvContentPartPr>
              <p14:xfrm>
                <a:off x="5879702" y="5499701"/>
                <a:ext cx="365400" cy="2412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A0A00C6C-7C6E-DD4D-FEF4-74775D948AD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861702" y="5482061"/>
                  <a:ext cx="4010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Agrupar 394">
            <a:extLst>
              <a:ext uri="{FF2B5EF4-FFF2-40B4-BE49-F238E27FC236}">
                <a16:creationId xmlns:a16="http://schemas.microsoft.com/office/drawing/2014/main" id="{681E4CCC-3C9C-9AAA-A8E0-49AF05C12BB5}"/>
              </a:ext>
            </a:extLst>
          </p:cNvPr>
          <p:cNvGrpSpPr/>
          <p:nvPr/>
        </p:nvGrpSpPr>
        <p:grpSpPr>
          <a:xfrm>
            <a:off x="5924342" y="5720741"/>
            <a:ext cx="191520" cy="238680"/>
            <a:chOff x="5924342" y="5720741"/>
            <a:chExt cx="19152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7F9DE7E7-51F5-89C1-D56C-BA8DA9034C40}"/>
                    </a:ext>
                  </a:extLst>
                </p14:cNvPr>
                <p14:cNvContentPartPr/>
                <p14:nvPr/>
              </p14:nvContentPartPr>
              <p14:xfrm>
                <a:off x="5924342" y="5720741"/>
                <a:ext cx="157680" cy="221760"/>
              </p14:xfrm>
            </p:contentPart>
          </mc:Choice>
          <mc:Fallback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7F9DE7E7-51F5-89C1-D56C-BA8DA9034C40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906702" y="5703101"/>
                  <a:ext cx="193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2CCFB3B5-474F-C00F-5DCA-102DFFDBAD39}"/>
                    </a:ext>
                  </a:extLst>
                </p14:cNvPr>
                <p14:cNvContentPartPr/>
                <p14:nvPr/>
              </p14:nvContentPartPr>
              <p14:xfrm>
                <a:off x="5924342" y="5757821"/>
                <a:ext cx="191520" cy="201600"/>
              </p14:xfrm>
            </p:contentPart>
          </mc:Choice>
          <mc:Fallback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2CCFB3B5-474F-C00F-5DCA-102DFFDBAD39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5906702" y="5740181"/>
                  <a:ext cx="22716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Agrupar 401">
            <a:extLst>
              <a:ext uri="{FF2B5EF4-FFF2-40B4-BE49-F238E27FC236}">
                <a16:creationId xmlns:a16="http://schemas.microsoft.com/office/drawing/2014/main" id="{6AAD39B1-C563-040E-E7F0-AA77A439199C}"/>
              </a:ext>
            </a:extLst>
          </p:cNvPr>
          <p:cNvGrpSpPr/>
          <p:nvPr/>
        </p:nvGrpSpPr>
        <p:grpSpPr>
          <a:xfrm>
            <a:off x="6208742" y="1032461"/>
            <a:ext cx="781560" cy="467640"/>
            <a:chOff x="6208742" y="1032461"/>
            <a:chExt cx="78156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4D91A8B8-9764-625C-205F-6E0438673282}"/>
                    </a:ext>
                  </a:extLst>
                </p14:cNvPr>
                <p14:cNvContentPartPr/>
                <p14:nvPr/>
              </p14:nvContentPartPr>
              <p14:xfrm>
                <a:off x="6208742" y="1032461"/>
                <a:ext cx="146520" cy="426960"/>
              </p14:xfrm>
            </p:contentPart>
          </mc:Choice>
          <mc:Fallback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4D91A8B8-9764-625C-205F-6E04386732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6191102" y="1014461"/>
                  <a:ext cx="1821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1E635645-15B1-89A5-CA01-69962364E254}"/>
                    </a:ext>
                  </a:extLst>
                </p14:cNvPr>
                <p14:cNvContentPartPr/>
                <p14:nvPr/>
              </p14:nvContentPartPr>
              <p14:xfrm>
                <a:off x="6361382" y="1306061"/>
                <a:ext cx="143280" cy="160560"/>
              </p14:xfrm>
            </p:contentPart>
          </mc:Choice>
          <mc:Fallback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1E635645-15B1-89A5-CA01-69962364E254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343742" y="1288061"/>
                  <a:ext cx="178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6232C578-FED1-A7B7-A122-4CF6DBB6665A}"/>
                    </a:ext>
                  </a:extLst>
                </p14:cNvPr>
                <p14:cNvContentPartPr/>
                <p14:nvPr/>
              </p14:nvContentPartPr>
              <p14:xfrm>
                <a:off x="6572702" y="1092941"/>
                <a:ext cx="64800" cy="366840"/>
              </p14:xfrm>
            </p:contentPart>
          </mc:Choice>
          <mc:Fallback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6232C578-FED1-A7B7-A122-4CF6DBB6665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6554702" y="1074941"/>
                  <a:ext cx="100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313FC288-79E3-26E4-D0C2-6AB741D4764F}"/>
                    </a:ext>
                  </a:extLst>
                </p14:cNvPr>
                <p14:cNvContentPartPr/>
                <p14:nvPr/>
              </p14:nvContentPartPr>
              <p14:xfrm>
                <a:off x="6683222" y="1287341"/>
                <a:ext cx="99720" cy="150120"/>
              </p14:xfrm>
            </p:contentPart>
          </mc:Choice>
          <mc:Fallback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313FC288-79E3-26E4-D0C2-6AB741D4764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6665222" y="1269341"/>
                  <a:ext cx="135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1987BD3C-7EFA-EE3B-14F0-15719C209738}"/>
                    </a:ext>
                  </a:extLst>
                </p14:cNvPr>
                <p14:cNvContentPartPr/>
                <p14:nvPr/>
              </p14:nvContentPartPr>
              <p14:xfrm>
                <a:off x="6681782" y="1299581"/>
                <a:ext cx="135720" cy="194760"/>
              </p14:xfrm>
            </p:contentPart>
          </mc:Choice>
          <mc:Fallback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1987BD3C-7EFA-EE3B-14F0-15719C20973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6664142" y="1281941"/>
                  <a:ext cx="171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401" name="Tinta 400">
                  <a:extLst>
                    <a:ext uri="{FF2B5EF4-FFF2-40B4-BE49-F238E27FC236}">
                      <a16:creationId xmlns:a16="http://schemas.microsoft.com/office/drawing/2014/main" id="{7EA87FBB-074D-ACF7-D073-6E0948126363}"/>
                    </a:ext>
                  </a:extLst>
                </p14:cNvPr>
                <p14:cNvContentPartPr/>
                <p14:nvPr/>
              </p14:nvContentPartPr>
              <p14:xfrm>
                <a:off x="6910382" y="1044701"/>
                <a:ext cx="79920" cy="455400"/>
              </p14:xfrm>
            </p:contentPart>
          </mc:Choice>
          <mc:Fallback>
            <p:pic>
              <p:nvPicPr>
                <p:cNvPr id="401" name="Tinta 400">
                  <a:extLst>
                    <a:ext uri="{FF2B5EF4-FFF2-40B4-BE49-F238E27FC236}">
                      <a16:creationId xmlns:a16="http://schemas.microsoft.com/office/drawing/2014/main" id="{7EA87FBB-074D-ACF7-D073-6E094812636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6892742" y="1027061"/>
                  <a:ext cx="115560" cy="49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8" name="Agrupar 407">
            <a:extLst>
              <a:ext uri="{FF2B5EF4-FFF2-40B4-BE49-F238E27FC236}">
                <a16:creationId xmlns:a16="http://schemas.microsoft.com/office/drawing/2014/main" id="{38F528CC-BB88-3422-46F9-FE77E7C1CA3F}"/>
              </a:ext>
            </a:extLst>
          </p:cNvPr>
          <p:cNvGrpSpPr/>
          <p:nvPr/>
        </p:nvGrpSpPr>
        <p:grpSpPr>
          <a:xfrm>
            <a:off x="6439862" y="1619261"/>
            <a:ext cx="153000" cy="620640"/>
            <a:chOff x="6439862" y="1619261"/>
            <a:chExt cx="153000" cy="62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7AAC07AE-B241-3DAB-2044-FD5E18B77AF5}"/>
                    </a:ext>
                  </a:extLst>
                </p14:cNvPr>
                <p14:cNvContentPartPr/>
                <p14:nvPr/>
              </p14:nvContentPartPr>
              <p14:xfrm>
                <a:off x="6464702" y="1619261"/>
                <a:ext cx="30240" cy="74160"/>
              </p14:xfrm>
            </p:contentPart>
          </mc:Choice>
          <mc:Fallback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7AAC07AE-B241-3DAB-2044-FD5E18B77AF5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6446702" y="1601621"/>
                  <a:ext cx="65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5DD4728B-7A3A-AD66-9AC0-B334C7589A63}"/>
                    </a:ext>
                  </a:extLst>
                </p14:cNvPr>
                <p14:cNvContentPartPr/>
                <p14:nvPr/>
              </p14:nvContentPartPr>
              <p14:xfrm>
                <a:off x="6504302" y="1776941"/>
                <a:ext cx="5400" cy="78480"/>
              </p14:xfrm>
            </p:contentPart>
          </mc:Choice>
          <mc:Fallback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5DD4728B-7A3A-AD66-9AC0-B334C7589A63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486662" y="1758941"/>
                  <a:ext cx="41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405" name="Tinta 404">
                  <a:extLst>
                    <a:ext uri="{FF2B5EF4-FFF2-40B4-BE49-F238E27FC236}">
                      <a16:creationId xmlns:a16="http://schemas.microsoft.com/office/drawing/2014/main" id="{278F2081-306C-1350-A54C-48A587A315E4}"/>
                    </a:ext>
                  </a:extLst>
                </p14:cNvPr>
                <p14:cNvContentPartPr/>
                <p14:nvPr/>
              </p14:nvContentPartPr>
              <p14:xfrm>
                <a:off x="6496742" y="1911941"/>
                <a:ext cx="11520" cy="158040"/>
              </p14:xfrm>
            </p:contentPart>
          </mc:Choice>
          <mc:Fallback>
            <p:pic>
              <p:nvPicPr>
                <p:cNvPr id="405" name="Tinta 404">
                  <a:extLst>
                    <a:ext uri="{FF2B5EF4-FFF2-40B4-BE49-F238E27FC236}">
                      <a16:creationId xmlns:a16="http://schemas.microsoft.com/office/drawing/2014/main" id="{278F2081-306C-1350-A54C-48A587A315E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479102" y="1894301"/>
                  <a:ext cx="47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406" name="Tinta 405">
                  <a:extLst>
                    <a:ext uri="{FF2B5EF4-FFF2-40B4-BE49-F238E27FC236}">
                      <a16:creationId xmlns:a16="http://schemas.microsoft.com/office/drawing/2014/main" id="{D0961B6D-3081-1742-CB8D-DE331E4CD5DA}"/>
                    </a:ext>
                  </a:extLst>
                </p14:cNvPr>
                <p14:cNvContentPartPr/>
                <p14:nvPr/>
              </p14:nvContentPartPr>
              <p14:xfrm>
                <a:off x="6493142" y="2125421"/>
                <a:ext cx="360" cy="72000"/>
              </p14:xfrm>
            </p:contentPart>
          </mc:Choice>
          <mc:Fallback>
            <p:pic>
              <p:nvPicPr>
                <p:cNvPr id="406" name="Tinta 405">
                  <a:extLst>
                    <a:ext uri="{FF2B5EF4-FFF2-40B4-BE49-F238E27FC236}">
                      <a16:creationId xmlns:a16="http://schemas.microsoft.com/office/drawing/2014/main" id="{D0961B6D-3081-1742-CB8D-DE331E4CD5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6475502" y="2107781"/>
                  <a:ext cx="36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407" name="Tinta 406">
                  <a:extLst>
                    <a:ext uri="{FF2B5EF4-FFF2-40B4-BE49-F238E27FC236}">
                      <a16:creationId xmlns:a16="http://schemas.microsoft.com/office/drawing/2014/main" id="{F81F205E-6CCD-8585-708B-9696061AD268}"/>
                    </a:ext>
                  </a:extLst>
                </p14:cNvPr>
                <p14:cNvContentPartPr/>
                <p14:nvPr/>
              </p14:nvContentPartPr>
              <p14:xfrm>
                <a:off x="6439862" y="2123261"/>
                <a:ext cx="153000" cy="116640"/>
              </p14:xfrm>
            </p:contentPart>
          </mc:Choice>
          <mc:Fallback>
            <p:pic>
              <p:nvPicPr>
                <p:cNvPr id="407" name="Tinta 406">
                  <a:extLst>
                    <a:ext uri="{FF2B5EF4-FFF2-40B4-BE49-F238E27FC236}">
                      <a16:creationId xmlns:a16="http://schemas.microsoft.com/office/drawing/2014/main" id="{F81F205E-6CCD-8585-708B-9696061AD268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6421862" y="2105621"/>
                  <a:ext cx="1886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Agrupar 413">
            <a:extLst>
              <a:ext uri="{FF2B5EF4-FFF2-40B4-BE49-F238E27FC236}">
                <a16:creationId xmlns:a16="http://schemas.microsoft.com/office/drawing/2014/main" id="{6AC37891-81A4-E656-71DF-928761A9C4A9}"/>
              </a:ext>
            </a:extLst>
          </p:cNvPr>
          <p:cNvGrpSpPr/>
          <p:nvPr/>
        </p:nvGrpSpPr>
        <p:grpSpPr>
          <a:xfrm>
            <a:off x="6183902" y="3009941"/>
            <a:ext cx="224640" cy="226440"/>
            <a:chOff x="6183902" y="3009941"/>
            <a:chExt cx="22464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409" name="Tinta 408">
                  <a:extLst>
                    <a:ext uri="{FF2B5EF4-FFF2-40B4-BE49-F238E27FC236}">
                      <a16:creationId xmlns:a16="http://schemas.microsoft.com/office/drawing/2014/main" id="{D4BF2B45-1243-0AF9-5B74-EAF80CF16DDD}"/>
                    </a:ext>
                  </a:extLst>
                </p14:cNvPr>
                <p14:cNvContentPartPr/>
                <p14:nvPr/>
              </p14:nvContentPartPr>
              <p14:xfrm>
                <a:off x="6187502" y="3009941"/>
                <a:ext cx="170640" cy="226440"/>
              </p14:xfrm>
            </p:contentPart>
          </mc:Choice>
          <mc:Fallback>
            <p:pic>
              <p:nvPicPr>
                <p:cNvPr id="409" name="Tinta 408">
                  <a:extLst>
                    <a:ext uri="{FF2B5EF4-FFF2-40B4-BE49-F238E27FC236}">
                      <a16:creationId xmlns:a16="http://schemas.microsoft.com/office/drawing/2014/main" id="{D4BF2B45-1243-0AF9-5B74-EAF80CF16DDD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6169862" y="2991941"/>
                  <a:ext cx="2062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10" name="Tinta 409">
                  <a:extLst>
                    <a:ext uri="{FF2B5EF4-FFF2-40B4-BE49-F238E27FC236}">
                      <a16:creationId xmlns:a16="http://schemas.microsoft.com/office/drawing/2014/main" id="{D21E8920-28A7-CE86-7E7C-7042274F7345}"/>
                    </a:ext>
                  </a:extLst>
                </p14:cNvPr>
                <p14:cNvContentPartPr/>
                <p14:nvPr/>
              </p14:nvContentPartPr>
              <p14:xfrm>
                <a:off x="6183902" y="3064301"/>
                <a:ext cx="224640" cy="127800"/>
              </p14:xfrm>
            </p:contentPart>
          </mc:Choice>
          <mc:Fallback>
            <p:pic>
              <p:nvPicPr>
                <p:cNvPr id="410" name="Tinta 409">
                  <a:extLst>
                    <a:ext uri="{FF2B5EF4-FFF2-40B4-BE49-F238E27FC236}">
                      <a16:creationId xmlns:a16="http://schemas.microsoft.com/office/drawing/2014/main" id="{D21E8920-28A7-CE86-7E7C-7042274F7345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166262" y="3046661"/>
                  <a:ext cx="26028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3" name="Agrupar 412">
            <a:extLst>
              <a:ext uri="{FF2B5EF4-FFF2-40B4-BE49-F238E27FC236}">
                <a16:creationId xmlns:a16="http://schemas.microsoft.com/office/drawing/2014/main" id="{8DB04DC8-2AE7-3FBD-ADE4-24D9106931F9}"/>
              </a:ext>
            </a:extLst>
          </p:cNvPr>
          <p:cNvGrpSpPr/>
          <p:nvPr/>
        </p:nvGrpSpPr>
        <p:grpSpPr>
          <a:xfrm>
            <a:off x="6371462" y="2715101"/>
            <a:ext cx="293400" cy="176400"/>
            <a:chOff x="6371462" y="2715101"/>
            <a:chExt cx="29340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11" name="Tinta 410">
                  <a:extLst>
                    <a:ext uri="{FF2B5EF4-FFF2-40B4-BE49-F238E27FC236}">
                      <a16:creationId xmlns:a16="http://schemas.microsoft.com/office/drawing/2014/main" id="{5036512E-384B-35C2-0944-4271881C87CB}"/>
                    </a:ext>
                  </a:extLst>
                </p14:cNvPr>
                <p14:cNvContentPartPr/>
                <p14:nvPr/>
              </p14:nvContentPartPr>
              <p14:xfrm>
                <a:off x="6371462" y="2848661"/>
                <a:ext cx="99720" cy="13680"/>
              </p14:xfrm>
            </p:contentPart>
          </mc:Choice>
          <mc:Fallback>
            <p:pic>
              <p:nvPicPr>
                <p:cNvPr id="411" name="Tinta 410">
                  <a:extLst>
                    <a:ext uri="{FF2B5EF4-FFF2-40B4-BE49-F238E27FC236}">
                      <a16:creationId xmlns:a16="http://schemas.microsoft.com/office/drawing/2014/main" id="{5036512E-384B-35C2-0944-4271881C87CB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353462" y="2831021"/>
                  <a:ext cx="135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12" name="Tinta 411">
                  <a:extLst>
                    <a:ext uri="{FF2B5EF4-FFF2-40B4-BE49-F238E27FC236}">
                      <a16:creationId xmlns:a16="http://schemas.microsoft.com/office/drawing/2014/main" id="{07AAD469-30E6-875F-0C43-E027936858EF}"/>
                    </a:ext>
                  </a:extLst>
                </p14:cNvPr>
                <p14:cNvContentPartPr/>
                <p14:nvPr/>
              </p14:nvContentPartPr>
              <p14:xfrm>
                <a:off x="6545342" y="2715101"/>
                <a:ext cx="119520" cy="176400"/>
              </p14:xfrm>
            </p:contentPart>
          </mc:Choice>
          <mc:Fallback>
            <p:pic>
              <p:nvPicPr>
                <p:cNvPr id="412" name="Tinta 411">
                  <a:extLst>
                    <a:ext uri="{FF2B5EF4-FFF2-40B4-BE49-F238E27FC236}">
                      <a16:creationId xmlns:a16="http://schemas.microsoft.com/office/drawing/2014/main" id="{07AAD469-30E6-875F-0C43-E027936858E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527702" y="2697101"/>
                  <a:ext cx="155160" cy="21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415" name="Tinta 414">
                <a:extLst>
                  <a:ext uri="{FF2B5EF4-FFF2-40B4-BE49-F238E27FC236}">
                    <a16:creationId xmlns:a16="http://schemas.microsoft.com/office/drawing/2014/main" id="{5D2292AE-EC09-7F91-BF37-6FC6CBE0D22C}"/>
                  </a:ext>
                </a:extLst>
              </p14:cNvPr>
              <p14:cNvContentPartPr/>
              <p14:nvPr/>
            </p14:nvContentPartPr>
            <p14:xfrm>
              <a:off x="7594742" y="1192661"/>
              <a:ext cx="272160" cy="203760"/>
            </p14:xfrm>
          </p:contentPart>
        </mc:Choice>
        <mc:Fallback>
          <p:pic>
            <p:nvPicPr>
              <p:cNvPr id="415" name="Tinta 414">
                <a:extLst>
                  <a:ext uri="{FF2B5EF4-FFF2-40B4-BE49-F238E27FC236}">
                    <a16:creationId xmlns:a16="http://schemas.microsoft.com/office/drawing/2014/main" id="{5D2292AE-EC09-7F91-BF37-6FC6CBE0D22C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7577102" y="1174661"/>
                <a:ext cx="307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416" name="Tinta 415">
                <a:extLst>
                  <a:ext uri="{FF2B5EF4-FFF2-40B4-BE49-F238E27FC236}">
                    <a16:creationId xmlns:a16="http://schemas.microsoft.com/office/drawing/2014/main" id="{EEFD5A5B-A5C2-A405-2D52-47E04C63CA7A}"/>
                  </a:ext>
                </a:extLst>
              </p14:cNvPr>
              <p14:cNvContentPartPr/>
              <p14:nvPr/>
            </p14:nvContentPartPr>
            <p14:xfrm>
              <a:off x="7235822" y="3007421"/>
              <a:ext cx="170640" cy="235800"/>
            </p14:xfrm>
          </p:contentPart>
        </mc:Choice>
        <mc:Fallback>
          <p:pic>
            <p:nvPicPr>
              <p:cNvPr id="416" name="Tinta 415">
                <a:extLst>
                  <a:ext uri="{FF2B5EF4-FFF2-40B4-BE49-F238E27FC236}">
                    <a16:creationId xmlns:a16="http://schemas.microsoft.com/office/drawing/2014/main" id="{EEFD5A5B-A5C2-A405-2D52-47E04C63CA7A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7217822" y="2989781"/>
                <a:ext cx="20628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038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56FBD2DA-2789-8747-5509-D9939B72569A}"/>
              </a:ext>
            </a:extLst>
          </p:cNvPr>
          <p:cNvGrpSpPr/>
          <p:nvPr/>
        </p:nvGrpSpPr>
        <p:grpSpPr>
          <a:xfrm>
            <a:off x="583022" y="501461"/>
            <a:ext cx="497160" cy="463320"/>
            <a:chOff x="583022" y="501461"/>
            <a:chExt cx="49716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0CE2D98B-978C-E8B0-4B79-C424CE4F078E}"/>
                    </a:ext>
                  </a:extLst>
                </p14:cNvPr>
                <p14:cNvContentPartPr/>
                <p14:nvPr/>
              </p14:nvContentPartPr>
              <p14:xfrm>
                <a:off x="583022" y="501461"/>
                <a:ext cx="200160" cy="46332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0CE2D98B-978C-E8B0-4B79-C424CE4F07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5022" y="483461"/>
                  <a:ext cx="23580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6CFE36EC-181F-0AB0-3F1E-CC20A1B79848}"/>
                    </a:ext>
                  </a:extLst>
                </p14:cNvPr>
                <p14:cNvContentPartPr/>
                <p14:nvPr/>
              </p14:nvContentPartPr>
              <p14:xfrm>
                <a:off x="836462" y="784421"/>
                <a:ext cx="243720" cy="16524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6CFE36EC-181F-0AB0-3F1E-CC20A1B798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8462" y="766421"/>
                  <a:ext cx="27936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FB8F570-F49A-589E-67E9-FBCB8AF60B0E}"/>
              </a:ext>
            </a:extLst>
          </p:cNvPr>
          <p:cNvGrpSpPr/>
          <p:nvPr/>
        </p:nvGrpSpPr>
        <p:grpSpPr>
          <a:xfrm>
            <a:off x="1191422" y="788381"/>
            <a:ext cx="222840" cy="179640"/>
            <a:chOff x="1191422" y="788381"/>
            <a:chExt cx="22284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71B2A8A8-30E1-B7FD-E180-E41897E02FE2}"/>
                    </a:ext>
                  </a:extLst>
                </p14:cNvPr>
                <p14:cNvContentPartPr/>
                <p14:nvPr/>
              </p14:nvContentPartPr>
              <p14:xfrm>
                <a:off x="1191422" y="788381"/>
                <a:ext cx="212760" cy="1796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71B2A8A8-30E1-B7FD-E180-E41897E02F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3782" y="770741"/>
                  <a:ext cx="248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F976B65A-F8F2-871C-3FBB-CDB8E8EEAA30}"/>
                    </a:ext>
                  </a:extLst>
                </p14:cNvPr>
                <p14:cNvContentPartPr/>
                <p14:nvPr/>
              </p14:nvContentPartPr>
              <p14:xfrm>
                <a:off x="1212662" y="826901"/>
                <a:ext cx="201600" cy="1256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F976B65A-F8F2-871C-3FBB-CDB8E8EEAA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4662" y="808901"/>
                  <a:ext cx="23724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A34FE2D-9A72-4771-BD0D-1CC5671347CE}"/>
              </a:ext>
            </a:extLst>
          </p:cNvPr>
          <p:cNvGrpSpPr/>
          <p:nvPr/>
        </p:nvGrpSpPr>
        <p:grpSpPr>
          <a:xfrm>
            <a:off x="1793702" y="843461"/>
            <a:ext cx="146880" cy="104400"/>
            <a:chOff x="1793702" y="843461"/>
            <a:chExt cx="146880" cy="1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CFF316A6-BECD-F873-7885-E1700C07F556}"/>
                    </a:ext>
                  </a:extLst>
                </p14:cNvPr>
                <p14:cNvContentPartPr/>
                <p14:nvPr/>
              </p14:nvContentPartPr>
              <p14:xfrm>
                <a:off x="1793702" y="938501"/>
                <a:ext cx="146880" cy="93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CFF316A6-BECD-F873-7885-E1700C07F5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76062" y="920861"/>
                  <a:ext cx="182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D3BD33D-32D0-E6EE-F818-B87B10D6C89B}"/>
                    </a:ext>
                  </a:extLst>
                </p14:cNvPr>
                <p14:cNvContentPartPr/>
                <p14:nvPr/>
              </p14:nvContentPartPr>
              <p14:xfrm>
                <a:off x="1804862" y="843461"/>
                <a:ext cx="133200" cy="72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D3BD33D-32D0-E6EE-F818-B87B10D6C8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7222" y="825821"/>
                  <a:ext cx="1688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AD298CC-F689-7DFA-790F-E51E7217888F}"/>
              </a:ext>
            </a:extLst>
          </p:cNvPr>
          <p:cNvGrpSpPr/>
          <p:nvPr/>
        </p:nvGrpSpPr>
        <p:grpSpPr>
          <a:xfrm>
            <a:off x="2281862" y="661301"/>
            <a:ext cx="466920" cy="315720"/>
            <a:chOff x="2281862" y="661301"/>
            <a:chExt cx="46692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D8024227-299F-97F2-45D0-3EC5B877E91A}"/>
                    </a:ext>
                  </a:extLst>
                </p14:cNvPr>
                <p14:cNvContentPartPr/>
                <p14:nvPr/>
              </p14:nvContentPartPr>
              <p14:xfrm>
                <a:off x="2281862" y="661301"/>
                <a:ext cx="163080" cy="2829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D8024227-299F-97F2-45D0-3EC5B877E9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64222" y="643661"/>
                  <a:ext cx="1987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C4C659D6-D565-4A97-426D-5DAC92A3D74A}"/>
                    </a:ext>
                  </a:extLst>
                </p14:cNvPr>
                <p14:cNvContentPartPr/>
                <p14:nvPr/>
              </p14:nvContentPartPr>
              <p14:xfrm>
                <a:off x="2548622" y="712781"/>
                <a:ext cx="200160" cy="2642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C4C659D6-D565-4A97-426D-5DAC92A3D7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30982" y="695141"/>
                  <a:ext cx="2358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D77B11D-D8DA-30A9-91D4-6B7FEACF0864}"/>
              </a:ext>
            </a:extLst>
          </p:cNvPr>
          <p:cNvGrpSpPr/>
          <p:nvPr/>
        </p:nvGrpSpPr>
        <p:grpSpPr>
          <a:xfrm>
            <a:off x="2891702" y="792341"/>
            <a:ext cx="174240" cy="162360"/>
            <a:chOff x="2891702" y="792341"/>
            <a:chExt cx="174240" cy="16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879FE252-DE9F-E3E6-2AD4-118AD863063F}"/>
                    </a:ext>
                  </a:extLst>
                </p14:cNvPr>
                <p14:cNvContentPartPr/>
                <p14:nvPr/>
              </p14:nvContentPartPr>
              <p14:xfrm>
                <a:off x="2891702" y="792341"/>
                <a:ext cx="174240" cy="1623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879FE252-DE9F-E3E6-2AD4-118AD86306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3702" y="774701"/>
                  <a:ext cx="209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5B2020A-B339-D914-5460-DAC995565047}"/>
                    </a:ext>
                  </a:extLst>
                </p14:cNvPr>
                <p14:cNvContentPartPr/>
                <p14:nvPr/>
              </p14:nvContentPartPr>
              <p14:xfrm>
                <a:off x="2910422" y="832301"/>
                <a:ext cx="153000" cy="1022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5B2020A-B339-D914-5460-DAC9955650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2422" y="814661"/>
                  <a:ext cx="18864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BCA997A-749C-3BAA-12CF-A3FAEB2B749E}"/>
              </a:ext>
            </a:extLst>
          </p:cNvPr>
          <p:cNvGrpSpPr/>
          <p:nvPr/>
        </p:nvGrpSpPr>
        <p:grpSpPr>
          <a:xfrm>
            <a:off x="3585782" y="375821"/>
            <a:ext cx="602640" cy="422280"/>
            <a:chOff x="3585782" y="375821"/>
            <a:chExt cx="60264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31D1AFC2-7BF4-B2A6-4473-FF9105589CE7}"/>
                    </a:ext>
                  </a:extLst>
                </p14:cNvPr>
                <p14:cNvContentPartPr/>
                <p14:nvPr/>
              </p14:nvContentPartPr>
              <p14:xfrm>
                <a:off x="3585782" y="416501"/>
                <a:ext cx="571680" cy="3816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31D1AFC2-7BF4-B2A6-4473-FF9105589C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68142" y="398861"/>
                  <a:ext cx="60732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8E80A445-E9C5-7479-3E83-5C6573DF2836}"/>
                    </a:ext>
                  </a:extLst>
                </p14:cNvPr>
                <p14:cNvContentPartPr/>
                <p14:nvPr/>
              </p14:nvContentPartPr>
              <p14:xfrm>
                <a:off x="4077542" y="375821"/>
                <a:ext cx="110880" cy="1594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8E80A445-E9C5-7479-3E83-5C6573DF28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59902" y="358181"/>
                  <a:ext cx="14652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5A4C4132-E46A-D346-D29B-3DE2124ADD28}"/>
              </a:ext>
            </a:extLst>
          </p:cNvPr>
          <p:cNvGrpSpPr/>
          <p:nvPr/>
        </p:nvGrpSpPr>
        <p:grpSpPr>
          <a:xfrm>
            <a:off x="4503062" y="190781"/>
            <a:ext cx="3440880" cy="440640"/>
            <a:chOff x="4503062" y="190781"/>
            <a:chExt cx="3440880" cy="44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9B4E2C2-7D11-0564-6D71-98C6C9255546}"/>
                    </a:ext>
                  </a:extLst>
                </p14:cNvPr>
                <p14:cNvContentPartPr/>
                <p14:nvPr/>
              </p14:nvContentPartPr>
              <p14:xfrm>
                <a:off x="4503062" y="237221"/>
                <a:ext cx="287640" cy="2134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9B4E2C2-7D11-0564-6D71-98C6C92555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85422" y="219581"/>
                  <a:ext cx="323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B5479AD4-0216-B6CC-B330-C67B530962B1}"/>
                    </a:ext>
                  </a:extLst>
                </p14:cNvPr>
                <p14:cNvContentPartPr/>
                <p14:nvPr/>
              </p14:nvContentPartPr>
              <p14:xfrm>
                <a:off x="4861982" y="347741"/>
                <a:ext cx="124920" cy="2836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B5479AD4-0216-B6CC-B330-C67B530962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44342" y="330101"/>
                  <a:ext cx="160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47C6F65-3ED9-83FD-17F8-D71E666D55C6}"/>
                    </a:ext>
                  </a:extLst>
                </p14:cNvPr>
                <p14:cNvContentPartPr/>
                <p14:nvPr/>
              </p14:nvContentPartPr>
              <p14:xfrm>
                <a:off x="5048102" y="361421"/>
                <a:ext cx="340200" cy="1159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47C6F65-3ED9-83FD-17F8-D71E666D55C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30102" y="343781"/>
                  <a:ext cx="375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FC7DE8E-E575-0950-A513-FB5198A08EE8}"/>
                    </a:ext>
                  </a:extLst>
                </p14:cNvPr>
                <p14:cNvContentPartPr/>
                <p14:nvPr/>
              </p14:nvContentPartPr>
              <p14:xfrm>
                <a:off x="5476142" y="372941"/>
                <a:ext cx="84960" cy="694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FC7DE8E-E575-0950-A513-FB5198A08E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58142" y="355301"/>
                  <a:ext cx="120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F73FB79-4D42-83F9-8099-D90D84174226}"/>
                    </a:ext>
                  </a:extLst>
                </p14:cNvPr>
                <p14:cNvContentPartPr/>
                <p14:nvPr/>
              </p14:nvContentPartPr>
              <p14:xfrm>
                <a:off x="5644982" y="190781"/>
                <a:ext cx="46440" cy="2898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F73FB79-4D42-83F9-8099-D90D841742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26982" y="173141"/>
                  <a:ext cx="82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966382B7-7602-467A-A9F4-4A3756A3C338}"/>
                    </a:ext>
                  </a:extLst>
                </p14:cNvPr>
                <p14:cNvContentPartPr/>
                <p14:nvPr/>
              </p14:nvContentPartPr>
              <p14:xfrm>
                <a:off x="5503502" y="237941"/>
                <a:ext cx="277200" cy="608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966382B7-7602-467A-A9F4-4A3756A3C3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85502" y="219941"/>
                  <a:ext cx="312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280BC871-F917-3E2C-9067-69AF331E3F07}"/>
                    </a:ext>
                  </a:extLst>
                </p14:cNvPr>
                <p14:cNvContentPartPr/>
                <p14:nvPr/>
              </p14:nvContentPartPr>
              <p14:xfrm>
                <a:off x="5780342" y="385541"/>
                <a:ext cx="535680" cy="1126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280BC871-F917-3E2C-9067-69AF331E3F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62342" y="367541"/>
                  <a:ext cx="571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2CD005E1-973D-100A-4B95-E03B3FE06BED}"/>
                    </a:ext>
                  </a:extLst>
                </p14:cNvPr>
                <p14:cNvContentPartPr/>
                <p14:nvPr/>
              </p14:nvContentPartPr>
              <p14:xfrm>
                <a:off x="6554702" y="238661"/>
                <a:ext cx="247680" cy="2552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2CD005E1-973D-100A-4B95-E03B3FE06BE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36702" y="221021"/>
                  <a:ext cx="283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DF0F67C-1B17-0101-C6F4-8B0F5C1F5906}"/>
                    </a:ext>
                  </a:extLst>
                </p14:cNvPr>
                <p14:cNvContentPartPr/>
                <p14:nvPr/>
              </p14:nvContentPartPr>
              <p14:xfrm>
                <a:off x="6866822" y="235781"/>
                <a:ext cx="240120" cy="2491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DF0F67C-1B17-0101-C6F4-8B0F5C1F59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49182" y="217781"/>
                  <a:ext cx="275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76928F5-2237-C20B-6DD1-CF0D38F11363}"/>
                    </a:ext>
                  </a:extLst>
                </p14:cNvPr>
                <p14:cNvContentPartPr/>
                <p14:nvPr/>
              </p14:nvContentPartPr>
              <p14:xfrm>
                <a:off x="7028462" y="245501"/>
                <a:ext cx="186480" cy="205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76928F5-2237-C20B-6DD1-CF0D38F113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10462" y="227861"/>
                  <a:ext cx="222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20F70284-0E00-47B6-C776-9038EA87C3DC}"/>
                    </a:ext>
                  </a:extLst>
                </p14:cNvPr>
                <p14:cNvContentPartPr/>
                <p14:nvPr/>
              </p14:nvContentPartPr>
              <p14:xfrm>
                <a:off x="7208462" y="364301"/>
                <a:ext cx="190440" cy="1062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20F70284-0E00-47B6-C776-9038EA87C3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90822" y="346301"/>
                  <a:ext cx="226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98087073-A4CB-BBFF-86CA-C839116D2113}"/>
                    </a:ext>
                  </a:extLst>
                </p14:cNvPr>
                <p14:cNvContentPartPr/>
                <p14:nvPr/>
              </p14:nvContentPartPr>
              <p14:xfrm>
                <a:off x="7474142" y="344861"/>
                <a:ext cx="259920" cy="1245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98087073-A4CB-BBFF-86CA-C839116D211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56502" y="327221"/>
                  <a:ext cx="295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D874264-56C1-72FA-8902-9B1468A6928B}"/>
                    </a:ext>
                  </a:extLst>
                </p14:cNvPr>
                <p14:cNvContentPartPr/>
                <p14:nvPr/>
              </p14:nvContentPartPr>
              <p14:xfrm>
                <a:off x="7788062" y="217421"/>
                <a:ext cx="155880" cy="2836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D874264-56C1-72FA-8902-9B1468A692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70062" y="199421"/>
                  <a:ext cx="19152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56ED78C-5C2F-C815-148D-F49BC01CD0D7}"/>
              </a:ext>
            </a:extLst>
          </p:cNvPr>
          <p:cNvGrpSpPr/>
          <p:nvPr/>
        </p:nvGrpSpPr>
        <p:grpSpPr>
          <a:xfrm>
            <a:off x="3623222" y="1007981"/>
            <a:ext cx="377640" cy="381240"/>
            <a:chOff x="3623222" y="1007981"/>
            <a:chExt cx="3776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AEC44FCA-2582-4EF8-AD1B-B7F32C5F139D}"/>
                    </a:ext>
                  </a:extLst>
                </p14:cNvPr>
                <p14:cNvContentPartPr/>
                <p14:nvPr/>
              </p14:nvContentPartPr>
              <p14:xfrm>
                <a:off x="3623222" y="1007981"/>
                <a:ext cx="335520" cy="2563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AEC44FCA-2582-4EF8-AD1B-B7F32C5F139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05222" y="989981"/>
                  <a:ext cx="371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9919E8D-7240-0C5E-9241-B5B8465FA5F4}"/>
                    </a:ext>
                  </a:extLst>
                </p14:cNvPr>
                <p14:cNvContentPartPr/>
                <p14:nvPr/>
              </p14:nvContentPartPr>
              <p14:xfrm>
                <a:off x="3911222" y="1207421"/>
                <a:ext cx="89640" cy="1818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9919E8D-7240-0C5E-9241-B5B8465FA5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93582" y="1189781"/>
                  <a:ext cx="1252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C1177AAB-00A0-6E83-E386-B087BDCFDD42}"/>
              </a:ext>
            </a:extLst>
          </p:cNvPr>
          <p:cNvGrpSpPr/>
          <p:nvPr/>
        </p:nvGrpSpPr>
        <p:grpSpPr>
          <a:xfrm>
            <a:off x="4422782" y="1032461"/>
            <a:ext cx="1976400" cy="582480"/>
            <a:chOff x="4422782" y="1032461"/>
            <a:chExt cx="1976400" cy="58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05F63042-AE59-3A79-FED9-4AD1A0F729E1}"/>
                    </a:ext>
                  </a:extLst>
                </p14:cNvPr>
                <p14:cNvContentPartPr/>
                <p14:nvPr/>
              </p14:nvContentPartPr>
              <p14:xfrm>
                <a:off x="4422782" y="1174301"/>
                <a:ext cx="322200" cy="2106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05F63042-AE59-3A79-FED9-4AD1A0F729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05142" y="1156661"/>
                  <a:ext cx="357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896A6501-3C97-F8E5-D97E-D66202472218}"/>
                    </a:ext>
                  </a:extLst>
                </p14:cNvPr>
                <p14:cNvContentPartPr/>
                <p14:nvPr/>
              </p14:nvContentPartPr>
              <p14:xfrm>
                <a:off x="4819862" y="1309301"/>
                <a:ext cx="198360" cy="3056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896A6501-3C97-F8E5-D97E-D662024722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02222" y="1291661"/>
                  <a:ext cx="2340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DCC9C4EA-2BFF-C813-D99E-E2031CB70C56}"/>
                    </a:ext>
                  </a:extLst>
                </p14:cNvPr>
                <p14:cNvContentPartPr/>
                <p14:nvPr/>
              </p14:nvContentPartPr>
              <p14:xfrm>
                <a:off x="5105342" y="1315421"/>
                <a:ext cx="251640" cy="1044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DCC9C4EA-2BFF-C813-D99E-E2031CB70C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7702" y="1297421"/>
                  <a:ext cx="287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8426F132-EA43-95DF-2E48-DF31DEE43FEF}"/>
                    </a:ext>
                  </a:extLst>
                </p14:cNvPr>
                <p14:cNvContentPartPr/>
                <p14:nvPr/>
              </p14:nvContentPartPr>
              <p14:xfrm>
                <a:off x="5363102" y="1306781"/>
                <a:ext cx="135720" cy="813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8426F132-EA43-95DF-2E48-DF31DEE43F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45102" y="1289141"/>
                  <a:ext cx="171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28241A91-E28D-19E1-038B-3DE8D704E8A6}"/>
                    </a:ext>
                  </a:extLst>
                </p14:cNvPr>
                <p14:cNvContentPartPr/>
                <p14:nvPr/>
              </p14:nvContentPartPr>
              <p14:xfrm>
                <a:off x="5597822" y="1315421"/>
                <a:ext cx="96120" cy="842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28241A91-E28D-19E1-038B-3DE8D704E8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79822" y="1297421"/>
                  <a:ext cx="131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CB215CE8-33D1-7347-C164-4C48AD2BFC3D}"/>
                    </a:ext>
                  </a:extLst>
                </p14:cNvPr>
                <p14:cNvContentPartPr/>
                <p14:nvPr/>
              </p14:nvContentPartPr>
              <p14:xfrm>
                <a:off x="5763062" y="1032461"/>
                <a:ext cx="53640" cy="3301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CB215CE8-33D1-7347-C164-4C48AD2BFC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45062" y="1014821"/>
                  <a:ext cx="892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328BBE6-4A55-141D-B4AC-CAFBFA282C50}"/>
                    </a:ext>
                  </a:extLst>
                </p14:cNvPr>
                <p14:cNvContentPartPr/>
                <p14:nvPr/>
              </p14:nvContentPartPr>
              <p14:xfrm>
                <a:off x="5714462" y="1194461"/>
                <a:ext cx="149400" cy="72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328BBE6-4A55-141D-B4AC-CAFBFA282C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96822" y="1176821"/>
                  <a:ext cx="185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01AB995C-286C-CDB9-57B3-0E42F5CF8C9F}"/>
                    </a:ext>
                  </a:extLst>
                </p14:cNvPr>
                <p14:cNvContentPartPr/>
                <p14:nvPr/>
              </p14:nvContentPartPr>
              <p14:xfrm>
                <a:off x="5555342" y="1138661"/>
                <a:ext cx="360" cy="3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01AB995C-286C-CDB9-57B3-0E42F5CF8C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37702" y="11210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83FB3FC1-5C7B-A4C4-99BE-73B4B4CD74CD}"/>
                    </a:ext>
                  </a:extLst>
                </p14:cNvPr>
                <p14:cNvContentPartPr/>
                <p14:nvPr/>
              </p14:nvContentPartPr>
              <p14:xfrm>
                <a:off x="5866022" y="1288061"/>
                <a:ext cx="533160" cy="1234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83FB3FC1-5C7B-A4C4-99BE-73B4B4CD74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48022" y="1270421"/>
                  <a:ext cx="56880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AD3F738-989C-604C-1D04-389703210A92}"/>
              </a:ext>
            </a:extLst>
          </p:cNvPr>
          <p:cNvGrpSpPr/>
          <p:nvPr/>
        </p:nvGrpSpPr>
        <p:grpSpPr>
          <a:xfrm>
            <a:off x="6730382" y="1096181"/>
            <a:ext cx="1693080" cy="509760"/>
            <a:chOff x="6730382" y="1096181"/>
            <a:chExt cx="169308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766C618-05CD-27F6-02CB-CB1AA498F2B7}"/>
                    </a:ext>
                  </a:extLst>
                </p14:cNvPr>
                <p14:cNvContentPartPr/>
                <p14:nvPr/>
              </p14:nvContentPartPr>
              <p14:xfrm>
                <a:off x="6730382" y="1096181"/>
                <a:ext cx="230040" cy="3420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766C618-05CD-27F6-02CB-CB1AA498F2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12382" y="1078541"/>
                  <a:ext cx="2656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F205830F-338E-C859-9C77-B46E779BF581}"/>
                    </a:ext>
                  </a:extLst>
                </p14:cNvPr>
                <p14:cNvContentPartPr/>
                <p14:nvPr/>
              </p14:nvContentPartPr>
              <p14:xfrm>
                <a:off x="7086782" y="1317941"/>
                <a:ext cx="280440" cy="2880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F205830F-338E-C859-9C77-B46E779BF5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68782" y="1300301"/>
                  <a:ext cx="316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50F342B6-F5C5-C77D-41C1-45F023D6C477}"/>
                    </a:ext>
                  </a:extLst>
                </p14:cNvPr>
                <p14:cNvContentPartPr/>
                <p14:nvPr/>
              </p14:nvContentPartPr>
              <p14:xfrm>
                <a:off x="7408262" y="1347821"/>
                <a:ext cx="372960" cy="14328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50F342B6-F5C5-C77D-41C1-45F023D6C47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90622" y="1329821"/>
                  <a:ext cx="408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2B903B0B-0081-D059-8490-29AF9E5115AB}"/>
                    </a:ext>
                  </a:extLst>
                </p14:cNvPr>
                <p14:cNvContentPartPr/>
                <p14:nvPr/>
              </p14:nvContentPartPr>
              <p14:xfrm>
                <a:off x="7794542" y="1287341"/>
                <a:ext cx="66240" cy="1612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2B903B0B-0081-D059-8490-29AF9E5115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76902" y="1269341"/>
                  <a:ext cx="101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67DC953D-2CF3-571C-E904-6277CA1B7342}"/>
                    </a:ext>
                  </a:extLst>
                </p14:cNvPr>
                <p14:cNvContentPartPr/>
                <p14:nvPr/>
              </p14:nvContentPartPr>
              <p14:xfrm>
                <a:off x="7933502" y="1346381"/>
                <a:ext cx="87840" cy="1065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67DC953D-2CF3-571C-E904-6277CA1B734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15862" y="1328741"/>
                  <a:ext cx="123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117F9E4-7F9C-BE7C-BB98-09E912F2584A}"/>
                    </a:ext>
                  </a:extLst>
                </p14:cNvPr>
                <p14:cNvContentPartPr/>
                <p14:nvPr/>
              </p14:nvContentPartPr>
              <p14:xfrm>
                <a:off x="8047982" y="1324061"/>
                <a:ext cx="218880" cy="1198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117F9E4-7F9C-BE7C-BB98-09E912F2584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30342" y="1306421"/>
                  <a:ext cx="254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D12C93BA-895E-3B1A-33FF-CF1CC3D47AA0}"/>
                    </a:ext>
                  </a:extLst>
                </p14:cNvPr>
                <p14:cNvContentPartPr/>
                <p14:nvPr/>
              </p14:nvContentPartPr>
              <p14:xfrm>
                <a:off x="8272622" y="1352861"/>
                <a:ext cx="150840" cy="1108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D12C93BA-895E-3B1A-33FF-CF1CC3D47A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54982" y="1335221"/>
                  <a:ext cx="1864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289CDD93-099E-BB67-E236-FDAC2B2A1A19}"/>
              </a:ext>
            </a:extLst>
          </p:cNvPr>
          <p:cNvGrpSpPr/>
          <p:nvPr/>
        </p:nvGrpSpPr>
        <p:grpSpPr>
          <a:xfrm>
            <a:off x="256502" y="2529341"/>
            <a:ext cx="596520" cy="762120"/>
            <a:chOff x="256502" y="2529341"/>
            <a:chExt cx="596520" cy="76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6D0BEFA6-C118-5BED-0E06-0FFDA376AB4F}"/>
                    </a:ext>
                  </a:extLst>
                </p14:cNvPr>
                <p14:cNvContentPartPr/>
                <p14:nvPr/>
              </p14:nvContentPartPr>
              <p14:xfrm>
                <a:off x="256502" y="2529341"/>
                <a:ext cx="326880" cy="4640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6D0BEFA6-C118-5BED-0E06-0FFDA376AB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8502" y="2511341"/>
                  <a:ext cx="3625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84A5C03A-8031-661B-F53A-8C8771F1EF69}"/>
                    </a:ext>
                  </a:extLst>
                </p14:cNvPr>
                <p14:cNvContentPartPr/>
                <p14:nvPr/>
              </p14:nvContentPartPr>
              <p14:xfrm>
                <a:off x="600302" y="2863061"/>
                <a:ext cx="1440" cy="3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84A5C03A-8031-661B-F53A-8C8771F1EF6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2662" y="2845421"/>
                  <a:ext cx="3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332213C3-4378-73DC-8668-94D14FBE1A97}"/>
                    </a:ext>
                  </a:extLst>
                </p14:cNvPr>
                <p14:cNvContentPartPr/>
                <p14:nvPr/>
              </p14:nvContentPartPr>
              <p14:xfrm>
                <a:off x="582302" y="2786741"/>
                <a:ext cx="270720" cy="5047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332213C3-4378-73DC-8668-94D14FBE1A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4302" y="2769101"/>
                  <a:ext cx="306360" cy="54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62DC0E0A-36DA-D851-4E8D-D84204E5054D}"/>
                  </a:ext>
                </a:extLst>
              </p14:cNvPr>
              <p14:cNvContentPartPr/>
              <p14:nvPr/>
            </p14:nvContentPartPr>
            <p14:xfrm>
              <a:off x="935462" y="2536901"/>
              <a:ext cx="200520" cy="32544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62DC0E0A-36DA-D851-4E8D-D84204E5054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17462" y="2518901"/>
                <a:ext cx="2361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94C82805-4D62-800F-5AAD-BE5D86B4829C}"/>
                  </a:ext>
                </a:extLst>
              </p14:cNvPr>
              <p14:cNvContentPartPr/>
              <p14:nvPr/>
            </p14:nvContentPartPr>
            <p14:xfrm>
              <a:off x="808742" y="3220181"/>
              <a:ext cx="221400" cy="23040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94C82805-4D62-800F-5AAD-BE5D86B4829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91102" y="3202181"/>
                <a:ext cx="25704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Agrupar 74">
            <a:extLst>
              <a:ext uri="{FF2B5EF4-FFF2-40B4-BE49-F238E27FC236}">
                <a16:creationId xmlns:a16="http://schemas.microsoft.com/office/drawing/2014/main" id="{DF379BB9-F2E3-F3DD-E6F3-7FBFF78C82BD}"/>
              </a:ext>
            </a:extLst>
          </p:cNvPr>
          <p:cNvGrpSpPr/>
          <p:nvPr/>
        </p:nvGrpSpPr>
        <p:grpSpPr>
          <a:xfrm>
            <a:off x="1335422" y="2563541"/>
            <a:ext cx="857520" cy="536760"/>
            <a:chOff x="1335422" y="2563541"/>
            <a:chExt cx="857520" cy="53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A7B0BFCB-2947-B8AE-3E31-53071581AC7B}"/>
                    </a:ext>
                  </a:extLst>
                </p14:cNvPr>
                <p14:cNvContentPartPr/>
                <p14:nvPr/>
              </p14:nvContentPartPr>
              <p14:xfrm>
                <a:off x="1348022" y="2876741"/>
                <a:ext cx="165600" cy="3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A7B0BFCB-2947-B8AE-3E31-53071581AC7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30022" y="2858741"/>
                  <a:ext cx="201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3EFE8D8F-197D-0B6A-47D8-B4653F82E4DF}"/>
                    </a:ext>
                  </a:extLst>
                </p14:cNvPr>
                <p14:cNvContentPartPr/>
                <p14:nvPr/>
              </p14:nvContentPartPr>
              <p14:xfrm>
                <a:off x="1335422" y="2774861"/>
                <a:ext cx="159480" cy="36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3EFE8D8F-197D-0B6A-47D8-B4653F82E4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17782" y="2757221"/>
                  <a:ext cx="195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EB1275E9-CCC4-5620-9E2B-A2E2BA16549D}"/>
                    </a:ext>
                  </a:extLst>
                </p14:cNvPr>
                <p14:cNvContentPartPr/>
                <p14:nvPr/>
              </p14:nvContentPartPr>
              <p14:xfrm>
                <a:off x="1698302" y="2563541"/>
                <a:ext cx="196560" cy="34452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EB1275E9-CCC4-5620-9E2B-A2E2BA16549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80302" y="2545901"/>
                  <a:ext cx="2322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9DFA01AB-68CE-ECBA-EC69-4AA6645147B5}"/>
                    </a:ext>
                  </a:extLst>
                </p14:cNvPr>
                <p14:cNvContentPartPr/>
                <p14:nvPr/>
              </p14:nvContentPartPr>
              <p14:xfrm>
                <a:off x="2022302" y="2831741"/>
                <a:ext cx="170640" cy="2685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9DFA01AB-68CE-ECBA-EC69-4AA6645147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04662" y="2814101"/>
                  <a:ext cx="20628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88207C26-5760-FA8E-6040-F50154289A48}"/>
              </a:ext>
            </a:extLst>
          </p:cNvPr>
          <p:cNvGrpSpPr/>
          <p:nvPr/>
        </p:nvGrpSpPr>
        <p:grpSpPr>
          <a:xfrm>
            <a:off x="2575262" y="2633021"/>
            <a:ext cx="632160" cy="358920"/>
            <a:chOff x="2575262" y="2633021"/>
            <a:chExt cx="63216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B2FFA362-6E42-E4A3-94C6-3084EEEF2D2F}"/>
                    </a:ext>
                  </a:extLst>
                </p14:cNvPr>
                <p14:cNvContentPartPr/>
                <p14:nvPr/>
              </p14:nvContentPartPr>
              <p14:xfrm>
                <a:off x="2591102" y="2777021"/>
                <a:ext cx="55080" cy="2149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B2FFA362-6E42-E4A3-94C6-3084EEEF2D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73462" y="2759381"/>
                  <a:ext cx="90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437056E-CE14-5EA6-4952-78780345DE12}"/>
                    </a:ext>
                  </a:extLst>
                </p14:cNvPr>
                <p14:cNvContentPartPr/>
                <p14:nvPr/>
              </p14:nvContentPartPr>
              <p14:xfrm>
                <a:off x="2575262" y="2738141"/>
                <a:ext cx="103680" cy="1310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437056E-CE14-5EA6-4952-78780345DE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57622" y="2720141"/>
                  <a:ext cx="139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55358BC3-9070-BC7E-7F5E-58E3D14B3939}"/>
                    </a:ext>
                  </a:extLst>
                </p14:cNvPr>
                <p14:cNvContentPartPr/>
                <p14:nvPr/>
              </p14:nvContentPartPr>
              <p14:xfrm>
                <a:off x="2751302" y="2779181"/>
                <a:ext cx="108360" cy="11016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55358BC3-9070-BC7E-7F5E-58E3D14B393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33662" y="2761541"/>
                  <a:ext cx="144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0945827-7C36-4985-CDD3-6F943620ED2F}"/>
                    </a:ext>
                  </a:extLst>
                </p14:cNvPr>
                <p14:cNvContentPartPr/>
                <p14:nvPr/>
              </p14:nvContentPartPr>
              <p14:xfrm>
                <a:off x="2960102" y="2759381"/>
                <a:ext cx="68760" cy="1299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0945827-7C36-4985-CDD3-6F943620ED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42102" y="2741381"/>
                  <a:ext cx="104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7C5F40FF-F297-8865-0BF1-564FCA611CA8}"/>
                    </a:ext>
                  </a:extLst>
                </p14:cNvPr>
                <p14:cNvContentPartPr/>
                <p14:nvPr/>
              </p14:nvContentPartPr>
              <p14:xfrm>
                <a:off x="3088982" y="2771621"/>
                <a:ext cx="118440" cy="1299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7C5F40FF-F297-8865-0BF1-564FCA611C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71342" y="2753621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64CDD14E-0DED-E287-161C-00C14A61191F}"/>
                    </a:ext>
                  </a:extLst>
                </p14:cNvPr>
                <p14:cNvContentPartPr/>
                <p14:nvPr/>
              </p14:nvContentPartPr>
              <p14:xfrm>
                <a:off x="2926262" y="2633021"/>
                <a:ext cx="360" cy="3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64CDD14E-0DED-E287-161C-00C14A6119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08622" y="26150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7AD48B46-A390-D6BC-1219-509C2117F945}"/>
                  </a:ext>
                </a:extLst>
              </p14:cNvPr>
              <p14:cNvContentPartPr/>
              <p14:nvPr/>
            </p14:nvContentPartPr>
            <p14:xfrm>
              <a:off x="3555902" y="2639861"/>
              <a:ext cx="170640" cy="252000"/>
            </p14:xfrm>
          </p:contentPart>
        </mc:Choice>
        <mc:Fallback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7AD48B46-A390-D6BC-1219-509C2117F94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538262" y="2621861"/>
                <a:ext cx="2062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D2764450-F3C5-F405-9120-5F9E815E9209}"/>
                  </a:ext>
                </a:extLst>
              </p14:cNvPr>
              <p14:cNvContentPartPr/>
              <p14:nvPr/>
            </p14:nvContentPartPr>
            <p14:xfrm>
              <a:off x="3682622" y="2372381"/>
              <a:ext cx="128160" cy="17028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D2764450-F3C5-F405-9120-5F9E815E9209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664982" y="2354381"/>
                <a:ext cx="16380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Agrupar 81">
            <a:extLst>
              <a:ext uri="{FF2B5EF4-FFF2-40B4-BE49-F238E27FC236}">
                <a16:creationId xmlns:a16="http://schemas.microsoft.com/office/drawing/2014/main" id="{9811B8ED-737B-27C1-6343-F59223A519D5}"/>
              </a:ext>
            </a:extLst>
          </p:cNvPr>
          <p:cNvGrpSpPr/>
          <p:nvPr/>
        </p:nvGrpSpPr>
        <p:grpSpPr>
          <a:xfrm>
            <a:off x="3979622" y="2585501"/>
            <a:ext cx="494640" cy="269280"/>
            <a:chOff x="3979622" y="2585501"/>
            <a:chExt cx="49464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C64DAA36-9018-6A1F-FC7B-C226FA6E44E8}"/>
                    </a:ext>
                  </a:extLst>
                </p14:cNvPr>
                <p14:cNvContentPartPr/>
                <p14:nvPr/>
              </p14:nvContentPartPr>
              <p14:xfrm>
                <a:off x="3979622" y="2846501"/>
                <a:ext cx="139320" cy="82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C64DAA36-9018-6A1F-FC7B-C226FA6E44E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961622" y="2828501"/>
                  <a:ext cx="174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2A9FEC0-B15A-DBD4-434F-B0326E04439A}"/>
                    </a:ext>
                  </a:extLst>
                </p14:cNvPr>
                <p14:cNvContentPartPr/>
                <p14:nvPr/>
              </p14:nvContentPartPr>
              <p14:xfrm>
                <a:off x="3985742" y="2763701"/>
                <a:ext cx="102240" cy="25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2A9FEC0-B15A-DBD4-434F-B0326E04439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68102" y="2746061"/>
                  <a:ext cx="137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EA6C06C1-FBCF-19EC-765E-3CD327E988D4}"/>
                    </a:ext>
                  </a:extLst>
                </p14:cNvPr>
                <p14:cNvContentPartPr/>
                <p14:nvPr/>
              </p14:nvContentPartPr>
              <p14:xfrm>
                <a:off x="4289582" y="2585501"/>
                <a:ext cx="184680" cy="2682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EA6C06C1-FBCF-19EC-765E-3CD327E988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71582" y="2567501"/>
                  <a:ext cx="22032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66D77BDE-C131-64B5-9440-19B8C5869983}"/>
              </a:ext>
            </a:extLst>
          </p:cNvPr>
          <p:cNvGrpSpPr/>
          <p:nvPr/>
        </p:nvGrpSpPr>
        <p:grpSpPr>
          <a:xfrm>
            <a:off x="950582" y="3517181"/>
            <a:ext cx="905760" cy="237960"/>
            <a:chOff x="950582" y="3517181"/>
            <a:chExt cx="90576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8E7759B2-0CC3-FC7F-BC40-03E01F152B56}"/>
                    </a:ext>
                  </a:extLst>
                </p14:cNvPr>
                <p14:cNvContentPartPr/>
                <p14:nvPr/>
              </p14:nvContentPartPr>
              <p14:xfrm>
                <a:off x="950582" y="3536981"/>
                <a:ext cx="209160" cy="1220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8E7759B2-0CC3-FC7F-BC40-03E01F152B5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32942" y="3519341"/>
                  <a:ext cx="244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4E614152-8546-9425-12E6-A610D44DDA68}"/>
                    </a:ext>
                  </a:extLst>
                </p14:cNvPr>
                <p14:cNvContentPartPr/>
                <p14:nvPr/>
              </p14:nvContentPartPr>
              <p14:xfrm>
                <a:off x="1126982" y="3602141"/>
                <a:ext cx="43920" cy="1368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4E614152-8546-9425-12E6-A610D44DDA6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8982" y="3584141"/>
                  <a:ext cx="79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065DA55B-9B01-5FAE-EB34-20AC892A7EAF}"/>
                    </a:ext>
                  </a:extLst>
                </p14:cNvPr>
                <p14:cNvContentPartPr/>
                <p14:nvPr/>
              </p14:nvContentPartPr>
              <p14:xfrm>
                <a:off x="1322102" y="3517181"/>
                <a:ext cx="9000" cy="2127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065DA55B-9B01-5FAE-EB34-20AC892A7EA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04102" y="3499181"/>
                  <a:ext cx="44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BB739AF6-7E3D-5C70-2641-962B8EFA1ABD}"/>
                    </a:ext>
                  </a:extLst>
                </p14:cNvPr>
                <p14:cNvContentPartPr/>
                <p14:nvPr/>
              </p14:nvContentPartPr>
              <p14:xfrm>
                <a:off x="1325702" y="3633101"/>
                <a:ext cx="102600" cy="1220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BB739AF6-7E3D-5C70-2641-962B8EFA1AB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307702" y="3615461"/>
                  <a:ext cx="138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A6D129B-D887-E6C1-5D03-F69DC3261CB9}"/>
                    </a:ext>
                  </a:extLst>
                </p14:cNvPr>
                <p14:cNvContentPartPr/>
                <p14:nvPr/>
              </p14:nvContentPartPr>
              <p14:xfrm>
                <a:off x="1475102" y="3604301"/>
                <a:ext cx="90720" cy="1188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A6D129B-D887-E6C1-5D03-F69DC3261CB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57462" y="3586301"/>
                  <a:ext cx="126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8E5C9D6-D394-3A01-68C7-77706DDD6E19}"/>
                    </a:ext>
                  </a:extLst>
                </p14:cNvPr>
                <p14:cNvContentPartPr/>
                <p14:nvPr/>
              </p14:nvContentPartPr>
              <p14:xfrm>
                <a:off x="1642142" y="3608621"/>
                <a:ext cx="214200" cy="1263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8E5C9D6-D394-3A01-68C7-77706DDD6E1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24142" y="3590981"/>
                  <a:ext cx="24984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7EB9732-2256-83F0-4264-5095A13D06F3}"/>
              </a:ext>
            </a:extLst>
          </p:cNvPr>
          <p:cNvGrpSpPr/>
          <p:nvPr/>
        </p:nvGrpSpPr>
        <p:grpSpPr>
          <a:xfrm>
            <a:off x="281342" y="4126661"/>
            <a:ext cx="574200" cy="748440"/>
            <a:chOff x="281342" y="4126661"/>
            <a:chExt cx="574200" cy="74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088A6BDD-B41A-0D26-70A6-2B9541F152B8}"/>
                    </a:ext>
                  </a:extLst>
                </p14:cNvPr>
                <p14:cNvContentPartPr/>
                <p14:nvPr/>
              </p14:nvContentPartPr>
              <p14:xfrm>
                <a:off x="281342" y="4126661"/>
                <a:ext cx="348120" cy="4467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088A6BDD-B41A-0D26-70A6-2B9541F152B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3342" y="4108661"/>
                  <a:ext cx="3837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F097D837-9105-4358-3B9F-8BA40B1376F4}"/>
                    </a:ext>
                  </a:extLst>
                </p14:cNvPr>
                <p14:cNvContentPartPr/>
                <p14:nvPr/>
              </p14:nvContentPartPr>
              <p14:xfrm>
                <a:off x="631622" y="4441301"/>
                <a:ext cx="223920" cy="4338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F097D837-9105-4358-3B9F-8BA40B1376F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13622" y="4423301"/>
                  <a:ext cx="259560" cy="46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47D08C17-BC38-B48C-9D22-DBD34CA4C269}"/>
              </a:ext>
            </a:extLst>
          </p:cNvPr>
          <p:cNvGrpSpPr/>
          <p:nvPr/>
        </p:nvGrpSpPr>
        <p:grpSpPr>
          <a:xfrm>
            <a:off x="1024742" y="4215581"/>
            <a:ext cx="468360" cy="279360"/>
            <a:chOff x="1024742" y="4215581"/>
            <a:chExt cx="46836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337FD42A-5447-A159-0C53-FFFA1D6F3C96}"/>
                    </a:ext>
                  </a:extLst>
                </p14:cNvPr>
                <p14:cNvContentPartPr/>
                <p14:nvPr/>
              </p14:nvContentPartPr>
              <p14:xfrm>
                <a:off x="1024742" y="4215581"/>
                <a:ext cx="110160" cy="2793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337FD42A-5447-A159-0C53-FFFA1D6F3C9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06742" y="4197581"/>
                  <a:ext cx="1458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0DC94288-E1C1-81CD-9269-05A6E95CDFA4}"/>
                    </a:ext>
                  </a:extLst>
                </p14:cNvPr>
                <p14:cNvContentPartPr/>
                <p14:nvPr/>
              </p14:nvContentPartPr>
              <p14:xfrm>
                <a:off x="1150022" y="4316021"/>
                <a:ext cx="151200" cy="16740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0DC94288-E1C1-81CD-9269-05A6E95CDFA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32382" y="4298381"/>
                  <a:ext cx="186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99CBFECA-7D9D-5235-CE7A-B732267891CF}"/>
                    </a:ext>
                  </a:extLst>
                </p14:cNvPr>
                <p14:cNvContentPartPr/>
                <p14:nvPr/>
              </p14:nvContentPartPr>
              <p14:xfrm>
                <a:off x="1317062" y="4325381"/>
                <a:ext cx="176040" cy="1476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99CBFECA-7D9D-5235-CE7A-B732267891C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99062" y="4307381"/>
                  <a:ext cx="2116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92E978BB-CC76-1A0E-143A-D44EBD88F184}"/>
              </a:ext>
            </a:extLst>
          </p:cNvPr>
          <p:cNvGrpSpPr/>
          <p:nvPr/>
        </p:nvGrpSpPr>
        <p:grpSpPr>
          <a:xfrm>
            <a:off x="898742" y="4812461"/>
            <a:ext cx="257760" cy="169200"/>
            <a:chOff x="898742" y="4812461"/>
            <a:chExt cx="25776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23C84E37-6A24-4CBA-1ED6-AAA4872CBF63}"/>
                    </a:ext>
                  </a:extLst>
                </p14:cNvPr>
                <p14:cNvContentPartPr/>
                <p14:nvPr/>
              </p14:nvContentPartPr>
              <p14:xfrm>
                <a:off x="898742" y="4812461"/>
                <a:ext cx="85680" cy="1692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23C84E37-6A24-4CBA-1ED6-AAA4872CBF6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81102" y="4794461"/>
                  <a:ext cx="121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FFC7A25C-C012-AF29-87CC-007F3E33A753}"/>
                    </a:ext>
                  </a:extLst>
                </p14:cNvPr>
                <p14:cNvContentPartPr/>
                <p14:nvPr/>
              </p14:nvContentPartPr>
              <p14:xfrm>
                <a:off x="1033742" y="4874021"/>
                <a:ext cx="122760" cy="9072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FFC7A25C-C012-AF29-87CC-007F3E33A75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16102" y="4856021"/>
                  <a:ext cx="15840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28207270-2094-7F20-861F-982BD0075D5A}"/>
              </a:ext>
            </a:extLst>
          </p:cNvPr>
          <p:cNvGrpSpPr/>
          <p:nvPr/>
        </p:nvGrpSpPr>
        <p:grpSpPr>
          <a:xfrm>
            <a:off x="1773902" y="4331861"/>
            <a:ext cx="169200" cy="108720"/>
            <a:chOff x="1773902" y="4331861"/>
            <a:chExt cx="16920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D557FAD-469D-A5FF-02CD-DEC9135009FC}"/>
                    </a:ext>
                  </a:extLst>
                </p14:cNvPr>
                <p14:cNvContentPartPr/>
                <p14:nvPr/>
              </p14:nvContentPartPr>
              <p14:xfrm>
                <a:off x="1773902" y="4440221"/>
                <a:ext cx="169200" cy="36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D557FAD-469D-A5FF-02CD-DEC9135009F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56262" y="4422581"/>
                  <a:ext cx="20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0A72F29F-D617-0B64-FFC4-9200671BD944}"/>
                    </a:ext>
                  </a:extLst>
                </p14:cNvPr>
                <p14:cNvContentPartPr/>
                <p14:nvPr/>
              </p14:nvContentPartPr>
              <p14:xfrm>
                <a:off x="1782542" y="4331861"/>
                <a:ext cx="120960" cy="2052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0A72F29F-D617-0B64-FFC4-9200671BD9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64902" y="4313861"/>
                  <a:ext cx="1566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DC36A2D5-D9FA-357A-3300-9DCC785A8A00}"/>
              </a:ext>
            </a:extLst>
          </p:cNvPr>
          <p:cNvGrpSpPr/>
          <p:nvPr/>
        </p:nvGrpSpPr>
        <p:grpSpPr>
          <a:xfrm>
            <a:off x="2175662" y="4179941"/>
            <a:ext cx="418320" cy="432720"/>
            <a:chOff x="2175662" y="4179941"/>
            <a:chExt cx="41832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3BDD58C0-0A0E-024A-5BB0-B3DAD32B996E}"/>
                    </a:ext>
                  </a:extLst>
                </p14:cNvPr>
                <p14:cNvContentPartPr/>
                <p14:nvPr/>
              </p14:nvContentPartPr>
              <p14:xfrm>
                <a:off x="2175662" y="4179941"/>
                <a:ext cx="193680" cy="26640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3BDD58C0-0A0E-024A-5BB0-B3DAD32B996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57662" y="4161941"/>
                  <a:ext cx="229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CAAE6746-25F6-13E4-DB8A-61C51C5DBB71}"/>
                    </a:ext>
                  </a:extLst>
                </p14:cNvPr>
                <p14:cNvContentPartPr/>
                <p14:nvPr/>
              </p14:nvContentPartPr>
              <p14:xfrm>
                <a:off x="2524142" y="4426901"/>
                <a:ext cx="69840" cy="18576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CAAE6746-25F6-13E4-DB8A-61C51C5DBB7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06142" y="4408901"/>
                  <a:ext cx="1054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E0434133-2ABB-F579-DD30-DC5262E2BA61}"/>
              </a:ext>
            </a:extLst>
          </p:cNvPr>
          <p:cNvGrpSpPr/>
          <p:nvPr/>
        </p:nvGrpSpPr>
        <p:grpSpPr>
          <a:xfrm>
            <a:off x="2964782" y="4272461"/>
            <a:ext cx="560880" cy="266400"/>
            <a:chOff x="2964782" y="4272461"/>
            <a:chExt cx="56088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B37B981D-8A50-D8D4-F815-628C07DBF323}"/>
                    </a:ext>
                  </a:extLst>
                </p14:cNvPr>
                <p14:cNvContentPartPr/>
                <p14:nvPr/>
              </p14:nvContentPartPr>
              <p14:xfrm>
                <a:off x="3022022" y="4272461"/>
                <a:ext cx="9000" cy="26640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B37B981D-8A50-D8D4-F815-628C07DBF32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004382" y="4254821"/>
                  <a:ext cx="44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F83E86B-5CF3-D1EE-14BC-BFBEBC4ACC1D}"/>
                    </a:ext>
                  </a:extLst>
                </p14:cNvPr>
                <p14:cNvContentPartPr/>
                <p14:nvPr/>
              </p14:nvContentPartPr>
              <p14:xfrm>
                <a:off x="2964782" y="4272461"/>
                <a:ext cx="103680" cy="1479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F83E86B-5CF3-D1EE-14BC-BFBEBC4ACC1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47142" y="4254821"/>
                  <a:ext cx="139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97856E94-86CA-656C-C5EE-C7063314F3AA}"/>
                    </a:ext>
                  </a:extLst>
                </p14:cNvPr>
                <p14:cNvContentPartPr/>
                <p14:nvPr/>
              </p14:nvContentPartPr>
              <p14:xfrm>
                <a:off x="3131462" y="4345541"/>
                <a:ext cx="102960" cy="975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97856E94-86CA-656C-C5EE-C7063314F3A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13462" y="4327901"/>
                  <a:ext cx="138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1C17B911-5EAD-89F9-5A18-3035A6099115}"/>
                    </a:ext>
                  </a:extLst>
                </p14:cNvPr>
                <p14:cNvContentPartPr/>
                <p14:nvPr/>
              </p14:nvContentPartPr>
              <p14:xfrm>
                <a:off x="3341342" y="4334021"/>
                <a:ext cx="52560" cy="10440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1C17B911-5EAD-89F9-5A18-3035A60991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23342" y="4316381"/>
                  <a:ext cx="88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646B88E1-95D5-1146-F778-D6A37CB435CC}"/>
                    </a:ext>
                  </a:extLst>
                </p14:cNvPr>
                <p14:cNvContentPartPr/>
                <p14:nvPr/>
              </p14:nvContentPartPr>
              <p14:xfrm>
                <a:off x="3438182" y="4320701"/>
                <a:ext cx="87480" cy="11808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646B88E1-95D5-1146-F778-D6A37CB435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20182" y="4302701"/>
                  <a:ext cx="12312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F69CEFAD-B846-89FC-2D57-3DB2E73815CD}"/>
                  </a:ext>
                </a:extLst>
              </p14:cNvPr>
              <p14:cNvContentPartPr/>
              <p14:nvPr/>
            </p14:nvContentPartPr>
            <p14:xfrm>
              <a:off x="3364742" y="4154021"/>
              <a:ext cx="360" cy="36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F69CEFAD-B846-89FC-2D57-3DB2E73815C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47102" y="413638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9B281ECB-B517-57DE-0E84-93909EE943E0}"/>
              </a:ext>
            </a:extLst>
          </p:cNvPr>
          <p:cNvGrpSpPr/>
          <p:nvPr/>
        </p:nvGrpSpPr>
        <p:grpSpPr>
          <a:xfrm>
            <a:off x="4872422" y="4156541"/>
            <a:ext cx="481320" cy="257760"/>
            <a:chOff x="4872422" y="4156541"/>
            <a:chExt cx="48132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22F9827B-4DED-C023-C9A1-56F1A2FC38E3}"/>
                    </a:ext>
                  </a:extLst>
                </p14:cNvPr>
                <p14:cNvContentPartPr/>
                <p14:nvPr/>
              </p14:nvContentPartPr>
              <p14:xfrm>
                <a:off x="4872422" y="4156541"/>
                <a:ext cx="93600" cy="25776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22F9827B-4DED-C023-C9A1-56F1A2FC38E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854782" y="4138541"/>
                  <a:ext cx="129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29D135CE-B5F8-427E-1DBA-F4A5D3DD6E0F}"/>
                    </a:ext>
                  </a:extLst>
                </p14:cNvPr>
                <p14:cNvContentPartPr/>
                <p14:nvPr/>
              </p14:nvContentPartPr>
              <p14:xfrm>
                <a:off x="5011022" y="4268141"/>
                <a:ext cx="158760" cy="1238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29D135CE-B5F8-427E-1DBA-F4A5D3DD6E0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993022" y="4250141"/>
                  <a:ext cx="194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6FE099CF-B5B7-D8D9-5322-BCA25F0BA966}"/>
                    </a:ext>
                  </a:extLst>
                </p14:cNvPr>
                <p14:cNvContentPartPr/>
                <p14:nvPr/>
              </p14:nvContentPartPr>
              <p14:xfrm>
                <a:off x="5178062" y="4253381"/>
                <a:ext cx="175680" cy="1425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6FE099CF-B5B7-D8D9-5322-BCA25F0BA96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60062" y="4235381"/>
                  <a:ext cx="2113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D4DDEBD2-0396-DCA4-EC05-98B81A66A461}"/>
              </a:ext>
            </a:extLst>
          </p:cNvPr>
          <p:cNvGrpSpPr/>
          <p:nvPr/>
        </p:nvGrpSpPr>
        <p:grpSpPr>
          <a:xfrm>
            <a:off x="5813822" y="4329701"/>
            <a:ext cx="463320" cy="179280"/>
            <a:chOff x="5813822" y="4329701"/>
            <a:chExt cx="46332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83852F46-7E8D-FC48-9E20-651DE7043437}"/>
                    </a:ext>
                  </a:extLst>
                </p14:cNvPr>
                <p14:cNvContentPartPr/>
                <p14:nvPr/>
              </p14:nvContentPartPr>
              <p14:xfrm>
                <a:off x="5813822" y="4396661"/>
                <a:ext cx="443880" cy="936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83852F46-7E8D-FC48-9E20-651DE704343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96182" y="4378661"/>
                  <a:ext cx="479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5CAE8690-390E-FEAE-FBBA-B0B48CFE8070}"/>
                    </a:ext>
                  </a:extLst>
                </p14:cNvPr>
                <p14:cNvContentPartPr/>
                <p14:nvPr/>
              </p14:nvContentPartPr>
              <p14:xfrm>
                <a:off x="6201182" y="4329701"/>
                <a:ext cx="75960" cy="1792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5CAE8690-390E-FEAE-FBBA-B0B48CFE807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83542" y="4311701"/>
                  <a:ext cx="11160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DC4863C9-D182-FBB8-0E2F-FE8FB79825F4}"/>
              </a:ext>
            </a:extLst>
          </p:cNvPr>
          <p:cNvGrpSpPr/>
          <p:nvPr/>
        </p:nvGrpSpPr>
        <p:grpSpPr>
          <a:xfrm>
            <a:off x="7282982" y="4094981"/>
            <a:ext cx="839880" cy="295560"/>
            <a:chOff x="7282982" y="4094981"/>
            <a:chExt cx="83988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A4EB314-D6E8-EF15-DB8D-A7A2B89CED03}"/>
                    </a:ext>
                  </a:extLst>
                </p14:cNvPr>
                <p14:cNvContentPartPr/>
                <p14:nvPr/>
              </p14:nvContentPartPr>
              <p14:xfrm>
                <a:off x="7282982" y="4094981"/>
                <a:ext cx="145800" cy="29556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A4EB314-D6E8-EF15-DB8D-A7A2B89CED0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265342" y="4076981"/>
                  <a:ext cx="181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026A4AEA-C4E4-BD84-3D6C-EF566161FE07}"/>
                    </a:ext>
                  </a:extLst>
                </p14:cNvPr>
                <p14:cNvContentPartPr/>
                <p14:nvPr/>
              </p14:nvContentPartPr>
              <p14:xfrm>
                <a:off x="7440662" y="4216661"/>
                <a:ext cx="140040" cy="14976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026A4AEA-C4E4-BD84-3D6C-EF566161FE0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423022" y="4199021"/>
                  <a:ext cx="175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E333CD80-7C00-EE98-C2B5-71E2BDA1B4B1}"/>
                    </a:ext>
                  </a:extLst>
                </p14:cNvPr>
                <p14:cNvContentPartPr/>
                <p14:nvPr/>
              </p14:nvContentPartPr>
              <p14:xfrm>
                <a:off x="7618142" y="4207661"/>
                <a:ext cx="164520" cy="1756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E333CD80-7C00-EE98-C2B5-71E2BDA1B4B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00502" y="4189661"/>
                  <a:ext cx="2001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5AD8CE51-55B7-2EFE-ED45-AFBAFDA2586C}"/>
                    </a:ext>
                  </a:extLst>
                </p14:cNvPr>
                <p14:cNvContentPartPr/>
                <p14:nvPr/>
              </p14:nvContentPartPr>
              <p14:xfrm>
                <a:off x="7975982" y="4361021"/>
                <a:ext cx="138240" cy="144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5AD8CE51-55B7-2EFE-ED45-AFBAFDA2586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957982" y="4343021"/>
                  <a:ext cx="173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1BF90BD7-F254-7083-FF31-091ABA401428}"/>
                    </a:ext>
                  </a:extLst>
                </p14:cNvPr>
                <p14:cNvContentPartPr/>
                <p14:nvPr/>
              </p14:nvContentPartPr>
              <p14:xfrm>
                <a:off x="7953662" y="4272461"/>
                <a:ext cx="169200" cy="248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1BF90BD7-F254-7083-FF31-091ABA40142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935662" y="4254821"/>
                  <a:ext cx="20484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02389C35-174B-434B-E7D7-1F1E0E98BBF3}"/>
                  </a:ext>
                </a:extLst>
              </p14:cNvPr>
              <p14:cNvContentPartPr/>
              <p14:nvPr/>
            </p14:nvContentPartPr>
            <p14:xfrm>
              <a:off x="8377022" y="4143941"/>
              <a:ext cx="206640" cy="18468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02389C35-174B-434B-E7D7-1F1E0E98BBF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359382" y="4126301"/>
                <a:ext cx="24228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0F0538BC-39ED-3C12-1EF7-D2CEF8F769D3}"/>
              </a:ext>
            </a:extLst>
          </p:cNvPr>
          <p:cNvGrpSpPr/>
          <p:nvPr/>
        </p:nvGrpSpPr>
        <p:grpSpPr>
          <a:xfrm>
            <a:off x="6517622" y="4056821"/>
            <a:ext cx="672480" cy="635400"/>
            <a:chOff x="6517622" y="4056821"/>
            <a:chExt cx="672480" cy="63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A48D9F74-D9C5-7424-4ACB-757CC500A51C}"/>
                    </a:ext>
                  </a:extLst>
                </p14:cNvPr>
                <p14:cNvContentPartPr/>
                <p14:nvPr/>
              </p14:nvContentPartPr>
              <p14:xfrm>
                <a:off x="6517622" y="4056821"/>
                <a:ext cx="356760" cy="3391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A48D9F74-D9C5-7424-4ACB-757CC500A51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99982" y="4038821"/>
                  <a:ext cx="3924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B1D94913-977A-380D-BFE6-C016D9AD91AB}"/>
                    </a:ext>
                  </a:extLst>
                </p14:cNvPr>
                <p14:cNvContentPartPr/>
                <p14:nvPr/>
              </p14:nvContentPartPr>
              <p14:xfrm>
                <a:off x="6921902" y="4245821"/>
                <a:ext cx="268200" cy="44640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B1D94913-977A-380D-BFE6-C016D9AD91A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904262" y="4228181"/>
                  <a:ext cx="303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E590C2CC-9579-A9AE-CF09-82C9EB25BAE0}"/>
                    </a:ext>
                  </a:extLst>
                </p14:cNvPr>
                <p14:cNvContentPartPr/>
                <p14:nvPr/>
              </p14:nvContentPartPr>
              <p14:xfrm>
                <a:off x="6809222" y="4284701"/>
                <a:ext cx="60480" cy="3528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E590C2CC-9579-A9AE-CF09-82C9EB25BAE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791222" y="4267061"/>
                  <a:ext cx="96120" cy="7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F409A686-2A4A-1805-236F-AD4D06FDEA0E}"/>
                  </a:ext>
                </a:extLst>
              </p14:cNvPr>
              <p14:cNvContentPartPr/>
              <p14:nvPr/>
            </p14:nvContentPartPr>
            <p14:xfrm>
              <a:off x="6904262" y="4632461"/>
              <a:ext cx="15120" cy="32760"/>
            </p14:xfrm>
          </p:contentPart>
        </mc:Choice>
        <mc:Fallback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F409A686-2A4A-1805-236F-AD4D06FDEA0E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886262" y="4614821"/>
                <a:ext cx="5076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22123EA8-2254-A638-89CD-E7B13CE9B049}"/>
              </a:ext>
            </a:extLst>
          </p:cNvPr>
          <p:cNvGrpSpPr/>
          <p:nvPr/>
        </p:nvGrpSpPr>
        <p:grpSpPr>
          <a:xfrm>
            <a:off x="344342" y="5579981"/>
            <a:ext cx="569520" cy="673200"/>
            <a:chOff x="344342" y="5579981"/>
            <a:chExt cx="569520" cy="6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9E643AB6-EA53-9904-8215-A62088FBD977}"/>
                    </a:ext>
                  </a:extLst>
                </p14:cNvPr>
                <p14:cNvContentPartPr/>
                <p14:nvPr/>
              </p14:nvContentPartPr>
              <p14:xfrm>
                <a:off x="344342" y="5579981"/>
                <a:ext cx="375840" cy="4604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9E643AB6-EA53-9904-8215-A62088FBD97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26342" y="5561981"/>
                  <a:ext cx="4114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60D9D484-8CCF-F1E0-9945-3CB78A7ED600}"/>
                    </a:ext>
                  </a:extLst>
                </p14:cNvPr>
                <p14:cNvContentPartPr/>
                <p14:nvPr/>
              </p14:nvContentPartPr>
              <p14:xfrm>
                <a:off x="776702" y="5770421"/>
                <a:ext cx="137160" cy="48276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60D9D484-8CCF-F1E0-9945-3CB78A7ED60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8702" y="5752781"/>
                  <a:ext cx="172800" cy="51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DB757D92-E26E-19BC-D6D5-387054A2FD08}"/>
              </a:ext>
            </a:extLst>
          </p:cNvPr>
          <p:cNvGrpSpPr/>
          <p:nvPr/>
        </p:nvGrpSpPr>
        <p:grpSpPr>
          <a:xfrm>
            <a:off x="1046342" y="5542181"/>
            <a:ext cx="385200" cy="285120"/>
            <a:chOff x="1046342" y="5542181"/>
            <a:chExt cx="38520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028C909B-848B-CF84-F8BD-1DDB1F1B4B1F}"/>
                    </a:ext>
                  </a:extLst>
                </p14:cNvPr>
                <p14:cNvContentPartPr/>
                <p14:nvPr/>
              </p14:nvContentPartPr>
              <p14:xfrm>
                <a:off x="1046342" y="5542181"/>
                <a:ext cx="108360" cy="28512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028C909B-848B-CF84-F8BD-1DDB1F1B4B1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8342" y="5524541"/>
                  <a:ext cx="1440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6C3D8868-E3AF-E026-75CF-C903DCA27367}"/>
                    </a:ext>
                  </a:extLst>
                </p14:cNvPr>
                <p14:cNvContentPartPr/>
                <p14:nvPr/>
              </p14:nvContentPartPr>
              <p14:xfrm>
                <a:off x="1061102" y="5703101"/>
                <a:ext cx="122760" cy="28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6C3D8868-E3AF-E026-75CF-C903DCA2736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3462" y="5685461"/>
                  <a:ext cx="158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F7006ABE-E278-3FF2-C8E7-D2EBD412A3A9}"/>
                    </a:ext>
                  </a:extLst>
                </p14:cNvPr>
                <p14:cNvContentPartPr/>
                <p14:nvPr/>
              </p14:nvContentPartPr>
              <p14:xfrm>
                <a:off x="1252262" y="5566301"/>
                <a:ext cx="179280" cy="2131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F7006ABE-E278-3FF2-C8E7-D2EBD412A3A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234622" y="5548661"/>
                  <a:ext cx="21492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3E8C6644-123B-6482-CCB1-E2213C661F93}"/>
              </a:ext>
            </a:extLst>
          </p:cNvPr>
          <p:cNvGrpSpPr/>
          <p:nvPr/>
        </p:nvGrpSpPr>
        <p:grpSpPr>
          <a:xfrm>
            <a:off x="1664822" y="5693021"/>
            <a:ext cx="97200" cy="100080"/>
            <a:chOff x="1664822" y="5693021"/>
            <a:chExt cx="9720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21451468-7452-80E4-3648-60FCDEE58459}"/>
                    </a:ext>
                  </a:extLst>
                </p14:cNvPr>
                <p14:cNvContentPartPr/>
                <p14:nvPr/>
              </p14:nvContentPartPr>
              <p14:xfrm>
                <a:off x="1664822" y="5783741"/>
                <a:ext cx="97200" cy="93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21451468-7452-80E4-3648-60FCDEE5845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646822" y="5765741"/>
                  <a:ext cx="132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6C78C4C1-28B5-E413-5E9A-F6165A5C7846}"/>
                    </a:ext>
                  </a:extLst>
                </p14:cNvPr>
                <p14:cNvContentPartPr/>
                <p14:nvPr/>
              </p14:nvContentPartPr>
              <p14:xfrm>
                <a:off x="1669502" y="5693021"/>
                <a:ext cx="78480" cy="3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6C78C4C1-28B5-E413-5E9A-F6165A5C784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651862" y="5675381"/>
                  <a:ext cx="1141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59D4F1F9-FA7D-FF5A-5EE0-04EC8BE99028}"/>
              </a:ext>
            </a:extLst>
          </p:cNvPr>
          <p:cNvGrpSpPr/>
          <p:nvPr/>
        </p:nvGrpSpPr>
        <p:grpSpPr>
          <a:xfrm>
            <a:off x="10646822" y="5299541"/>
            <a:ext cx="1267560" cy="190440"/>
            <a:chOff x="10646822" y="5299541"/>
            <a:chExt cx="126756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D0F2866-63C1-9B05-E59E-54166F21B946}"/>
                    </a:ext>
                  </a:extLst>
                </p14:cNvPr>
                <p14:cNvContentPartPr/>
                <p14:nvPr/>
              </p14:nvContentPartPr>
              <p14:xfrm>
                <a:off x="10646822" y="5299541"/>
                <a:ext cx="133560" cy="17748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D0F2866-63C1-9B05-E59E-54166F21B94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28822" y="5281541"/>
                  <a:ext cx="169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351F1C8-8DCD-7DD5-A397-DD1F4A52F64D}"/>
                    </a:ext>
                  </a:extLst>
                </p14:cNvPr>
                <p14:cNvContentPartPr/>
                <p14:nvPr/>
              </p14:nvContentPartPr>
              <p14:xfrm>
                <a:off x="10860662" y="5327621"/>
                <a:ext cx="145800" cy="13860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351F1C8-8DCD-7DD5-A397-DD1F4A52F64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43022" y="5309981"/>
                  <a:ext cx="181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6BBF832-D6AF-C070-276D-23BCD944857D}"/>
                    </a:ext>
                  </a:extLst>
                </p14:cNvPr>
                <p14:cNvContentPartPr/>
                <p14:nvPr/>
              </p14:nvContentPartPr>
              <p14:xfrm>
                <a:off x="11055782" y="5314301"/>
                <a:ext cx="119880" cy="1447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6BBF832-D6AF-C070-276D-23BCD944857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037782" y="5296301"/>
                  <a:ext cx="155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8DACDB39-D819-B58C-1255-03355A77686B}"/>
                    </a:ext>
                  </a:extLst>
                </p14:cNvPr>
                <p14:cNvContentPartPr/>
                <p14:nvPr/>
              </p14:nvContentPartPr>
              <p14:xfrm>
                <a:off x="11238302" y="5320781"/>
                <a:ext cx="113400" cy="15012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8DACDB39-D819-B58C-1255-03355A77686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220662" y="5303141"/>
                  <a:ext cx="1490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FE7F9CF-E886-1F8E-C174-1A4AFC82EB37}"/>
                    </a:ext>
                  </a:extLst>
                </p14:cNvPr>
                <p14:cNvContentPartPr/>
                <p14:nvPr/>
              </p14:nvContentPartPr>
              <p14:xfrm>
                <a:off x="11408582" y="5304941"/>
                <a:ext cx="141480" cy="1742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FE7F9CF-E886-1F8E-C174-1A4AFC82EB3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390582" y="5286941"/>
                  <a:ext cx="177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C3ADDBF-42FE-5CB8-C73E-83FD77797074}"/>
                    </a:ext>
                  </a:extLst>
                </p14:cNvPr>
                <p14:cNvContentPartPr/>
                <p14:nvPr/>
              </p14:nvContentPartPr>
              <p14:xfrm>
                <a:off x="11674262" y="5456141"/>
                <a:ext cx="360" cy="936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C3ADDBF-42FE-5CB8-C73E-83FD7779707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656622" y="5438501"/>
                  <a:ext cx="36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7504920B-7220-C88B-ED8F-84B6DB34D85D}"/>
                    </a:ext>
                  </a:extLst>
                </p14:cNvPr>
                <p14:cNvContentPartPr/>
                <p14:nvPr/>
              </p14:nvContentPartPr>
              <p14:xfrm>
                <a:off x="11800982" y="5469461"/>
                <a:ext cx="2880" cy="720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7504920B-7220-C88B-ED8F-84B6DB34D85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782982" y="5451821"/>
                  <a:ext cx="38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4503E166-6412-F1A2-2829-EEA05AFFE8DE}"/>
                    </a:ext>
                  </a:extLst>
                </p14:cNvPr>
                <p14:cNvContentPartPr/>
                <p14:nvPr/>
              </p14:nvContentPartPr>
              <p14:xfrm>
                <a:off x="11914022" y="5489621"/>
                <a:ext cx="360" cy="36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4503E166-6412-F1A2-2829-EEA05AFFE8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96022" y="5471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F747E907-12E8-FA86-0B30-193CE73F4DD0}"/>
              </a:ext>
            </a:extLst>
          </p:cNvPr>
          <p:cNvGrpSpPr/>
          <p:nvPr/>
        </p:nvGrpSpPr>
        <p:grpSpPr>
          <a:xfrm>
            <a:off x="9324542" y="5797061"/>
            <a:ext cx="1318320" cy="255960"/>
            <a:chOff x="9324542" y="5797061"/>
            <a:chExt cx="131832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3D7DA963-2D60-8917-BE9A-FBD1EF1F50B6}"/>
                    </a:ext>
                  </a:extLst>
                </p14:cNvPr>
                <p14:cNvContentPartPr/>
                <p14:nvPr/>
              </p14:nvContentPartPr>
              <p14:xfrm>
                <a:off x="9324542" y="5849621"/>
                <a:ext cx="226440" cy="20340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3D7DA963-2D60-8917-BE9A-FBD1EF1F50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306902" y="5831621"/>
                  <a:ext cx="262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FA20B02A-9DA4-8599-5B6A-5F90F7A82E97}"/>
                    </a:ext>
                  </a:extLst>
                </p14:cNvPr>
                <p14:cNvContentPartPr/>
                <p14:nvPr/>
              </p14:nvContentPartPr>
              <p14:xfrm>
                <a:off x="9640262" y="5939981"/>
                <a:ext cx="200160" cy="10332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FA20B02A-9DA4-8599-5B6A-5F90F7A82E9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22262" y="5922341"/>
                  <a:ext cx="235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AE10B03B-BB9E-1DE4-F6B8-8336D6F3EEE3}"/>
                    </a:ext>
                  </a:extLst>
                </p14:cNvPr>
                <p14:cNvContentPartPr/>
                <p14:nvPr/>
              </p14:nvContentPartPr>
              <p14:xfrm>
                <a:off x="9757982" y="5797061"/>
                <a:ext cx="74880" cy="3852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AE10B03B-BB9E-1DE4-F6B8-8336D6F3EE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40342" y="5779061"/>
                  <a:ext cx="110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15C6B7D3-17AA-71DB-AE7B-8AA57A9105B1}"/>
                    </a:ext>
                  </a:extLst>
                </p14:cNvPr>
                <p14:cNvContentPartPr/>
                <p14:nvPr/>
              </p14:nvContentPartPr>
              <p14:xfrm>
                <a:off x="9888302" y="5951501"/>
                <a:ext cx="290880" cy="910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15C6B7D3-17AA-71DB-AE7B-8AA57A9105B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70662" y="5933861"/>
                  <a:ext cx="326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388C42FB-F14F-F861-4897-7554D98868F6}"/>
                    </a:ext>
                  </a:extLst>
                </p14:cNvPr>
                <p14:cNvContentPartPr/>
                <p14:nvPr/>
              </p14:nvContentPartPr>
              <p14:xfrm>
                <a:off x="10215542" y="5961581"/>
                <a:ext cx="133920" cy="8316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388C42FB-F14F-F861-4897-7554D98868F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97902" y="5943941"/>
                  <a:ext cx="169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9D1A84FB-3EFD-5319-D426-C17CCE8C18FB}"/>
                    </a:ext>
                  </a:extLst>
                </p14:cNvPr>
                <p14:cNvContentPartPr/>
                <p14:nvPr/>
              </p14:nvContentPartPr>
              <p14:xfrm>
                <a:off x="10272062" y="5964821"/>
                <a:ext cx="56160" cy="273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9D1A84FB-3EFD-5319-D426-C17CCE8C18F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54422" y="5946821"/>
                  <a:ext cx="91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44020D23-6E75-E754-E52D-C6AAA883A3B0}"/>
                    </a:ext>
                  </a:extLst>
                </p14:cNvPr>
                <p14:cNvContentPartPr/>
                <p14:nvPr/>
              </p14:nvContentPartPr>
              <p14:xfrm>
                <a:off x="10406342" y="5964461"/>
                <a:ext cx="102240" cy="554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44020D23-6E75-E754-E52D-C6AAA883A3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88342" y="5946821"/>
                  <a:ext cx="137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CF1F75C7-A875-B19A-D3DB-2EDFD02430D6}"/>
                    </a:ext>
                  </a:extLst>
                </p14:cNvPr>
                <p14:cNvContentPartPr/>
                <p14:nvPr/>
              </p14:nvContentPartPr>
              <p14:xfrm>
                <a:off x="10533062" y="5980661"/>
                <a:ext cx="109800" cy="6372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CF1F75C7-A875-B19A-D3DB-2EDFD02430D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15062" y="5963021"/>
                  <a:ext cx="14544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6959B94E-4076-A395-2DDE-A48C52EAC712}"/>
                  </a:ext>
                </a:extLst>
              </p14:cNvPr>
              <p14:cNvContentPartPr/>
              <p14:nvPr/>
            </p14:nvContentPartPr>
            <p14:xfrm>
              <a:off x="10875782" y="5843141"/>
              <a:ext cx="242640" cy="185760"/>
            </p14:xfrm>
          </p:contentPart>
        </mc:Choice>
        <mc:Fallback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6959B94E-4076-A395-2DDE-A48C52EAC71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857782" y="5825141"/>
                <a:ext cx="278280" cy="22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1E29F7FD-568E-6E15-F2A6-9FDDF8DEBC9B}"/>
              </a:ext>
            </a:extLst>
          </p:cNvPr>
          <p:cNvGrpSpPr/>
          <p:nvPr/>
        </p:nvGrpSpPr>
        <p:grpSpPr>
          <a:xfrm>
            <a:off x="11362142" y="5763221"/>
            <a:ext cx="959400" cy="221760"/>
            <a:chOff x="11362142" y="5763221"/>
            <a:chExt cx="95940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F28C69E5-D320-74B0-2C5A-F8B6D2CF1FE7}"/>
                    </a:ext>
                  </a:extLst>
                </p14:cNvPr>
                <p14:cNvContentPartPr/>
                <p14:nvPr/>
              </p14:nvContentPartPr>
              <p14:xfrm>
                <a:off x="11362142" y="5829461"/>
                <a:ext cx="146160" cy="15552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F28C69E5-D320-74B0-2C5A-F8B6D2CF1F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44142" y="5811821"/>
                  <a:ext cx="181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A9C9D1A2-6FA6-9BB8-FF66-73E352BFA465}"/>
                    </a:ext>
                  </a:extLst>
                </p14:cNvPr>
                <p14:cNvContentPartPr/>
                <p14:nvPr/>
              </p14:nvContentPartPr>
              <p14:xfrm>
                <a:off x="11388782" y="5877701"/>
                <a:ext cx="107280" cy="1044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A9C9D1A2-6FA6-9BB8-FF66-73E352BFA46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70782" y="5859701"/>
                  <a:ext cx="142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C8B81E39-AF77-A7AD-2E41-D025D1CB38F5}"/>
                    </a:ext>
                  </a:extLst>
                </p14:cNvPr>
                <p14:cNvContentPartPr/>
                <p14:nvPr/>
              </p14:nvContentPartPr>
              <p14:xfrm>
                <a:off x="11391302" y="5782661"/>
                <a:ext cx="115920" cy="3060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C8B81E39-AF77-A7AD-2E41-D025D1CB38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373302" y="5764661"/>
                  <a:ext cx="151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12C099DC-CCE1-8190-CA5D-6CBEF8EA031E}"/>
                    </a:ext>
                  </a:extLst>
                </p14:cNvPr>
                <p14:cNvContentPartPr/>
                <p14:nvPr/>
              </p14:nvContentPartPr>
              <p14:xfrm>
                <a:off x="11590022" y="5882021"/>
                <a:ext cx="69840" cy="9072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12C099DC-CCE1-8190-CA5D-6CBEF8EA031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572022" y="5864021"/>
                  <a:ext cx="105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FE65E171-58BC-71F0-0051-862217E2A293}"/>
                    </a:ext>
                  </a:extLst>
                </p14:cNvPr>
                <p14:cNvContentPartPr/>
                <p14:nvPr/>
              </p14:nvContentPartPr>
              <p14:xfrm>
                <a:off x="11682902" y="5763221"/>
                <a:ext cx="638640" cy="2044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FE65E171-58BC-71F0-0051-862217E2A29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665262" y="5745221"/>
                  <a:ext cx="674280" cy="24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83DF1DAF-B19C-96A4-74F2-5F2DD71A3C56}"/>
                  </a:ext>
                </a:extLst>
              </p14:cNvPr>
              <p14:cNvContentPartPr/>
              <p14:nvPr/>
            </p14:nvContentPartPr>
            <p14:xfrm>
              <a:off x="9344702" y="6180461"/>
              <a:ext cx="361440" cy="13068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83DF1DAF-B19C-96A4-74F2-5F2DD71A3C56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326702" y="6162461"/>
                <a:ext cx="39708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955FA7B5-9363-DFEF-59E7-B38556C33917}"/>
              </a:ext>
            </a:extLst>
          </p:cNvPr>
          <p:cNvGrpSpPr/>
          <p:nvPr/>
        </p:nvGrpSpPr>
        <p:grpSpPr>
          <a:xfrm>
            <a:off x="9320942" y="6477821"/>
            <a:ext cx="1254960" cy="260280"/>
            <a:chOff x="9320942" y="6477821"/>
            <a:chExt cx="125496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1EF24DF5-7124-292D-45A1-EE5C0CC76AE3}"/>
                    </a:ext>
                  </a:extLst>
                </p14:cNvPr>
                <p14:cNvContentPartPr/>
                <p14:nvPr/>
              </p14:nvContentPartPr>
              <p14:xfrm>
                <a:off x="9320942" y="6524621"/>
                <a:ext cx="208800" cy="1990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1EF24DF5-7124-292D-45A1-EE5C0CC76AE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302942" y="6506981"/>
                  <a:ext cx="244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55C58A54-AD2A-6105-D661-8FE9A3B530FE}"/>
                    </a:ext>
                  </a:extLst>
                </p14:cNvPr>
                <p14:cNvContentPartPr/>
                <p14:nvPr/>
              </p14:nvContentPartPr>
              <p14:xfrm>
                <a:off x="9616502" y="6619661"/>
                <a:ext cx="179280" cy="9468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55C58A54-AD2A-6105-D661-8FE9A3B530F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98502" y="6601661"/>
                  <a:ext cx="214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8D969063-372B-8723-9520-0944FAE3622F}"/>
                    </a:ext>
                  </a:extLst>
                </p14:cNvPr>
                <p14:cNvContentPartPr/>
                <p14:nvPr/>
              </p14:nvContentPartPr>
              <p14:xfrm>
                <a:off x="9696062" y="6477821"/>
                <a:ext cx="81000" cy="4968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8D969063-372B-8723-9520-0944FAE362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678062" y="6459821"/>
                  <a:ext cx="116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B749D168-4A87-55AD-3BEA-C44C27FC7A07}"/>
                    </a:ext>
                  </a:extLst>
                </p14:cNvPr>
                <p14:cNvContentPartPr/>
                <p14:nvPr/>
              </p14:nvContentPartPr>
              <p14:xfrm>
                <a:off x="9837542" y="6611741"/>
                <a:ext cx="264960" cy="12636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B749D168-4A87-55AD-3BEA-C44C27FC7A0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819902" y="6594101"/>
                  <a:ext cx="300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27EB3E67-ECD8-089E-1874-99C12777A785}"/>
                    </a:ext>
                  </a:extLst>
                </p14:cNvPr>
                <p14:cNvContentPartPr/>
                <p14:nvPr/>
              </p14:nvContentPartPr>
              <p14:xfrm>
                <a:off x="10168742" y="6618581"/>
                <a:ext cx="120960" cy="9108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27EB3E67-ECD8-089E-1874-99C12777A78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151102" y="6600581"/>
                  <a:ext cx="156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BAF5DF71-9024-322C-B2D7-5B2E289A738D}"/>
                    </a:ext>
                  </a:extLst>
                </p14:cNvPr>
                <p14:cNvContentPartPr/>
                <p14:nvPr/>
              </p14:nvContentPartPr>
              <p14:xfrm>
                <a:off x="10195382" y="6631901"/>
                <a:ext cx="68760" cy="5508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BAF5DF71-9024-322C-B2D7-5B2E289A738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77382" y="6614261"/>
                  <a:ext cx="104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9A9CB08-FA01-D39D-4198-E4042E395A20}"/>
                    </a:ext>
                  </a:extLst>
                </p14:cNvPr>
                <p14:cNvContentPartPr/>
                <p14:nvPr/>
              </p14:nvContentPartPr>
              <p14:xfrm>
                <a:off x="10321742" y="6601301"/>
                <a:ext cx="100800" cy="10584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9A9CB08-FA01-D39D-4198-E4042E395A2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04102" y="6583301"/>
                  <a:ext cx="13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39E78875-8DD9-6A8F-8259-22675DAB40B0}"/>
                    </a:ext>
                  </a:extLst>
                </p14:cNvPr>
                <p14:cNvContentPartPr/>
                <p14:nvPr/>
              </p14:nvContentPartPr>
              <p14:xfrm>
                <a:off x="10436222" y="6616061"/>
                <a:ext cx="139680" cy="11016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39E78875-8DD9-6A8F-8259-22675DAB40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18222" y="6598421"/>
                  <a:ext cx="1753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01233BE2-EC6A-249D-0266-CA593D2BEECC}"/>
              </a:ext>
            </a:extLst>
          </p:cNvPr>
          <p:cNvGrpSpPr/>
          <p:nvPr/>
        </p:nvGrpSpPr>
        <p:grpSpPr>
          <a:xfrm>
            <a:off x="10956422" y="6429581"/>
            <a:ext cx="1206360" cy="351360"/>
            <a:chOff x="10956422" y="6429581"/>
            <a:chExt cx="120636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0729BD2B-F21C-6DB8-76EA-4A33C8EC5912}"/>
                    </a:ext>
                  </a:extLst>
                </p14:cNvPr>
                <p14:cNvContentPartPr/>
                <p14:nvPr/>
              </p14:nvContentPartPr>
              <p14:xfrm>
                <a:off x="10956422" y="6437501"/>
                <a:ext cx="223200" cy="28692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0729BD2B-F21C-6DB8-76EA-4A33C8EC591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38422" y="6419501"/>
                  <a:ext cx="2588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5D483EFD-F2AB-6982-B7A5-90C6C9E7028E}"/>
                    </a:ext>
                  </a:extLst>
                </p14:cNvPr>
                <p14:cNvContentPartPr/>
                <p14:nvPr/>
              </p14:nvContentPartPr>
              <p14:xfrm>
                <a:off x="11248382" y="6429581"/>
                <a:ext cx="166680" cy="32724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5D483EFD-F2AB-6982-B7A5-90C6C9E7028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230742" y="6411941"/>
                  <a:ext cx="2023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B9579A32-01AA-7DA6-E09F-21B57092901B}"/>
                    </a:ext>
                  </a:extLst>
                </p14:cNvPr>
                <p14:cNvContentPartPr/>
                <p14:nvPr/>
              </p14:nvContentPartPr>
              <p14:xfrm>
                <a:off x="11306702" y="6486821"/>
                <a:ext cx="190440" cy="1260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B9579A32-01AA-7DA6-E09F-21B57092901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88702" y="6468821"/>
                  <a:ext cx="226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3C74D0B7-100E-534E-E13C-C3DC80D34BFF}"/>
                    </a:ext>
                  </a:extLst>
                </p14:cNvPr>
                <p14:cNvContentPartPr/>
                <p14:nvPr/>
              </p14:nvContentPartPr>
              <p14:xfrm>
                <a:off x="11503982" y="6611741"/>
                <a:ext cx="164160" cy="11268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3C74D0B7-100E-534E-E13C-C3DC80D34BF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486342" y="6594101"/>
                  <a:ext cx="199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103086E3-E490-88BE-B146-1D4855958DE2}"/>
                    </a:ext>
                  </a:extLst>
                </p14:cNvPr>
                <p14:cNvContentPartPr/>
                <p14:nvPr/>
              </p14:nvContentPartPr>
              <p14:xfrm>
                <a:off x="11723942" y="6615701"/>
                <a:ext cx="209160" cy="13896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103086E3-E490-88BE-B146-1D4855958DE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706302" y="6598061"/>
                  <a:ext cx="244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47BDDD54-E2C6-D9AB-BB4D-C6FEAE189E4B}"/>
                    </a:ext>
                  </a:extLst>
                </p14:cNvPr>
                <p14:cNvContentPartPr/>
                <p14:nvPr/>
              </p14:nvContentPartPr>
              <p14:xfrm>
                <a:off x="11975222" y="6451541"/>
                <a:ext cx="187560" cy="32940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47BDDD54-E2C6-D9AB-BB4D-C6FEAE189E4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957222" y="6433901"/>
                  <a:ext cx="22320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Agrupar 206">
            <a:extLst>
              <a:ext uri="{FF2B5EF4-FFF2-40B4-BE49-F238E27FC236}">
                <a16:creationId xmlns:a16="http://schemas.microsoft.com/office/drawing/2014/main" id="{7ED103FA-6EF1-F278-E14C-6C0E679A0EDD}"/>
              </a:ext>
            </a:extLst>
          </p:cNvPr>
          <p:cNvGrpSpPr/>
          <p:nvPr/>
        </p:nvGrpSpPr>
        <p:grpSpPr>
          <a:xfrm>
            <a:off x="9266942" y="5293061"/>
            <a:ext cx="1329840" cy="323280"/>
            <a:chOff x="9266942" y="5293061"/>
            <a:chExt cx="132984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9481EF9A-5BFF-0CE9-53D4-A8D10E22A5E8}"/>
                    </a:ext>
                  </a:extLst>
                </p14:cNvPr>
                <p14:cNvContentPartPr/>
                <p14:nvPr/>
              </p14:nvContentPartPr>
              <p14:xfrm>
                <a:off x="9266942" y="5372261"/>
                <a:ext cx="208440" cy="1990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9481EF9A-5BFF-0CE9-53D4-A8D10E22A5E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48942" y="5354621"/>
                  <a:ext cx="244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C42BC941-EBA7-EC6F-BA67-846AFFE80E49}"/>
                    </a:ext>
                  </a:extLst>
                </p14:cNvPr>
                <p14:cNvContentPartPr/>
                <p14:nvPr/>
              </p14:nvContentPartPr>
              <p14:xfrm>
                <a:off x="9322022" y="5435981"/>
                <a:ext cx="77400" cy="14580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C42BC941-EBA7-EC6F-BA67-846AFFE80E4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04382" y="5418341"/>
                  <a:ext cx="113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739A130C-6462-D099-8A38-AC03BC742FBE}"/>
                    </a:ext>
                  </a:extLst>
                </p14:cNvPr>
                <p14:cNvContentPartPr/>
                <p14:nvPr/>
              </p14:nvContentPartPr>
              <p14:xfrm>
                <a:off x="9619022" y="5563421"/>
                <a:ext cx="123480" cy="3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739A130C-6462-D099-8A38-AC03BC742FB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01022" y="5545781"/>
                  <a:ext cx="15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E7FAF7F4-C0FF-E7CF-D41F-6FE89C2E4917}"/>
                    </a:ext>
                  </a:extLst>
                </p14:cNvPr>
                <p14:cNvContentPartPr/>
                <p14:nvPr/>
              </p14:nvContentPartPr>
              <p14:xfrm>
                <a:off x="9631262" y="5467301"/>
                <a:ext cx="117000" cy="144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E7FAF7F4-C0FF-E7CF-D41F-6FE89C2E49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613622" y="5449661"/>
                  <a:ext cx="152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2F78E085-DD56-F369-EAB1-1959863299EE}"/>
                    </a:ext>
                  </a:extLst>
                </p14:cNvPr>
                <p14:cNvContentPartPr/>
                <p14:nvPr/>
              </p14:nvContentPartPr>
              <p14:xfrm>
                <a:off x="9922502" y="5325461"/>
                <a:ext cx="156600" cy="1900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2F78E085-DD56-F369-EAB1-1959863299E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904502" y="5307461"/>
                  <a:ext cx="192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2DF7B9F-DFD6-0D8D-9C21-F85AD2E278E8}"/>
                    </a:ext>
                  </a:extLst>
                </p14:cNvPr>
                <p14:cNvContentPartPr/>
                <p14:nvPr/>
              </p14:nvContentPartPr>
              <p14:xfrm>
                <a:off x="10171622" y="5494301"/>
                <a:ext cx="27720" cy="12204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2DF7B9F-DFD6-0D8D-9C21-F85AD2E278E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53622" y="5476301"/>
                  <a:ext cx="63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0105A511-D231-D284-0EEC-1C2444A884FE}"/>
                    </a:ext>
                  </a:extLst>
                </p14:cNvPr>
                <p14:cNvContentPartPr/>
                <p14:nvPr/>
              </p14:nvContentPartPr>
              <p14:xfrm>
                <a:off x="10216262" y="5313221"/>
                <a:ext cx="122040" cy="1713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0105A511-D231-D284-0EEC-1C2444A884F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198622" y="5295221"/>
                  <a:ext cx="157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28BF8A08-7EC1-881C-91E7-5EDA36942C73}"/>
                    </a:ext>
                  </a:extLst>
                </p14:cNvPr>
                <p14:cNvContentPartPr/>
                <p14:nvPr/>
              </p14:nvContentPartPr>
              <p14:xfrm>
                <a:off x="10270982" y="5381261"/>
                <a:ext cx="84960" cy="14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28BF8A08-7EC1-881C-91E7-5EDA36942C7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52982" y="5363621"/>
                  <a:ext cx="120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073F5AB7-1BB9-0CE1-9D39-8DF0596F0D18}"/>
                    </a:ext>
                  </a:extLst>
                </p14:cNvPr>
                <p14:cNvContentPartPr/>
                <p14:nvPr/>
              </p14:nvContentPartPr>
              <p14:xfrm>
                <a:off x="10488422" y="5293061"/>
                <a:ext cx="108360" cy="19404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073F5AB7-1BB9-0CE1-9D39-8DF0596F0D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70782" y="5275061"/>
                  <a:ext cx="144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97CDE365-B185-350B-B39B-FEF04E7B1CD5}"/>
                    </a:ext>
                  </a:extLst>
                </p14:cNvPr>
                <p14:cNvContentPartPr/>
                <p14:nvPr/>
              </p14:nvContentPartPr>
              <p14:xfrm>
                <a:off x="9350822" y="5389181"/>
                <a:ext cx="29880" cy="9756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97CDE365-B185-350B-B39B-FEF04E7B1CD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332822" y="5371181"/>
                  <a:ext cx="6552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D1F6D00E-027C-1753-A373-81370EBE4ED4}"/>
              </a:ext>
            </a:extLst>
          </p:cNvPr>
          <p:cNvGrpSpPr/>
          <p:nvPr/>
        </p:nvGrpSpPr>
        <p:grpSpPr>
          <a:xfrm>
            <a:off x="8168582" y="263861"/>
            <a:ext cx="3293640" cy="528480"/>
            <a:chOff x="8168582" y="263861"/>
            <a:chExt cx="329364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A2BB341D-71C8-382D-BDE4-0D9E723064AE}"/>
                    </a:ext>
                  </a:extLst>
                </p14:cNvPr>
                <p14:cNvContentPartPr/>
                <p14:nvPr/>
              </p14:nvContentPartPr>
              <p14:xfrm>
                <a:off x="8168582" y="556541"/>
                <a:ext cx="111960" cy="252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A2BB341D-71C8-382D-BDE4-0D9E723064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150582" y="538541"/>
                  <a:ext cx="147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307B7B7E-4AF5-D713-2449-6C3F2FEEAEE4}"/>
                    </a:ext>
                  </a:extLst>
                </p14:cNvPr>
                <p14:cNvContentPartPr/>
                <p14:nvPr/>
              </p14:nvContentPartPr>
              <p14:xfrm>
                <a:off x="8173262" y="484901"/>
                <a:ext cx="43920" cy="612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307B7B7E-4AF5-D713-2449-6C3F2FEEAEE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155622" y="466901"/>
                  <a:ext cx="79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D04B2618-D804-563F-CB40-D6CC8F91347B}"/>
                    </a:ext>
                  </a:extLst>
                </p14:cNvPr>
                <p14:cNvContentPartPr/>
                <p14:nvPr/>
              </p14:nvContentPartPr>
              <p14:xfrm>
                <a:off x="8481782" y="263861"/>
                <a:ext cx="187200" cy="27936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D04B2618-D804-563F-CB40-D6CC8F91347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464142" y="245861"/>
                  <a:ext cx="222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6ADB1579-6276-EE5A-90B7-979E15D94139}"/>
                    </a:ext>
                  </a:extLst>
                </p14:cNvPr>
                <p14:cNvContentPartPr/>
                <p14:nvPr/>
              </p14:nvContentPartPr>
              <p14:xfrm>
                <a:off x="8677982" y="448901"/>
                <a:ext cx="122040" cy="8388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6ADB1579-6276-EE5A-90B7-979E15D9413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59982" y="430901"/>
                  <a:ext cx="157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D6CB77E3-0966-9E7E-0B91-9B939B8AB851}"/>
                    </a:ext>
                  </a:extLst>
                </p14:cNvPr>
                <p14:cNvContentPartPr/>
                <p14:nvPr/>
              </p14:nvContentPartPr>
              <p14:xfrm>
                <a:off x="8811542" y="465461"/>
                <a:ext cx="132480" cy="32688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D6CB77E3-0966-9E7E-0B91-9B939B8AB85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93542" y="447821"/>
                  <a:ext cx="1681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1CFF8F45-7823-E59F-AF7A-2F3F8B8CFF61}"/>
                    </a:ext>
                  </a:extLst>
                </p14:cNvPr>
                <p14:cNvContentPartPr/>
                <p14:nvPr/>
              </p14:nvContentPartPr>
              <p14:xfrm>
                <a:off x="9010622" y="474821"/>
                <a:ext cx="327960" cy="9900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1CFF8F45-7823-E59F-AF7A-2F3F8B8CFF6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992982" y="456821"/>
                  <a:ext cx="363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ED51E017-2CBE-381F-D997-1B78C6330982}"/>
                    </a:ext>
                  </a:extLst>
                </p14:cNvPr>
                <p14:cNvContentPartPr/>
                <p14:nvPr/>
              </p14:nvContentPartPr>
              <p14:xfrm>
                <a:off x="9374222" y="485981"/>
                <a:ext cx="88560" cy="7416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ED51E017-2CBE-381F-D997-1B78C63309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356582" y="467981"/>
                  <a:ext cx="124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CB1E6E77-301C-21DC-409E-120888C9D626}"/>
                    </a:ext>
                  </a:extLst>
                </p14:cNvPr>
                <p14:cNvContentPartPr/>
                <p14:nvPr/>
              </p14:nvContentPartPr>
              <p14:xfrm>
                <a:off x="9549542" y="289421"/>
                <a:ext cx="21600" cy="27180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CB1E6E77-301C-21DC-409E-120888C9D62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531542" y="271421"/>
                  <a:ext cx="572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E4B06D23-4B56-D473-4F97-A31084E31346}"/>
                    </a:ext>
                  </a:extLst>
                </p14:cNvPr>
                <p14:cNvContentPartPr/>
                <p14:nvPr/>
              </p14:nvContentPartPr>
              <p14:xfrm>
                <a:off x="9345782" y="386621"/>
                <a:ext cx="273600" cy="1944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E4B06D23-4B56-D473-4F97-A31084E3134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327782" y="368621"/>
                  <a:ext cx="309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88A42CEC-F987-541B-2FD5-BFFBAE004763}"/>
                    </a:ext>
                  </a:extLst>
                </p14:cNvPr>
                <p14:cNvContentPartPr/>
                <p14:nvPr/>
              </p14:nvContentPartPr>
              <p14:xfrm>
                <a:off x="9606422" y="484901"/>
                <a:ext cx="411120" cy="9576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88A42CEC-F987-541B-2FD5-BFFBAE00476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588782" y="466901"/>
                  <a:ext cx="446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A3A15660-69DE-0D1F-FE09-6360F56B09FB}"/>
                    </a:ext>
                  </a:extLst>
                </p14:cNvPr>
                <p14:cNvContentPartPr/>
                <p14:nvPr/>
              </p14:nvContentPartPr>
              <p14:xfrm>
                <a:off x="10213382" y="332621"/>
                <a:ext cx="373320" cy="22212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A3A15660-69DE-0D1F-FE09-6360F56B09F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195742" y="314981"/>
                  <a:ext cx="4089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6B7E7B6D-45F1-A001-0093-19E60CA1A256}"/>
                    </a:ext>
                  </a:extLst>
                </p14:cNvPr>
                <p14:cNvContentPartPr/>
                <p14:nvPr/>
              </p14:nvContentPartPr>
              <p14:xfrm>
                <a:off x="10804862" y="286901"/>
                <a:ext cx="33840" cy="26748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6B7E7B6D-45F1-A001-0093-19E60CA1A25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787222" y="269261"/>
                  <a:ext cx="694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F4FDE4A8-5058-74AB-ED80-00A0CF04975A}"/>
                    </a:ext>
                  </a:extLst>
                </p14:cNvPr>
                <p14:cNvContentPartPr/>
                <p14:nvPr/>
              </p14:nvContentPartPr>
              <p14:xfrm>
                <a:off x="10826102" y="458981"/>
                <a:ext cx="151200" cy="10080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F4FDE4A8-5058-74AB-ED80-00A0CF04975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808102" y="441341"/>
                  <a:ext cx="186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09864598-00D0-13DD-3FE7-ECEA28240A5E}"/>
                    </a:ext>
                  </a:extLst>
                </p14:cNvPr>
                <p14:cNvContentPartPr/>
                <p14:nvPr/>
              </p14:nvContentPartPr>
              <p14:xfrm>
                <a:off x="11018702" y="458981"/>
                <a:ext cx="99360" cy="10224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09864598-00D0-13DD-3FE7-ECEA28240A5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000702" y="441341"/>
                  <a:ext cx="135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E8285586-54AE-3B18-6959-C9D9F92AE11B}"/>
                    </a:ext>
                  </a:extLst>
                </p14:cNvPr>
                <p14:cNvContentPartPr/>
                <p14:nvPr/>
              </p14:nvContentPartPr>
              <p14:xfrm>
                <a:off x="11169542" y="434501"/>
                <a:ext cx="292680" cy="12744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E8285586-54AE-3B18-6959-C9D9F92AE11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151542" y="416861"/>
                  <a:ext cx="3283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Agrupar 229">
            <a:extLst>
              <a:ext uri="{FF2B5EF4-FFF2-40B4-BE49-F238E27FC236}">
                <a16:creationId xmlns:a16="http://schemas.microsoft.com/office/drawing/2014/main" id="{ECF94B8F-05D3-14CA-2C5E-E2066034A5AC}"/>
              </a:ext>
            </a:extLst>
          </p:cNvPr>
          <p:cNvGrpSpPr/>
          <p:nvPr/>
        </p:nvGrpSpPr>
        <p:grpSpPr>
          <a:xfrm>
            <a:off x="11721422" y="287981"/>
            <a:ext cx="1416240" cy="313560"/>
            <a:chOff x="11721422" y="287981"/>
            <a:chExt cx="141624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A50940E2-C4A9-8971-9E25-FB75A39FB563}"/>
                    </a:ext>
                  </a:extLst>
                </p14:cNvPr>
                <p14:cNvContentPartPr/>
                <p14:nvPr/>
              </p14:nvContentPartPr>
              <p14:xfrm>
                <a:off x="11721422" y="423341"/>
                <a:ext cx="264960" cy="12744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A50940E2-C4A9-8971-9E25-FB75A39FB5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03782" y="405701"/>
                  <a:ext cx="300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6F138EC3-CC87-6A46-D399-2B4643ADD756}"/>
                    </a:ext>
                  </a:extLst>
                </p14:cNvPr>
                <p14:cNvContentPartPr/>
                <p14:nvPr/>
              </p14:nvContentPartPr>
              <p14:xfrm>
                <a:off x="12007622" y="453581"/>
                <a:ext cx="146520" cy="10872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6F138EC3-CC87-6A46-D399-2B4643ADD75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989622" y="435581"/>
                  <a:ext cx="182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99F3D63C-4726-9B67-2C87-9B48F9A69CE4}"/>
                    </a:ext>
                  </a:extLst>
                </p14:cNvPr>
                <p14:cNvContentPartPr/>
                <p14:nvPr/>
              </p14:nvContentPartPr>
              <p14:xfrm>
                <a:off x="12224702" y="300221"/>
                <a:ext cx="32400" cy="23436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99F3D63C-4726-9B67-2C87-9B48F9A69CE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2206702" y="282221"/>
                  <a:ext cx="680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4A7920E6-FDCE-1FCE-154F-F3346FE2CE64}"/>
                    </a:ext>
                  </a:extLst>
                </p14:cNvPr>
                <p14:cNvContentPartPr/>
                <p14:nvPr/>
              </p14:nvContentPartPr>
              <p14:xfrm>
                <a:off x="12081782" y="287981"/>
                <a:ext cx="258840" cy="612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4A7920E6-FDCE-1FCE-154F-F3346FE2CE6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2063782" y="270341"/>
                  <a:ext cx="294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B4DA40A8-99F6-6B6C-EF70-06904E5D0231}"/>
                    </a:ext>
                  </a:extLst>
                </p14:cNvPr>
                <p14:cNvContentPartPr/>
                <p14:nvPr/>
              </p14:nvContentPartPr>
              <p14:xfrm>
                <a:off x="12348542" y="444581"/>
                <a:ext cx="350640" cy="12456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B4DA40A8-99F6-6B6C-EF70-06904E5D023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2330902" y="426941"/>
                  <a:ext cx="386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DB7C47ED-A143-8B0A-BD01-C7014D2CE1DF}"/>
                    </a:ext>
                  </a:extLst>
                </p14:cNvPr>
                <p14:cNvContentPartPr/>
                <p14:nvPr/>
              </p14:nvContentPartPr>
              <p14:xfrm>
                <a:off x="12758582" y="302741"/>
                <a:ext cx="379080" cy="29880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DB7C47ED-A143-8B0A-BD01-C7014D2CE1D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2740582" y="285101"/>
                  <a:ext cx="41472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F5E03464-20DA-241C-B470-B8D6DF1919B8}"/>
              </a:ext>
            </a:extLst>
          </p:cNvPr>
          <p:cNvGrpSpPr/>
          <p:nvPr/>
        </p:nvGrpSpPr>
        <p:grpSpPr>
          <a:xfrm>
            <a:off x="2039582" y="5303141"/>
            <a:ext cx="1092960" cy="455040"/>
            <a:chOff x="2039582" y="5303141"/>
            <a:chExt cx="109296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7E3DD3EE-3004-611B-6529-ACCA2D170CEE}"/>
                    </a:ext>
                  </a:extLst>
                </p14:cNvPr>
                <p14:cNvContentPartPr/>
                <p14:nvPr/>
              </p14:nvContentPartPr>
              <p14:xfrm>
                <a:off x="2039582" y="5303141"/>
                <a:ext cx="212760" cy="45504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7E3DD3EE-3004-611B-6529-ACCA2D170CE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021942" y="5285141"/>
                  <a:ext cx="24840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2C909924-E770-54AA-7CB5-CB311E731439}"/>
                    </a:ext>
                  </a:extLst>
                </p14:cNvPr>
                <p14:cNvContentPartPr/>
                <p14:nvPr/>
              </p14:nvContentPartPr>
              <p14:xfrm>
                <a:off x="2296982" y="5595821"/>
                <a:ext cx="256320" cy="15444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2C909924-E770-54AA-7CB5-CB311E73143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278982" y="5578181"/>
                  <a:ext cx="291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ACBA4B83-C7A8-57FE-AEAD-CE70981B6BA7}"/>
                    </a:ext>
                  </a:extLst>
                </p14:cNvPr>
                <p14:cNvContentPartPr/>
                <p14:nvPr/>
              </p14:nvContentPartPr>
              <p14:xfrm>
                <a:off x="2674622" y="5480621"/>
                <a:ext cx="120240" cy="26244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ACBA4B83-C7A8-57FE-AEAD-CE70981B6BA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656622" y="5462981"/>
                  <a:ext cx="1558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1AF3B21C-34AF-A1C3-9DDD-C87E99C46A8C}"/>
                    </a:ext>
                  </a:extLst>
                </p14:cNvPr>
                <p14:cNvContentPartPr/>
                <p14:nvPr/>
              </p14:nvContentPartPr>
              <p14:xfrm>
                <a:off x="2699102" y="5611661"/>
                <a:ext cx="146880" cy="1944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1AF3B21C-34AF-A1C3-9DDD-C87E99C46A8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81462" y="5593661"/>
                  <a:ext cx="182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B2329769-03BF-8C81-F9A9-6253E5B0C117}"/>
                    </a:ext>
                  </a:extLst>
                </p14:cNvPr>
                <p14:cNvContentPartPr/>
                <p14:nvPr/>
              </p14:nvContentPartPr>
              <p14:xfrm>
                <a:off x="2905382" y="5455781"/>
                <a:ext cx="227160" cy="28368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B2329769-03BF-8C81-F9A9-6253E5B0C11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887382" y="5437781"/>
                  <a:ext cx="2628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61F00B43-C1FA-2EE6-7C40-770C1EA9BA82}"/>
              </a:ext>
            </a:extLst>
          </p:cNvPr>
          <p:cNvGrpSpPr/>
          <p:nvPr/>
        </p:nvGrpSpPr>
        <p:grpSpPr>
          <a:xfrm>
            <a:off x="3418382" y="5595821"/>
            <a:ext cx="164160" cy="92160"/>
            <a:chOff x="3418382" y="5595821"/>
            <a:chExt cx="16416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EB149455-99A1-DE4D-D2FA-22C775364EE7}"/>
                    </a:ext>
                  </a:extLst>
                </p14:cNvPr>
                <p14:cNvContentPartPr/>
                <p14:nvPr/>
              </p14:nvContentPartPr>
              <p14:xfrm>
                <a:off x="3432062" y="5665301"/>
                <a:ext cx="150480" cy="2268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EB149455-99A1-DE4D-D2FA-22C775364EE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414062" y="5647301"/>
                  <a:ext cx="186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BD8E69D-4D34-7D41-33B3-2708ED08B7F6}"/>
                    </a:ext>
                  </a:extLst>
                </p14:cNvPr>
                <p14:cNvContentPartPr/>
                <p14:nvPr/>
              </p14:nvContentPartPr>
              <p14:xfrm>
                <a:off x="3418382" y="5595821"/>
                <a:ext cx="153000" cy="2052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BD8E69D-4D34-7D41-33B3-2708ED08B7F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00382" y="5578181"/>
                  <a:ext cx="18864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43" name="Tinta 242">
                <a:extLst>
                  <a:ext uri="{FF2B5EF4-FFF2-40B4-BE49-F238E27FC236}">
                    <a16:creationId xmlns:a16="http://schemas.microsoft.com/office/drawing/2014/main" id="{3760E30B-5315-0CBF-A237-D255C51AA306}"/>
                  </a:ext>
                </a:extLst>
              </p14:cNvPr>
              <p14:cNvContentPartPr/>
              <p14:nvPr/>
            </p14:nvContentPartPr>
            <p14:xfrm>
              <a:off x="3392102" y="5431661"/>
              <a:ext cx="141840" cy="60840"/>
            </p14:xfrm>
          </p:contentPart>
        </mc:Choice>
        <mc:Fallback>
          <p:pic>
            <p:nvPicPr>
              <p:cNvPr id="243" name="Tinta 242">
                <a:extLst>
                  <a:ext uri="{FF2B5EF4-FFF2-40B4-BE49-F238E27FC236}">
                    <a16:creationId xmlns:a16="http://schemas.microsoft.com/office/drawing/2014/main" id="{3760E30B-5315-0CBF-A237-D255C51AA306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3374462" y="5414021"/>
                <a:ext cx="17748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7189DFF5-1787-4678-BD17-4ECDCB92ADE2}"/>
              </a:ext>
            </a:extLst>
          </p:cNvPr>
          <p:cNvGrpSpPr/>
          <p:nvPr/>
        </p:nvGrpSpPr>
        <p:grpSpPr>
          <a:xfrm>
            <a:off x="3781982" y="5385581"/>
            <a:ext cx="570960" cy="375120"/>
            <a:chOff x="3781982" y="5385581"/>
            <a:chExt cx="57096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3EF829FB-0DF3-F045-612F-8DC1BE670BAC}"/>
                    </a:ext>
                  </a:extLst>
                </p14:cNvPr>
                <p14:cNvContentPartPr/>
                <p14:nvPr/>
              </p14:nvContentPartPr>
              <p14:xfrm>
                <a:off x="3781982" y="5385581"/>
                <a:ext cx="110880" cy="30996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3EF829FB-0DF3-F045-612F-8DC1BE670BA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64342" y="5367581"/>
                  <a:ext cx="146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098DB569-CEA0-63F7-0DC2-DC016A1D7C51}"/>
                    </a:ext>
                  </a:extLst>
                </p14:cNvPr>
                <p14:cNvContentPartPr/>
                <p14:nvPr/>
              </p14:nvContentPartPr>
              <p14:xfrm>
                <a:off x="3970982" y="5623901"/>
                <a:ext cx="360" cy="13680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098DB569-CEA0-63F7-0DC2-DC016A1D7C5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52982" y="5605901"/>
                  <a:ext cx="36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4340EAA9-20E4-FE2B-5C4F-A0907A23A098}"/>
                    </a:ext>
                  </a:extLst>
                </p14:cNvPr>
                <p14:cNvContentPartPr/>
                <p14:nvPr/>
              </p14:nvContentPartPr>
              <p14:xfrm>
                <a:off x="4020662" y="5480981"/>
                <a:ext cx="126000" cy="22032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4340EAA9-20E4-FE2B-5C4F-A0907A23A09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002662" y="5462981"/>
                  <a:ext cx="161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DBF180DE-1736-CA2A-96BF-848A393D583A}"/>
                    </a:ext>
                  </a:extLst>
                </p14:cNvPr>
                <p14:cNvContentPartPr/>
                <p14:nvPr/>
              </p14:nvContentPartPr>
              <p14:xfrm>
                <a:off x="4195622" y="5465861"/>
                <a:ext cx="157320" cy="23436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DBF180DE-1736-CA2A-96BF-848A393D583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177622" y="5448221"/>
                  <a:ext cx="19296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Agrupar 251">
            <a:extLst>
              <a:ext uri="{FF2B5EF4-FFF2-40B4-BE49-F238E27FC236}">
                <a16:creationId xmlns:a16="http://schemas.microsoft.com/office/drawing/2014/main" id="{67C5DDC9-D3AC-E0D4-5F9C-65CCAEF6EC92}"/>
              </a:ext>
            </a:extLst>
          </p:cNvPr>
          <p:cNvGrpSpPr/>
          <p:nvPr/>
        </p:nvGrpSpPr>
        <p:grpSpPr>
          <a:xfrm>
            <a:off x="985502" y="6170381"/>
            <a:ext cx="175320" cy="194760"/>
            <a:chOff x="985502" y="6170381"/>
            <a:chExt cx="17532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E04AF36D-0D61-2B1F-0E9A-182B8B506F81}"/>
                    </a:ext>
                  </a:extLst>
                </p14:cNvPr>
                <p14:cNvContentPartPr/>
                <p14:nvPr/>
              </p14:nvContentPartPr>
              <p14:xfrm>
                <a:off x="985502" y="6170381"/>
                <a:ext cx="175320" cy="19476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E04AF36D-0D61-2B1F-0E9A-182B8B506F8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67502" y="6152381"/>
                  <a:ext cx="210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709DF3DD-CD70-5AE8-9F7A-167051E7C772}"/>
                    </a:ext>
                  </a:extLst>
                </p14:cNvPr>
                <p14:cNvContentPartPr/>
                <p14:nvPr/>
              </p14:nvContentPartPr>
              <p14:xfrm>
                <a:off x="1022582" y="6188381"/>
                <a:ext cx="71280" cy="1400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709DF3DD-CD70-5AE8-9F7A-167051E7C77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04942" y="6170381"/>
                  <a:ext cx="10692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175B85D5-7600-ACB1-20C8-0EA70FE24E43}"/>
              </a:ext>
            </a:extLst>
          </p:cNvPr>
          <p:cNvGrpSpPr/>
          <p:nvPr/>
        </p:nvGrpSpPr>
        <p:grpSpPr>
          <a:xfrm>
            <a:off x="5543102" y="5132141"/>
            <a:ext cx="1116720" cy="551520"/>
            <a:chOff x="5543102" y="5132141"/>
            <a:chExt cx="111672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65F924A2-BE8E-69F5-19FC-A6A993A4F2CC}"/>
                    </a:ext>
                  </a:extLst>
                </p14:cNvPr>
                <p14:cNvContentPartPr/>
                <p14:nvPr/>
              </p14:nvContentPartPr>
              <p14:xfrm>
                <a:off x="5543102" y="5526701"/>
                <a:ext cx="185400" cy="15696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65F924A2-BE8E-69F5-19FC-A6A993A4F2C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25102" y="5508701"/>
                  <a:ext cx="221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979EA86F-77A6-596E-3356-B1AC189D5835}"/>
                    </a:ext>
                  </a:extLst>
                </p14:cNvPr>
                <p14:cNvContentPartPr/>
                <p14:nvPr/>
              </p14:nvContentPartPr>
              <p14:xfrm>
                <a:off x="5592782" y="5569181"/>
                <a:ext cx="50040" cy="8640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979EA86F-77A6-596E-3356-B1AC189D583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574782" y="5551181"/>
                  <a:ext cx="85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1A6A1D7F-BCB1-69CD-EB47-62129BD71060}"/>
                    </a:ext>
                  </a:extLst>
                </p14:cNvPr>
                <p14:cNvContentPartPr/>
                <p14:nvPr/>
              </p14:nvContentPartPr>
              <p14:xfrm>
                <a:off x="5601422" y="5132141"/>
                <a:ext cx="87120" cy="23616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1A6A1D7F-BCB1-69CD-EB47-62129BD7106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583782" y="5114141"/>
                  <a:ext cx="122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13B30213-223D-7073-DB0A-A2E89A4E4CB9}"/>
                    </a:ext>
                  </a:extLst>
                </p14:cNvPr>
                <p14:cNvContentPartPr/>
                <p14:nvPr/>
              </p14:nvContentPartPr>
              <p14:xfrm>
                <a:off x="5758022" y="5313221"/>
                <a:ext cx="3960" cy="853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13B30213-223D-7073-DB0A-A2E89A4E4CB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40022" y="5295221"/>
                  <a:ext cx="39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93530D1F-ACF3-D8D5-3F0E-942555C861EE}"/>
                    </a:ext>
                  </a:extLst>
                </p14:cNvPr>
                <p14:cNvContentPartPr/>
                <p14:nvPr/>
              </p14:nvContentPartPr>
              <p14:xfrm>
                <a:off x="5817422" y="5156621"/>
                <a:ext cx="82800" cy="20808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93530D1F-ACF3-D8D5-3F0E-942555C861E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99782" y="5138981"/>
                  <a:ext cx="118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312ACB9A-408E-D8E6-D075-D443F4953F2A}"/>
                    </a:ext>
                  </a:extLst>
                </p14:cNvPr>
                <p14:cNvContentPartPr/>
                <p14:nvPr/>
              </p14:nvContentPartPr>
              <p14:xfrm>
                <a:off x="5938022" y="5199821"/>
                <a:ext cx="92520" cy="17136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312ACB9A-408E-D8E6-D075-D443F4953F2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20022" y="5182181"/>
                  <a:ext cx="128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A6455D6A-D344-F0F0-C853-C162D56DB4C1}"/>
                    </a:ext>
                  </a:extLst>
                </p14:cNvPr>
                <p14:cNvContentPartPr/>
                <p14:nvPr/>
              </p14:nvContentPartPr>
              <p14:xfrm>
                <a:off x="6115502" y="5658461"/>
                <a:ext cx="114480" cy="612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A6455D6A-D344-F0F0-C853-C162D56DB4C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097862" y="5640821"/>
                  <a:ext cx="150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824F7371-3CB7-3C0F-FA74-13923426E71B}"/>
                    </a:ext>
                  </a:extLst>
                </p14:cNvPr>
                <p14:cNvContentPartPr/>
                <p14:nvPr/>
              </p14:nvContentPartPr>
              <p14:xfrm>
                <a:off x="6129182" y="5576741"/>
                <a:ext cx="97200" cy="468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824F7371-3CB7-3C0F-FA74-13923426E71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111542" y="5559101"/>
                  <a:ext cx="132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4777378D-582E-9381-DCA0-8A3226FC5A5F}"/>
                    </a:ext>
                  </a:extLst>
                </p14:cNvPr>
                <p14:cNvContentPartPr/>
                <p14:nvPr/>
              </p14:nvContentPartPr>
              <p14:xfrm>
                <a:off x="6162662" y="5441741"/>
                <a:ext cx="87120" cy="5580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4777378D-582E-9381-DCA0-8A3226FC5A5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145022" y="5423741"/>
                  <a:ext cx="122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E0038AA8-C904-25F0-DE77-BE725C894BFA}"/>
                    </a:ext>
                  </a:extLst>
                </p14:cNvPr>
                <p14:cNvContentPartPr/>
                <p14:nvPr/>
              </p14:nvContentPartPr>
              <p14:xfrm>
                <a:off x="6372542" y="5457941"/>
                <a:ext cx="76680" cy="20700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E0038AA8-C904-25F0-DE77-BE725C894BF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354902" y="5440301"/>
                  <a:ext cx="112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C370D68E-E9DA-3751-F1E2-F766A1F6DE8C}"/>
                    </a:ext>
                  </a:extLst>
                </p14:cNvPr>
                <p14:cNvContentPartPr/>
                <p14:nvPr/>
              </p14:nvContentPartPr>
              <p14:xfrm>
                <a:off x="6383702" y="5579261"/>
                <a:ext cx="89640" cy="828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C370D68E-E9DA-3751-F1E2-F766A1F6DE8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366062" y="5561261"/>
                  <a:ext cx="125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B80DB048-82F4-14DA-3DFB-5C271AE24DA4}"/>
                    </a:ext>
                  </a:extLst>
                </p14:cNvPr>
                <p14:cNvContentPartPr/>
                <p14:nvPr/>
              </p14:nvContentPartPr>
              <p14:xfrm>
                <a:off x="6521582" y="5447141"/>
                <a:ext cx="138240" cy="2296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B80DB048-82F4-14DA-3DFB-5C271AE24DA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503582" y="5429141"/>
                  <a:ext cx="1738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Agrupar 275">
            <a:extLst>
              <a:ext uri="{FF2B5EF4-FFF2-40B4-BE49-F238E27FC236}">
                <a16:creationId xmlns:a16="http://schemas.microsoft.com/office/drawing/2014/main" id="{1FA01B19-BF44-A43F-1205-0604B4A47EC5}"/>
              </a:ext>
            </a:extLst>
          </p:cNvPr>
          <p:cNvGrpSpPr/>
          <p:nvPr/>
        </p:nvGrpSpPr>
        <p:grpSpPr>
          <a:xfrm>
            <a:off x="3908702" y="4033061"/>
            <a:ext cx="698400" cy="639000"/>
            <a:chOff x="3908702" y="4033061"/>
            <a:chExt cx="69840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EFA73294-285D-71F4-C62A-5B96CDF5449F}"/>
                    </a:ext>
                  </a:extLst>
                </p14:cNvPr>
                <p14:cNvContentPartPr/>
                <p14:nvPr/>
              </p14:nvContentPartPr>
              <p14:xfrm>
                <a:off x="3911222" y="4175261"/>
                <a:ext cx="99720" cy="23940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EFA73294-285D-71F4-C62A-5B96CDF5449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893582" y="4157621"/>
                  <a:ext cx="135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D3B3FED-F232-9D07-13B9-4BD00CED7A10}"/>
                    </a:ext>
                  </a:extLst>
                </p14:cNvPr>
                <p14:cNvContentPartPr/>
                <p14:nvPr/>
              </p14:nvContentPartPr>
              <p14:xfrm>
                <a:off x="4057742" y="4294421"/>
                <a:ext cx="136800" cy="1040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D3B3FED-F232-9D07-13B9-4BD00CED7A1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040102" y="4276781"/>
                  <a:ext cx="172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CC469FAC-B929-99AF-C240-9C6BCB8DFB8E}"/>
                    </a:ext>
                  </a:extLst>
                </p14:cNvPr>
                <p14:cNvContentPartPr/>
                <p14:nvPr/>
              </p14:nvContentPartPr>
              <p14:xfrm>
                <a:off x="4213262" y="4033061"/>
                <a:ext cx="155160" cy="16524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CC469FAC-B929-99AF-C240-9C6BCB8DFB8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195622" y="4015061"/>
                  <a:ext cx="190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C1B381F7-86EE-7EC9-0277-15D05F0A03A1}"/>
                    </a:ext>
                  </a:extLst>
                </p14:cNvPr>
                <p14:cNvContentPartPr/>
                <p14:nvPr/>
              </p14:nvContentPartPr>
              <p14:xfrm>
                <a:off x="4451582" y="4397741"/>
                <a:ext cx="155520" cy="104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C1B381F7-86EE-7EC9-0277-15D05F0A03A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433582" y="4380101"/>
                  <a:ext cx="191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309BD395-9A2D-B12A-DCF9-270500E50DF3}"/>
                    </a:ext>
                  </a:extLst>
                </p14:cNvPr>
                <p14:cNvContentPartPr/>
                <p14:nvPr/>
              </p14:nvContentPartPr>
              <p14:xfrm>
                <a:off x="4482542" y="4317461"/>
                <a:ext cx="110880" cy="36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309BD395-9A2D-B12A-DCF9-270500E50DF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464542" y="4299461"/>
                  <a:ext cx="146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E478FA8C-7ED7-C78F-15A1-4AD0482052DB}"/>
                    </a:ext>
                  </a:extLst>
                </p14:cNvPr>
                <p14:cNvContentPartPr/>
                <p14:nvPr/>
              </p14:nvContentPartPr>
              <p14:xfrm>
                <a:off x="3908702" y="4331861"/>
                <a:ext cx="43920" cy="34020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E478FA8C-7ED7-C78F-15A1-4AD0482052D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891062" y="4313861"/>
                  <a:ext cx="79560" cy="37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277" name="Tinta 276">
                <a:extLst>
                  <a:ext uri="{FF2B5EF4-FFF2-40B4-BE49-F238E27FC236}">
                    <a16:creationId xmlns:a16="http://schemas.microsoft.com/office/drawing/2014/main" id="{82827C2B-52AA-FC59-1328-DAC1DEC411BB}"/>
                  </a:ext>
                </a:extLst>
              </p14:cNvPr>
              <p14:cNvContentPartPr/>
              <p14:nvPr/>
            </p14:nvContentPartPr>
            <p14:xfrm>
              <a:off x="4377062" y="5682941"/>
              <a:ext cx="77400" cy="145800"/>
            </p14:xfrm>
          </p:contentPart>
        </mc:Choice>
        <mc:Fallback>
          <p:pic>
            <p:nvPicPr>
              <p:cNvPr id="277" name="Tinta 276">
                <a:extLst>
                  <a:ext uri="{FF2B5EF4-FFF2-40B4-BE49-F238E27FC236}">
                    <a16:creationId xmlns:a16="http://schemas.microsoft.com/office/drawing/2014/main" id="{82827C2B-52AA-FC59-1328-DAC1DEC411BB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4359062" y="5665301"/>
                <a:ext cx="11304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Agrupar 283">
            <a:extLst>
              <a:ext uri="{FF2B5EF4-FFF2-40B4-BE49-F238E27FC236}">
                <a16:creationId xmlns:a16="http://schemas.microsoft.com/office/drawing/2014/main" id="{EF414118-725B-63DB-748E-0E001F9D7A64}"/>
              </a:ext>
            </a:extLst>
          </p:cNvPr>
          <p:cNvGrpSpPr/>
          <p:nvPr/>
        </p:nvGrpSpPr>
        <p:grpSpPr>
          <a:xfrm>
            <a:off x="4660022" y="5600861"/>
            <a:ext cx="540720" cy="244440"/>
            <a:chOff x="4660022" y="5600861"/>
            <a:chExt cx="54072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208DC997-9CDC-73F1-4CF3-412B64ECE890}"/>
                    </a:ext>
                  </a:extLst>
                </p14:cNvPr>
                <p14:cNvContentPartPr/>
                <p14:nvPr/>
              </p14:nvContentPartPr>
              <p14:xfrm>
                <a:off x="4667582" y="5644061"/>
                <a:ext cx="37440" cy="20124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208DC997-9CDC-73F1-4CF3-412B64ECE89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649582" y="5626061"/>
                  <a:ext cx="73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BA471168-AC09-DE88-C754-D05C712E80F3}"/>
                    </a:ext>
                  </a:extLst>
                </p14:cNvPr>
                <p14:cNvContentPartPr/>
                <p14:nvPr/>
              </p14:nvContentPartPr>
              <p14:xfrm>
                <a:off x="4660022" y="5600861"/>
                <a:ext cx="104760" cy="9252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BA471168-AC09-DE88-C754-D05C712E80F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642382" y="5583221"/>
                  <a:ext cx="14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742D5849-9B76-2F72-91F3-1FEB5F908F50}"/>
                    </a:ext>
                  </a:extLst>
                </p14:cNvPr>
                <p14:cNvContentPartPr/>
                <p14:nvPr/>
              </p14:nvContentPartPr>
              <p14:xfrm>
                <a:off x="4817702" y="5630381"/>
                <a:ext cx="108360" cy="11304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742D5849-9B76-2F72-91F3-1FEB5F908F5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800062" y="5612381"/>
                  <a:ext cx="144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096A9B5E-560B-D399-D7BB-9B00A3C7A1FF}"/>
                    </a:ext>
                  </a:extLst>
                </p14:cNvPr>
                <p14:cNvContentPartPr/>
                <p14:nvPr/>
              </p14:nvContentPartPr>
              <p14:xfrm>
                <a:off x="4986902" y="5638301"/>
                <a:ext cx="47520" cy="13212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096A9B5E-560B-D399-D7BB-9B00A3C7A1F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968902" y="5620661"/>
                  <a:ext cx="83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5CBDADD3-C868-887D-5989-FB4D7E61CD7F}"/>
                    </a:ext>
                  </a:extLst>
                </p14:cNvPr>
                <p14:cNvContentPartPr/>
                <p14:nvPr/>
              </p14:nvContentPartPr>
              <p14:xfrm>
                <a:off x="5093462" y="5627141"/>
                <a:ext cx="107280" cy="12096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5CBDADD3-C868-887D-5989-FB4D7E61CD7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075822" y="5609501"/>
                  <a:ext cx="14292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83" name="Tinta 282">
                <a:extLst>
                  <a:ext uri="{FF2B5EF4-FFF2-40B4-BE49-F238E27FC236}">
                    <a16:creationId xmlns:a16="http://schemas.microsoft.com/office/drawing/2014/main" id="{B0E40067-1A13-4028-E0E6-480BDA136338}"/>
                  </a:ext>
                </a:extLst>
              </p14:cNvPr>
              <p14:cNvContentPartPr/>
              <p14:nvPr/>
            </p14:nvContentPartPr>
            <p14:xfrm>
              <a:off x="4965662" y="5475221"/>
              <a:ext cx="360" cy="360"/>
            </p14:xfrm>
          </p:contentPart>
        </mc:Choice>
        <mc:Fallback>
          <p:pic>
            <p:nvPicPr>
              <p:cNvPr id="283" name="Tinta 282">
                <a:extLst>
                  <a:ext uri="{FF2B5EF4-FFF2-40B4-BE49-F238E27FC236}">
                    <a16:creationId xmlns:a16="http://schemas.microsoft.com/office/drawing/2014/main" id="{B0E40067-1A13-4028-E0E6-480BDA13633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47662" y="545722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846277E3-A0CD-66F5-F848-239C885C1599}"/>
              </a:ext>
            </a:extLst>
          </p:cNvPr>
          <p:cNvGrpSpPr/>
          <p:nvPr/>
        </p:nvGrpSpPr>
        <p:grpSpPr>
          <a:xfrm>
            <a:off x="8464142" y="1582541"/>
            <a:ext cx="221040" cy="437400"/>
            <a:chOff x="8464142" y="1582541"/>
            <a:chExt cx="22104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F7E06964-EBD0-ED81-1652-3C845A7963C4}"/>
                    </a:ext>
                  </a:extLst>
                </p14:cNvPr>
                <p14:cNvContentPartPr/>
                <p14:nvPr/>
              </p14:nvContentPartPr>
              <p14:xfrm>
                <a:off x="8464142" y="1582541"/>
                <a:ext cx="114480" cy="38700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F7E06964-EBD0-ED81-1652-3C845A7963C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446142" y="1564541"/>
                  <a:ext cx="1501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28A24984-5E18-E72C-86A5-E8A325AEB7E6}"/>
                    </a:ext>
                  </a:extLst>
                </p14:cNvPr>
                <p14:cNvContentPartPr/>
                <p14:nvPr/>
              </p14:nvContentPartPr>
              <p14:xfrm>
                <a:off x="8473862" y="1922021"/>
                <a:ext cx="211320" cy="9792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28A24984-5E18-E72C-86A5-E8A325AEB7E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456222" y="1904381"/>
                  <a:ext cx="24696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Agrupar 297">
            <a:extLst>
              <a:ext uri="{FF2B5EF4-FFF2-40B4-BE49-F238E27FC236}">
                <a16:creationId xmlns:a16="http://schemas.microsoft.com/office/drawing/2014/main" id="{C8AFCAE7-A0DB-A656-FFA6-A090204A1525}"/>
              </a:ext>
            </a:extLst>
          </p:cNvPr>
          <p:cNvGrpSpPr/>
          <p:nvPr/>
        </p:nvGrpSpPr>
        <p:grpSpPr>
          <a:xfrm>
            <a:off x="6670622" y="2411621"/>
            <a:ext cx="1001880" cy="293040"/>
            <a:chOff x="6670622" y="2411621"/>
            <a:chExt cx="100188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44B8A5B1-91BD-E1CC-BD0D-CAFF993F6670}"/>
                    </a:ext>
                  </a:extLst>
                </p14:cNvPr>
                <p14:cNvContentPartPr/>
                <p14:nvPr/>
              </p14:nvContentPartPr>
              <p14:xfrm>
                <a:off x="6670622" y="2411621"/>
                <a:ext cx="246240" cy="1836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44B8A5B1-91BD-E1CC-BD0D-CAFF993F667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652982" y="2393981"/>
                  <a:ext cx="281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92E5013B-330B-E20F-5526-2B6E0B19B60F}"/>
                    </a:ext>
                  </a:extLst>
                </p14:cNvPr>
                <p14:cNvContentPartPr/>
                <p14:nvPr/>
              </p14:nvContentPartPr>
              <p14:xfrm>
                <a:off x="6752702" y="2428541"/>
                <a:ext cx="90000" cy="27396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92E5013B-330B-E20F-5526-2B6E0B19B60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734702" y="2410541"/>
                  <a:ext cx="1256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957EBED5-344A-286E-93BE-16096F2F045B}"/>
                    </a:ext>
                  </a:extLst>
                </p14:cNvPr>
                <p14:cNvContentPartPr/>
                <p14:nvPr/>
              </p14:nvContentPartPr>
              <p14:xfrm>
                <a:off x="6896702" y="2604221"/>
                <a:ext cx="100440" cy="8136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957EBED5-344A-286E-93BE-16096F2F045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879062" y="2586221"/>
                  <a:ext cx="136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DBFF1E20-4F3A-1D31-FAAD-75272A46EFA7}"/>
                    </a:ext>
                  </a:extLst>
                </p14:cNvPr>
                <p14:cNvContentPartPr/>
                <p14:nvPr/>
              </p14:nvContentPartPr>
              <p14:xfrm>
                <a:off x="7044662" y="2420621"/>
                <a:ext cx="360" cy="360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DBFF1E20-4F3A-1D31-FAAD-75272A46EFA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026662" y="2402981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A5072235-5F7B-7E42-665C-AE8A02AF6A4A}"/>
                    </a:ext>
                  </a:extLst>
                </p14:cNvPr>
                <p14:cNvContentPartPr/>
                <p14:nvPr/>
              </p14:nvContentPartPr>
              <p14:xfrm>
                <a:off x="7043222" y="2411621"/>
                <a:ext cx="35280" cy="25020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A5072235-5F7B-7E42-665C-AE8A02AF6A4A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025582" y="2393981"/>
                  <a:ext cx="70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EAB1DBB2-323A-9998-CAC0-FCCA05218D48}"/>
                    </a:ext>
                  </a:extLst>
                </p14:cNvPr>
                <p14:cNvContentPartPr/>
                <p14:nvPr/>
              </p14:nvContentPartPr>
              <p14:xfrm>
                <a:off x="7070582" y="2583341"/>
                <a:ext cx="134640" cy="12132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EAB1DBB2-323A-9998-CAC0-FCCA05218D4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052942" y="2565701"/>
                  <a:ext cx="170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28CB30EA-E6DA-4826-46F0-F72CC8861BCC}"/>
                    </a:ext>
                  </a:extLst>
                </p14:cNvPr>
                <p14:cNvContentPartPr/>
                <p14:nvPr/>
              </p14:nvContentPartPr>
              <p14:xfrm>
                <a:off x="7255982" y="2593781"/>
                <a:ext cx="95760" cy="10656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28CB30EA-E6DA-4826-46F0-F72CC8861BC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238342" y="2576141"/>
                  <a:ext cx="131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C60D3BC7-832E-BE4B-FACA-741ED0E4980E}"/>
                    </a:ext>
                  </a:extLst>
                </p14:cNvPr>
                <p14:cNvContentPartPr/>
                <p14:nvPr/>
              </p14:nvContentPartPr>
              <p14:xfrm>
                <a:off x="7376222" y="2610701"/>
                <a:ext cx="170640" cy="8640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C60D3BC7-832E-BE4B-FACA-741ED0E4980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358222" y="2593061"/>
                  <a:ext cx="206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7AE270AB-8BF4-48B9-A007-5FEE17496A64}"/>
                    </a:ext>
                  </a:extLst>
                </p14:cNvPr>
                <p14:cNvContentPartPr/>
                <p14:nvPr/>
              </p14:nvContentPartPr>
              <p14:xfrm>
                <a:off x="7603022" y="2594861"/>
                <a:ext cx="69480" cy="10080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7AE270AB-8BF4-48B9-A007-5FEE17496A6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585382" y="2577221"/>
                  <a:ext cx="1051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88606B93-92AB-1FE6-37C5-7A659BF8338D}"/>
              </a:ext>
            </a:extLst>
          </p:cNvPr>
          <p:cNvGrpSpPr/>
          <p:nvPr/>
        </p:nvGrpSpPr>
        <p:grpSpPr>
          <a:xfrm>
            <a:off x="7962302" y="2430701"/>
            <a:ext cx="1022400" cy="315000"/>
            <a:chOff x="7962302" y="2430701"/>
            <a:chExt cx="102240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BA28D92E-0C43-2471-B22D-1842307C9B96}"/>
                    </a:ext>
                  </a:extLst>
                </p14:cNvPr>
                <p14:cNvContentPartPr/>
                <p14:nvPr/>
              </p14:nvContentPartPr>
              <p14:xfrm>
                <a:off x="7962302" y="2460941"/>
                <a:ext cx="262440" cy="21780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BA28D92E-0C43-2471-B22D-1842307C9B96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944302" y="2442941"/>
                  <a:ext cx="298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4232302F-7BED-0896-E871-BF5001AFE1C2}"/>
                    </a:ext>
                  </a:extLst>
                </p14:cNvPr>
                <p14:cNvContentPartPr/>
                <p14:nvPr/>
              </p14:nvContentPartPr>
              <p14:xfrm>
                <a:off x="8254982" y="2569301"/>
                <a:ext cx="77760" cy="8424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4232302F-7BED-0896-E871-BF5001AFE1C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237342" y="2551301"/>
                  <a:ext cx="113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506DBC8F-B93A-189A-35FF-F45366B249E9}"/>
                    </a:ext>
                  </a:extLst>
                </p14:cNvPr>
                <p14:cNvContentPartPr/>
                <p14:nvPr/>
              </p14:nvContentPartPr>
              <p14:xfrm>
                <a:off x="8392862" y="2542661"/>
                <a:ext cx="90000" cy="20304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506DBC8F-B93A-189A-35FF-F45366B249E9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374862" y="2525021"/>
                  <a:ext cx="125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A4D7CC7D-14E5-0BDC-4093-9D2905F92B48}"/>
                    </a:ext>
                  </a:extLst>
                </p14:cNvPr>
                <p14:cNvContentPartPr/>
                <p14:nvPr/>
              </p14:nvContentPartPr>
              <p14:xfrm>
                <a:off x="8523542" y="2567141"/>
                <a:ext cx="67320" cy="8964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A4D7CC7D-14E5-0BDC-4093-9D2905F92B4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505902" y="2549141"/>
                  <a:ext cx="102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8C69CE8C-D223-5512-DDF1-900A0319C8CC}"/>
                    </a:ext>
                  </a:extLst>
                </p14:cNvPr>
                <p14:cNvContentPartPr/>
                <p14:nvPr/>
              </p14:nvContentPartPr>
              <p14:xfrm>
                <a:off x="8644862" y="2537981"/>
                <a:ext cx="146160" cy="11160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8C69CE8C-D223-5512-DDF1-900A0319C8CC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627222" y="2519981"/>
                  <a:ext cx="181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13205B27-B372-3722-AF47-E8CCA820D3C0}"/>
                    </a:ext>
                  </a:extLst>
                </p14:cNvPr>
                <p14:cNvContentPartPr/>
                <p14:nvPr/>
              </p14:nvContentPartPr>
              <p14:xfrm>
                <a:off x="8632982" y="2559221"/>
                <a:ext cx="103320" cy="4968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13205B27-B372-3722-AF47-E8CCA820D3C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614982" y="2541221"/>
                  <a:ext cx="138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103BBF54-11D9-87CA-A050-836DAB361AF4}"/>
                    </a:ext>
                  </a:extLst>
                </p14:cNvPr>
                <p14:cNvContentPartPr/>
                <p14:nvPr/>
              </p14:nvContentPartPr>
              <p14:xfrm>
                <a:off x="8835302" y="2528981"/>
                <a:ext cx="149400" cy="9072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103BBF54-11D9-87CA-A050-836DAB361AF4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817662" y="2511341"/>
                  <a:ext cx="185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CEA5D2E3-2143-419D-AE9C-D98D630887D9}"/>
                    </a:ext>
                  </a:extLst>
                </p14:cNvPr>
                <p14:cNvContentPartPr/>
                <p14:nvPr/>
              </p14:nvContentPartPr>
              <p14:xfrm>
                <a:off x="8508782" y="2430701"/>
                <a:ext cx="360" cy="36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CEA5D2E3-2143-419D-AE9C-D98D630887D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90782" y="24127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Agrupar 317">
            <a:extLst>
              <a:ext uri="{FF2B5EF4-FFF2-40B4-BE49-F238E27FC236}">
                <a16:creationId xmlns:a16="http://schemas.microsoft.com/office/drawing/2014/main" id="{2415B191-1D99-368C-0944-9C7022AE4214}"/>
              </a:ext>
            </a:extLst>
          </p:cNvPr>
          <p:cNvGrpSpPr/>
          <p:nvPr/>
        </p:nvGrpSpPr>
        <p:grpSpPr>
          <a:xfrm>
            <a:off x="8711102" y="2808341"/>
            <a:ext cx="452520" cy="228960"/>
            <a:chOff x="8711102" y="2808341"/>
            <a:chExt cx="45252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D00ECE34-895C-3EE3-46C4-E06CA40019D9}"/>
                    </a:ext>
                  </a:extLst>
                </p14:cNvPr>
                <p14:cNvContentPartPr/>
                <p14:nvPr/>
              </p14:nvContentPartPr>
              <p14:xfrm>
                <a:off x="8711102" y="2808341"/>
                <a:ext cx="452520" cy="19260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D00ECE34-895C-3EE3-46C4-E06CA40019D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693462" y="2790701"/>
                  <a:ext cx="488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3091C6E4-59D6-B9EF-ED14-9E7AC9755A5F}"/>
                    </a:ext>
                  </a:extLst>
                </p14:cNvPr>
                <p14:cNvContentPartPr/>
                <p14:nvPr/>
              </p14:nvContentPartPr>
              <p14:xfrm>
                <a:off x="9070022" y="2887901"/>
                <a:ext cx="85320" cy="14940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3091C6E4-59D6-B9EF-ED14-9E7AC9755A5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052022" y="2870261"/>
                  <a:ext cx="12096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D25693E6-5E9A-2936-4487-6CC3622D070A}"/>
              </a:ext>
            </a:extLst>
          </p:cNvPr>
          <p:cNvGrpSpPr/>
          <p:nvPr/>
        </p:nvGrpSpPr>
        <p:grpSpPr>
          <a:xfrm>
            <a:off x="9671942" y="2763701"/>
            <a:ext cx="1863720" cy="393840"/>
            <a:chOff x="9671942" y="2763701"/>
            <a:chExt cx="186372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A9E95917-CA8A-3902-F199-F864188EDC84}"/>
                    </a:ext>
                  </a:extLst>
                </p14:cNvPr>
                <p14:cNvContentPartPr/>
                <p14:nvPr/>
              </p14:nvContentPartPr>
              <p14:xfrm>
                <a:off x="9671942" y="2763701"/>
                <a:ext cx="210960" cy="27828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A9E95917-CA8A-3902-F199-F864188EDC84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654302" y="2746061"/>
                  <a:ext cx="246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0D1D0E58-5447-1154-D2B6-4B89439D3267}"/>
                    </a:ext>
                  </a:extLst>
                </p14:cNvPr>
                <p14:cNvContentPartPr/>
                <p14:nvPr/>
              </p14:nvContentPartPr>
              <p14:xfrm>
                <a:off x="9910622" y="2879981"/>
                <a:ext cx="304920" cy="27756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0D1D0E58-5447-1154-D2B6-4B89439D326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892982" y="2861981"/>
                  <a:ext cx="3405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824774E0-6A47-CA63-7D9D-C26F5D15EF2E}"/>
                    </a:ext>
                  </a:extLst>
                </p14:cNvPr>
                <p14:cNvContentPartPr/>
                <p14:nvPr/>
              </p14:nvContentPartPr>
              <p14:xfrm>
                <a:off x="10267382" y="2919221"/>
                <a:ext cx="94680" cy="13968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824774E0-6A47-CA63-7D9D-C26F5D15EF2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49382" y="2901581"/>
                  <a:ext cx="130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E0434DA9-E314-D5E7-E4D0-A8E2EDD2F155}"/>
                    </a:ext>
                  </a:extLst>
                </p14:cNvPr>
                <p14:cNvContentPartPr/>
                <p14:nvPr/>
              </p14:nvContentPartPr>
              <p14:xfrm>
                <a:off x="10397342" y="2936861"/>
                <a:ext cx="173160" cy="13032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E0434DA9-E314-D5E7-E4D0-A8E2EDD2F15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379702" y="2919221"/>
                  <a:ext cx="208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C7D1E4D9-17FA-5CD2-FBA3-13C0B037731F}"/>
                    </a:ext>
                  </a:extLst>
                </p14:cNvPr>
                <p14:cNvContentPartPr/>
                <p14:nvPr/>
              </p14:nvContentPartPr>
              <p14:xfrm>
                <a:off x="10441262" y="2940461"/>
                <a:ext cx="128160" cy="4500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C7D1E4D9-17FA-5CD2-FBA3-13C0B037731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423262" y="2922461"/>
                  <a:ext cx="16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A18E6CB5-DA9E-3133-3179-9FE6DD0B56C8}"/>
                    </a:ext>
                  </a:extLst>
                </p14:cNvPr>
                <p14:cNvContentPartPr/>
                <p14:nvPr/>
              </p14:nvContentPartPr>
              <p14:xfrm>
                <a:off x="10655462" y="2900141"/>
                <a:ext cx="111240" cy="11844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A18E6CB5-DA9E-3133-3179-9FE6DD0B56C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637462" y="2882141"/>
                  <a:ext cx="146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38602FAB-F09F-C1B0-FA52-438B48479C74}"/>
                    </a:ext>
                  </a:extLst>
                </p14:cNvPr>
                <p14:cNvContentPartPr/>
                <p14:nvPr/>
              </p14:nvContentPartPr>
              <p14:xfrm>
                <a:off x="10818542" y="2908061"/>
                <a:ext cx="63720" cy="11448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38602FAB-F09F-C1B0-FA52-438B48479C74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800902" y="2890061"/>
                  <a:ext cx="99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02CF5CA6-0E5D-B378-29E8-DA4C2D303AA6}"/>
                    </a:ext>
                  </a:extLst>
                </p14:cNvPr>
                <p14:cNvContentPartPr/>
                <p14:nvPr/>
              </p14:nvContentPartPr>
              <p14:xfrm>
                <a:off x="10827182" y="2804021"/>
                <a:ext cx="12960" cy="2160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02CF5CA6-0E5D-B378-29E8-DA4C2D303AA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809542" y="2786021"/>
                  <a:ext cx="48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0684BD07-CA94-F5F1-7DAC-69F24786DBAF}"/>
                    </a:ext>
                  </a:extLst>
                </p14:cNvPr>
                <p14:cNvContentPartPr/>
                <p14:nvPr/>
              </p14:nvContentPartPr>
              <p14:xfrm>
                <a:off x="10942742" y="2915621"/>
                <a:ext cx="130680" cy="14544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0684BD07-CA94-F5F1-7DAC-69F24786DBA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925102" y="2897981"/>
                  <a:ext cx="166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1D774D93-AAA8-76EF-7CC1-488CF245E899}"/>
                    </a:ext>
                  </a:extLst>
                </p14:cNvPr>
                <p14:cNvContentPartPr/>
                <p14:nvPr/>
              </p14:nvContentPartPr>
              <p14:xfrm>
                <a:off x="11130302" y="2946941"/>
                <a:ext cx="202680" cy="11412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1D774D93-AAA8-76EF-7CC1-488CF245E89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1112662" y="2929301"/>
                  <a:ext cx="238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BB351A26-327D-F542-076B-68ADDE5F03F7}"/>
                    </a:ext>
                  </a:extLst>
                </p14:cNvPr>
                <p14:cNvContentPartPr/>
                <p14:nvPr/>
              </p14:nvContentPartPr>
              <p14:xfrm>
                <a:off x="11356382" y="2952341"/>
                <a:ext cx="179280" cy="12708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BB351A26-327D-F542-076B-68ADDE5F03F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338382" y="2934341"/>
                  <a:ext cx="21492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666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2BF4E1F-8782-84CD-EF59-C2AF5F9DBC2F}"/>
              </a:ext>
            </a:extLst>
          </p:cNvPr>
          <p:cNvGrpSpPr/>
          <p:nvPr/>
        </p:nvGrpSpPr>
        <p:grpSpPr>
          <a:xfrm>
            <a:off x="856262" y="260261"/>
            <a:ext cx="1401480" cy="295560"/>
            <a:chOff x="856262" y="260261"/>
            <a:chExt cx="140148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4A24AA77-1883-A541-78CF-A58480748EDB}"/>
                    </a:ext>
                  </a:extLst>
                </p14:cNvPr>
                <p14:cNvContentPartPr/>
                <p14:nvPr/>
              </p14:nvContentPartPr>
              <p14:xfrm>
                <a:off x="856262" y="274661"/>
                <a:ext cx="223920" cy="28116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4A24AA77-1883-A541-78CF-A58480748ED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8262" y="257021"/>
                  <a:ext cx="259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03E18EA2-E24B-0193-4551-9B4FF4D504B4}"/>
                    </a:ext>
                  </a:extLst>
                </p14:cNvPr>
                <p14:cNvContentPartPr/>
                <p14:nvPr/>
              </p14:nvContentPartPr>
              <p14:xfrm>
                <a:off x="899822" y="392021"/>
                <a:ext cx="115920" cy="147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03E18EA2-E24B-0193-4551-9B4FF4D504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1822" y="374381"/>
                  <a:ext cx="151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AAB70536-FF03-E55E-3E6E-94B811CB9AF0}"/>
                    </a:ext>
                  </a:extLst>
                </p14:cNvPr>
                <p14:cNvContentPartPr/>
                <p14:nvPr/>
              </p14:nvContentPartPr>
              <p14:xfrm>
                <a:off x="903422" y="260261"/>
                <a:ext cx="173160" cy="2952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AAB70536-FF03-E55E-3E6E-94B811CB9A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5422" y="242261"/>
                  <a:ext cx="208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C7FBEA5E-9222-B4A1-BB34-FA06094804D3}"/>
                    </a:ext>
                  </a:extLst>
                </p14:cNvPr>
                <p14:cNvContentPartPr/>
                <p14:nvPr/>
              </p14:nvContentPartPr>
              <p14:xfrm>
                <a:off x="1116902" y="367541"/>
                <a:ext cx="161640" cy="1490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C7FBEA5E-9222-B4A1-BB34-FA06094804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9262" y="349541"/>
                  <a:ext cx="197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E09BDF7A-7BCD-8E4E-E3EE-C07FBFE09620}"/>
                    </a:ext>
                  </a:extLst>
                </p14:cNvPr>
                <p14:cNvContentPartPr/>
                <p14:nvPr/>
              </p14:nvContentPartPr>
              <p14:xfrm>
                <a:off x="1358822" y="402101"/>
                <a:ext cx="111240" cy="1285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E09BDF7A-7BCD-8E4E-E3EE-C07FBFE096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1182" y="384461"/>
                  <a:ext cx="146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93336AF9-2EB9-B0D2-6808-DD8B7DE0932F}"/>
                    </a:ext>
                  </a:extLst>
                </p14:cNvPr>
                <p14:cNvContentPartPr/>
                <p14:nvPr/>
              </p14:nvContentPartPr>
              <p14:xfrm>
                <a:off x="1342982" y="440261"/>
                <a:ext cx="94680" cy="104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93336AF9-2EB9-B0D2-6808-DD8B7DE093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25342" y="422261"/>
                  <a:ext cx="130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021C5E2-8E16-72CF-8F1C-79AB0B22BFE5}"/>
                    </a:ext>
                  </a:extLst>
                </p14:cNvPr>
                <p14:cNvContentPartPr/>
                <p14:nvPr/>
              </p14:nvContentPartPr>
              <p14:xfrm>
                <a:off x="1356662" y="350621"/>
                <a:ext cx="86040" cy="273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021C5E2-8E16-72CF-8F1C-79AB0B22BF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39022" y="332981"/>
                  <a:ext cx="121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00343E4-28C7-D453-B9F1-24829D78C86E}"/>
                    </a:ext>
                  </a:extLst>
                </p14:cNvPr>
                <p14:cNvContentPartPr/>
                <p14:nvPr/>
              </p14:nvContentPartPr>
              <p14:xfrm>
                <a:off x="1525502" y="404261"/>
                <a:ext cx="205560" cy="1256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00343E4-28C7-D453-B9F1-24829D78C8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07502" y="386621"/>
                  <a:ext cx="241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8C13656A-1AB8-B4AD-1F2F-6C785CDE7F3C}"/>
                    </a:ext>
                  </a:extLst>
                </p14:cNvPr>
                <p14:cNvContentPartPr/>
                <p14:nvPr/>
              </p14:nvContentPartPr>
              <p14:xfrm>
                <a:off x="1780022" y="406781"/>
                <a:ext cx="17640" cy="1299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8C13656A-1AB8-B4AD-1F2F-6C785CDE7F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62382" y="388781"/>
                  <a:ext cx="53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B0675CE-648E-D6CE-A4EC-7EC0B2FD036B}"/>
                    </a:ext>
                  </a:extLst>
                </p14:cNvPr>
                <p14:cNvContentPartPr/>
                <p14:nvPr/>
              </p14:nvContentPartPr>
              <p14:xfrm>
                <a:off x="1786502" y="353141"/>
                <a:ext cx="60120" cy="1267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B0675CE-648E-D6CE-A4EC-7EC0B2FD03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68502" y="335141"/>
                  <a:ext cx="95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D657096-2EDA-6E93-FEDD-BFE333E3A99F}"/>
                    </a:ext>
                  </a:extLst>
                </p14:cNvPr>
                <p14:cNvContentPartPr/>
                <p14:nvPr/>
              </p14:nvContentPartPr>
              <p14:xfrm>
                <a:off x="1967582" y="406781"/>
                <a:ext cx="290160" cy="1335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D657096-2EDA-6E93-FEDD-BFE333E3A9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49582" y="388781"/>
                  <a:ext cx="325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34FA031-10A6-8780-BC6D-A37684AEE6C0}"/>
              </a:ext>
            </a:extLst>
          </p:cNvPr>
          <p:cNvGrpSpPr/>
          <p:nvPr/>
        </p:nvGrpSpPr>
        <p:grpSpPr>
          <a:xfrm>
            <a:off x="2510462" y="132821"/>
            <a:ext cx="511920" cy="453960"/>
            <a:chOff x="2510462" y="132821"/>
            <a:chExt cx="51192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C2DE8C2-DCAB-2122-E4F9-8F7D823F222C}"/>
                    </a:ext>
                  </a:extLst>
                </p14:cNvPr>
                <p14:cNvContentPartPr/>
                <p14:nvPr/>
              </p14:nvContentPartPr>
              <p14:xfrm>
                <a:off x="2659502" y="248021"/>
                <a:ext cx="192600" cy="2318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C2DE8C2-DCAB-2122-E4F9-8F7D823F22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41502" y="230021"/>
                  <a:ext cx="228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D53966A7-4185-8E13-04FC-4CD8C1EE9E86}"/>
                    </a:ext>
                  </a:extLst>
                </p14:cNvPr>
                <p14:cNvContentPartPr/>
                <p14:nvPr/>
              </p14:nvContentPartPr>
              <p14:xfrm>
                <a:off x="2510462" y="132821"/>
                <a:ext cx="511920" cy="4539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D53966A7-4185-8E13-04FC-4CD8C1EE9E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92462" y="114821"/>
                  <a:ext cx="54756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32C2FE5B-9D87-F987-E305-EC36BB6DE1F0}"/>
              </a:ext>
            </a:extLst>
          </p:cNvPr>
          <p:cNvGrpSpPr/>
          <p:nvPr/>
        </p:nvGrpSpPr>
        <p:grpSpPr>
          <a:xfrm>
            <a:off x="3687662" y="130661"/>
            <a:ext cx="816480" cy="328680"/>
            <a:chOff x="3687662" y="130661"/>
            <a:chExt cx="81648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A991E406-A4D0-FE3B-B722-A44237F2B604}"/>
                    </a:ext>
                  </a:extLst>
                </p14:cNvPr>
                <p14:cNvContentPartPr/>
                <p14:nvPr/>
              </p14:nvContentPartPr>
              <p14:xfrm>
                <a:off x="3687662" y="280781"/>
                <a:ext cx="139680" cy="1785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A991E406-A4D0-FE3B-B722-A44237F2B60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70022" y="263141"/>
                  <a:ext cx="175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18ECD458-0CD1-524B-76D7-F351277EDEB6}"/>
                    </a:ext>
                  </a:extLst>
                </p14:cNvPr>
                <p14:cNvContentPartPr/>
                <p14:nvPr/>
              </p14:nvContentPartPr>
              <p14:xfrm>
                <a:off x="3851822" y="130661"/>
                <a:ext cx="158760" cy="3279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18ECD458-0CD1-524B-76D7-F351277EDE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33822" y="112661"/>
                  <a:ext cx="1944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A9CBB70-8E72-4FC9-BE8C-8E437254AAD0}"/>
                    </a:ext>
                  </a:extLst>
                </p14:cNvPr>
                <p14:cNvContentPartPr/>
                <p14:nvPr/>
              </p14:nvContentPartPr>
              <p14:xfrm>
                <a:off x="4082582" y="148301"/>
                <a:ext cx="57600" cy="3020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A9CBB70-8E72-4FC9-BE8C-8E437254AA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64942" y="130661"/>
                  <a:ext cx="93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0F065A5C-2E14-7F50-68C0-FB07B3877C3D}"/>
                    </a:ext>
                  </a:extLst>
                </p14:cNvPr>
                <p14:cNvContentPartPr/>
                <p14:nvPr/>
              </p14:nvContentPartPr>
              <p14:xfrm>
                <a:off x="4044062" y="190781"/>
                <a:ext cx="164160" cy="306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0F065A5C-2E14-7F50-68C0-FB07B3877C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6422" y="173141"/>
                  <a:ext cx="199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1A099BF3-6223-6E08-49D0-67F9150B7FE3}"/>
                    </a:ext>
                  </a:extLst>
                </p14:cNvPr>
                <p14:cNvContentPartPr/>
                <p14:nvPr/>
              </p14:nvContentPartPr>
              <p14:xfrm>
                <a:off x="4219382" y="293381"/>
                <a:ext cx="284760" cy="14040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1A099BF3-6223-6E08-49D0-67F9150B7F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1382" y="275381"/>
                  <a:ext cx="32040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0A9F0FD9-7C07-6B5E-56A7-D3E6AF230C91}"/>
                  </a:ext>
                </a:extLst>
              </p14:cNvPr>
              <p14:cNvContentPartPr/>
              <p14:nvPr/>
            </p14:nvContentPartPr>
            <p14:xfrm>
              <a:off x="4786022" y="314981"/>
              <a:ext cx="110880" cy="15012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0A9F0FD9-7C07-6B5E-56A7-D3E6AF230C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68382" y="296981"/>
                <a:ext cx="14652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Agrupar 41">
            <a:extLst>
              <a:ext uri="{FF2B5EF4-FFF2-40B4-BE49-F238E27FC236}">
                <a16:creationId xmlns:a16="http://schemas.microsoft.com/office/drawing/2014/main" id="{F98459DF-CBE3-E1B4-2508-6EEB79B64CBD}"/>
              </a:ext>
            </a:extLst>
          </p:cNvPr>
          <p:cNvGrpSpPr/>
          <p:nvPr/>
        </p:nvGrpSpPr>
        <p:grpSpPr>
          <a:xfrm>
            <a:off x="5334302" y="151901"/>
            <a:ext cx="1153080" cy="466560"/>
            <a:chOff x="5334302" y="151901"/>
            <a:chExt cx="115308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736C03A-2CFA-92B7-B43D-24D8DAA5397D}"/>
                    </a:ext>
                  </a:extLst>
                </p14:cNvPr>
                <p14:cNvContentPartPr/>
                <p14:nvPr/>
              </p14:nvContentPartPr>
              <p14:xfrm>
                <a:off x="5396582" y="175301"/>
                <a:ext cx="91080" cy="31104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736C03A-2CFA-92B7-B43D-24D8DAA539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8582" y="157301"/>
                  <a:ext cx="126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2F1554C-90AD-2ECE-DB3A-0E9D7338A9F8}"/>
                    </a:ext>
                  </a:extLst>
                </p14:cNvPr>
                <p14:cNvContentPartPr/>
                <p14:nvPr/>
              </p14:nvContentPartPr>
              <p14:xfrm>
                <a:off x="5334302" y="317141"/>
                <a:ext cx="394200" cy="10332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2F1554C-90AD-2ECE-DB3A-0E9D7338A9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16662" y="299141"/>
                  <a:ext cx="429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9BFD7E8D-C50E-8949-F190-2F1B48DCAF0F}"/>
                    </a:ext>
                  </a:extLst>
                </p14:cNvPr>
                <p14:cNvContentPartPr/>
                <p14:nvPr/>
              </p14:nvContentPartPr>
              <p14:xfrm>
                <a:off x="5791502" y="280421"/>
                <a:ext cx="165600" cy="1256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9BFD7E8D-C50E-8949-F190-2F1B48DCAF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73502" y="262421"/>
                  <a:ext cx="201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83D52657-7A03-E02F-EB09-8A9D739EE8A3}"/>
                    </a:ext>
                  </a:extLst>
                </p14:cNvPr>
                <p14:cNvContentPartPr/>
                <p14:nvPr/>
              </p14:nvContentPartPr>
              <p14:xfrm>
                <a:off x="6035222" y="251981"/>
                <a:ext cx="139320" cy="1738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83D52657-7A03-E02F-EB09-8A9D739EE8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17222" y="233981"/>
                  <a:ext cx="174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A56382B-3095-D841-7FCD-76436CB8EC1B}"/>
                    </a:ext>
                  </a:extLst>
                </p14:cNvPr>
                <p14:cNvContentPartPr/>
                <p14:nvPr/>
              </p14:nvContentPartPr>
              <p14:xfrm>
                <a:off x="6225302" y="248021"/>
                <a:ext cx="121680" cy="1724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A56382B-3095-D841-7FCD-76436CB8EC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07302" y="230021"/>
                  <a:ext cx="157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19EC017B-A0E5-778D-557A-ACE657116397}"/>
                    </a:ext>
                  </a:extLst>
                </p14:cNvPr>
                <p14:cNvContentPartPr/>
                <p14:nvPr/>
              </p14:nvContentPartPr>
              <p14:xfrm>
                <a:off x="6387662" y="269261"/>
                <a:ext cx="99720" cy="1591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19EC017B-A0E5-778D-557A-ACE6571163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69662" y="251261"/>
                  <a:ext cx="135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3814D2A6-AFA8-2C24-17BD-5AED23B5FFFE}"/>
                    </a:ext>
                  </a:extLst>
                </p14:cNvPr>
                <p14:cNvContentPartPr/>
                <p14:nvPr/>
              </p14:nvContentPartPr>
              <p14:xfrm>
                <a:off x="6065822" y="151901"/>
                <a:ext cx="297000" cy="4665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3814D2A6-AFA8-2C24-17BD-5AED23B5FF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48182" y="133901"/>
                  <a:ext cx="332640" cy="50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5A1824EF-6A34-0716-19D0-6F7D5CC36084}"/>
              </a:ext>
            </a:extLst>
          </p:cNvPr>
          <p:cNvGrpSpPr/>
          <p:nvPr/>
        </p:nvGrpSpPr>
        <p:grpSpPr>
          <a:xfrm>
            <a:off x="6744062" y="146141"/>
            <a:ext cx="1764000" cy="376920"/>
            <a:chOff x="6744062" y="146141"/>
            <a:chExt cx="176400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19B0BDB6-516F-1B48-E093-C715CF146158}"/>
                    </a:ext>
                  </a:extLst>
                </p14:cNvPr>
                <p14:cNvContentPartPr/>
                <p14:nvPr/>
              </p14:nvContentPartPr>
              <p14:xfrm>
                <a:off x="6744062" y="299141"/>
                <a:ext cx="56160" cy="22392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19B0BDB6-516F-1B48-E093-C715CF1461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26062" y="281501"/>
                  <a:ext cx="91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FD1738DD-F66E-55E2-77D0-E6234C83160B}"/>
                    </a:ext>
                  </a:extLst>
                </p14:cNvPr>
                <p14:cNvContentPartPr/>
                <p14:nvPr/>
              </p14:nvContentPartPr>
              <p14:xfrm>
                <a:off x="6762782" y="259181"/>
                <a:ext cx="105840" cy="1087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FD1738DD-F66E-55E2-77D0-E6234C83160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44782" y="241181"/>
                  <a:ext cx="141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9BAD0DE1-EE44-9B2A-9675-AA83D4B6A251}"/>
                    </a:ext>
                  </a:extLst>
                </p14:cNvPr>
                <p14:cNvContentPartPr/>
                <p14:nvPr/>
              </p14:nvContentPartPr>
              <p14:xfrm>
                <a:off x="6966182" y="279341"/>
                <a:ext cx="279720" cy="1321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9BAD0DE1-EE44-9B2A-9675-AA83D4B6A2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48542" y="261341"/>
                  <a:ext cx="315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2140AE73-D384-6360-71BE-9B803FED3FB9}"/>
                    </a:ext>
                  </a:extLst>
                </p14:cNvPr>
                <p14:cNvContentPartPr/>
                <p14:nvPr/>
              </p14:nvContentPartPr>
              <p14:xfrm>
                <a:off x="7320062" y="289421"/>
                <a:ext cx="491040" cy="1364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2140AE73-D384-6360-71BE-9B803FED3FB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02422" y="271421"/>
                  <a:ext cx="526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CFD66C2-FCF0-9099-BC4C-BBEC48D497DF}"/>
                    </a:ext>
                  </a:extLst>
                </p14:cNvPr>
                <p14:cNvContentPartPr/>
                <p14:nvPr/>
              </p14:nvContentPartPr>
              <p14:xfrm>
                <a:off x="7754942" y="175301"/>
                <a:ext cx="360" cy="3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CFD66C2-FCF0-9099-BC4C-BBEC48D497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36942" y="157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59EAC88-130E-9E99-1286-568B293C5A06}"/>
                    </a:ext>
                  </a:extLst>
                </p14:cNvPr>
                <p14:cNvContentPartPr/>
                <p14:nvPr/>
              </p14:nvContentPartPr>
              <p14:xfrm>
                <a:off x="7795982" y="146141"/>
                <a:ext cx="130680" cy="2764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59EAC88-130E-9E99-1286-568B293C5A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77982" y="128501"/>
                  <a:ext cx="166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4308C1FF-723A-047F-DF28-AEDBCE094291}"/>
                    </a:ext>
                  </a:extLst>
                </p14:cNvPr>
                <p14:cNvContentPartPr/>
                <p14:nvPr/>
              </p14:nvContentPartPr>
              <p14:xfrm>
                <a:off x="8033222" y="282581"/>
                <a:ext cx="74880" cy="14688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4308C1FF-723A-047F-DF28-AEDBCE0942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15222" y="264581"/>
                  <a:ext cx="110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E4166A0D-B7BC-3F02-7712-F08CD0952A58}"/>
                    </a:ext>
                  </a:extLst>
                </p14:cNvPr>
                <p14:cNvContentPartPr/>
                <p14:nvPr/>
              </p14:nvContentPartPr>
              <p14:xfrm>
                <a:off x="8213222" y="232181"/>
                <a:ext cx="294840" cy="1990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E4166A0D-B7BC-3F02-7712-F08CD0952A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95222" y="214181"/>
                  <a:ext cx="3304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FA83B965-9F62-9995-9A07-EEE079E69C54}"/>
              </a:ext>
            </a:extLst>
          </p:cNvPr>
          <p:cNvGrpSpPr/>
          <p:nvPr/>
        </p:nvGrpSpPr>
        <p:grpSpPr>
          <a:xfrm>
            <a:off x="8938622" y="116621"/>
            <a:ext cx="470520" cy="307800"/>
            <a:chOff x="8938622" y="116621"/>
            <a:chExt cx="47052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EED0A60D-AFC2-B33B-D466-8FE770B56FA9}"/>
                    </a:ext>
                  </a:extLst>
                </p14:cNvPr>
                <p14:cNvContentPartPr/>
                <p14:nvPr/>
              </p14:nvContentPartPr>
              <p14:xfrm>
                <a:off x="8938622" y="116621"/>
                <a:ext cx="262080" cy="3013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EED0A60D-AFC2-B33B-D466-8FE770B56FA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20982" y="98981"/>
                  <a:ext cx="297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F075061-B7C2-10CB-759D-71AD33ADC8A7}"/>
                    </a:ext>
                  </a:extLst>
                </p14:cNvPr>
                <p14:cNvContentPartPr/>
                <p14:nvPr/>
              </p14:nvContentPartPr>
              <p14:xfrm>
                <a:off x="9225182" y="263501"/>
                <a:ext cx="183960" cy="1609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F075061-B7C2-10CB-759D-71AD33ADC8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07182" y="245861"/>
                  <a:ext cx="2196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29F8ED83-D5C9-7C9F-D88B-D5E60CB09E11}"/>
              </a:ext>
            </a:extLst>
          </p:cNvPr>
          <p:cNvGrpSpPr/>
          <p:nvPr/>
        </p:nvGrpSpPr>
        <p:grpSpPr>
          <a:xfrm>
            <a:off x="3687662" y="840221"/>
            <a:ext cx="1208520" cy="623880"/>
            <a:chOff x="3687662" y="840221"/>
            <a:chExt cx="120852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BF489A2C-0159-25D8-BDFC-9B4946F9DCA8}"/>
                    </a:ext>
                  </a:extLst>
                </p14:cNvPr>
                <p14:cNvContentPartPr/>
                <p14:nvPr/>
              </p14:nvContentPartPr>
              <p14:xfrm>
                <a:off x="3723662" y="840221"/>
                <a:ext cx="181800" cy="4701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BF489A2C-0159-25D8-BDFC-9B4946F9DC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06022" y="822581"/>
                  <a:ext cx="2174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D2DA348D-DFB7-434A-B542-81138F21BBE3}"/>
                    </a:ext>
                  </a:extLst>
                </p14:cNvPr>
                <p14:cNvContentPartPr/>
                <p14:nvPr/>
              </p14:nvContentPartPr>
              <p14:xfrm>
                <a:off x="3687662" y="1078541"/>
                <a:ext cx="434880" cy="1040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D2DA348D-DFB7-434A-B542-81138F21BB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70022" y="1060541"/>
                  <a:ext cx="470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2F1967F7-B315-11EE-643E-47B0E8D2C649}"/>
                    </a:ext>
                  </a:extLst>
                </p14:cNvPr>
                <p14:cNvContentPartPr/>
                <p14:nvPr/>
              </p14:nvContentPartPr>
              <p14:xfrm>
                <a:off x="4138382" y="1064861"/>
                <a:ext cx="216360" cy="1278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2F1967F7-B315-11EE-643E-47B0E8D2C6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20742" y="1047221"/>
                  <a:ext cx="252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1B403DF1-99E9-AA8B-33FB-26E8808038EB}"/>
                    </a:ext>
                  </a:extLst>
                </p14:cNvPr>
                <p14:cNvContentPartPr/>
                <p14:nvPr/>
              </p14:nvContentPartPr>
              <p14:xfrm>
                <a:off x="4408742" y="1056941"/>
                <a:ext cx="156240" cy="1299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1B403DF1-99E9-AA8B-33FB-26E8808038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90742" y="1039301"/>
                  <a:ext cx="191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F1305145-C76D-B9BC-6DAF-469185EBFD1F}"/>
                    </a:ext>
                  </a:extLst>
                </p14:cNvPr>
                <p14:cNvContentPartPr/>
                <p14:nvPr/>
              </p14:nvContentPartPr>
              <p14:xfrm>
                <a:off x="4607822" y="1065941"/>
                <a:ext cx="126000" cy="13608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F1305145-C76D-B9BC-6DAF-469185EBFD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90182" y="1048301"/>
                  <a:ext cx="161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19D32D68-7A55-BA4C-75B6-7B4D38AFA54C}"/>
                    </a:ext>
                  </a:extLst>
                </p14:cNvPr>
                <p14:cNvContentPartPr/>
                <p14:nvPr/>
              </p14:nvContentPartPr>
              <p14:xfrm>
                <a:off x="4743182" y="1055861"/>
                <a:ext cx="153000" cy="1170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19D32D68-7A55-BA4C-75B6-7B4D38AFA54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25542" y="1038221"/>
                  <a:ext cx="188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88097D63-A004-9725-9A13-6CCDC6A6A789}"/>
                    </a:ext>
                  </a:extLst>
                </p14:cNvPr>
                <p14:cNvContentPartPr/>
                <p14:nvPr/>
              </p14:nvContentPartPr>
              <p14:xfrm>
                <a:off x="4485062" y="957581"/>
                <a:ext cx="238680" cy="5065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88097D63-A004-9725-9A13-6CCDC6A6A78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67062" y="939941"/>
                  <a:ext cx="274320" cy="54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50CFEB30-0916-6655-483D-42682A9B2BE9}"/>
              </a:ext>
            </a:extLst>
          </p:cNvPr>
          <p:cNvGrpSpPr/>
          <p:nvPr/>
        </p:nvGrpSpPr>
        <p:grpSpPr>
          <a:xfrm>
            <a:off x="5412782" y="744101"/>
            <a:ext cx="1224720" cy="513360"/>
            <a:chOff x="5412782" y="744101"/>
            <a:chExt cx="122472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3CAD7ADA-0B1D-1511-CFC8-11F495AE28CF}"/>
                    </a:ext>
                  </a:extLst>
                </p14:cNvPr>
                <p14:cNvContentPartPr/>
                <p14:nvPr/>
              </p14:nvContentPartPr>
              <p14:xfrm>
                <a:off x="5472182" y="884501"/>
                <a:ext cx="136800" cy="37296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3CAD7ADA-0B1D-1511-CFC8-11F495AE28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54542" y="866861"/>
                  <a:ext cx="1724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542D2622-AC9C-2BB7-C271-CB63B65B8AAE}"/>
                    </a:ext>
                  </a:extLst>
                </p14:cNvPr>
                <p14:cNvContentPartPr/>
                <p14:nvPr/>
              </p14:nvContentPartPr>
              <p14:xfrm>
                <a:off x="5412782" y="1048301"/>
                <a:ext cx="191520" cy="205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542D2622-AC9C-2BB7-C271-CB63B65B8A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94782" y="1030301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FC1801EC-CBA5-AE1F-A3C7-3461CD69D805}"/>
                    </a:ext>
                  </a:extLst>
                </p14:cNvPr>
                <p14:cNvContentPartPr/>
                <p14:nvPr/>
              </p14:nvContentPartPr>
              <p14:xfrm>
                <a:off x="5725622" y="744101"/>
                <a:ext cx="27720" cy="17244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FC1801EC-CBA5-AE1F-A3C7-3461CD69D8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7982" y="726461"/>
                  <a:ext cx="63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795079DE-CF8C-934B-49A3-33067FF78ABF}"/>
                    </a:ext>
                  </a:extLst>
                </p14:cNvPr>
                <p14:cNvContentPartPr/>
                <p14:nvPr/>
              </p14:nvContentPartPr>
              <p14:xfrm>
                <a:off x="5820662" y="864701"/>
                <a:ext cx="99000" cy="2876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795079DE-CF8C-934B-49A3-33067FF78A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02662" y="847061"/>
                  <a:ext cx="1346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48F68FFC-6817-B222-D3A5-4913B9BFE1CE}"/>
                    </a:ext>
                  </a:extLst>
                </p14:cNvPr>
                <p14:cNvContentPartPr/>
                <p14:nvPr/>
              </p14:nvContentPartPr>
              <p14:xfrm>
                <a:off x="5996342" y="957581"/>
                <a:ext cx="97200" cy="1479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48F68FFC-6817-B222-D3A5-4913B9BFE1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78702" y="939941"/>
                  <a:ext cx="132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05CB9137-52C1-3969-0E0F-33A374FD09A7}"/>
                    </a:ext>
                  </a:extLst>
                </p14:cNvPr>
                <p14:cNvContentPartPr/>
                <p14:nvPr/>
              </p14:nvContentPartPr>
              <p14:xfrm>
                <a:off x="5944142" y="997901"/>
                <a:ext cx="192960" cy="1076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05CB9137-52C1-3969-0E0F-33A374FD09A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6502" y="979901"/>
                  <a:ext cx="228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7BFE77EB-AAF0-AD9F-F7AE-FF533EE75C26}"/>
                    </a:ext>
                  </a:extLst>
                </p14:cNvPr>
                <p14:cNvContentPartPr/>
                <p14:nvPr/>
              </p14:nvContentPartPr>
              <p14:xfrm>
                <a:off x="6237182" y="884861"/>
                <a:ext cx="400320" cy="2775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7BFE77EB-AAF0-AD9F-F7AE-FF533EE75C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19542" y="867221"/>
                  <a:ext cx="435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7B4323C5-43EC-2379-268C-B75D8953EDE3}"/>
                    </a:ext>
                  </a:extLst>
                </p14:cNvPr>
                <p14:cNvContentPartPr/>
                <p14:nvPr/>
              </p14:nvContentPartPr>
              <p14:xfrm>
                <a:off x="6489542" y="1018061"/>
                <a:ext cx="132120" cy="46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7B4323C5-43EC-2379-268C-B75D8953ED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71542" y="1000061"/>
                  <a:ext cx="16776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DE2D7957-4546-6684-F44A-47625FC76D2D}"/>
              </a:ext>
            </a:extLst>
          </p:cNvPr>
          <p:cNvGrpSpPr/>
          <p:nvPr/>
        </p:nvGrpSpPr>
        <p:grpSpPr>
          <a:xfrm>
            <a:off x="6901742" y="771101"/>
            <a:ext cx="422640" cy="287640"/>
            <a:chOff x="6901742" y="771101"/>
            <a:chExt cx="42264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F63D03F3-C451-F463-7DF3-F3F26AA5DC71}"/>
                    </a:ext>
                  </a:extLst>
                </p14:cNvPr>
                <p14:cNvContentPartPr/>
                <p14:nvPr/>
              </p14:nvContentPartPr>
              <p14:xfrm>
                <a:off x="6901742" y="771101"/>
                <a:ext cx="408960" cy="2876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F63D03F3-C451-F463-7DF3-F3F26AA5DC7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83742" y="753101"/>
                  <a:ext cx="444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BC756B3E-3BEF-72B0-F44E-B36A498CE8A1}"/>
                    </a:ext>
                  </a:extLst>
                </p14:cNvPr>
                <p14:cNvContentPartPr/>
                <p14:nvPr/>
              </p14:nvContentPartPr>
              <p14:xfrm>
                <a:off x="7324022" y="794501"/>
                <a:ext cx="360" cy="7740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BC756B3E-3BEF-72B0-F44E-B36A498CE8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6022" y="776501"/>
                  <a:ext cx="36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2E16A48-B7DC-B693-3CBF-027F457BFCEA}"/>
                    </a:ext>
                  </a:extLst>
                </p14:cNvPr>
                <p14:cNvContentPartPr/>
                <p14:nvPr/>
              </p14:nvContentPartPr>
              <p14:xfrm>
                <a:off x="7096862" y="929501"/>
                <a:ext cx="111960" cy="1278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2E16A48-B7DC-B693-3CBF-027F457BFCE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78862" y="911861"/>
                  <a:ext cx="147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4FC76293-3310-75ED-BEC6-B9FCB1D8838B}"/>
                    </a:ext>
                  </a:extLst>
                </p14:cNvPr>
                <p14:cNvContentPartPr/>
                <p14:nvPr/>
              </p14:nvContentPartPr>
              <p14:xfrm>
                <a:off x="7089302" y="965501"/>
                <a:ext cx="130680" cy="932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4FC76293-3310-75ED-BEC6-B9FCB1D8838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71302" y="947501"/>
                  <a:ext cx="16632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EB04B2C2-E237-57FE-7BCF-126D3859EC35}"/>
                  </a:ext>
                </a:extLst>
              </p14:cNvPr>
              <p14:cNvContentPartPr/>
              <p14:nvPr/>
            </p14:nvContentPartPr>
            <p14:xfrm>
              <a:off x="7651982" y="1125341"/>
              <a:ext cx="360" cy="36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EB04B2C2-E237-57FE-7BCF-126D3859EC3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33982" y="110734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Agrupar 79">
            <a:extLst>
              <a:ext uri="{FF2B5EF4-FFF2-40B4-BE49-F238E27FC236}">
                <a16:creationId xmlns:a16="http://schemas.microsoft.com/office/drawing/2014/main" id="{F3B510EC-9B04-EFF2-55DD-0F41D7D2D2E5}"/>
              </a:ext>
            </a:extLst>
          </p:cNvPr>
          <p:cNvGrpSpPr/>
          <p:nvPr/>
        </p:nvGrpSpPr>
        <p:grpSpPr>
          <a:xfrm>
            <a:off x="820262" y="1773341"/>
            <a:ext cx="1591200" cy="394920"/>
            <a:chOff x="820262" y="1773341"/>
            <a:chExt cx="159120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176BBC91-CAFB-C127-0C6C-02EA50EE72D5}"/>
                    </a:ext>
                  </a:extLst>
                </p14:cNvPr>
                <p14:cNvContentPartPr/>
                <p14:nvPr/>
              </p14:nvContentPartPr>
              <p14:xfrm>
                <a:off x="831422" y="1855061"/>
                <a:ext cx="28800" cy="2293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176BBC91-CAFB-C127-0C6C-02EA50EE72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13422" y="1837421"/>
                  <a:ext cx="64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2A7D1B9E-647E-5BE4-4E2F-FE0320151960}"/>
                    </a:ext>
                  </a:extLst>
                </p14:cNvPr>
                <p14:cNvContentPartPr/>
                <p14:nvPr/>
              </p14:nvContentPartPr>
              <p14:xfrm>
                <a:off x="820262" y="1780181"/>
                <a:ext cx="182880" cy="2790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2A7D1B9E-647E-5BE4-4E2F-FE032015196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2262" y="1762541"/>
                  <a:ext cx="218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B3D253D4-29EA-024A-06EC-A1956378696E}"/>
                    </a:ext>
                  </a:extLst>
                </p14:cNvPr>
                <p14:cNvContentPartPr/>
                <p14:nvPr/>
              </p14:nvContentPartPr>
              <p14:xfrm>
                <a:off x="1046342" y="1967021"/>
                <a:ext cx="159480" cy="1202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B3D253D4-29EA-024A-06EC-A195637869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28342" y="1949021"/>
                  <a:ext cx="195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97179393-603A-A537-39E5-A1CEEA49A313}"/>
                    </a:ext>
                  </a:extLst>
                </p14:cNvPr>
                <p14:cNvContentPartPr/>
                <p14:nvPr/>
              </p14:nvContentPartPr>
              <p14:xfrm>
                <a:off x="1063622" y="1919861"/>
                <a:ext cx="84960" cy="774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97179393-603A-A537-39E5-A1CEEA49A31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5622" y="1902221"/>
                  <a:ext cx="120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DE5E2245-2827-49B1-E7D5-8F777F356058}"/>
                    </a:ext>
                  </a:extLst>
                </p14:cNvPr>
                <p14:cNvContentPartPr/>
                <p14:nvPr/>
              </p14:nvContentPartPr>
              <p14:xfrm>
                <a:off x="1246502" y="1905461"/>
                <a:ext cx="101880" cy="1490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DE5E2245-2827-49B1-E7D5-8F777F35605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28862" y="1887461"/>
                  <a:ext cx="137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F2F0F278-2E22-F526-1B16-47F2BB333EE8}"/>
                    </a:ext>
                  </a:extLst>
                </p14:cNvPr>
                <p14:cNvContentPartPr/>
                <p14:nvPr/>
              </p14:nvContentPartPr>
              <p14:xfrm>
                <a:off x="1373942" y="1949741"/>
                <a:ext cx="149400" cy="979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F2F0F278-2E22-F526-1B16-47F2BB333EE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56302" y="1931741"/>
                  <a:ext cx="185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1FD511BB-768A-0C06-78B0-C6F6CC5A58CA}"/>
                    </a:ext>
                  </a:extLst>
                </p14:cNvPr>
                <p14:cNvContentPartPr/>
                <p14:nvPr/>
              </p14:nvContentPartPr>
              <p14:xfrm>
                <a:off x="1564022" y="1907621"/>
                <a:ext cx="133200" cy="1245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1FD511BB-768A-0C06-78B0-C6F6CC5A58C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546382" y="1889621"/>
                  <a:ext cx="168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A00AA15-B4DE-707C-B53C-9DB10AA5D95E}"/>
                    </a:ext>
                  </a:extLst>
                </p14:cNvPr>
                <p14:cNvContentPartPr/>
                <p14:nvPr/>
              </p14:nvContentPartPr>
              <p14:xfrm>
                <a:off x="1729262" y="1912661"/>
                <a:ext cx="129600" cy="1137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A00AA15-B4DE-707C-B53C-9DB10AA5D95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11262" y="1894661"/>
                  <a:ext cx="165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58639412-52D4-F91B-4B2F-0F4752123AB8}"/>
                    </a:ext>
                  </a:extLst>
                </p14:cNvPr>
                <p14:cNvContentPartPr/>
                <p14:nvPr/>
              </p14:nvContentPartPr>
              <p14:xfrm>
                <a:off x="1991702" y="1884221"/>
                <a:ext cx="268200" cy="13104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58639412-52D4-F91B-4B2F-0F4752123AB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73702" y="1866221"/>
                  <a:ext cx="303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B8F4ACBB-68CB-DB86-D89B-288AC060CF6B}"/>
                    </a:ext>
                  </a:extLst>
                </p14:cNvPr>
                <p14:cNvContentPartPr/>
                <p14:nvPr/>
              </p14:nvContentPartPr>
              <p14:xfrm>
                <a:off x="2123102" y="1952261"/>
                <a:ext cx="119520" cy="183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B8F4ACBB-68CB-DB86-D89B-288AC060CF6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105102" y="1934621"/>
                  <a:ext cx="155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2A11F6A3-EF27-4C85-7C40-CEE854396903}"/>
                    </a:ext>
                  </a:extLst>
                </p14:cNvPr>
                <p14:cNvContentPartPr/>
                <p14:nvPr/>
              </p14:nvContentPartPr>
              <p14:xfrm>
                <a:off x="2202302" y="1876301"/>
                <a:ext cx="209160" cy="105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2A11F6A3-EF27-4C85-7C40-CEE85439690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84662" y="1858661"/>
                  <a:ext cx="244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2020BBE7-5CEA-BDF6-7DCB-37A08CC2201C}"/>
                    </a:ext>
                  </a:extLst>
                </p14:cNvPr>
                <p14:cNvContentPartPr/>
                <p14:nvPr/>
              </p14:nvContentPartPr>
              <p14:xfrm>
                <a:off x="1911782" y="1773341"/>
                <a:ext cx="292320" cy="3949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2020BBE7-5CEA-BDF6-7DCB-37A08CC2201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894142" y="1755701"/>
                  <a:ext cx="327960" cy="4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0B46342B-07F7-F786-3583-1A17713993F1}"/>
              </a:ext>
            </a:extLst>
          </p:cNvPr>
          <p:cNvGrpSpPr/>
          <p:nvPr/>
        </p:nvGrpSpPr>
        <p:grpSpPr>
          <a:xfrm>
            <a:off x="740702" y="2480021"/>
            <a:ext cx="1117800" cy="439200"/>
            <a:chOff x="740702" y="2480021"/>
            <a:chExt cx="111780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1522D6D0-B190-D3B1-251C-71B34CFE0E30}"/>
                    </a:ext>
                  </a:extLst>
                </p14:cNvPr>
                <p14:cNvContentPartPr/>
                <p14:nvPr/>
              </p14:nvContentPartPr>
              <p14:xfrm>
                <a:off x="827102" y="2480021"/>
                <a:ext cx="156960" cy="4392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1522D6D0-B190-D3B1-251C-71B34CFE0E3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9102" y="2462381"/>
                  <a:ext cx="1926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BA271C03-720F-6C9D-0DA3-D476A85DD399}"/>
                    </a:ext>
                  </a:extLst>
                </p14:cNvPr>
                <p14:cNvContentPartPr/>
                <p14:nvPr/>
              </p14:nvContentPartPr>
              <p14:xfrm>
                <a:off x="740702" y="2734541"/>
                <a:ext cx="194040" cy="72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BA271C03-720F-6C9D-0DA3-D476A85DD39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23062" y="2716901"/>
                  <a:ext cx="229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4F9B707-B68A-E45D-5369-907D99E2FC10}"/>
                    </a:ext>
                  </a:extLst>
                </p14:cNvPr>
                <p14:cNvContentPartPr/>
                <p14:nvPr/>
              </p14:nvContentPartPr>
              <p14:xfrm>
                <a:off x="1062542" y="2546981"/>
                <a:ext cx="91080" cy="2271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4F9B707-B68A-E45D-5369-907D99E2FC1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44542" y="2528981"/>
                  <a:ext cx="1267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60D37F81-E866-164C-BD72-2A8122B6AC3D}"/>
                    </a:ext>
                  </a:extLst>
                </p14:cNvPr>
                <p14:cNvContentPartPr/>
                <p14:nvPr/>
              </p14:nvContentPartPr>
              <p14:xfrm>
                <a:off x="1221302" y="2631941"/>
                <a:ext cx="104760" cy="1267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60D37F81-E866-164C-BD72-2A8122B6AC3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203662" y="2613941"/>
                  <a:ext cx="140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14B8AA4-2CD5-D686-E15B-79E9AACE2F3E}"/>
                    </a:ext>
                  </a:extLst>
                </p14:cNvPr>
                <p14:cNvContentPartPr/>
                <p14:nvPr/>
              </p14:nvContentPartPr>
              <p14:xfrm>
                <a:off x="1211222" y="2664341"/>
                <a:ext cx="163080" cy="763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14B8AA4-2CD5-D686-E15B-79E9AACE2F3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93582" y="2646341"/>
                  <a:ext cx="198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B980A60-E208-C41C-054C-46D1DFDEF618}"/>
                    </a:ext>
                  </a:extLst>
                </p14:cNvPr>
                <p14:cNvContentPartPr/>
                <p14:nvPr/>
              </p14:nvContentPartPr>
              <p14:xfrm>
                <a:off x="1445942" y="2534741"/>
                <a:ext cx="412560" cy="2606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B980A60-E208-C41C-054C-46D1DFDEF61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28302" y="2516741"/>
                  <a:ext cx="448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1BCB5182-7BC9-BF86-6A20-DB11762F6292}"/>
                    </a:ext>
                  </a:extLst>
                </p14:cNvPr>
                <p14:cNvContentPartPr/>
                <p14:nvPr/>
              </p14:nvContentPartPr>
              <p14:xfrm>
                <a:off x="1700822" y="2653181"/>
                <a:ext cx="127080" cy="2952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1BCB5182-7BC9-BF86-6A20-DB11762F629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682822" y="2635181"/>
                  <a:ext cx="1627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370EEDC2-0032-0D90-7693-55F5E05DAFF5}"/>
              </a:ext>
            </a:extLst>
          </p:cNvPr>
          <p:cNvGrpSpPr/>
          <p:nvPr/>
        </p:nvGrpSpPr>
        <p:grpSpPr>
          <a:xfrm>
            <a:off x="2154062" y="2321261"/>
            <a:ext cx="682200" cy="401760"/>
            <a:chOff x="2154062" y="2321261"/>
            <a:chExt cx="682200" cy="40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0E384387-AA19-E163-58F8-A64F0C04C525}"/>
                    </a:ext>
                  </a:extLst>
                </p14:cNvPr>
                <p14:cNvContentPartPr/>
                <p14:nvPr/>
              </p14:nvContentPartPr>
              <p14:xfrm>
                <a:off x="2154062" y="2321261"/>
                <a:ext cx="682200" cy="4017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0E384387-AA19-E163-58F8-A64F0C04C52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136062" y="2303261"/>
                  <a:ext cx="7178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E260323A-CC7B-3B78-6AFD-C57653A265BD}"/>
                    </a:ext>
                  </a:extLst>
                </p14:cNvPr>
                <p14:cNvContentPartPr/>
                <p14:nvPr/>
              </p14:nvContentPartPr>
              <p14:xfrm>
                <a:off x="2442062" y="2585861"/>
                <a:ext cx="120960" cy="1368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E260323A-CC7B-3B78-6AFD-C57653A265B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424422" y="2568221"/>
                  <a:ext cx="156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309D022C-2D03-E9C4-FE2C-51ED289539CE}"/>
                    </a:ext>
                  </a:extLst>
                </p14:cNvPr>
                <p14:cNvContentPartPr/>
                <p14:nvPr/>
              </p14:nvContentPartPr>
              <p14:xfrm>
                <a:off x="2460782" y="2593781"/>
                <a:ext cx="124560" cy="1155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309D022C-2D03-E9C4-FE2C-51ED289539C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442782" y="2576141"/>
                  <a:ext cx="160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0BB37BEC-52C1-5F0B-8058-054E3D4C495B}"/>
                    </a:ext>
                  </a:extLst>
                </p14:cNvPr>
                <p14:cNvContentPartPr/>
                <p14:nvPr/>
              </p14:nvContentPartPr>
              <p14:xfrm>
                <a:off x="2818262" y="2330261"/>
                <a:ext cx="12600" cy="1188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0BB37BEC-52C1-5F0B-8058-054E3D4C495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800622" y="2312261"/>
                  <a:ext cx="4824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E57E3D2A-F93F-13BA-8195-90FBAC5444E3}"/>
              </a:ext>
            </a:extLst>
          </p:cNvPr>
          <p:cNvGrpSpPr/>
          <p:nvPr/>
        </p:nvGrpSpPr>
        <p:grpSpPr>
          <a:xfrm>
            <a:off x="3037142" y="2655341"/>
            <a:ext cx="113040" cy="87840"/>
            <a:chOff x="3037142" y="2655341"/>
            <a:chExt cx="113040" cy="8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BBE3BB99-3264-5FD7-72A5-F1DB777AB344}"/>
                    </a:ext>
                  </a:extLst>
                </p14:cNvPr>
                <p14:cNvContentPartPr/>
                <p14:nvPr/>
              </p14:nvContentPartPr>
              <p14:xfrm>
                <a:off x="3044342" y="2737061"/>
                <a:ext cx="105840" cy="61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BBE3BB99-3264-5FD7-72A5-F1DB777AB34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26702" y="2719061"/>
                  <a:ext cx="141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B39C55BB-9C22-7E23-A357-97DECFA60F80}"/>
                    </a:ext>
                  </a:extLst>
                </p14:cNvPr>
                <p14:cNvContentPartPr/>
                <p14:nvPr/>
              </p14:nvContentPartPr>
              <p14:xfrm>
                <a:off x="3037142" y="2655341"/>
                <a:ext cx="100800" cy="104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B39C55BB-9C22-7E23-A357-97DECFA60F8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019142" y="2637341"/>
                  <a:ext cx="1364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ADAD03B7-2FF6-F7B2-ACC0-556D587B7A14}"/>
              </a:ext>
            </a:extLst>
          </p:cNvPr>
          <p:cNvGrpSpPr/>
          <p:nvPr/>
        </p:nvGrpSpPr>
        <p:grpSpPr>
          <a:xfrm>
            <a:off x="3489662" y="2264741"/>
            <a:ext cx="718920" cy="442080"/>
            <a:chOff x="3489662" y="2264741"/>
            <a:chExt cx="7189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D73CE773-BFBC-4A5D-6D86-8772E310ADF5}"/>
                    </a:ext>
                  </a:extLst>
                </p14:cNvPr>
                <p14:cNvContentPartPr/>
                <p14:nvPr/>
              </p14:nvContentPartPr>
              <p14:xfrm>
                <a:off x="3588302" y="2276621"/>
                <a:ext cx="607680" cy="4302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D73CE773-BFBC-4A5D-6D86-8772E310ADF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570662" y="2258621"/>
                  <a:ext cx="6433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2F97635-104E-571A-C6DA-19E757E3051B}"/>
                    </a:ext>
                  </a:extLst>
                </p14:cNvPr>
                <p14:cNvContentPartPr/>
                <p14:nvPr/>
              </p14:nvContentPartPr>
              <p14:xfrm>
                <a:off x="3489662" y="2264741"/>
                <a:ext cx="144000" cy="1785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2F97635-104E-571A-C6DA-19E757E3051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471662" y="2246741"/>
                  <a:ext cx="179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56797E48-0CF2-777C-E7D7-89D42DABF98C}"/>
                    </a:ext>
                  </a:extLst>
                </p14:cNvPr>
                <p14:cNvContentPartPr/>
                <p14:nvPr/>
              </p14:nvContentPartPr>
              <p14:xfrm>
                <a:off x="3861542" y="2496581"/>
                <a:ext cx="145800" cy="1602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56797E48-0CF2-777C-E7D7-89D42DABF98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843902" y="2478941"/>
                  <a:ext cx="181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9E4D91A6-28E1-B879-EBC0-56FDE294C884}"/>
                    </a:ext>
                  </a:extLst>
                </p14:cNvPr>
                <p14:cNvContentPartPr/>
                <p14:nvPr/>
              </p14:nvContentPartPr>
              <p14:xfrm>
                <a:off x="3865142" y="2534741"/>
                <a:ext cx="140760" cy="1155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9E4D91A6-28E1-B879-EBC0-56FDE294C88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847502" y="2516741"/>
                  <a:ext cx="176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A22065E8-13A6-140C-51B3-F4E9C6273AAC}"/>
                    </a:ext>
                  </a:extLst>
                </p14:cNvPr>
                <p14:cNvContentPartPr/>
                <p14:nvPr/>
              </p14:nvContentPartPr>
              <p14:xfrm>
                <a:off x="4112462" y="2383901"/>
                <a:ext cx="96120" cy="1087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A22065E8-13A6-140C-51B3-F4E9C6273AA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094462" y="2365901"/>
                  <a:ext cx="1317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F05A440A-BDE4-E844-C7CB-B10273F35D21}"/>
              </a:ext>
            </a:extLst>
          </p:cNvPr>
          <p:cNvGrpSpPr/>
          <p:nvPr/>
        </p:nvGrpSpPr>
        <p:grpSpPr>
          <a:xfrm>
            <a:off x="4452662" y="2653181"/>
            <a:ext cx="143280" cy="83160"/>
            <a:chOff x="4452662" y="2653181"/>
            <a:chExt cx="14328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70F79CD-02DF-8E9C-EAC7-8071D218632A}"/>
                    </a:ext>
                  </a:extLst>
                </p14:cNvPr>
                <p14:cNvContentPartPr/>
                <p14:nvPr/>
              </p14:nvContentPartPr>
              <p14:xfrm>
                <a:off x="4464182" y="2735981"/>
                <a:ext cx="131760" cy="36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70F79CD-02DF-8E9C-EAC7-8071D218632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46182" y="2717981"/>
                  <a:ext cx="167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1094999A-80FA-270C-DDE0-BAE93C558BA9}"/>
                    </a:ext>
                  </a:extLst>
                </p14:cNvPr>
                <p14:cNvContentPartPr/>
                <p14:nvPr/>
              </p14:nvContentPartPr>
              <p14:xfrm>
                <a:off x="4452662" y="2653181"/>
                <a:ext cx="123480" cy="252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1094999A-80FA-270C-DDE0-BAE93C558BA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435022" y="2635181"/>
                  <a:ext cx="15912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51C4286A-8B3B-0D16-03D7-405F12835082}"/>
              </a:ext>
            </a:extLst>
          </p:cNvPr>
          <p:cNvGrpSpPr/>
          <p:nvPr/>
        </p:nvGrpSpPr>
        <p:grpSpPr>
          <a:xfrm>
            <a:off x="4984382" y="2159981"/>
            <a:ext cx="390240" cy="569160"/>
            <a:chOff x="4984382" y="2159981"/>
            <a:chExt cx="39024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221E20B4-7818-78FB-C5AA-43DE926C56B8}"/>
                    </a:ext>
                  </a:extLst>
                </p14:cNvPr>
                <p14:cNvContentPartPr/>
                <p14:nvPr/>
              </p14:nvContentPartPr>
              <p14:xfrm>
                <a:off x="4994102" y="2584421"/>
                <a:ext cx="158040" cy="1447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221E20B4-7818-78FB-C5AA-43DE926C56B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976102" y="2566421"/>
                  <a:ext cx="193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39B2C89D-2339-1163-A1A5-2E60E8CAC591}"/>
                    </a:ext>
                  </a:extLst>
                </p14:cNvPr>
                <p14:cNvContentPartPr/>
                <p14:nvPr/>
              </p14:nvContentPartPr>
              <p14:xfrm>
                <a:off x="4984382" y="2600621"/>
                <a:ext cx="225000" cy="1256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39B2C89D-2339-1163-A1A5-2E60E8CAC59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966382" y="2582621"/>
                  <a:ext cx="260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784585D5-9C7C-05C1-21A3-DF5B3F723BFA}"/>
                    </a:ext>
                  </a:extLst>
                </p14:cNvPr>
                <p14:cNvContentPartPr/>
                <p14:nvPr/>
              </p14:nvContentPartPr>
              <p14:xfrm>
                <a:off x="5206142" y="2159981"/>
                <a:ext cx="105120" cy="1191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784585D5-9C7C-05C1-21A3-DF5B3F723B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188502" y="2141981"/>
                  <a:ext cx="140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6B800BC6-D1B3-B50A-D201-C88AE51E58FB}"/>
                    </a:ext>
                  </a:extLst>
                </p14:cNvPr>
                <p14:cNvContentPartPr/>
                <p14:nvPr/>
              </p14:nvContentPartPr>
              <p14:xfrm>
                <a:off x="5140622" y="2334581"/>
                <a:ext cx="220320" cy="1116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6B800BC6-D1B3-B50A-D201-C88AE51E58F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22982" y="2316581"/>
                  <a:ext cx="255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36A6939-5E34-B00D-F4EA-70A5FD9E8A2F}"/>
                    </a:ext>
                  </a:extLst>
                </p14:cNvPr>
                <p14:cNvContentPartPr/>
                <p14:nvPr/>
              </p14:nvContentPartPr>
              <p14:xfrm>
                <a:off x="5207582" y="2406221"/>
                <a:ext cx="167040" cy="15588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36A6939-5E34-B00D-F4EA-70A5FD9E8A2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89942" y="2388221"/>
                  <a:ext cx="20268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0AD9DEE9-C5A1-0CD0-A700-CB713366CEAB}"/>
              </a:ext>
            </a:extLst>
          </p:cNvPr>
          <p:cNvGrpSpPr/>
          <p:nvPr/>
        </p:nvGrpSpPr>
        <p:grpSpPr>
          <a:xfrm>
            <a:off x="8341022" y="909701"/>
            <a:ext cx="2774520" cy="1103400"/>
            <a:chOff x="8341022" y="909701"/>
            <a:chExt cx="2774520" cy="11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EFFC361D-7117-8AE6-EA33-993B0BB347BA}"/>
                    </a:ext>
                  </a:extLst>
                </p14:cNvPr>
                <p14:cNvContentPartPr/>
                <p14:nvPr/>
              </p14:nvContentPartPr>
              <p14:xfrm>
                <a:off x="8855102" y="1342421"/>
                <a:ext cx="566640" cy="43704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EFFC361D-7117-8AE6-EA33-993B0BB347B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837462" y="1324781"/>
                  <a:ext cx="6022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E1D073DD-7328-22B6-725D-C61D8BCC99E2}"/>
                    </a:ext>
                  </a:extLst>
                </p14:cNvPr>
                <p14:cNvContentPartPr/>
                <p14:nvPr/>
              </p14:nvContentPartPr>
              <p14:xfrm>
                <a:off x="8639102" y="1317941"/>
                <a:ext cx="206640" cy="12636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E1D073DD-7328-22B6-725D-C61D8BCC99E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21462" y="1299941"/>
                  <a:ext cx="242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2B886235-8500-609E-9D17-391EAE7B8FB8}"/>
                    </a:ext>
                  </a:extLst>
                </p14:cNvPr>
                <p14:cNvContentPartPr/>
                <p14:nvPr/>
              </p14:nvContentPartPr>
              <p14:xfrm>
                <a:off x="9133022" y="1605581"/>
                <a:ext cx="211680" cy="1562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2B886235-8500-609E-9D17-391EAE7B8FB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115382" y="1587941"/>
                  <a:ext cx="247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EC1820D3-9DFB-54E0-9804-A9BF9683F3A7}"/>
                    </a:ext>
                  </a:extLst>
                </p14:cNvPr>
                <p14:cNvContentPartPr/>
                <p14:nvPr/>
              </p14:nvContentPartPr>
              <p14:xfrm>
                <a:off x="9251462" y="1482101"/>
                <a:ext cx="240120" cy="1465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EC1820D3-9DFB-54E0-9804-A9BF9683F3A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233462" y="1464101"/>
                  <a:ext cx="275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547F976-89D6-CEAD-35DE-76E67BA96612}"/>
                    </a:ext>
                  </a:extLst>
                </p14:cNvPr>
                <p14:cNvContentPartPr/>
                <p14:nvPr/>
              </p14:nvContentPartPr>
              <p14:xfrm>
                <a:off x="9818822" y="1747781"/>
                <a:ext cx="129600" cy="104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547F976-89D6-CEAD-35DE-76E67BA9661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801182" y="1730141"/>
                  <a:ext cx="165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F3EF69D1-0A42-B211-169A-4718BB99A113}"/>
                    </a:ext>
                  </a:extLst>
                </p14:cNvPr>
                <p14:cNvContentPartPr/>
                <p14:nvPr/>
              </p14:nvContentPartPr>
              <p14:xfrm>
                <a:off x="9813782" y="1658501"/>
                <a:ext cx="117000" cy="936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F3EF69D1-0A42-B211-169A-4718BB99A11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796142" y="1640501"/>
                  <a:ext cx="152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88B01B44-7845-8EB0-5BE7-A7A1D3597F5F}"/>
                    </a:ext>
                  </a:extLst>
                </p14:cNvPr>
                <p14:cNvContentPartPr/>
                <p14:nvPr/>
              </p14:nvContentPartPr>
              <p14:xfrm>
                <a:off x="10213742" y="1595141"/>
                <a:ext cx="278640" cy="14976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88B01B44-7845-8EB0-5BE7-A7A1D3597F5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96102" y="1577141"/>
                  <a:ext cx="314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3D631C02-5177-6EAD-E8BC-53EAF1BBEAE3}"/>
                    </a:ext>
                  </a:extLst>
                </p14:cNvPr>
                <p14:cNvContentPartPr/>
                <p14:nvPr/>
              </p14:nvContentPartPr>
              <p14:xfrm>
                <a:off x="10431182" y="1175381"/>
                <a:ext cx="252360" cy="12204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3D631C02-5177-6EAD-E8BC-53EAF1BBEAE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413182" y="1157741"/>
                  <a:ext cx="288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8515A8CF-A880-B1B3-2446-1F1E5809AEE6}"/>
                    </a:ext>
                  </a:extLst>
                </p14:cNvPr>
                <p14:cNvContentPartPr/>
                <p14:nvPr/>
              </p14:nvContentPartPr>
              <p14:xfrm>
                <a:off x="10466102" y="1361141"/>
                <a:ext cx="273600" cy="90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8515A8CF-A880-B1B3-2446-1F1E5809AEE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48102" y="1343501"/>
                  <a:ext cx="309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A0D242D1-21B5-4812-A3A0-FB0AF75BC430}"/>
                    </a:ext>
                  </a:extLst>
                </p14:cNvPr>
                <p14:cNvContentPartPr/>
                <p14:nvPr/>
              </p14:nvContentPartPr>
              <p14:xfrm>
                <a:off x="10528022" y="1432781"/>
                <a:ext cx="158040" cy="9756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A0D242D1-21B5-4812-A3A0-FB0AF75BC43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510382" y="1414781"/>
                  <a:ext cx="193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3C01284C-75A7-98CD-96F1-2EFFEA05A9D3}"/>
                    </a:ext>
                  </a:extLst>
                </p14:cNvPr>
                <p14:cNvContentPartPr/>
                <p14:nvPr/>
              </p14:nvContentPartPr>
              <p14:xfrm>
                <a:off x="8341022" y="909701"/>
                <a:ext cx="2774520" cy="11034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3C01284C-75A7-98CD-96F1-2EFFEA05A9D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23022" y="891701"/>
                  <a:ext cx="2810160" cy="11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6C2291E0-B523-62CE-2671-04E1CBCAC1F3}"/>
                  </a:ext>
                </a:extLst>
              </p14:cNvPr>
              <p14:cNvContentPartPr/>
              <p14:nvPr/>
            </p14:nvContentPartPr>
            <p14:xfrm>
              <a:off x="991622" y="2423861"/>
              <a:ext cx="57960" cy="14220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6C2291E0-B523-62CE-2671-04E1CBCAC1F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973622" y="2406221"/>
                <a:ext cx="936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9CE3E026-F78D-3FFA-E07C-C774E8BBC64C}"/>
                  </a:ext>
                </a:extLst>
              </p14:cNvPr>
              <p14:cNvContentPartPr/>
              <p14:nvPr/>
            </p14:nvContentPartPr>
            <p14:xfrm>
              <a:off x="5709422" y="728621"/>
              <a:ext cx="35280" cy="14436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9CE3E026-F78D-3FFA-E07C-C774E8BBC64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5691782" y="710621"/>
                <a:ext cx="709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6C9C90C2-6626-9518-9DC2-8F96DF2960E7}"/>
                  </a:ext>
                </a:extLst>
              </p14:cNvPr>
              <p14:cNvContentPartPr/>
              <p14:nvPr/>
            </p14:nvContentPartPr>
            <p14:xfrm>
              <a:off x="829982" y="3319181"/>
              <a:ext cx="140760" cy="88452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6C9C90C2-6626-9518-9DC2-8F96DF2960E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812342" y="3301541"/>
                <a:ext cx="176400" cy="9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759AC405-F9C8-4C8B-6243-C15AF1C5063B}"/>
              </a:ext>
            </a:extLst>
          </p:cNvPr>
          <p:cNvGrpSpPr/>
          <p:nvPr/>
        </p:nvGrpSpPr>
        <p:grpSpPr>
          <a:xfrm>
            <a:off x="1119422" y="3473621"/>
            <a:ext cx="1007640" cy="364680"/>
            <a:chOff x="1119422" y="3473621"/>
            <a:chExt cx="100764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7253F081-02F6-4009-000D-1D3748E018F9}"/>
                    </a:ext>
                  </a:extLst>
                </p14:cNvPr>
                <p14:cNvContentPartPr/>
                <p14:nvPr/>
              </p14:nvContentPartPr>
              <p14:xfrm>
                <a:off x="1119422" y="3473621"/>
                <a:ext cx="473400" cy="3646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7253F081-02F6-4009-000D-1D3748E018F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01782" y="3455621"/>
                  <a:ext cx="5090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75581094-8072-A885-8877-7FD9BE50BB39}"/>
                    </a:ext>
                  </a:extLst>
                </p14:cNvPr>
                <p14:cNvContentPartPr/>
                <p14:nvPr/>
              </p14:nvContentPartPr>
              <p14:xfrm>
                <a:off x="1365302" y="3681341"/>
                <a:ext cx="87120" cy="1432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75581094-8072-A885-8877-7FD9BE50BB3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347662" y="3663341"/>
                  <a:ext cx="122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60A06AD7-E987-3859-B29A-176486706739}"/>
                    </a:ext>
                  </a:extLst>
                </p14:cNvPr>
                <p14:cNvContentPartPr/>
                <p14:nvPr/>
              </p14:nvContentPartPr>
              <p14:xfrm>
                <a:off x="1339382" y="3704741"/>
                <a:ext cx="164160" cy="10224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60A06AD7-E987-3859-B29A-17648670673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321382" y="3687101"/>
                  <a:ext cx="199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C21B7C87-85D0-CAFA-085F-1F62B60761F5}"/>
                    </a:ext>
                  </a:extLst>
                </p14:cNvPr>
                <p14:cNvContentPartPr/>
                <p14:nvPr/>
              </p14:nvContentPartPr>
              <p14:xfrm>
                <a:off x="1562942" y="3491981"/>
                <a:ext cx="30240" cy="6444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C21B7C87-85D0-CAFA-085F-1F62B60761F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544942" y="3473981"/>
                  <a:ext cx="65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CEDE93F7-5DD0-4D53-D58B-91FA5E55B107}"/>
                    </a:ext>
                  </a:extLst>
                </p14:cNvPr>
                <p14:cNvContentPartPr/>
                <p14:nvPr/>
              </p14:nvContentPartPr>
              <p14:xfrm>
                <a:off x="1729622" y="3509981"/>
                <a:ext cx="181080" cy="3042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CEDE93F7-5DD0-4D53-D58B-91FA5E55B10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711982" y="3491981"/>
                  <a:ext cx="2167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D978EC16-5CA7-625B-E0A1-A4F4DA9A5DF0}"/>
                    </a:ext>
                  </a:extLst>
                </p14:cNvPr>
                <p14:cNvContentPartPr/>
                <p14:nvPr/>
              </p14:nvContentPartPr>
              <p14:xfrm>
                <a:off x="1949222" y="3656861"/>
                <a:ext cx="109800" cy="12780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D978EC16-5CA7-625B-E0A1-A4F4DA9A5DF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931222" y="3638861"/>
                  <a:ext cx="145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D82549AF-0601-0FDE-734E-928BF2DA5FD4}"/>
                    </a:ext>
                  </a:extLst>
                </p14:cNvPr>
                <p14:cNvContentPartPr/>
                <p14:nvPr/>
              </p14:nvContentPartPr>
              <p14:xfrm>
                <a:off x="1969022" y="3657941"/>
                <a:ext cx="158040" cy="1177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D82549AF-0601-0FDE-734E-928BF2DA5FD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951022" y="3639941"/>
                  <a:ext cx="19368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334A3F1C-52F1-1212-B50C-BEDCA52F7596}"/>
              </a:ext>
            </a:extLst>
          </p:cNvPr>
          <p:cNvGrpSpPr/>
          <p:nvPr/>
        </p:nvGrpSpPr>
        <p:grpSpPr>
          <a:xfrm>
            <a:off x="2422262" y="3659021"/>
            <a:ext cx="144360" cy="90720"/>
            <a:chOff x="2422262" y="3659021"/>
            <a:chExt cx="14436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BE7CCAD6-3448-2119-161B-664E5188CB90}"/>
                    </a:ext>
                  </a:extLst>
                </p14:cNvPr>
                <p14:cNvContentPartPr/>
                <p14:nvPr/>
              </p14:nvContentPartPr>
              <p14:xfrm>
                <a:off x="2422262" y="3747221"/>
                <a:ext cx="136800" cy="25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BE7CCAD6-3448-2119-161B-664E5188CB9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404262" y="3729581"/>
                  <a:ext cx="172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9DDD7C25-6BC8-B01E-F92F-C1981CD62CF9}"/>
                    </a:ext>
                  </a:extLst>
                </p14:cNvPr>
                <p14:cNvContentPartPr/>
                <p14:nvPr/>
              </p14:nvContentPartPr>
              <p14:xfrm>
                <a:off x="2429822" y="3659021"/>
                <a:ext cx="136800" cy="360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9DDD7C25-6BC8-B01E-F92F-C1981CD62CF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411822" y="3641021"/>
                  <a:ext cx="1724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CC95636C-7048-FD33-D211-B9D373568B0B}"/>
              </a:ext>
            </a:extLst>
          </p:cNvPr>
          <p:cNvGrpSpPr/>
          <p:nvPr/>
        </p:nvGrpSpPr>
        <p:grpSpPr>
          <a:xfrm>
            <a:off x="2909702" y="3149261"/>
            <a:ext cx="1125000" cy="1010880"/>
            <a:chOff x="2909702" y="3149261"/>
            <a:chExt cx="112500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EBF44FE5-221B-D084-0EA1-C7B6502D516C}"/>
                    </a:ext>
                  </a:extLst>
                </p14:cNvPr>
                <p14:cNvContentPartPr/>
                <p14:nvPr/>
              </p14:nvContentPartPr>
              <p14:xfrm>
                <a:off x="2909702" y="3269501"/>
                <a:ext cx="168480" cy="8906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EBF44FE5-221B-D084-0EA1-C7B6502D516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92062" y="3251861"/>
                  <a:ext cx="204120" cy="9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1637CBE3-42BC-BE40-6693-F40D3B1F8116}"/>
                    </a:ext>
                  </a:extLst>
                </p14:cNvPr>
                <p14:cNvContentPartPr/>
                <p14:nvPr/>
              </p14:nvContentPartPr>
              <p14:xfrm>
                <a:off x="3209582" y="3541661"/>
                <a:ext cx="150480" cy="1882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1637CBE3-42BC-BE40-6693-F40D3B1F811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91942" y="3523661"/>
                  <a:ext cx="186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C6B07934-A783-A361-1AB1-469F032E1AD9}"/>
                    </a:ext>
                  </a:extLst>
                </p14:cNvPr>
                <p14:cNvContentPartPr/>
                <p14:nvPr/>
              </p14:nvContentPartPr>
              <p14:xfrm>
                <a:off x="3192302" y="3596381"/>
                <a:ext cx="220680" cy="1090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C6B07934-A783-A361-1AB1-469F032E1A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174302" y="3578741"/>
                  <a:ext cx="256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A9A38F6F-65F6-781B-A038-31D4BE14F4F6}"/>
                    </a:ext>
                  </a:extLst>
                </p14:cNvPr>
                <p14:cNvContentPartPr/>
                <p14:nvPr/>
              </p14:nvContentPartPr>
              <p14:xfrm>
                <a:off x="3432062" y="3149261"/>
                <a:ext cx="73440" cy="1393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A9A38F6F-65F6-781B-A038-31D4BE14F4F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14422" y="3131621"/>
                  <a:ext cx="109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29A10518-6C92-69D1-9A96-C8055C1AB045}"/>
                    </a:ext>
                  </a:extLst>
                </p14:cNvPr>
                <p14:cNvContentPartPr/>
                <p14:nvPr/>
              </p14:nvContentPartPr>
              <p14:xfrm>
                <a:off x="3356102" y="3320981"/>
                <a:ext cx="270000" cy="54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29A10518-6C92-69D1-9A96-C8055C1AB04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338462" y="3303341"/>
                  <a:ext cx="305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180FEAD9-06D9-B705-D0CE-F71BF57DA18B}"/>
                    </a:ext>
                  </a:extLst>
                </p14:cNvPr>
                <p14:cNvContentPartPr/>
                <p14:nvPr/>
              </p14:nvContentPartPr>
              <p14:xfrm>
                <a:off x="3444302" y="3365981"/>
                <a:ext cx="117000" cy="15480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180FEAD9-06D9-B705-D0CE-F71BF57DA18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426662" y="3348341"/>
                  <a:ext cx="152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0CB2DE75-7A06-8C64-BF9C-113C1B981BCB}"/>
                    </a:ext>
                  </a:extLst>
                </p14:cNvPr>
                <p14:cNvContentPartPr/>
                <p14:nvPr/>
              </p14:nvContentPartPr>
              <p14:xfrm>
                <a:off x="3644102" y="3459581"/>
                <a:ext cx="191520" cy="2761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0CB2DE75-7A06-8C64-BF9C-113C1B981BC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26462" y="3441581"/>
                  <a:ext cx="227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075B0013-7459-E660-037E-F6FD7F042867}"/>
                    </a:ext>
                  </a:extLst>
                </p14:cNvPr>
                <p14:cNvContentPartPr/>
                <p14:nvPr/>
              </p14:nvContentPartPr>
              <p14:xfrm>
                <a:off x="3882782" y="3581981"/>
                <a:ext cx="134640" cy="1267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075B0013-7459-E660-037E-F6FD7F04286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64782" y="3563981"/>
                  <a:ext cx="170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E39F4DE9-43F9-372A-B811-96A3A658EB17}"/>
                    </a:ext>
                  </a:extLst>
                </p14:cNvPr>
                <p14:cNvContentPartPr/>
                <p14:nvPr/>
              </p14:nvContentPartPr>
              <p14:xfrm>
                <a:off x="3901502" y="3575141"/>
                <a:ext cx="133200" cy="14580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E39F4DE9-43F9-372A-B811-96A3A658EB1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83502" y="3557501"/>
                  <a:ext cx="1688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Agrupar 154">
            <a:extLst>
              <a:ext uri="{FF2B5EF4-FFF2-40B4-BE49-F238E27FC236}">
                <a16:creationId xmlns:a16="http://schemas.microsoft.com/office/drawing/2014/main" id="{F34BDCD7-9620-46FD-CD7A-2BA5FA54C0EC}"/>
              </a:ext>
            </a:extLst>
          </p:cNvPr>
          <p:cNvGrpSpPr/>
          <p:nvPr/>
        </p:nvGrpSpPr>
        <p:grpSpPr>
          <a:xfrm>
            <a:off x="4493702" y="3695741"/>
            <a:ext cx="155520" cy="81000"/>
            <a:chOff x="4493702" y="3695741"/>
            <a:chExt cx="15552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A77C0EED-33E0-85D6-C14B-2E3E185980FB}"/>
                    </a:ext>
                  </a:extLst>
                </p14:cNvPr>
                <p14:cNvContentPartPr/>
                <p14:nvPr/>
              </p14:nvContentPartPr>
              <p14:xfrm>
                <a:off x="4493702" y="3769541"/>
                <a:ext cx="155520" cy="720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A77C0EED-33E0-85D6-C14B-2E3E185980F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476062" y="3751901"/>
                  <a:ext cx="191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60128AFE-3421-8630-4D67-811766D3475A}"/>
                    </a:ext>
                  </a:extLst>
                </p14:cNvPr>
                <p14:cNvContentPartPr/>
                <p14:nvPr/>
              </p14:nvContentPartPr>
              <p14:xfrm>
                <a:off x="4534742" y="3695741"/>
                <a:ext cx="98640" cy="14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60128AFE-3421-8630-4D67-811766D3475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16742" y="3678101"/>
                  <a:ext cx="1342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Agrupar 180">
            <a:extLst>
              <a:ext uri="{FF2B5EF4-FFF2-40B4-BE49-F238E27FC236}">
                <a16:creationId xmlns:a16="http://schemas.microsoft.com/office/drawing/2014/main" id="{213AC692-B626-9F4E-43D5-F62E09EB6820}"/>
              </a:ext>
            </a:extLst>
          </p:cNvPr>
          <p:cNvGrpSpPr/>
          <p:nvPr/>
        </p:nvGrpSpPr>
        <p:grpSpPr>
          <a:xfrm>
            <a:off x="8545502" y="2323421"/>
            <a:ext cx="3207240" cy="996120"/>
            <a:chOff x="8545502" y="2323421"/>
            <a:chExt cx="3207240" cy="9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A17D38B3-B331-AD18-87B8-3125BBB68321}"/>
                    </a:ext>
                  </a:extLst>
                </p14:cNvPr>
                <p14:cNvContentPartPr/>
                <p14:nvPr/>
              </p14:nvContentPartPr>
              <p14:xfrm>
                <a:off x="8545502" y="2495501"/>
                <a:ext cx="116280" cy="6768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A17D38B3-B331-AD18-87B8-3125BBB6832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27502" y="2477501"/>
                  <a:ext cx="15192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D4E8F9FA-14A4-0532-341B-911C640135EB}"/>
                    </a:ext>
                  </a:extLst>
                </p14:cNvPr>
                <p14:cNvContentPartPr/>
                <p14:nvPr/>
              </p14:nvContentPartPr>
              <p14:xfrm>
                <a:off x="8774462" y="2730221"/>
                <a:ext cx="127080" cy="18936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D4E8F9FA-14A4-0532-341B-911C640135E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56822" y="2712221"/>
                  <a:ext cx="162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219F2300-0C55-6CB2-4C83-D99326AFFDC1}"/>
                    </a:ext>
                  </a:extLst>
                </p14:cNvPr>
                <p14:cNvContentPartPr/>
                <p14:nvPr/>
              </p14:nvContentPartPr>
              <p14:xfrm>
                <a:off x="8776982" y="2742461"/>
                <a:ext cx="179280" cy="14580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219F2300-0C55-6CB2-4C83-D99326AFFDC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758982" y="2724821"/>
                  <a:ext cx="214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08AEB349-4C77-F3BA-2A07-7D0DBCB611CB}"/>
                    </a:ext>
                  </a:extLst>
                </p14:cNvPr>
                <p14:cNvContentPartPr/>
                <p14:nvPr/>
              </p14:nvContentPartPr>
              <p14:xfrm>
                <a:off x="8909822" y="2557061"/>
                <a:ext cx="196560" cy="1479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08AEB349-4C77-F3BA-2A07-7D0DBCB611C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92182" y="2539061"/>
                  <a:ext cx="232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B88676E5-6C09-6948-EC26-C5F1CFE900B6}"/>
                    </a:ext>
                  </a:extLst>
                </p14:cNvPr>
                <p14:cNvContentPartPr/>
                <p14:nvPr/>
              </p14:nvContentPartPr>
              <p14:xfrm>
                <a:off x="9200342" y="2609621"/>
                <a:ext cx="136800" cy="30960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B88676E5-6C09-6948-EC26-C5F1CFE900B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82702" y="2591981"/>
                  <a:ext cx="1724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4DFFE5D0-14A9-E9B9-29C9-CF02AA46A7D5}"/>
                    </a:ext>
                  </a:extLst>
                </p14:cNvPr>
                <p14:cNvContentPartPr/>
                <p14:nvPr/>
              </p14:nvContentPartPr>
              <p14:xfrm>
                <a:off x="9384302" y="2732381"/>
                <a:ext cx="96120" cy="1346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4DFFE5D0-14A9-E9B9-29C9-CF02AA46A7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66302" y="2714741"/>
                  <a:ext cx="131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32E02DBB-C410-CF63-1E2F-AACD7019FB58}"/>
                    </a:ext>
                  </a:extLst>
                </p14:cNvPr>
                <p14:cNvContentPartPr/>
                <p14:nvPr/>
              </p14:nvContentPartPr>
              <p14:xfrm>
                <a:off x="9386822" y="2752541"/>
                <a:ext cx="123480" cy="14580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32E02DBB-C410-CF63-1E2F-AACD7019FB5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368822" y="2734901"/>
                  <a:ext cx="159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71231FA5-091A-48C5-9A2E-71E8B6AC88F3}"/>
                    </a:ext>
                  </a:extLst>
                </p14:cNvPr>
                <p14:cNvContentPartPr/>
                <p14:nvPr/>
              </p14:nvContentPartPr>
              <p14:xfrm>
                <a:off x="9757982" y="2886821"/>
                <a:ext cx="139320" cy="360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71231FA5-091A-48C5-9A2E-71E8B6AC88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740342" y="2868821"/>
                  <a:ext cx="174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EBB8EB20-63B0-13C0-94AB-83FA21A3412A}"/>
                    </a:ext>
                  </a:extLst>
                </p14:cNvPr>
                <p14:cNvContentPartPr/>
                <p14:nvPr/>
              </p14:nvContentPartPr>
              <p14:xfrm>
                <a:off x="9771662" y="2781701"/>
                <a:ext cx="105840" cy="36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EBB8EB20-63B0-13C0-94AB-83FA21A3412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54022" y="2763701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368EC988-E90D-9C9A-6729-9CD619CFF20A}"/>
                    </a:ext>
                  </a:extLst>
                </p14:cNvPr>
                <p14:cNvContentPartPr/>
                <p14:nvPr/>
              </p14:nvContentPartPr>
              <p14:xfrm>
                <a:off x="10165502" y="2688821"/>
                <a:ext cx="118080" cy="1803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368EC988-E90D-9C9A-6729-9CD619CFF20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47502" y="2671181"/>
                  <a:ext cx="153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06D0F9B1-7E8F-2CAE-8CE5-151F9B308178}"/>
                    </a:ext>
                  </a:extLst>
                </p14:cNvPr>
                <p14:cNvContentPartPr/>
                <p14:nvPr/>
              </p14:nvContentPartPr>
              <p14:xfrm>
                <a:off x="10129502" y="2705741"/>
                <a:ext cx="216360" cy="1645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06D0F9B1-7E8F-2CAE-8CE5-151F9B30817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111502" y="2687741"/>
                  <a:ext cx="252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F65AC3C7-A3A9-9027-4B17-24AB485555E3}"/>
                    </a:ext>
                  </a:extLst>
                </p14:cNvPr>
                <p14:cNvContentPartPr/>
                <p14:nvPr/>
              </p14:nvContentPartPr>
              <p14:xfrm>
                <a:off x="10323182" y="2428541"/>
                <a:ext cx="206640" cy="10440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F65AC3C7-A3A9-9027-4B17-24AB485555E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305182" y="2410541"/>
                  <a:ext cx="242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141EFA0C-EE5D-3F3C-8361-0DF8D5FAFBF3}"/>
                    </a:ext>
                  </a:extLst>
                </p14:cNvPr>
                <p14:cNvContentPartPr/>
                <p14:nvPr/>
              </p14:nvContentPartPr>
              <p14:xfrm>
                <a:off x="10662302" y="2323421"/>
                <a:ext cx="15120" cy="17712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141EFA0C-EE5D-3F3C-8361-0DF8D5FAFBF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44302" y="2305421"/>
                  <a:ext cx="50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C3DE78EF-5423-9035-8FF5-E1A1211ACD34}"/>
                    </a:ext>
                  </a:extLst>
                </p14:cNvPr>
                <p14:cNvContentPartPr/>
                <p14:nvPr/>
              </p14:nvContentPartPr>
              <p14:xfrm>
                <a:off x="10624862" y="2395061"/>
                <a:ext cx="124560" cy="936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C3DE78EF-5423-9035-8FF5-E1A1211ACD3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07222" y="2377061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F684BE66-A8A2-1765-EAF6-F435BDD3A05B}"/>
                    </a:ext>
                  </a:extLst>
                </p14:cNvPr>
                <p14:cNvContentPartPr/>
                <p14:nvPr/>
              </p14:nvContentPartPr>
              <p14:xfrm>
                <a:off x="10848422" y="2341421"/>
                <a:ext cx="98640" cy="12960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F684BE66-A8A2-1765-EAF6-F435BDD3A05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830782" y="2323421"/>
                  <a:ext cx="134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9786B452-D445-2962-C460-4B89BC8F98DF}"/>
                    </a:ext>
                  </a:extLst>
                </p14:cNvPr>
                <p14:cNvContentPartPr/>
                <p14:nvPr/>
              </p14:nvContentPartPr>
              <p14:xfrm>
                <a:off x="10133102" y="2939381"/>
                <a:ext cx="766440" cy="280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9786B452-D445-2962-C460-4B89BC8F98D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115462" y="2921381"/>
                  <a:ext cx="802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14C6B946-4593-E5FC-DEC0-09BF4361C793}"/>
                    </a:ext>
                  </a:extLst>
                </p14:cNvPr>
                <p14:cNvContentPartPr/>
                <p14:nvPr/>
              </p14:nvContentPartPr>
              <p14:xfrm>
                <a:off x="10107182" y="3191741"/>
                <a:ext cx="221400" cy="12780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14C6B946-4593-E5FC-DEC0-09BF4361C79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089182" y="3174101"/>
                  <a:ext cx="257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66E4DC6D-D277-37E4-7E0D-590A71D66EEB}"/>
                    </a:ext>
                  </a:extLst>
                </p14:cNvPr>
                <p14:cNvContentPartPr/>
                <p14:nvPr/>
              </p14:nvContentPartPr>
              <p14:xfrm>
                <a:off x="10493102" y="3152861"/>
                <a:ext cx="12600" cy="15444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66E4DC6D-D277-37E4-7E0D-590A71D66EE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75462" y="3134861"/>
                  <a:ext cx="48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E886A349-945D-BC83-FD06-ECC93BFE29A6}"/>
                    </a:ext>
                  </a:extLst>
                </p14:cNvPr>
                <p14:cNvContentPartPr/>
                <p14:nvPr/>
              </p14:nvContentPartPr>
              <p14:xfrm>
                <a:off x="10441262" y="3243221"/>
                <a:ext cx="136800" cy="93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E886A349-945D-BC83-FD06-ECC93BFE29A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23262" y="3225221"/>
                  <a:ext cx="172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4C3BC167-B3BA-A6DA-A7DF-BBAC60935BF6}"/>
                    </a:ext>
                  </a:extLst>
                </p14:cNvPr>
                <p14:cNvContentPartPr/>
                <p14:nvPr/>
              </p14:nvContentPartPr>
              <p14:xfrm>
                <a:off x="10751582" y="3157181"/>
                <a:ext cx="134640" cy="16236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4C3BC167-B3BA-A6DA-A7DF-BBAC60935BF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733582" y="3139541"/>
                  <a:ext cx="170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DB94CD05-DB16-991A-C5FE-FFDE06C0F743}"/>
                    </a:ext>
                  </a:extLst>
                </p14:cNvPr>
                <p14:cNvContentPartPr/>
                <p14:nvPr/>
              </p14:nvContentPartPr>
              <p14:xfrm>
                <a:off x="11202302" y="2697821"/>
                <a:ext cx="11520" cy="20052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DB94CD05-DB16-991A-C5FE-FFDE06C0F74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184662" y="2679821"/>
                  <a:ext cx="47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6027C104-5071-ABC0-4FC8-29B251C7B60E}"/>
                    </a:ext>
                  </a:extLst>
                </p14:cNvPr>
                <p14:cNvContentPartPr/>
                <p14:nvPr/>
              </p14:nvContentPartPr>
              <p14:xfrm>
                <a:off x="11168822" y="2804021"/>
                <a:ext cx="171720" cy="612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6027C104-5071-ABC0-4FC8-29B251C7B60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151182" y="2786021"/>
                  <a:ext cx="207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D72C3C02-9618-4FDE-227A-23BA51EF0399}"/>
                    </a:ext>
                  </a:extLst>
                </p14:cNvPr>
                <p14:cNvContentPartPr/>
                <p14:nvPr/>
              </p14:nvContentPartPr>
              <p14:xfrm>
                <a:off x="11537102" y="2706821"/>
                <a:ext cx="215640" cy="15804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D72C3C02-9618-4FDE-227A-23BA51EF039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519462" y="2688821"/>
                  <a:ext cx="25128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3F725408-7727-70CB-9978-2B306E158193}"/>
              </a:ext>
            </a:extLst>
          </p:cNvPr>
          <p:cNvGrpSpPr/>
          <p:nvPr/>
        </p:nvGrpSpPr>
        <p:grpSpPr>
          <a:xfrm>
            <a:off x="4940822" y="3113621"/>
            <a:ext cx="889560" cy="725760"/>
            <a:chOff x="4940822" y="3113621"/>
            <a:chExt cx="889560" cy="72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917239C0-FCDD-296C-8D37-5FAD153E926A}"/>
                    </a:ext>
                  </a:extLst>
                </p14:cNvPr>
                <p14:cNvContentPartPr/>
                <p14:nvPr/>
              </p14:nvContentPartPr>
              <p14:xfrm>
                <a:off x="4994102" y="3561821"/>
                <a:ext cx="144360" cy="1857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917239C0-FCDD-296C-8D37-5FAD153E926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76462" y="3543821"/>
                  <a:ext cx="180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1D4827F4-258E-3AB9-1E26-867AB74FD782}"/>
                    </a:ext>
                  </a:extLst>
                </p14:cNvPr>
                <p14:cNvContentPartPr/>
                <p14:nvPr/>
              </p14:nvContentPartPr>
              <p14:xfrm>
                <a:off x="4993022" y="3608621"/>
                <a:ext cx="199080" cy="12348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1D4827F4-258E-3AB9-1E26-867AB74FD78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975022" y="3590981"/>
                  <a:ext cx="234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5135E37-12C6-411F-85CF-44ADA7EF2EB0}"/>
                    </a:ext>
                  </a:extLst>
                </p14:cNvPr>
                <p14:cNvContentPartPr/>
                <p14:nvPr/>
              </p14:nvContentPartPr>
              <p14:xfrm>
                <a:off x="5255102" y="3113621"/>
                <a:ext cx="113400" cy="15120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5135E37-12C6-411F-85CF-44ADA7EF2EB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37102" y="3095621"/>
                  <a:ext cx="149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AD182A83-83EE-0CA4-F3E7-48D9203642E6}"/>
                    </a:ext>
                  </a:extLst>
                </p14:cNvPr>
                <p14:cNvContentPartPr/>
                <p14:nvPr/>
              </p14:nvContentPartPr>
              <p14:xfrm>
                <a:off x="5171942" y="3292541"/>
                <a:ext cx="254880" cy="136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AD182A83-83EE-0CA4-F3E7-48D9203642E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153942" y="3274541"/>
                  <a:ext cx="290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FE727A2B-898C-5FCA-1667-60B9DBA3EB5A}"/>
                    </a:ext>
                  </a:extLst>
                </p14:cNvPr>
                <p14:cNvContentPartPr/>
                <p14:nvPr/>
              </p14:nvContentPartPr>
              <p14:xfrm>
                <a:off x="5234582" y="3380021"/>
                <a:ext cx="164880" cy="13500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FE727A2B-898C-5FCA-1667-60B9DBA3EB5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216582" y="3362021"/>
                  <a:ext cx="200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2B38A95D-1EF0-5531-4FE2-F684EB24073E}"/>
                    </a:ext>
                  </a:extLst>
                </p14:cNvPr>
                <p14:cNvContentPartPr/>
                <p14:nvPr/>
              </p14:nvContentPartPr>
              <p14:xfrm>
                <a:off x="5545622" y="3170501"/>
                <a:ext cx="10800" cy="1490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2B38A95D-1EF0-5531-4FE2-F684EB24073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527622" y="3152861"/>
                  <a:ext cx="46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070ABF08-B135-5548-207F-B48AA3DB7AF3}"/>
                    </a:ext>
                  </a:extLst>
                </p14:cNvPr>
                <p14:cNvContentPartPr/>
                <p14:nvPr/>
              </p14:nvContentPartPr>
              <p14:xfrm>
                <a:off x="5507102" y="3234221"/>
                <a:ext cx="105840" cy="1728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070ABF08-B135-5548-207F-B48AA3DB7AF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9102" y="3216581"/>
                  <a:ext cx="141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4F6EB05D-B7BC-BF31-DEE3-D726AFEB2C96}"/>
                    </a:ext>
                  </a:extLst>
                </p14:cNvPr>
                <p14:cNvContentPartPr/>
                <p14:nvPr/>
              </p14:nvContentPartPr>
              <p14:xfrm>
                <a:off x="5758382" y="3116861"/>
                <a:ext cx="72000" cy="16380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4F6EB05D-B7BC-BF31-DEE3-D726AFEB2C9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740382" y="3098861"/>
                  <a:ext cx="107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8531D7D6-5B7E-CF45-F19E-5891A181A533}"/>
                    </a:ext>
                  </a:extLst>
                </p14:cNvPr>
                <p14:cNvContentPartPr/>
                <p14:nvPr/>
              </p14:nvContentPartPr>
              <p14:xfrm>
                <a:off x="4940822" y="3787541"/>
                <a:ext cx="840960" cy="5184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8531D7D6-5B7E-CF45-F19E-5891A181A53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922822" y="3769541"/>
                  <a:ext cx="87660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Agrupar 198">
            <a:extLst>
              <a:ext uri="{FF2B5EF4-FFF2-40B4-BE49-F238E27FC236}">
                <a16:creationId xmlns:a16="http://schemas.microsoft.com/office/drawing/2014/main" id="{0488466F-2350-9B60-D82A-1E8720CBBA29}"/>
              </a:ext>
            </a:extLst>
          </p:cNvPr>
          <p:cNvGrpSpPr/>
          <p:nvPr/>
        </p:nvGrpSpPr>
        <p:grpSpPr>
          <a:xfrm>
            <a:off x="5042702" y="3975461"/>
            <a:ext cx="796320" cy="577440"/>
            <a:chOff x="5042702" y="3975461"/>
            <a:chExt cx="796320" cy="57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436FA4AA-CBAB-9582-A675-4D0C728A96B0}"/>
                    </a:ext>
                  </a:extLst>
                </p14:cNvPr>
                <p14:cNvContentPartPr/>
                <p14:nvPr/>
              </p14:nvContentPartPr>
              <p14:xfrm>
                <a:off x="5092022" y="3975461"/>
                <a:ext cx="132480" cy="19584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436FA4AA-CBAB-9582-A675-4D0C728A96B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74022" y="3957461"/>
                  <a:ext cx="168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FDB76ABD-4F36-6B89-7327-3CCC0F75127D}"/>
                    </a:ext>
                  </a:extLst>
                </p14:cNvPr>
                <p14:cNvContentPartPr/>
                <p14:nvPr/>
              </p14:nvContentPartPr>
              <p14:xfrm>
                <a:off x="5042702" y="4236821"/>
                <a:ext cx="299520" cy="1368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FDB76ABD-4F36-6B89-7327-3CCC0F75127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024702" y="4218821"/>
                  <a:ext cx="335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2DB3FAAE-4751-4D58-B387-F31EE272E82B}"/>
                    </a:ext>
                  </a:extLst>
                </p14:cNvPr>
                <p14:cNvContentPartPr/>
                <p14:nvPr/>
              </p14:nvContentPartPr>
              <p14:xfrm>
                <a:off x="5095262" y="4316021"/>
                <a:ext cx="221040" cy="23688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2DB3FAAE-4751-4D58-B387-F31EE272E82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077622" y="4298381"/>
                  <a:ext cx="256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815D59B-DD5D-6909-B01C-63BA5C87B59D}"/>
                    </a:ext>
                  </a:extLst>
                </p14:cNvPr>
                <p14:cNvContentPartPr/>
                <p14:nvPr/>
              </p14:nvContentPartPr>
              <p14:xfrm>
                <a:off x="5514662" y="4025501"/>
                <a:ext cx="14040" cy="15444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815D59B-DD5D-6909-B01C-63BA5C87B59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496662" y="4007861"/>
                  <a:ext cx="49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78A43DEB-2D61-7EE0-BEF2-1566D08E1E00}"/>
                    </a:ext>
                  </a:extLst>
                </p14:cNvPr>
                <p14:cNvContentPartPr/>
                <p14:nvPr/>
              </p14:nvContentPartPr>
              <p14:xfrm>
                <a:off x="5478662" y="4090301"/>
                <a:ext cx="111960" cy="360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78A43DEB-2D61-7EE0-BEF2-1566D08E1E0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460662" y="4072661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7C489EDB-0087-8340-1C50-05FA56BC1962}"/>
                    </a:ext>
                  </a:extLst>
                </p14:cNvPr>
                <p14:cNvContentPartPr/>
                <p14:nvPr/>
              </p14:nvContentPartPr>
              <p14:xfrm>
                <a:off x="5728142" y="3998501"/>
                <a:ext cx="110880" cy="16920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7C489EDB-0087-8340-1C50-05FA56BC196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10142" y="3980861"/>
                  <a:ext cx="1465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E16106F8-98AE-65ED-D34D-5E1608A3ABDD}"/>
              </a:ext>
            </a:extLst>
          </p:cNvPr>
          <p:cNvGrpSpPr/>
          <p:nvPr/>
        </p:nvGrpSpPr>
        <p:grpSpPr>
          <a:xfrm>
            <a:off x="5976542" y="3541661"/>
            <a:ext cx="555480" cy="217080"/>
            <a:chOff x="5976542" y="3541661"/>
            <a:chExt cx="55548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2173107B-3E9D-CF3D-B5A4-8D5C65A8A81C}"/>
                    </a:ext>
                  </a:extLst>
                </p14:cNvPr>
                <p14:cNvContentPartPr/>
                <p14:nvPr/>
              </p14:nvContentPartPr>
              <p14:xfrm>
                <a:off x="6032342" y="3561101"/>
                <a:ext cx="10440" cy="19764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2173107B-3E9D-CF3D-B5A4-8D5C65A8A81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014702" y="3543101"/>
                  <a:ext cx="46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E98FB4CB-87A7-FBEB-ABC5-A646F23CA518}"/>
                    </a:ext>
                  </a:extLst>
                </p14:cNvPr>
                <p14:cNvContentPartPr/>
                <p14:nvPr/>
              </p14:nvContentPartPr>
              <p14:xfrm>
                <a:off x="5976542" y="3660101"/>
                <a:ext cx="163080" cy="2052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E98FB4CB-87A7-FBEB-ABC5-A646F23CA51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958542" y="3642461"/>
                  <a:ext cx="198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5778F61F-2A1A-4FD9-D10D-1BB4DC6916D5}"/>
                    </a:ext>
                  </a:extLst>
                </p14:cNvPr>
                <p14:cNvContentPartPr/>
                <p14:nvPr/>
              </p14:nvContentPartPr>
              <p14:xfrm>
                <a:off x="6317822" y="3541661"/>
                <a:ext cx="214200" cy="20700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5778F61F-2A1A-4FD9-D10D-1BB4DC6916D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300182" y="3523661"/>
                  <a:ext cx="24984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Agrupar 206">
            <a:extLst>
              <a:ext uri="{FF2B5EF4-FFF2-40B4-BE49-F238E27FC236}">
                <a16:creationId xmlns:a16="http://schemas.microsoft.com/office/drawing/2014/main" id="{77371AB5-21A8-DCD4-F353-B6E2C2B16511}"/>
              </a:ext>
            </a:extLst>
          </p:cNvPr>
          <p:cNvGrpSpPr/>
          <p:nvPr/>
        </p:nvGrpSpPr>
        <p:grpSpPr>
          <a:xfrm>
            <a:off x="6843422" y="3592061"/>
            <a:ext cx="133200" cy="87480"/>
            <a:chOff x="6843422" y="3592061"/>
            <a:chExt cx="13320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1333FD38-C34D-80E2-CD6A-204746D84F31}"/>
                    </a:ext>
                  </a:extLst>
                </p14:cNvPr>
                <p14:cNvContentPartPr/>
                <p14:nvPr/>
              </p14:nvContentPartPr>
              <p14:xfrm>
                <a:off x="6843422" y="3679181"/>
                <a:ext cx="133200" cy="36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1333FD38-C34D-80E2-CD6A-204746D84F3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825422" y="3661181"/>
                  <a:ext cx="168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8AC17EBF-8875-87CC-DACC-F569D3ED8789}"/>
                    </a:ext>
                  </a:extLst>
                </p14:cNvPr>
                <p14:cNvContentPartPr/>
                <p14:nvPr/>
              </p14:nvContentPartPr>
              <p14:xfrm>
                <a:off x="6845942" y="3592061"/>
                <a:ext cx="105840" cy="720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8AC17EBF-8875-87CC-DACC-F569D3ED878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827942" y="3574061"/>
                  <a:ext cx="1414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40D2FDA6-A3FF-58A3-376A-D786243203CE}"/>
              </a:ext>
            </a:extLst>
          </p:cNvPr>
          <p:cNvGrpSpPr/>
          <p:nvPr/>
        </p:nvGrpSpPr>
        <p:grpSpPr>
          <a:xfrm>
            <a:off x="809102" y="5337701"/>
            <a:ext cx="199080" cy="82080"/>
            <a:chOff x="809102" y="5337701"/>
            <a:chExt cx="199080" cy="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4E96FDA8-A6FC-804B-01BC-8EA51F68BEB5}"/>
                    </a:ext>
                  </a:extLst>
                </p14:cNvPr>
                <p14:cNvContentPartPr/>
                <p14:nvPr/>
              </p14:nvContentPartPr>
              <p14:xfrm>
                <a:off x="837542" y="5413661"/>
                <a:ext cx="163080" cy="612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4E96FDA8-A6FC-804B-01BC-8EA51F68BEB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19902" y="5396021"/>
                  <a:ext cx="198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FCBC204A-4D13-1DF9-A4FB-2C619A735D78}"/>
                    </a:ext>
                  </a:extLst>
                </p14:cNvPr>
                <p14:cNvContentPartPr/>
                <p14:nvPr/>
              </p14:nvContentPartPr>
              <p14:xfrm>
                <a:off x="809102" y="5337701"/>
                <a:ext cx="199080" cy="1476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FCBC204A-4D13-1DF9-A4FB-2C619A735D7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91102" y="5320061"/>
                  <a:ext cx="23472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25" name="Tinta 224">
                <a:extLst>
                  <a:ext uri="{FF2B5EF4-FFF2-40B4-BE49-F238E27FC236}">
                    <a16:creationId xmlns:a16="http://schemas.microsoft.com/office/drawing/2014/main" id="{1F8BC3C4-E67C-9EA3-A3BC-F1C68314E3B7}"/>
                  </a:ext>
                </a:extLst>
              </p14:cNvPr>
              <p14:cNvContentPartPr/>
              <p14:nvPr/>
            </p14:nvContentPartPr>
            <p14:xfrm>
              <a:off x="11367542" y="4546061"/>
              <a:ext cx="210240" cy="216360"/>
            </p14:xfrm>
          </p:contentPart>
        </mc:Choice>
        <mc:Fallback>
          <p:pic>
            <p:nvPicPr>
              <p:cNvPr id="225" name="Tinta 224">
                <a:extLst>
                  <a:ext uri="{FF2B5EF4-FFF2-40B4-BE49-F238E27FC236}">
                    <a16:creationId xmlns:a16="http://schemas.microsoft.com/office/drawing/2014/main" id="{1F8BC3C4-E67C-9EA3-A3BC-F1C68314E3B7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1349542" y="4528421"/>
                <a:ext cx="24588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BFC9837B-FD17-B595-51BA-C285EA30BD26}"/>
              </a:ext>
            </a:extLst>
          </p:cNvPr>
          <p:cNvGrpSpPr/>
          <p:nvPr/>
        </p:nvGrpSpPr>
        <p:grpSpPr>
          <a:xfrm>
            <a:off x="8876342" y="3963221"/>
            <a:ext cx="3632760" cy="1178280"/>
            <a:chOff x="8876342" y="3963221"/>
            <a:chExt cx="3632760" cy="11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229E5EE6-889F-AE4B-03FB-07734321BE68}"/>
                    </a:ext>
                  </a:extLst>
                </p14:cNvPr>
                <p14:cNvContentPartPr/>
                <p14:nvPr/>
              </p14:nvContentPartPr>
              <p14:xfrm>
                <a:off x="11093222" y="4399901"/>
                <a:ext cx="744120" cy="3600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229E5EE6-889F-AE4B-03FB-07734321BE6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075222" y="4382261"/>
                  <a:ext cx="779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80C0EC1B-C750-D3CA-AC9E-839574CC15C9}"/>
                    </a:ext>
                  </a:extLst>
                </p14:cNvPr>
                <p14:cNvContentPartPr/>
                <p14:nvPr/>
              </p14:nvContentPartPr>
              <p14:xfrm>
                <a:off x="9979022" y="4218821"/>
                <a:ext cx="104760" cy="20088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80C0EC1B-C750-D3CA-AC9E-839574CC15C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61382" y="4201181"/>
                  <a:ext cx="140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6F3CFBE6-D904-83E6-62D8-189680067F51}"/>
                    </a:ext>
                  </a:extLst>
                </p14:cNvPr>
                <p14:cNvContentPartPr/>
                <p14:nvPr/>
              </p14:nvContentPartPr>
              <p14:xfrm>
                <a:off x="9876062" y="4474781"/>
                <a:ext cx="226440" cy="3168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6F3CFBE6-D904-83E6-62D8-189680067F5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858062" y="4457141"/>
                  <a:ext cx="262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7BEFAA22-BD19-176B-5850-FB4F090C2F57}"/>
                    </a:ext>
                  </a:extLst>
                </p14:cNvPr>
                <p14:cNvContentPartPr/>
                <p14:nvPr/>
              </p14:nvContentPartPr>
              <p14:xfrm>
                <a:off x="9850502" y="4570901"/>
                <a:ext cx="219600" cy="15804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7BEFAA22-BD19-176B-5850-FB4F090C2F5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832862" y="4552901"/>
                  <a:ext cx="255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57966A17-91C0-D6B3-7F4F-C91D4A7DA4F2}"/>
                    </a:ext>
                  </a:extLst>
                </p14:cNvPr>
                <p14:cNvContentPartPr/>
                <p14:nvPr/>
              </p14:nvContentPartPr>
              <p14:xfrm>
                <a:off x="10251182" y="4343021"/>
                <a:ext cx="14400" cy="13284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57966A17-91C0-D6B3-7F4F-C91D4A7DA4F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33182" y="4325021"/>
                  <a:ext cx="50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B5C4FC32-72DF-E56F-7B4E-D62F30411D54}"/>
                    </a:ext>
                  </a:extLst>
                </p14:cNvPr>
                <p14:cNvContentPartPr/>
                <p14:nvPr/>
              </p14:nvContentPartPr>
              <p14:xfrm>
                <a:off x="10211222" y="4398821"/>
                <a:ext cx="139320" cy="144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B5C4FC32-72DF-E56F-7B4E-D62F30411D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193582" y="4381181"/>
                  <a:ext cx="174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259DEB30-AFF3-0D73-B2B0-8C87D2978D09}"/>
                    </a:ext>
                  </a:extLst>
                </p14:cNvPr>
                <p14:cNvContentPartPr/>
                <p14:nvPr/>
              </p14:nvContentPartPr>
              <p14:xfrm>
                <a:off x="10492382" y="4252301"/>
                <a:ext cx="96840" cy="18936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259DEB30-AFF3-0D73-B2B0-8C87D2978D0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74382" y="4234661"/>
                  <a:ext cx="132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00CD9C1A-C454-94A5-EDE9-9AB9B6656FC0}"/>
                    </a:ext>
                  </a:extLst>
                </p14:cNvPr>
                <p14:cNvContentPartPr/>
                <p14:nvPr/>
              </p14:nvContentPartPr>
              <p14:xfrm>
                <a:off x="10754102" y="4420061"/>
                <a:ext cx="98640" cy="828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00CD9C1A-C454-94A5-EDE9-9AB9B6656FC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736102" y="4402421"/>
                  <a:ext cx="134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370A4623-16B7-E2C8-FAF6-F23BA9604078}"/>
                    </a:ext>
                  </a:extLst>
                </p14:cNvPr>
                <p14:cNvContentPartPr/>
                <p14:nvPr/>
              </p14:nvContentPartPr>
              <p14:xfrm>
                <a:off x="10755182" y="4346261"/>
                <a:ext cx="109800" cy="1368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370A4623-16B7-E2C8-FAF6-F23BA960407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37542" y="4328621"/>
                  <a:ext cx="145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D2F61845-5CFC-E31A-7AB1-1FD4DE1D6198}"/>
                    </a:ext>
                  </a:extLst>
                </p14:cNvPr>
                <p14:cNvContentPartPr/>
                <p14:nvPr/>
              </p14:nvContentPartPr>
              <p14:xfrm>
                <a:off x="10442342" y="4497101"/>
                <a:ext cx="222480" cy="1152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D2F61845-5CFC-E31A-7AB1-1FD4DE1D619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424702" y="4479461"/>
                  <a:ext cx="258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B2C29B19-3906-AE9A-3C9B-7C06A9ECAFC6}"/>
                    </a:ext>
                  </a:extLst>
                </p14:cNvPr>
                <p14:cNvContentPartPr/>
                <p14:nvPr/>
              </p14:nvContentPartPr>
              <p14:xfrm>
                <a:off x="10498142" y="4592141"/>
                <a:ext cx="107280" cy="16704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B2C29B19-3906-AE9A-3C9B-7C06A9ECAFC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80502" y="4574501"/>
                  <a:ext cx="142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735605EF-96F5-FAA3-15CD-86C05457B8D7}"/>
                    </a:ext>
                  </a:extLst>
                </p14:cNvPr>
                <p14:cNvContentPartPr/>
                <p14:nvPr/>
              </p14:nvContentPartPr>
              <p14:xfrm>
                <a:off x="11123102" y="4116221"/>
                <a:ext cx="99360" cy="19440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735605EF-96F5-FAA3-15CD-86C05457B8D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105462" y="4098221"/>
                  <a:ext cx="135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2255A150-B907-25D5-5B75-2FD40DFBC585}"/>
                    </a:ext>
                  </a:extLst>
                </p14:cNvPr>
                <p14:cNvContentPartPr/>
                <p14:nvPr/>
              </p14:nvContentPartPr>
              <p14:xfrm>
                <a:off x="11386622" y="4154021"/>
                <a:ext cx="2520" cy="16236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2255A150-B907-25D5-5B75-2FD40DFBC58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368622" y="4136381"/>
                  <a:ext cx="38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7A575600-D107-3A0B-963A-B4BF991D5F82}"/>
                    </a:ext>
                  </a:extLst>
                </p14:cNvPr>
                <p14:cNvContentPartPr/>
                <p14:nvPr/>
              </p14:nvContentPartPr>
              <p14:xfrm>
                <a:off x="11332622" y="4231061"/>
                <a:ext cx="127080" cy="360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7A575600-D107-3A0B-963A-B4BF991D5F8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314982" y="4213421"/>
                  <a:ext cx="162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BECC7F77-47BC-6399-6F7A-6289B973EDDA}"/>
                    </a:ext>
                  </a:extLst>
                </p14:cNvPr>
                <p14:cNvContentPartPr/>
                <p14:nvPr/>
              </p14:nvContentPartPr>
              <p14:xfrm>
                <a:off x="11574182" y="4078061"/>
                <a:ext cx="176040" cy="22500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BECC7F77-47BC-6399-6F7A-6289B973EDD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556542" y="4060421"/>
                  <a:ext cx="211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D45CB5B3-E2A8-0846-AADB-5ACE43B9C208}"/>
                    </a:ext>
                  </a:extLst>
                </p14:cNvPr>
                <p14:cNvContentPartPr/>
                <p14:nvPr/>
              </p14:nvContentPartPr>
              <p14:xfrm>
                <a:off x="11983502" y="4358501"/>
                <a:ext cx="92160" cy="36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D45CB5B3-E2A8-0846-AADB-5ACE43B9C20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965862" y="4340861"/>
                  <a:ext cx="12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F566D920-0B43-4E62-AE65-7F8E2B008D1F}"/>
                    </a:ext>
                  </a:extLst>
                </p14:cNvPr>
                <p14:cNvContentPartPr/>
                <p14:nvPr/>
              </p14:nvContentPartPr>
              <p14:xfrm>
                <a:off x="11961182" y="4292621"/>
                <a:ext cx="104760" cy="144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F566D920-0B43-4E62-AE65-7F8E2B008D1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943182" y="4274981"/>
                  <a:ext cx="140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1BB4D643-B587-E020-7C9E-3EE92D52A2CA}"/>
                    </a:ext>
                  </a:extLst>
                </p14:cNvPr>
                <p14:cNvContentPartPr/>
                <p14:nvPr/>
              </p14:nvContentPartPr>
              <p14:xfrm>
                <a:off x="12288062" y="4147541"/>
                <a:ext cx="120600" cy="20808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1BB4D643-B587-E020-7C9E-3EE92D52A2C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2270422" y="4129541"/>
                  <a:ext cx="156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9AB5F2EC-ABF3-6715-7647-2C1F82C62B9B}"/>
                    </a:ext>
                  </a:extLst>
                </p14:cNvPr>
                <p14:cNvContentPartPr/>
                <p14:nvPr/>
              </p14:nvContentPartPr>
              <p14:xfrm>
                <a:off x="12179702" y="4398821"/>
                <a:ext cx="300960" cy="1260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9AB5F2EC-ABF3-6715-7647-2C1F82C62B9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2162062" y="4381181"/>
                  <a:ext cx="336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3135DFC4-BB86-CB40-79D4-8E8E8656BA4E}"/>
                    </a:ext>
                  </a:extLst>
                </p14:cNvPr>
                <p14:cNvContentPartPr/>
                <p14:nvPr/>
              </p14:nvContentPartPr>
              <p14:xfrm>
                <a:off x="12267182" y="4469381"/>
                <a:ext cx="241920" cy="20484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3135DFC4-BB86-CB40-79D4-8E8E8656BA4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2249182" y="4451381"/>
                  <a:ext cx="277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F2A51600-C3C7-82C4-4F2F-DAEB7ABCCC31}"/>
                    </a:ext>
                  </a:extLst>
                </p14:cNvPr>
                <p14:cNvContentPartPr/>
                <p14:nvPr/>
              </p14:nvContentPartPr>
              <p14:xfrm>
                <a:off x="9278822" y="3963221"/>
                <a:ext cx="777600" cy="117828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F2A51600-C3C7-82C4-4F2F-DAEB7ABCCC3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261182" y="3945221"/>
                  <a:ext cx="813240" cy="12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A00CAA41-7EDF-A74C-9165-67CCCCC4767D}"/>
                    </a:ext>
                  </a:extLst>
                </p14:cNvPr>
                <p14:cNvContentPartPr/>
                <p14:nvPr/>
              </p14:nvContentPartPr>
              <p14:xfrm>
                <a:off x="9061742" y="3978341"/>
                <a:ext cx="142920" cy="9720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A00CAA41-7EDF-A74C-9165-67CCCCC4767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043742" y="3960341"/>
                  <a:ext cx="178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8D42799E-0802-442A-BBF3-46DF4139EAAF}"/>
                    </a:ext>
                  </a:extLst>
                </p14:cNvPr>
                <p14:cNvContentPartPr/>
                <p14:nvPr/>
              </p14:nvContentPartPr>
              <p14:xfrm>
                <a:off x="8914862" y="3987701"/>
                <a:ext cx="10440" cy="1476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8D42799E-0802-442A-BBF3-46DF4139EAA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896862" y="3969701"/>
                  <a:ext cx="46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CA1C270D-D1E8-FAAF-37DC-76F0164A9F6A}"/>
                    </a:ext>
                  </a:extLst>
                </p14:cNvPr>
                <p14:cNvContentPartPr/>
                <p14:nvPr/>
              </p14:nvContentPartPr>
              <p14:xfrm>
                <a:off x="8876342" y="3967541"/>
                <a:ext cx="38880" cy="3384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CA1C270D-D1E8-FAAF-37DC-76F0164A9F6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858342" y="3949541"/>
                  <a:ext cx="7452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FBDA133-1BA1-D1DC-673E-A1862E79B5A0}"/>
              </a:ext>
            </a:extLst>
          </p:cNvPr>
          <p:cNvGrpSpPr/>
          <p:nvPr/>
        </p:nvGrpSpPr>
        <p:grpSpPr>
          <a:xfrm>
            <a:off x="1205102" y="4734341"/>
            <a:ext cx="381600" cy="655200"/>
            <a:chOff x="1205102" y="4734341"/>
            <a:chExt cx="38160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78B26266-76FD-93B6-C42C-B34E8E624F3D}"/>
                    </a:ext>
                  </a:extLst>
                </p14:cNvPr>
                <p14:cNvContentPartPr/>
                <p14:nvPr/>
              </p14:nvContentPartPr>
              <p14:xfrm>
                <a:off x="1224902" y="5215301"/>
                <a:ext cx="143280" cy="16956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78B26266-76FD-93B6-C42C-B34E8E624F3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207262" y="5197661"/>
                  <a:ext cx="178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90E9F34C-4328-10B4-9DFC-071FDBBD57CA}"/>
                    </a:ext>
                  </a:extLst>
                </p14:cNvPr>
                <p14:cNvContentPartPr/>
                <p14:nvPr/>
              </p14:nvContentPartPr>
              <p14:xfrm>
                <a:off x="1205102" y="5239421"/>
                <a:ext cx="251280" cy="15012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90E9F34C-4328-10B4-9DFC-071FDBBD57C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87462" y="5221421"/>
                  <a:ext cx="286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D1F9D6BC-7115-970F-6A42-3734BF733968}"/>
                    </a:ext>
                  </a:extLst>
                </p14:cNvPr>
                <p14:cNvContentPartPr/>
                <p14:nvPr/>
              </p14:nvContentPartPr>
              <p14:xfrm>
                <a:off x="1377902" y="4734341"/>
                <a:ext cx="135720" cy="15660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D1F9D6BC-7115-970F-6A42-3734BF73396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359902" y="4716701"/>
                  <a:ext cx="171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8CF6A4C8-51D1-17B1-9981-15BDE0414FDF}"/>
                    </a:ext>
                  </a:extLst>
                </p14:cNvPr>
                <p14:cNvContentPartPr/>
                <p14:nvPr/>
              </p14:nvContentPartPr>
              <p14:xfrm>
                <a:off x="1346582" y="4947821"/>
                <a:ext cx="240120" cy="720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8CF6A4C8-51D1-17B1-9981-15BDE0414FD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328942" y="4929821"/>
                  <a:ext cx="275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A121FD80-1C40-CA42-7DA6-8E510D56AE49}"/>
                    </a:ext>
                  </a:extLst>
                </p14:cNvPr>
                <p14:cNvContentPartPr/>
                <p14:nvPr/>
              </p14:nvContentPartPr>
              <p14:xfrm>
                <a:off x="1440182" y="5002541"/>
                <a:ext cx="142920" cy="12204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A121FD80-1C40-CA42-7DA6-8E510D56AE4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422542" y="4984901"/>
                  <a:ext cx="1785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Agrupar 251">
            <a:extLst>
              <a:ext uri="{FF2B5EF4-FFF2-40B4-BE49-F238E27FC236}">
                <a16:creationId xmlns:a16="http://schemas.microsoft.com/office/drawing/2014/main" id="{10019805-7238-B538-B3A1-40177E28C2ED}"/>
              </a:ext>
            </a:extLst>
          </p:cNvPr>
          <p:cNvGrpSpPr/>
          <p:nvPr/>
        </p:nvGrpSpPr>
        <p:grpSpPr>
          <a:xfrm>
            <a:off x="1182782" y="5500421"/>
            <a:ext cx="444960" cy="663480"/>
            <a:chOff x="1182782" y="5500421"/>
            <a:chExt cx="444960" cy="66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4C3DF08C-B794-02C3-E98E-D76DD4A61450}"/>
                    </a:ext>
                  </a:extLst>
                </p14:cNvPr>
                <p14:cNvContentPartPr/>
                <p14:nvPr/>
              </p14:nvContentPartPr>
              <p14:xfrm>
                <a:off x="1182782" y="5500421"/>
                <a:ext cx="433800" cy="648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4C3DF08C-B794-02C3-E98E-D76DD4A6145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65142" y="5482421"/>
                  <a:ext cx="469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B120F1D1-3387-A9B8-D80A-87F6FC5552C9}"/>
                    </a:ext>
                  </a:extLst>
                </p14:cNvPr>
                <p14:cNvContentPartPr/>
                <p14:nvPr/>
              </p14:nvContentPartPr>
              <p14:xfrm>
                <a:off x="1303382" y="5595821"/>
                <a:ext cx="173880" cy="20952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B120F1D1-3387-A9B8-D80A-87F6FC5552C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285382" y="5577821"/>
                  <a:ext cx="209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E0948349-173C-7FFD-1E5D-C3DF7D373E50}"/>
                    </a:ext>
                  </a:extLst>
                </p14:cNvPr>
                <p14:cNvContentPartPr/>
                <p14:nvPr/>
              </p14:nvContentPartPr>
              <p14:xfrm>
                <a:off x="1247582" y="5837381"/>
                <a:ext cx="312120" cy="104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E0948349-173C-7FFD-1E5D-C3DF7D373E5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229582" y="5819381"/>
                  <a:ext cx="347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883FB347-06B9-0028-ED86-9487DBB334F7}"/>
                    </a:ext>
                  </a:extLst>
                </p14:cNvPr>
                <p14:cNvContentPartPr/>
                <p14:nvPr/>
              </p14:nvContentPartPr>
              <p14:xfrm>
                <a:off x="1340462" y="5923421"/>
                <a:ext cx="287280" cy="24048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883FB347-06B9-0028-ED86-9487DBB334F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322462" y="5905421"/>
                  <a:ext cx="32292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Agrupar 255">
            <a:extLst>
              <a:ext uri="{FF2B5EF4-FFF2-40B4-BE49-F238E27FC236}">
                <a16:creationId xmlns:a16="http://schemas.microsoft.com/office/drawing/2014/main" id="{A5CF8B82-E7C8-8B28-7B91-0ECD607E920F}"/>
              </a:ext>
            </a:extLst>
          </p:cNvPr>
          <p:cNvGrpSpPr/>
          <p:nvPr/>
        </p:nvGrpSpPr>
        <p:grpSpPr>
          <a:xfrm>
            <a:off x="1729262" y="5227181"/>
            <a:ext cx="144360" cy="205920"/>
            <a:chOff x="1729262" y="5227181"/>
            <a:chExt cx="14436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CCB3A440-CF92-637A-4635-735DCAAF497B}"/>
                    </a:ext>
                  </a:extLst>
                </p14:cNvPr>
                <p14:cNvContentPartPr/>
                <p14:nvPr/>
              </p14:nvContentPartPr>
              <p14:xfrm>
                <a:off x="1765262" y="5227181"/>
                <a:ext cx="36360" cy="20592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CCB3A440-CF92-637A-4635-735DCAAF497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747622" y="5209181"/>
                  <a:ext cx="72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47CC2C78-50D2-A1A8-E83E-60E521FEA2F5}"/>
                    </a:ext>
                  </a:extLst>
                </p14:cNvPr>
                <p14:cNvContentPartPr/>
                <p14:nvPr/>
              </p14:nvContentPartPr>
              <p14:xfrm>
                <a:off x="1729262" y="5327621"/>
                <a:ext cx="144360" cy="828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47CC2C78-50D2-A1A8-E83E-60E521FEA2F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711262" y="5309981"/>
                  <a:ext cx="18000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55" name="Tinta 254">
                <a:extLst>
                  <a:ext uri="{FF2B5EF4-FFF2-40B4-BE49-F238E27FC236}">
                    <a16:creationId xmlns:a16="http://schemas.microsoft.com/office/drawing/2014/main" id="{CE259DA3-01B5-7C4A-8C70-8D4E0A9E1752}"/>
                  </a:ext>
                </a:extLst>
              </p14:cNvPr>
              <p14:cNvContentPartPr/>
              <p14:nvPr/>
            </p14:nvContentPartPr>
            <p14:xfrm>
              <a:off x="2140022" y="5149781"/>
              <a:ext cx="243000" cy="219600"/>
            </p14:xfrm>
          </p:contentPart>
        </mc:Choice>
        <mc:Fallback>
          <p:pic>
            <p:nvPicPr>
              <p:cNvPr id="255" name="Tinta 254">
                <a:extLst>
                  <a:ext uri="{FF2B5EF4-FFF2-40B4-BE49-F238E27FC236}">
                    <a16:creationId xmlns:a16="http://schemas.microsoft.com/office/drawing/2014/main" id="{CE259DA3-01B5-7C4A-8C70-8D4E0A9E1752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2122022" y="5132141"/>
                <a:ext cx="27864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Agrupar 262">
            <a:extLst>
              <a:ext uri="{FF2B5EF4-FFF2-40B4-BE49-F238E27FC236}">
                <a16:creationId xmlns:a16="http://schemas.microsoft.com/office/drawing/2014/main" id="{E3ECDA69-32FC-F12D-E7D2-C388D71596E9}"/>
              </a:ext>
            </a:extLst>
          </p:cNvPr>
          <p:cNvGrpSpPr/>
          <p:nvPr/>
        </p:nvGrpSpPr>
        <p:grpSpPr>
          <a:xfrm>
            <a:off x="2670662" y="5323301"/>
            <a:ext cx="165600" cy="108720"/>
            <a:chOff x="2670662" y="5323301"/>
            <a:chExt cx="16560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CF862466-6686-ED51-E6C2-5BA7C43BE519}"/>
                    </a:ext>
                  </a:extLst>
                </p14:cNvPr>
                <p14:cNvContentPartPr/>
                <p14:nvPr/>
              </p14:nvContentPartPr>
              <p14:xfrm>
                <a:off x="2670662" y="5425901"/>
                <a:ext cx="159480" cy="612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CF862466-6686-ED51-E6C2-5BA7C43BE51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652662" y="5408261"/>
                  <a:ext cx="195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91D86122-4E32-C3DF-8863-D0A70CC92377}"/>
                    </a:ext>
                  </a:extLst>
                </p14:cNvPr>
                <p14:cNvContentPartPr/>
                <p14:nvPr/>
              </p14:nvContentPartPr>
              <p14:xfrm>
                <a:off x="2673182" y="5323301"/>
                <a:ext cx="163080" cy="1944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91D86122-4E32-C3DF-8863-D0A70CC9237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655182" y="5305301"/>
                  <a:ext cx="1987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Agrupar 268">
            <a:extLst>
              <a:ext uri="{FF2B5EF4-FFF2-40B4-BE49-F238E27FC236}">
                <a16:creationId xmlns:a16="http://schemas.microsoft.com/office/drawing/2014/main" id="{2C42086D-20E6-3EE9-4D3A-5F9082907C05}"/>
              </a:ext>
            </a:extLst>
          </p:cNvPr>
          <p:cNvGrpSpPr/>
          <p:nvPr/>
        </p:nvGrpSpPr>
        <p:grpSpPr>
          <a:xfrm>
            <a:off x="3080342" y="4883741"/>
            <a:ext cx="652680" cy="515520"/>
            <a:chOff x="3080342" y="4883741"/>
            <a:chExt cx="652680" cy="5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EC69769C-DE83-2230-BD9B-40E353F0DFC7}"/>
                    </a:ext>
                  </a:extLst>
                </p14:cNvPr>
                <p14:cNvContentPartPr/>
                <p14:nvPr/>
              </p14:nvContentPartPr>
              <p14:xfrm>
                <a:off x="3204542" y="4943141"/>
                <a:ext cx="524520" cy="45612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EC69769C-DE83-2230-BD9B-40E353F0DFC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186902" y="4925501"/>
                  <a:ext cx="5601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23EAD482-333B-B3A8-A16B-04BE5D09F3D4}"/>
                    </a:ext>
                  </a:extLst>
                </p14:cNvPr>
                <p14:cNvContentPartPr/>
                <p14:nvPr/>
              </p14:nvContentPartPr>
              <p14:xfrm>
                <a:off x="3080342" y="4883741"/>
                <a:ext cx="163080" cy="18504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23EAD482-333B-B3A8-A16B-04BE5D09F3D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062702" y="4865741"/>
                  <a:ext cx="1987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76E8B6B1-A20E-DD30-A957-8CE82EF86FF8}"/>
                    </a:ext>
                  </a:extLst>
                </p14:cNvPr>
                <p14:cNvContentPartPr/>
                <p14:nvPr/>
              </p14:nvContentPartPr>
              <p14:xfrm>
                <a:off x="3433142" y="5193701"/>
                <a:ext cx="123480" cy="17136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76E8B6B1-A20E-DD30-A957-8CE82EF86FF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415142" y="5175701"/>
                  <a:ext cx="159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A1E814FE-5001-CF19-63E1-7129A7E560B6}"/>
                    </a:ext>
                  </a:extLst>
                </p14:cNvPr>
                <p14:cNvContentPartPr/>
                <p14:nvPr/>
              </p14:nvContentPartPr>
              <p14:xfrm>
                <a:off x="3432062" y="5214941"/>
                <a:ext cx="140760" cy="11988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A1E814FE-5001-CF19-63E1-7129A7E560B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414062" y="5196941"/>
                  <a:ext cx="176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38F6F41E-9697-7BC5-8695-1EF86C84278B}"/>
                    </a:ext>
                  </a:extLst>
                </p14:cNvPr>
                <p14:cNvContentPartPr/>
                <p14:nvPr/>
              </p14:nvContentPartPr>
              <p14:xfrm>
                <a:off x="3643022" y="5027741"/>
                <a:ext cx="90000" cy="15840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38F6F41E-9697-7BC5-8695-1EF86C84278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625022" y="5009741"/>
                  <a:ext cx="1256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987F9813-2EA8-0BB4-366D-4D948271CFAE}"/>
              </a:ext>
            </a:extLst>
          </p:cNvPr>
          <p:cNvGrpSpPr/>
          <p:nvPr/>
        </p:nvGrpSpPr>
        <p:grpSpPr>
          <a:xfrm>
            <a:off x="9421382" y="1830581"/>
            <a:ext cx="899640" cy="361440"/>
            <a:chOff x="9421382" y="1830581"/>
            <a:chExt cx="89964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0797ACE5-C63D-66B5-BCF4-A8BC291F63AC}"/>
                    </a:ext>
                  </a:extLst>
                </p14:cNvPr>
                <p14:cNvContentPartPr/>
                <p14:nvPr/>
              </p14:nvContentPartPr>
              <p14:xfrm>
                <a:off x="9421382" y="1830581"/>
                <a:ext cx="899640" cy="28764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0797ACE5-C63D-66B5-BCF4-A8BC291F63A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403382" y="1812581"/>
                  <a:ext cx="9352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20176BE2-D611-BD89-68D5-DFFE3E972132}"/>
                    </a:ext>
                  </a:extLst>
                </p14:cNvPr>
                <p14:cNvContentPartPr/>
                <p14:nvPr/>
              </p14:nvContentPartPr>
              <p14:xfrm>
                <a:off x="9422822" y="2059541"/>
                <a:ext cx="149400" cy="13248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20176BE2-D611-BD89-68D5-DFFE3E97213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404822" y="2041541"/>
                  <a:ext cx="18504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Agrupar 274">
            <a:extLst>
              <a:ext uri="{FF2B5EF4-FFF2-40B4-BE49-F238E27FC236}">
                <a16:creationId xmlns:a16="http://schemas.microsoft.com/office/drawing/2014/main" id="{A0CECF06-DC3A-A79E-8526-F89EFB4B036B}"/>
              </a:ext>
            </a:extLst>
          </p:cNvPr>
          <p:cNvGrpSpPr/>
          <p:nvPr/>
        </p:nvGrpSpPr>
        <p:grpSpPr>
          <a:xfrm>
            <a:off x="9390422" y="849221"/>
            <a:ext cx="854640" cy="258840"/>
            <a:chOff x="9390422" y="849221"/>
            <a:chExt cx="85464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C088CB9F-0888-4A17-CAA2-97B686062DF1}"/>
                    </a:ext>
                  </a:extLst>
                </p14:cNvPr>
                <p14:cNvContentPartPr/>
                <p14:nvPr/>
              </p14:nvContentPartPr>
              <p14:xfrm>
                <a:off x="9390422" y="849221"/>
                <a:ext cx="827280" cy="25884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C088CB9F-0888-4A17-CAA2-97B686062DF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372422" y="831221"/>
                  <a:ext cx="8629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C88742B9-FCD0-4EC2-AA4B-AF9D89403E8D}"/>
                    </a:ext>
                  </a:extLst>
                </p14:cNvPr>
                <p14:cNvContentPartPr/>
                <p14:nvPr/>
              </p14:nvContentPartPr>
              <p14:xfrm>
                <a:off x="10105022" y="959021"/>
                <a:ext cx="140040" cy="9180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C88742B9-FCD0-4EC2-AA4B-AF9D89403E8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087022" y="941381"/>
                  <a:ext cx="175680" cy="12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76" name="Tinta 275">
                <a:extLst>
                  <a:ext uri="{FF2B5EF4-FFF2-40B4-BE49-F238E27FC236}">
                    <a16:creationId xmlns:a16="http://schemas.microsoft.com/office/drawing/2014/main" id="{ABB0E10B-B00C-60AE-ED67-362839DE7DC9}"/>
                  </a:ext>
                </a:extLst>
              </p14:cNvPr>
              <p14:cNvContentPartPr/>
              <p14:nvPr/>
            </p14:nvContentPartPr>
            <p14:xfrm>
              <a:off x="3826982" y="5390261"/>
              <a:ext cx="7920" cy="2520"/>
            </p14:xfrm>
          </p:contentPart>
        </mc:Choice>
        <mc:Fallback>
          <p:pic>
            <p:nvPicPr>
              <p:cNvPr id="276" name="Tinta 275">
                <a:extLst>
                  <a:ext uri="{FF2B5EF4-FFF2-40B4-BE49-F238E27FC236}">
                    <a16:creationId xmlns:a16="http://schemas.microsoft.com/office/drawing/2014/main" id="{ABB0E10B-B00C-60AE-ED67-362839DE7DC9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3808982" y="5372261"/>
                <a:ext cx="4356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Agrupar 279">
            <a:extLst>
              <a:ext uri="{FF2B5EF4-FFF2-40B4-BE49-F238E27FC236}">
                <a16:creationId xmlns:a16="http://schemas.microsoft.com/office/drawing/2014/main" id="{5BD642AD-0025-917B-3D68-94FDA1EA999C}"/>
              </a:ext>
            </a:extLst>
          </p:cNvPr>
          <p:cNvGrpSpPr/>
          <p:nvPr/>
        </p:nvGrpSpPr>
        <p:grpSpPr>
          <a:xfrm>
            <a:off x="4001942" y="5097941"/>
            <a:ext cx="261000" cy="309240"/>
            <a:chOff x="4001942" y="5097941"/>
            <a:chExt cx="26100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43EDC354-08C6-F204-A06E-3714BF27A5C2}"/>
                    </a:ext>
                  </a:extLst>
                </p14:cNvPr>
                <p14:cNvContentPartPr/>
                <p14:nvPr/>
              </p14:nvContentPartPr>
              <p14:xfrm>
                <a:off x="4005542" y="5097941"/>
                <a:ext cx="216000" cy="24912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43EDC354-08C6-F204-A06E-3714BF27A5C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987902" y="5080301"/>
                  <a:ext cx="251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D68EC029-285D-73B0-C4E5-56CB9BF5C9FB}"/>
                    </a:ext>
                  </a:extLst>
                </p14:cNvPr>
                <p14:cNvContentPartPr/>
                <p14:nvPr/>
              </p14:nvContentPartPr>
              <p14:xfrm>
                <a:off x="4001942" y="5401061"/>
                <a:ext cx="261000" cy="612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D68EC029-285D-73B0-C4E5-56CB9BF5C9F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983942" y="5383421"/>
                  <a:ext cx="2966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79" name="Tinta 278">
                <a:extLst>
                  <a:ext uri="{FF2B5EF4-FFF2-40B4-BE49-F238E27FC236}">
                    <a16:creationId xmlns:a16="http://schemas.microsoft.com/office/drawing/2014/main" id="{F38DB8DE-349C-5A32-6DDD-D8E14508992E}"/>
                  </a:ext>
                </a:extLst>
              </p14:cNvPr>
              <p14:cNvContentPartPr/>
              <p14:nvPr/>
            </p14:nvContentPartPr>
            <p14:xfrm>
              <a:off x="4057742" y="5510501"/>
              <a:ext cx="165240" cy="294480"/>
            </p14:xfrm>
          </p:contentPart>
        </mc:Choice>
        <mc:Fallback>
          <p:pic>
            <p:nvPicPr>
              <p:cNvPr id="279" name="Tinta 278">
                <a:extLst>
                  <a:ext uri="{FF2B5EF4-FFF2-40B4-BE49-F238E27FC236}">
                    <a16:creationId xmlns:a16="http://schemas.microsoft.com/office/drawing/2014/main" id="{F38DB8DE-349C-5A32-6DDD-D8E14508992E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4040102" y="5492861"/>
                <a:ext cx="200880" cy="3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EBEF9FE8-485B-4F9B-7A29-7B672A8CB3AF}"/>
              </a:ext>
            </a:extLst>
          </p:cNvPr>
          <p:cNvGrpSpPr/>
          <p:nvPr/>
        </p:nvGrpSpPr>
        <p:grpSpPr>
          <a:xfrm>
            <a:off x="4497302" y="5136461"/>
            <a:ext cx="558360" cy="206280"/>
            <a:chOff x="4497302" y="5136461"/>
            <a:chExt cx="55836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2D761B92-89DF-6A42-171D-36536BAC1FA0}"/>
                    </a:ext>
                  </a:extLst>
                </p14:cNvPr>
                <p14:cNvContentPartPr/>
                <p14:nvPr/>
              </p14:nvContentPartPr>
              <p14:xfrm>
                <a:off x="4573262" y="5136461"/>
                <a:ext cx="1440" cy="18576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2D761B92-89DF-6A42-171D-36536BAC1FA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555262" y="5118821"/>
                  <a:ext cx="37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51C0FD78-3BEE-47E7-DD50-AD361DE64F71}"/>
                    </a:ext>
                  </a:extLst>
                </p14:cNvPr>
                <p14:cNvContentPartPr/>
                <p14:nvPr/>
              </p14:nvContentPartPr>
              <p14:xfrm>
                <a:off x="4497302" y="5228261"/>
                <a:ext cx="146880" cy="1476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51C0FD78-3BEE-47E7-DD50-AD361DE64F7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479662" y="5210261"/>
                  <a:ext cx="182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8C116503-0D0A-ED45-0685-1D4F1AF05DB3}"/>
                    </a:ext>
                  </a:extLst>
                </p14:cNvPr>
                <p14:cNvContentPartPr/>
                <p14:nvPr/>
              </p14:nvContentPartPr>
              <p14:xfrm>
                <a:off x="4851542" y="5142221"/>
                <a:ext cx="204120" cy="20052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8C116503-0D0A-ED45-0685-1D4F1AF05DB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833542" y="5124221"/>
                  <a:ext cx="23976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284" name="Tinta 283">
                <a:extLst>
                  <a:ext uri="{FF2B5EF4-FFF2-40B4-BE49-F238E27FC236}">
                    <a16:creationId xmlns:a16="http://schemas.microsoft.com/office/drawing/2014/main" id="{1EFF5BC5-30E3-DB48-004F-DA2ADD3770D6}"/>
                  </a:ext>
                </a:extLst>
              </p14:cNvPr>
              <p14:cNvContentPartPr/>
              <p14:nvPr/>
            </p14:nvContentPartPr>
            <p14:xfrm>
              <a:off x="5340782" y="5307461"/>
              <a:ext cx="89640" cy="2520"/>
            </p14:xfrm>
          </p:contentPart>
        </mc:Choice>
        <mc:Fallback>
          <p:pic>
            <p:nvPicPr>
              <p:cNvPr id="284" name="Tinta 283">
                <a:extLst>
                  <a:ext uri="{FF2B5EF4-FFF2-40B4-BE49-F238E27FC236}">
                    <a16:creationId xmlns:a16="http://schemas.microsoft.com/office/drawing/2014/main" id="{1EFF5BC5-30E3-DB48-004F-DA2ADD3770D6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5322782" y="5289821"/>
                <a:ext cx="1252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6">
            <p14:nvContentPartPr>
              <p14:cNvPr id="285" name="Tinta 284">
                <a:extLst>
                  <a:ext uri="{FF2B5EF4-FFF2-40B4-BE49-F238E27FC236}">
                    <a16:creationId xmlns:a16="http://schemas.microsoft.com/office/drawing/2014/main" id="{4F70F209-5226-60FD-D76D-337E89F659E0}"/>
                  </a:ext>
                </a:extLst>
              </p14:cNvPr>
              <p14:cNvContentPartPr/>
              <p14:nvPr/>
            </p14:nvContentPartPr>
            <p14:xfrm>
              <a:off x="5309462" y="5194781"/>
              <a:ext cx="127080" cy="15840"/>
            </p14:xfrm>
          </p:contentPart>
        </mc:Choice>
        <mc:Fallback>
          <p:pic>
            <p:nvPicPr>
              <p:cNvPr id="285" name="Tinta 284">
                <a:extLst>
                  <a:ext uri="{FF2B5EF4-FFF2-40B4-BE49-F238E27FC236}">
                    <a16:creationId xmlns:a16="http://schemas.microsoft.com/office/drawing/2014/main" id="{4F70F209-5226-60FD-D76D-337E89F659E0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5291822" y="5176781"/>
                <a:ext cx="16272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Agrupar 324">
            <a:extLst>
              <a:ext uri="{FF2B5EF4-FFF2-40B4-BE49-F238E27FC236}">
                <a16:creationId xmlns:a16="http://schemas.microsoft.com/office/drawing/2014/main" id="{FA89C0BA-D297-8E04-602A-FAE1E8218A52}"/>
              </a:ext>
            </a:extLst>
          </p:cNvPr>
          <p:cNvGrpSpPr/>
          <p:nvPr/>
        </p:nvGrpSpPr>
        <p:grpSpPr>
          <a:xfrm>
            <a:off x="9106382" y="5303141"/>
            <a:ext cx="2593080" cy="599400"/>
            <a:chOff x="9106382" y="5303141"/>
            <a:chExt cx="259308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92C272FB-3AC6-AA47-14B0-CD30AF84BC97}"/>
                    </a:ext>
                  </a:extLst>
                </p14:cNvPr>
                <p14:cNvContentPartPr/>
                <p14:nvPr/>
              </p14:nvContentPartPr>
              <p14:xfrm>
                <a:off x="9293582" y="5393501"/>
                <a:ext cx="587880" cy="42300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92C272FB-3AC6-AA47-14B0-CD30AF84BC9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275942" y="5375861"/>
                  <a:ext cx="6235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B1053153-49D6-CBE8-7CDF-E199AC451B3C}"/>
                    </a:ext>
                  </a:extLst>
                </p14:cNvPr>
                <p14:cNvContentPartPr/>
                <p14:nvPr/>
              </p14:nvContentPartPr>
              <p14:xfrm>
                <a:off x="9106382" y="5333741"/>
                <a:ext cx="191160" cy="15408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B1053153-49D6-CBE8-7CDF-E199AC451B3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88382" y="5315741"/>
                  <a:ext cx="226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720B087E-5A27-0FAD-4872-EDC60FCD32F2}"/>
                    </a:ext>
                  </a:extLst>
                </p14:cNvPr>
                <p14:cNvContentPartPr/>
                <p14:nvPr/>
              </p14:nvContentPartPr>
              <p14:xfrm>
                <a:off x="9497342" y="5626061"/>
                <a:ext cx="123840" cy="15696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720B087E-5A27-0FAD-4872-EDC60FCD32F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479342" y="5608061"/>
                  <a:ext cx="159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F5A8284C-24FB-A270-3CD0-0C0A1253CCAE}"/>
                    </a:ext>
                  </a:extLst>
                </p14:cNvPr>
                <p14:cNvContentPartPr/>
                <p14:nvPr/>
              </p14:nvContentPartPr>
              <p14:xfrm>
                <a:off x="9476102" y="5651621"/>
                <a:ext cx="171720" cy="11880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F5A8284C-24FB-A270-3CD0-0C0A1253CCA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458462" y="5633981"/>
                  <a:ext cx="207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3062199D-7C23-0403-C740-B00D9EDA231C}"/>
                    </a:ext>
                  </a:extLst>
                </p14:cNvPr>
                <p14:cNvContentPartPr/>
                <p14:nvPr/>
              </p14:nvContentPartPr>
              <p14:xfrm>
                <a:off x="9680942" y="5470541"/>
                <a:ext cx="101160" cy="12096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3062199D-7C23-0403-C740-B00D9EDA231C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663302" y="5452901"/>
                  <a:ext cx="136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63C4DC36-08B5-9A2E-3948-17FCDD075308}"/>
                    </a:ext>
                  </a:extLst>
                </p14:cNvPr>
                <p14:cNvContentPartPr/>
                <p14:nvPr/>
              </p14:nvContentPartPr>
              <p14:xfrm>
                <a:off x="9889742" y="5398181"/>
                <a:ext cx="1440" cy="7848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63C4DC36-08B5-9A2E-3948-17FCDD07530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871742" y="5380181"/>
                  <a:ext cx="37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B070F0A9-0B4E-1AC1-0CEE-1FA2959F6ED7}"/>
                    </a:ext>
                  </a:extLst>
                </p14:cNvPr>
                <p14:cNvContentPartPr/>
                <p14:nvPr/>
              </p14:nvContentPartPr>
              <p14:xfrm>
                <a:off x="10006382" y="5760341"/>
                <a:ext cx="104760" cy="252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B070F0A9-0B4E-1AC1-0CEE-1FA2959F6ED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988742" y="5742341"/>
                  <a:ext cx="14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34EDB245-022C-A793-4B8F-3317C0EB0172}"/>
                    </a:ext>
                  </a:extLst>
                </p14:cNvPr>
                <p14:cNvContentPartPr/>
                <p14:nvPr/>
              </p14:nvContentPartPr>
              <p14:xfrm>
                <a:off x="10021502" y="5686541"/>
                <a:ext cx="102240" cy="720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34EDB245-022C-A793-4B8F-3317C0EB017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003502" y="5668541"/>
                  <a:ext cx="137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89BFF0AC-F7A2-FE5E-B916-EE181853652E}"/>
                    </a:ext>
                  </a:extLst>
                </p14:cNvPr>
                <p14:cNvContentPartPr/>
                <p14:nvPr/>
              </p14:nvContentPartPr>
              <p14:xfrm>
                <a:off x="10407422" y="5326901"/>
                <a:ext cx="503280" cy="38988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89BFF0AC-F7A2-FE5E-B916-EE181853652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389782" y="5308901"/>
                  <a:ext cx="5389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D8D540FC-E546-169C-2D2A-A861E64C14A3}"/>
                    </a:ext>
                  </a:extLst>
                </p14:cNvPr>
                <p14:cNvContentPartPr/>
                <p14:nvPr/>
              </p14:nvContentPartPr>
              <p14:xfrm>
                <a:off x="10311302" y="5315021"/>
                <a:ext cx="157320" cy="13356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D8D540FC-E546-169C-2D2A-A861E64C14A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293662" y="5297381"/>
                  <a:ext cx="192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1E66E9BB-5D40-8EA4-7055-CA56EB7C6C7E}"/>
                    </a:ext>
                  </a:extLst>
                </p14:cNvPr>
                <p14:cNvContentPartPr/>
                <p14:nvPr/>
              </p14:nvContentPartPr>
              <p14:xfrm>
                <a:off x="10621982" y="5573501"/>
                <a:ext cx="127440" cy="17064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1E66E9BB-5D40-8EA4-7055-CA56EB7C6C7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604342" y="5555861"/>
                  <a:ext cx="163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31606B1A-4507-D044-095E-19689674D517}"/>
                    </a:ext>
                  </a:extLst>
                </p14:cNvPr>
                <p14:cNvContentPartPr/>
                <p14:nvPr/>
              </p14:nvContentPartPr>
              <p14:xfrm>
                <a:off x="10633502" y="5571341"/>
                <a:ext cx="140760" cy="14688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31606B1A-4507-D044-095E-19689674D51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615862" y="5553341"/>
                  <a:ext cx="176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00D635C8-FF51-BCDE-4CF7-D2CB95AD2135}"/>
                    </a:ext>
                  </a:extLst>
                </p14:cNvPr>
                <p14:cNvContentPartPr/>
                <p14:nvPr/>
              </p14:nvContentPartPr>
              <p14:xfrm>
                <a:off x="10777502" y="5420861"/>
                <a:ext cx="122040" cy="12852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00D635C8-FF51-BCDE-4CF7-D2CB95AD2135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759862" y="5402861"/>
                  <a:ext cx="157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39AFD782-AB6E-3720-9231-93F2A88153D8}"/>
                    </a:ext>
                  </a:extLst>
                </p14:cNvPr>
                <p14:cNvContentPartPr/>
                <p14:nvPr/>
              </p14:nvContentPartPr>
              <p14:xfrm>
                <a:off x="10910702" y="5716421"/>
                <a:ext cx="360" cy="36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39AFD782-AB6E-3720-9231-93F2A88153D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92702" y="56987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4F205280-6176-9888-54A1-9BCB6FBE5BB3}"/>
                    </a:ext>
                  </a:extLst>
                </p14:cNvPr>
                <p14:cNvContentPartPr/>
                <p14:nvPr/>
              </p14:nvContentPartPr>
              <p14:xfrm>
                <a:off x="11030942" y="5622821"/>
                <a:ext cx="120960" cy="11772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4F205280-6176-9888-54A1-9BCB6FBE5BB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013302" y="5604821"/>
                  <a:ext cx="156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A3131123-3DE5-600B-BA9E-FB9673C7AC3A}"/>
                    </a:ext>
                  </a:extLst>
                </p14:cNvPr>
                <p14:cNvContentPartPr/>
                <p14:nvPr/>
              </p14:nvContentPartPr>
              <p14:xfrm>
                <a:off x="11033462" y="5631821"/>
                <a:ext cx="123480" cy="9072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A3131123-3DE5-600B-BA9E-FB9673C7AC3A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1015822" y="5613821"/>
                  <a:ext cx="159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31C8DFE8-12C9-50E1-A71C-D9ECEE10E710}"/>
                    </a:ext>
                  </a:extLst>
                </p14:cNvPr>
                <p14:cNvContentPartPr/>
                <p14:nvPr/>
              </p14:nvContentPartPr>
              <p14:xfrm>
                <a:off x="11193662" y="5446061"/>
                <a:ext cx="53640" cy="10368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31C8DFE8-12C9-50E1-A71C-D9ECEE10E71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176022" y="5428421"/>
                  <a:ext cx="89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D9CB64DC-D1CD-9AE5-7492-A10D42DAB27B}"/>
                    </a:ext>
                  </a:extLst>
                </p14:cNvPr>
                <p14:cNvContentPartPr/>
                <p14:nvPr/>
              </p14:nvContentPartPr>
              <p14:xfrm>
                <a:off x="10869662" y="5306381"/>
                <a:ext cx="360" cy="468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D9CB64DC-D1CD-9AE5-7492-A10D42DAB27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851662" y="5288741"/>
                  <a:ext cx="36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9C5D968A-03CF-6FE5-A642-7BCBC484D371}"/>
                    </a:ext>
                  </a:extLst>
                </p14:cNvPr>
                <p14:cNvContentPartPr/>
                <p14:nvPr/>
              </p14:nvContentPartPr>
              <p14:xfrm>
                <a:off x="10869662" y="5303141"/>
                <a:ext cx="527040" cy="8964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9C5D968A-03CF-6FE5-A642-7BCBC484D37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851662" y="5285141"/>
                  <a:ext cx="562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E002B331-D580-A769-B198-F6E058B114F0}"/>
                    </a:ext>
                  </a:extLst>
                </p14:cNvPr>
                <p14:cNvContentPartPr/>
                <p14:nvPr/>
              </p14:nvContentPartPr>
              <p14:xfrm>
                <a:off x="11581022" y="5722181"/>
                <a:ext cx="117000" cy="144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E002B331-D580-A769-B198-F6E058B114F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1563382" y="5704181"/>
                  <a:ext cx="152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8FCDF450-759F-7FD2-1515-C7DF8FFDFFAA}"/>
                    </a:ext>
                  </a:extLst>
                </p14:cNvPr>
                <p14:cNvContentPartPr/>
                <p14:nvPr/>
              </p14:nvContentPartPr>
              <p14:xfrm>
                <a:off x="11577422" y="5628221"/>
                <a:ext cx="122040" cy="612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8FCDF450-759F-7FD2-1515-C7DF8FFDFFAA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1559782" y="5610581"/>
                  <a:ext cx="157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B5EADE0F-FDC0-19C3-7D96-1E9F3DAD4CE4}"/>
                    </a:ext>
                  </a:extLst>
                </p14:cNvPr>
                <p14:cNvContentPartPr/>
                <p14:nvPr/>
              </p14:nvContentPartPr>
              <p14:xfrm>
                <a:off x="10318142" y="5763581"/>
                <a:ext cx="361800" cy="10656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B5EADE0F-FDC0-19C3-7D96-1E9F3DAD4CE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0300502" y="5745581"/>
                  <a:ext cx="397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E936A863-9874-1E88-DAAE-6B28BA1B96ED}"/>
                    </a:ext>
                  </a:extLst>
                </p14:cNvPr>
                <p14:cNvContentPartPr/>
                <p14:nvPr/>
              </p14:nvContentPartPr>
              <p14:xfrm>
                <a:off x="10323182" y="5776901"/>
                <a:ext cx="77400" cy="12564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E936A863-9874-1E88-DAAE-6B28BA1B96E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0305182" y="5758901"/>
                  <a:ext cx="113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FB5E81CA-17B3-8562-9338-C95D9684097F}"/>
                    </a:ext>
                  </a:extLst>
                </p14:cNvPr>
                <p14:cNvContentPartPr/>
                <p14:nvPr/>
              </p14:nvContentPartPr>
              <p14:xfrm>
                <a:off x="10295822" y="5476301"/>
                <a:ext cx="66240" cy="4068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FB5E81CA-17B3-8562-9338-C95D9684097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0277822" y="5458301"/>
                  <a:ext cx="10188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Agrupar 335">
            <a:extLst>
              <a:ext uri="{FF2B5EF4-FFF2-40B4-BE49-F238E27FC236}">
                <a16:creationId xmlns:a16="http://schemas.microsoft.com/office/drawing/2014/main" id="{C07C40B6-D64D-6790-20D0-E81414DCF3AC}"/>
              </a:ext>
            </a:extLst>
          </p:cNvPr>
          <p:cNvGrpSpPr/>
          <p:nvPr/>
        </p:nvGrpSpPr>
        <p:grpSpPr>
          <a:xfrm>
            <a:off x="9451262" y="6032501"/>
            <a:ext cx="1645920" cy="383040"/>
            <a:chOff x="9451262" y="6032501"/>
            <a:chExt cx="16459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2CCAA4E5-3511-05D3-87B2-B8B4B412D33C}"/>
                    </a:ext>
                  </a:extLst>
                </p14:cNvPr>
                <p14:cNvContentPartPr/>
                <p14:nvPr/>
              </p14:nvContentPartPr>
              <p14:xfrm>
                <a:off x="9453782" y="6398261"/>
                <a:ext cx="142560" cy="1728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2CCAA4E5-3511-05D3-87B2-B8B4B412D33C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436142" y="6380621"/>
                  <a:ext cx="178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E92C1023-1D17-4463-29C1-87917BF4017A}"/>
                    </a:ext>
                  </a:extLst>
                </p14:cNvPr>
                <p14:cNvContentPartPr/>
                <p14:nvPr/>
              </p14:nvContentPartPr>
              <p14:xfrm>
                <a:off x="9451262" y="6297821"/>
                <a:ext cx="158040" cy="36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E92C1023-1D17-4463-29C1-87917BF4017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433622" y="6279821"/>
                  <a:ext cx="193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4048003D-4865-A9A7-A0B9-251C8962511F}"/>
                    </a:ext>
                  </a:extLst>
                </p14:cNvPr>
                <p14:cNvContentPartPr/>
                <p14:nvPr/>
              </p14:nvContentPartPr>
              <p14:xfrm>
                <a:off x="9804062" y="6255701"/>
                <a:ext cx="123840" cy="15552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4048003D-4865-A9A7-A0B9-251C8962511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786062" y="6237701"/>
                  <a:ext cx="159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E27800E4-C5B4-161B-1594-E567374EAE5A}"/>
                    </a:ext>
                  </a:extLst>
                </p14:cNvPr>
                <p14:cNvContentPartPr/>
                <p14:nvPr/>
              </p14:nvContentPartPr>
              <p14:xfrm>
                <a:off x="9776702" y="6247421"/>
                <a:ext cx="220320" cy="13572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E27800E4-C5B4-161B-1594-E567374EAE5A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9758702" y="6229781"/>
                  <a:ext cx="255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9240BA1D-30DA-0118-AA8B-1A5E2C6392CA}"/>
                    </a:ext>
                  </a:extLst>
                </p14:cNvPr>
                <p14:cNvContentPartPr/>
                <p14:nvPr/>
              </p14:nvContentPartPr>
              <p14:xfrm>
                <a:off x="10083422" y="6415181"/>
                <a:ext cx="5400" cy="36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9240BA1D-30DA-0118-AA8B-1A5E2C6392C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065782" y="6397181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0C235B98-7D1B-D3F2-CD75-EEBE851067AF}"/>
                    </a:ext>
                  </a:extLst>
                </p14:cNvPr>
                <p14:cNvContentPartPr/>
                <p14:nvPr/>
              </p14:nvContentPartPr>
              <p14:xfrm>
                <a:off x="10318142" y="6091181"/>
                <a:ext cx="529560" cy="31176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0C235B98-7D1B-D3F2-CD75-EEBE851067A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300502" y="6073181"/>
                  <a:ext cx="5652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BFA1D935-43C0-CFB9-FDFF-D88900EC5E95}"/>
                    </a:ext>
                  </a:extLst>
                </p14:cNvPr>
                <p14:cNvContentPartPr/>
                <p14:nvPr/>
              </p14:nvContentPartPr>
              <p14:xfrm>
                <a:off x="10167662" y="6032501"/>
                <a:ext cx="143280" cy="13392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BFA1D935-43C0-CFB9-FDFF-D88900EC5E95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150022" y="6014501"/>
                  <a:ext cx="178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A517E767-3251-1E27-CB22-2E9591DF9E31}"/>
                    </a:ext>
                  </a:extLst>
                </p14:cNvPr>
                <p14:cNvContentPartPr/>
                <p14:nvPr/>
              </p14:nvContentPartPr>
              <p14:xfrm>
                <a:off x="10502102" y="6277661"/>
                <a:ext cx="96120" cy="9972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A517E767-3251-1E27-CB22-2E9591DF9E3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484102" y="6259661"/>
                  <a:ext cx="131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23A2E16C-C027-79F4-0237-9E7B74253E7C}"/>
                    </a:ext>
                  </a:extLst>
                </p14:cNvPr>
                <p14:cNvContentPartPr/>
                <p14:nvPr/>
              </p14:nvContentPartPr>
              <p14:xfrm>
                <a:off x="10477262" y="6285581"/>
                <a:ext cx="176760" cy="10548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23A2E16C-C027-79F4-0237-9E7B74253E7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459262" y="6267581"/>
                  <a:ext cx="212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F7203388-5A22-B67A-324F-ED1424398699}"/>
                    </a:ext>
                  </a:extLst>
                </p14:cNvPr>
                <p14:cNvContentPartPr/>
                <p14:nvPr/>
              </p14:nvContentPartPr>
              <p14:xfrm>
                <a:off x="10692182" y="6215741"/>
                <a:ext cx="47520" cy="7308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F7203388-5A22-B67A-324F-ED142439869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674182" y="6197741"/>
                  <a:ext cx="83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ACC4EDDF-CABD-1CA7-A8FB-E1BC7E5353C6}"/>
                    </a:ext>
                  </a:extLst>
                </p14:cNvPr>
                <p14:cNvContentPartPr/>
                <p14:nvPr/>
              </p14:nvContentPartPr>
              <p14:xfrm>
                <a:off x="10993862" y="6405101"/>
                <a:ext cx="103320" cy="36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ACC4EDDF-CABD-1CA7-A8FB-E1BC7E5353C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975862" y="6387101"/>
                  <a:ext cx="138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1540DF04-44E7-3330-9F05-1338F89732DC}"/>
                    </a:ext>
                  </a:extLst>
                </p14:cNvPr>
                <p14:cNvContentPartPr/>
                <p14:nvPr/>
              </p14:nvContentPartPr>
              <p14:xfrm>
                <a:off x="10972622" y="6320141"/>
                <a:ext cx="104760" cy="612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1540DF04-44E7-3330-9F05-1338F89732D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954982" y="6302141"/>
                  <a:ext cx="1404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Agrupar 341">
            <a:extLst>
              <a:ext uri="{FF2B5EF4-FFF2-40B4-BE49-F238E27FC236}">
                <a16:creationId xmlns:a16="http://schemas.microsoft.com/office/drawing/2014/main" id="{D23E1B60-0A08-2F33-90D2-ECB057C79DE2}"/>
              </a:ext>
            </a:extLst>
          </p:cNvPr>
          <p:cNvGrpSpPr/>
          <p:nvPr/>
        </p:nvGrpSpPr>
        <p:grpSpPr>
          <a:xfrm>
            <a:off x="11391302" y="6108821"/>
            <a:ext cx="760320" cy="282240"/>
            <a:chOff x="11391302" y="6108821"/>
            <a:chExt cx="7603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83B66A13-D75D-98DA-CEF9-44562F9CE5DA}"/>
                    </a:ext>
                  </a:extLst>
                </p14:cNvPr>
                <p14:cNvContentPartPr/>
                <p14:nvPr/>
              </p14:nvContentPartPr>
              <p14:xfrm>
                <a:off x="11412182" y="6233021"/>
                <a:ext cx="127080" cy="15804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83B66A13-D75D-98DA-CEF9-44562F9CE5DA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394542" y="6215021"/>
                  <a:ext cx="162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4EDB46E2-F9FB-C9B0-3827-83060F8BE954}"/>
                    </a:ext>
                  </a:extLst>
                </p14:cNvPr>
                <p14:cNvContentPartPr/>
                <p14:nvPr/>
              </p14:nvContentPartPr>
              <p14:xfrm>
                <a:off x="11391302" y="6240941"/>
                <a:ext cx="192960" cy="14688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4EDB46E2-F9FB-C9B0-3827-83060F8BE95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373302" y="6222941"/>
                  <a:ext cx="228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6DD1C6F6-5606-8D64-91B7-71C78E6E2174}"/>
                    </a:ext>
                  </a:extLst>
                </p14:cNvPr>
                <p14:cNvContentPartPr/>
                <p14:nvPr/>
              </p14:nvContentPartPr>
              <p14:xfrm>
                <a:off x="11640782" y="6387101"/>
                <a:ext cx="360" cy="36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6DD1C6F6-5606-8D64-91B7-71C78E6E21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22782" y="63694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E4A66D74-3CD9-4A8A-041B-66C09BA794C5}"/>
                    </a:ext>
                  </a:extLst>
                </p14:cNvPr>
                <p14:cNvContentPartPr/>
                <p14:nvPr/>
              </p14:nvContentPartPr>
              <p14:xfrm>
                <a:off x="11712782" y="6108821"/>
                <a:ext cx="438840" cy="266400"/>
              </p14:xfrm>
            </p:contentPart>
          </mc:Choice>
          <mc:Fallback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E4A66D74-3CD9-4A8A-041B-66C09BA794C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695142" y="6091181"/>
                  <a:ext cx="4744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8F1DF831-F0AF-BC8F-F1C7-ADD0449560DA}"/>
                    </a:ext>
                  </a:extLst>
                </p14:cNvPr>
                <p14:cNvContentPartPr/>
                <p14:nvPr/>
              </p14:nvContentPartPr>
              <p14:xfrm>
                <a:off x="11911502" y="6238421"/>
                <a:ext cx="98640" cy="10980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8F1DF831-F0AF-BC8F-F1C7-ADD0449560D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1893502" y="6220781"/>
                  <a:ext cx="1342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FCD6E123-8EF7-7D4E-F97C-6958C3F627FE}"/>
                    </a:ext>
                  </a:extLst>
                </p14:cNvPr>
                <p14:cNvContentPartPr/>
                <p14:nvPr/>
              </p14:nvContentPartPr>
              <p14:xfrm>
                <a:off x="11896742" y="6263261"/>
                <a:ext cx="161640" cy="11448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FCD6E123-8EF7-7D4E-F97C-6958C3F627FE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1878742" y="6245261"/>
                  <a:ext cx="19728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45" name="Tinta 344">
                <a:extLst>
                  <a:ext uri="{FF2B5EF4-FFF2-40B4-BE49-F238E27FC236}">
                    <a16:creationId xmlns:a16="http://schemas.microsoft.com/office/drawing/2014/main" id="{3C9D5A8C-226B-D9C7-EB72-1E37100C2FF9}"/>
                  </a:ext>
                </a:extLst>
              </p14:cNvPr>
              <p14:cNvContentPartPr/>
              <p14:nvPr/>
            </p14:nvContentPartPr>
            <p14:xfrm>
              <a:off x="5873582" y="5441381"/>
              <a:ext cx="169200" cy="324000"/>
            </p14:xfrm>
          </p:contentPart>
        </mc:Choice>
        <mc:Fallback>
          <p:pic>
            <p:nvPicPr>
              <p:cNvPr id="345" name="Tinta 344">
                <a:extLst>
                  <a:ext uri="{FF2B5EF4-FFF2-40B4-BE49-F238E27FC236}">
                    <a16:creationId xmlns:a16="http://schemas.microsoft.com/office/drawing/2014/main" id="{3C9D5A8C-226B-D9C7-EB72-1E37100C2FF9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5855582" y="5423381"/>
                <a:ext cx="204840" cy="35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9" name="Agrupar 358">
            <a:extLst>
              <a:ext uri="{FF2B5EF4-FFF2-40B4-BE49-F238E27FC236}">
                <a16:creationId xmlns:a16="http://schemas.microsoft.com/office/drawing/2014/main" id="{F1F859DC-106F-1291-DEBA-8FE178766C2B}"/>
              </a:ext>
            </a:extLst>
          </p:cNvPr>
          <p:cNvGrpSpPr/>
          <p:nvPr/>
        </p:nvGrpSpPr>
        <p:grpSpPr>
          <a:xfrm>
            <a:off x="5805182" y="4926581"/>
            <a:ext cx="1506600" cy="416160"/>
            <a:chOff x="5805182" y="4926581"/>
            <a:chExt cx="150660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F08C3572-6453-F21B-6326-61C2AC8852E7}"/>
                    </a:ext>
                  </a:extLst>
                </p14:cNvPr>
                <p14:cNvContentPartPr/>
                <p14:nvPr/>
              </p14:nvContentPartPr>
              <p14:xfrm>
                <a:off x="5833262" y="4996781"/>
                <a:ext cx="216720" cy="27936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F08C3572-6453-F21B-6326-61C2AC8852E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815622" y="4978781"/>
                  <a:ext cx="252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82ED7F5C-FFFD-753B-FDA4-C89029714D1F}"/>
                    </a:ext>
                  </a:extLst>
                </p14:cNvPr>
                <p14:cNvContentPartPr/>
                <p14:nvPr/>
              </p14:nvContentPartPr>
              <p14:xfrm>
                <a:off x="5805182" y="5313221"/>
                <a:ext cx="287280" cy="2952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82ED7F5C-FFFD-753B-FDA4-C89029714D1F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787182" y="5295221"/>
                  <a:ext cx="322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5F0EABEB-CA64-9961-2413-CE03B260776C}"/>
                    </a:ext>
                  </a:extLst>
                </p14:cNvPr>
                <p14:cNvContentPartPr/>
                <p14:nvPr/>
              </p14:nvContentPartPr>
              <p14:xfrm>
                <a:off x="6187502" y="5305301"/>
                <a:ext cx="360" cy="36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5F0EABEB-CA64-9961-2413-CE03B260776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69862" y="5287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F43F5F96-87E6-2E9B-41F9-DC1937CE18B4}"/>
                    </a:ext>
                  </a:extLst>
                </p14:cNvPr>
                <p14:cNvContentPartPr/>
                <p14:nvPr/>
              </p14:nvContentPartPr>
              <p14:xfrm>
                <a:off x="6274262" y="5109821"/>
                <a:ext cx="111240" cy="19044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F43F5F96-87E6-2E9B-41F9-DC1937CE18B4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256622" y="5091821"/>
                  <a:ext cx="146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F45BBC85-AA3D-7F6F-4133-04BBB5309A7D}"/>
                    </a:ext>
                  </a:extLst>
                </p14:cNvPr>
                <p14:cNvContentPartPr/>
                <p14:nvPr/>
              </p14:nvContentPartPr>
              <p14:xfrm>
                <a:off x="6233582" y="5136461"/>
                <a:ext cx="212760" cy="16812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F45BBC85-AA3D-7F6F-4133-04BBB5309A7D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215942" y="5118461"/>
                  <a:ext cx="248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915D8AF3-9CF9-797E-4949-E0B6F46F7DCE}"/>
                    </a:ext>
                  </a:extLst>
                </p14:cNvPr>
                <p14:cNvContentPartPr/>
                <p14:nvPr/>
              </p14:nvContentPartPr>
              <p14:xfrm>
                <a:off x="6519062" y="4926581"/>
                <a:ext cx="396000" cy="34092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915D8AF3-9CF9-797E-4949-E0B6F46F7DC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6501422" y="4908581"/>
                  <a:ext cx="4316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9B072478-23B5-CCD6-2DE2-D5BB718F4F8F}"/>
                    </a:ext>
                  </a:extLst>
                </p14:cNvPr>
                <p14:cNvContentPartPr/>
                <p14:nvPr/>
              </p14:nvContentPartPr>
              <p14:xfrm>
                <a:off x="6719222" y="5076701"/>
                <a:ext cx="96120" cy="12384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9B072478-23B5-CCD6-2DE2-D5BB718F4F8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6701222" y="5059061"/>
                  <a:ext cx="131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1E4E1975-1D47-6874-0384-3CDBCEA4EF87}"/>
                    </a:ext>
                  </a:extLst>
                </p14:cNvPr>
                <p14:cNvContentPartPr/>
                <p14:nvPr/>
              </p14:nvContentPartPr>
              <p14:xfrm>
                <a:off x="6710582" y="5106221"/>
                <a:ext cx="151920" cy="11196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1E4E1975-1D47-6874-0384-3CDBCEA4EF8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692582" y="5088581"/>
                  <a:ext cx="187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BDEB6B0B-36E7-24E1-D20B-48A8D49620A9}"/>
                    </a:ext>
                  </a:extLst>
                </p14:cNvPr>
                <p14:cNvContentPartPr/>
                <p14:nvPr/>
              </p14:nvContentPartPr>
              <p14:xfrm>
                <a:off x="6930182" y="4934141"/>
                <a:ext cx="11520" cy="7956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BDEB6B0B-36E7-24E1-D20B-48A8D49620A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912542" y="4916501"/>
                  <a:ext cx="47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E12822E4-50A0-ED98-418B-CAFADA010D16}"/>
                    </a:ext>
                  </a:extLst>
                </p14:cNvPr>
                <p14:cNvContentPartPr/>
                <p14:nvPr/>
              </p14:nvContentPartPr>
              <p14:xfrm>
                <a:off x="7188302" y="5086061"/>
                <a:ext cx="16920" cy="18144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E12822E4-50A0-ED98-418B-CAFADA010D1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170302" y="5068421"/>
                  <a:ext cx="52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0359DC71-FAD5-B4B2-27B5-021132B15753}"/>
                    </a:ext>
                  </a:extLst>
                </p14:cNvPr>
                <p14:cNvContentPartPr/>
                <p14:nvPr/>
              </p14:nvContentPartPr>
              <p14:xfrm>
                <a:off x="7125302" y="5177861"/>
                <a:ext cx="186480" cy="1044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0359DC71-FAD5-B4B2-27B5-021132B1575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107302" y="5160221"/>
                  <a:ext cx="2221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2">
            <p14:nvContentPartPr>
              <p14:cNvPr id="360" name="Tinta 359">
                <a:extLst>
                  <a:ext uri="{FF2B5EF4-FFF2-40B4-BE49-F238E27FC236}">
                    <a16:creationId xmlns:a16="http://schemas.microsoft.com/office/drawing/2014/main" id="{ACDC44C7-6799-0377-5D53-D6F8EAF1F473}"/>
                  </a:ext>
                </a:extLst>
              </p14:cNvPr>
              <p14:cNvContentPartPr/>
              <p14:nvPr/>
            </p14:nvContentPartPr>
            <p14:xfrm>
              <a:off x="7554062" y="5028101"/>
              <a:ext cx="264600" cy="250560"/>
            </p14:xfrm>
          </p:contentPart>
        </mc:Choice>
        <mc:Fallback>
          <p:pic>
            <p:nvPicPr>
              <p:cNvPr id="360" name="Tinta 359">
                <a:extLst>
                  <a:ext uri="{FF2B5EF4-FFF2-40B4-BE49-F238E27FC236}">
                    <a16:creationId xmlns:a16="http://schemas.microsoft.com/office/drawing/2014/main" id="{ACDC44C7-6799-0377-5D53-D6F8EAF1F473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7536062" y="5010101"/>
                <a:ext cx="300240" cy="2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4283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4" ma:contentTypeDescription="Crie um novo documento." ma:contentTypeScope="" ma:versionID="226e19ba5d9d06ceffdd0672b80bf6a9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bf88e155268ec06903869cf557e1ef38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C07426-8531-4DC3-8057-A902D8BADB17}"/>
</file>

<file path=customXml/itemProps2.xml><?xml version="1.0" encoding="utf-8"?>
<ds:datastoreItem xmlns:ds="http://schemas.openxmlformats.org/officeDocument/2006/customXml" ds:itemID="{BF1BD15B-4861-44F5-9EFC-6A4AFE25C312}"/>
</file>

<file path=customXml/itemProps3.xml><?xml version="1.0" encoding="utf-8"?>
<ds:datastoreItem xmlns:ds="http://schemas.openxmlformats.org/officeDocument/2006/customXml" ds:itemID="{6B3737BE-202B-468C-BA9D-21956D0274D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Ismael de Araujo Silva</dc:creator>
  <cp:lastModifiedBy>Ismael de Araujo Silva</cp:lastModifiedBy>
  <cp:revision>74</cp:revision>
  <dcterms:created xsi:type="dcterms:W3CDTF">2020-10-05T12:55:17Z</dcterms:created>
  <dcterms:modified xsi:type="dcterms:W3CDTF">2023-02-15T01:57:34Z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