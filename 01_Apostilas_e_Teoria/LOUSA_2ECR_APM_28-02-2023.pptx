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064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theme/theme1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02" r:id="rId2"/>
    <p:sldId id="303" r:id="rId3"/>
    <p:sldId id="306" r:id="rId4"/>
    <p:sldId id="307" r:id="rId5"/>
    <p:sldId id="312" r:id="rId6"/>
    <p:sldId id="313" r:id="rId7"/>
    <p:sldId id="314" r:id="rId8"/>
    <p:sldId id="315" r:id="rId9"/>
    <p:sldId id="316" r:id="rId10"/>
    <p:sldId id="317" r:id="rId11"/>
    <p:sldId id="318" r:id="rId12"/>
    <p:sldId id="319" r:id="rId13"/>
    <p:sldId id="320" r:id="rId14"/>
    <p:sldId id="321" r:id="rId15"/>
    <p:sldId id="322" r:id="rId16"/>
    <p:sldId id="323" r:id="rId17"/>
    <p:sldId id="324" r:id="rId18"/>
    <p:sldId id="325" r:id="rId19"/>
    <p:sldId id="326" r:id="rId20"/>
    <p:sldId id="327" r:id="rId2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28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openxmlformats.org/officeDocument/2006/relationships/customXml" Target="../customXml/item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38:48.80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118 0 11330,'0'0'9426,"-17"72"-9498,10-10-352,0 18 136,-7 17-136,-3 11-104,0 1-440,3 0 56,0 6-857,7-29-687,4-23-3570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38:49.26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1 122 11859,'0'0'8417,"269"-19"-8417,-159 0-16,49-12-1120,-25 3-1801,-23 4-2664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38:49.65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16 10170,'0'0'7994,"228"-15"-7994,-97 15-312,-21 0-2001,-20 0-2344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38:50.03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0 363 10298,'0'0'5385,"33"11"-5318,1 1-83,63 30 0,-93-40 6,0 1 0,0-1-1,0 1 1,-1 0 0,0 1 0,1-1 0,-1 1-1,-1-1 1,1 1 0,0 0 0,-1 0 0,0 0 0,0 0-1,0 0 1,0 1 0,-1-1 0,1 1 0,-1-1-1,0 1 1,-1-1 0,1 1 0,-1 0 0,0-1-1,-1 10 1,2 2-7,0 11-54,2 11-47,-3 43 0,-1-72 114,0 0 0,0 0-1,0 0 1,-1-1 0,-1 1-1,1 0 1,-1-1-1,-1 0 1,1 0 0,-9 13-1,11-44 131,2 3-133,1 0 0,1 0 0,1 1 0,0-1 0,2 1 0,0 0 0,1 0 0,1 0 0,11-17 0,-1 4-229,2 2 1,0 0 0,2 1 0,31-31 0,-42 48-46,0 1-1,1 1 1,20-14 0,-26 20 127,0 1-1,0-1 1,1 2 0,-1-1 0,1 1-1,0 0 1,0 0 0,-1 0 0,1 1-1,9 0 1,-14 1 110,0 0 0,0 0 1,0 1-1,0-1 0,1 1 0,-1-1 1,0 1-1,0 0 0,0 0 0,0 0 1,0 0-1,0 0 0,-1 0 0,1 0 0,0 1 1,0-1-1,-1 1 0,1-1 0,-1 1 1,1 0-1,-1-1 0,0 1 0,0 0 0,0 0 1,0 0-1,0 0 0,0 0 0,1 3 1,2 8 52,-1 0 1,0 0 0,2 23 0,-3-23-52,5 112 253,-7-90 76,2 0-1,1 0 0,8 36 0,-10-67-296,-1-1 1,1 1-1,0-1 0,0 0 0,1 1 1,-1-1-1,1 0 0,-1 0 1,1 0-1,0 0 0,0 0 0,1-1 1,-1 1-1,0-1 0,1 1 0,3 2 1,9-2-1865</inkml:trace>
  <inkml:trace contextRef="#ctx0" brushRef="#br0" timeOffset="1">890 0 8850,'0'0'5425,"0"180"-5417,0-80 56,0 11-48,-3 7 40,-7-3 8,-1-15-48,-2-20-32,2-30-304,1-25-872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38:50.43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0 9130,'0'0'7538,"235"168"-9203,-152-150-1415,-11-5 383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38:50.83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301 35 4153,'0'0'8748,"-20"-5"-8669,-65-14-7,81 18-16,-1 0 0,0 1 0,0-1-1,0 1 1,0 0 0,0 0 0,1 0 0,-1 1 0,0 0 0,0 0-1,0 0 1,1 0 0,-1 1 0,0 0 0,1 0 0,0 0-1,-1 0 1,1 1 0,0-1 0,-6 7 0,2 0 131,0 0 1,1 0-1,0 0 0,1 1 1,0 1-1,-6 12 1,9-17-58,-3 8 105,0 0-1,1 0 1,1 0 0,0 0-1,1 1 1,-3 27-1,5-35-207,1 0-1,0 0 0,0 0 1,0-1-1,1 1 0,0 0 1,0 0-1,1-1 1,0 1-1,0-1 0,1 1 1,-1-1-1,1 0 0,1 0 1,-1 0-1,1-1 0,5 7 1,-1-5-60,0 0-1,1 0 1,-1-1 0,1 0 0,0-1 0,1 0 0,-1 0 0,1-1-1,0 0 1,0-1 0,1 0 0,-1-1 0,1 0 0,-1 0-1,1-1 1,0-1 0,10 0 0,-6-1-305,0 0 1,0-1 0,-1-1-1,1-1 1,-1 0-1,0 0 1,0-1-1,0-1 1,-1-1-1,1 0 1,18-14-1,23-22-3477</inkml:trace>
  <inkml:trace contextRef="#ctx0" brushRef="#br0" timeOffset="1">118 261 5393,'0'0'10770,"104"-164"-10706,-46 127-64,22 9-1144,-15 6-1712,-6 13-8355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38:51.34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340 17 1008,'0'0'11189,"-27"0"-7485,19 0-3499,0 0 1,1-1 0,-1 0 0,1 0-1,-1-1 1,1 0 0,-10-4-1,12 5-167,-1 0 0,1 0 0,-1 1 0,1-1 0,-1 1-1,1 0 1,-1 1 0,0-1 0,1 1 0,0 0 0,-1 0-1,1 1 1,0 0 0,-1 0 0,1 0 0,0 0 0,0 1-1,1 0 1,-1 0 0,0 0 0,1 1 0,0 0 0,0-1-1,-4 7 1,0-3 55,1 1 0,0 1 0,0-1 0,1 1 0,1 0 0,-1 1-1,1-1 1,1 1 0,0 0 0,0 1 0,-3 17 0,6-21-72,0 0 1,0 0 0,1 0-1,0 0 1,0 0-1,2 8 1,-1-13-26,-1 0 1,1 0 0,-1 0 0,1 0-1,0 0 1,0 0 0,0 0-1,0 0 1,0-1 0,1 1 0,-1 0-1,0-1 1,1 1 0,-1-1-1,1 1 1,0-1 0,-1 0 0,1 0-1,0 0 1,0 0 0,0 0-1,0 0 1,3 1 0,5 0-145,0 1 0,1-2 0,-1 1 0,1-2 0,-1 1 0,1-1 0,-1-1 0,1 0 0,-1 0 0,0-1 0,1-1 0,-1 0 0,0 0 0,-1-1 0,1 0 1,0 0-1,-1-1 0,0-1 0,0 1 0,-1-1 0,9-9 0,1 0-404,-1-1 0,-1-1 1,-1 0-1,0-1 0,-1-1 1,-1 0-1,-1-1 0,16-34 0,-25 67 2830,-1 13-2140,11 189 122,4 81-190,-17-242 10,3 58 689,-16 130 1,9-207-541,-2-1 1,-1 1 0,-2-1-1,-1 0 1,-2-1-1,-1 0 1,-34 60 0,39-80-118,-1 0-1,0-1 1,0-1 0,-1 0 0,-18 17 0,21-23-85,0 0 0,-1 0 1,1 0-1,-1-1 1,1 0-1,-1-1 0,-1 0 1,1 0-1,0-1 1,-17 3-1,20-4-39,1-1 1,-1 1 0,0-1-1,1-1 1,-1 1-1,1-1 1,-1 0-1,0 0 1,1 0-1,0 0 1,-1-1-1,1 0 1,0 0-1,0 0 1,0 0-1,0-1 1,0 1-1,0-1 1,1 0-1,-1 0 1,-4-6-1,0-2-148,0 0-1,1 0 0,0 0 1,1-1-1,0 0 0,-7-25 0,3 2-210,1 0 0,2 0 0,2-1 0,-2-52-1,10-149-1210,-2 218 1426,0-12-191,2-1 0,1 2 0,1-1-1,2 0 1,17-45 0,-6 33-628,2 1 0,3 1 0,28-42 1,18-18-3559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38:51.87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3 313 6369,'0'0'7246,"-1"-11"-7086,0 1-156,0 0 0,1 0 0,0 0 0,1 0 1,0 0-1,0 0 0,1 0 0,1 0 0,-1 0 0,9-18 0,0 6-40,2 1 0,0 1-1,22-27 1,-30 41-50,-1 1-1,1 0 1,1 0-1,-1 0 0,1 1 1,-1 0-1,1 0 1,0 1-1,1-1 1,-1 1-1,1 0 1,-1 1-1,1 0 1,0 0-1,0 0 0,10 0 1,-8 1 30,1 0 0,-1 1 0,1 0 0,-1 0 0,1 1 1,-1 1-1,1-1 0,-1 1 0,0 1 0,13 5 0,17 10 114,-24-12-23,0 1-1,-1 0 1,20 14-1,-31-19 62,0 0 1,0 1-1,0-1 1,-1 1-1,1 0 0,-1-1 1,0 1-1,1 0 1,-1 0-1,-1 1 1,1-1-1,0 0 0,-1 1 1,0-1-1,1 1 1,-1-1-1,-1 1 0,1-1 1,0 1-1,-1 4 1,0-1 143,0-2-10,1-1 1,-1 1-1,-1 0 1,1 0-1,-1 0 1,0 0-1,0 0 1,-2 6-1,1-10-201,1 1 0,0 0-1,0-1 1,-1 0 0,1 1 0,-1-1-1,1 0 1,-1 1 0,0-1-1,1 0 1,-1 0 0,0-1 0,0 1-1,0 0 1,0 0 0,0-1 0,0 1-1,0-1 1,0 0 0,0 0-1,0 1 1,0-1 0,0-1 0,-3 1-1,-34-1-197,23-1 21,0 2-1,0 0 0,1 1 1,-19 3-1,31-3 135,1 0 0,-1 0 0,0 0 0,1 0 0,-1 1 0,1-1 0,0 1 0,0-1 0,-1 1 0,1 0 0,0 0 0,0 0 0,1 0 0,-1 0 0,0 1 0,1-1 0,-1 0 0,1 1 0,0-1 0,0 1 0,0 0 0,0-1 0,0 1 1,0 3-1,-2 7 2,1 0 0,1 1 1,1 22-1,0-27 5,0-7 1,0 0-1,0-1 0,1 1 0,-1 0 0,1 0 1,-1 0-1,1 0 0,0 0 0,0 0 1,0-1-1,0 1 0,0 0 0,0-1 1,1 1-1,-1-1 0,0 1 0,1-1 1,-1 0-1,1 1 0,0-1 0,-1 0 0,1 0 1,0 0-1,0 0 0,-1 0 0,1-1 1,0 1-1,0-1 0,0 1 0,0-1 1,0 0-1,3 1 0,4 0-168,0 0 1,0-1-1,0 0 1,0 0-1,0-1 0,16-4 1,-9 1-572,0-2 1,0 0 0,-1-1-1,0-1 1,-1 0 0,24-17 0,18-21-4855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38:52.31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1 849 8130,'0'0'3657,"25"-35"-2993,84-118-394,-79 110-250,-3-2-1,-2-1 1,35-89-1,-48 107-41,3-6-53,-2-1-1,-1 0 0,-2-1 1,-1 0-1,-2-1 1,5-63-1,-12 97 46,0 0 1,0-1-1,0 1 1,-1 0-1,1 0 1,-1-1-1,0 1 1,1 0-1,-1 0 1,-1 0-1,-1-4 1,2 6 24,0 0 1,1 1 0,-1-1 0,0 0-1,0 0 1,-1 1 0,1-1 0,0 1 0,0-1-1,0 1 1,0 0 0,0-1 0,-1 1-1,1 0 1,0 0 0,0 0 0,0 0 0,-1 0-1,1 0 1,0 0 0,0 0 0,-1 0-1,1 0 1,0 1 0,0-1 0,0 1 0,0-1-1,-1 1 1,1-1 0,0 1 0,-1 0 0,-2 2 6,-1-1 1,1 1 0,0 0-1,0 0 1,0 0 0,0 0-1,1 1 1,-1-1 0,1 1-1,-3 5 1,-27 47 132,16-16 255,1 1 1,3 0-1,1 1 1,2 0 0,2 1-1,2 0 1,1 0-1,2 54 1,3-76-217,0 1 1,1-1-1,2 1 0,0-1 1,8 27-1,-9-40-143,1 1-1,1-1 1,-1 0-1,2 0 1,-1 0-1,1-1 0,0 1 1,0-1-1,1 0 1,0-1-1,0 1 1,1-1-1,0-1 1,0 1-1,0-1 1,9 5-1,14 3-158,1-2 0,0-1 0,0-1 0,1-2 0,0-1 0,43 2 0,50-4-3431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38:52.83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66 1 624,'0'0'15611,"7"31"-14786,-7 28-553,0 15-8,0 16-264,0 13 152,-17 5-152,3 1-376,-3 18-1057,3-27-2583,4-26-3914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38:53.23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0 109 3713,'0'0'14715,"197"13"-14531,-114-35-48,3 0-136,14-6-440,-24 3-2009,-17 0-2008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38:53.59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47 6385,'0'0'15796,"197"-13"-15524,-121-2-272,0 2 0,14 7-1713,-21 6-1279,-21 0-3090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38:53.99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 0 9578,'0'0'7295,"-2"34"-7070,-2 109-134,3-128-159,0 0 0,1 0 0,1 1-1,0-1 1,1 0 0,1 0 0,0 0 0,1 0 0,1-1-1,7 16 1,-12-29 53,1 1-60,-1 0 0,1-1 0,-1 1 0,1-1 1,0 1-1,0 0 0,0-1 0,0 0 0,0 1 0,0-1 1,1 0-1,1 3 0,-2-4 56,-1 0 0,1 0 0,-1 0 0,0 0 0,1 1 1,-1-1-1,1 0 0,-1 0 0,1 0 0,-1 0 0,0-1 0,1 1 0,-1 0 0,1 0 0,-1 0 0,0 0 0,1 0 1,-1 0-1,1-1 0,-1 1 0,0 0 0,1 0 0,-1-1 0,0 1 0,1 0 0,-1 0 0,0-1 0,0 1 0,1 0 0,-1-1 1,0 1-1,1-1 0,2-5-39,0 0 1,0 0 0,-1-1-1,4-11 1,-4 11 136,10-32 0,27-57 1,-34 85-77,0 1 1,1 0 0,1 0-1,-1 0 1,1 1 0,1 0-1,0 0 1,0 1 0,1 0-1,11-8 1,-17 14-5,-1 0 1,1 1 0,0-1-1,-1 1 1,1 0 0,0-1-1,0 1 1,0 1-1,0-1 1,0 0 0,0 1-1,0-1 1,0 1-1,0 0 1,0 0 0,0 0-1,5 1 1,-5 0 0,-1 1-1,1-1 1,-1 0 0,0 1 0,0-1-1,0 1 1,0-1 0,0 1 0,0 0-1,0 0 1,0 0 0,-1 0 0,1 0-1,-1 1 1,0-1 0,1 0 0,-1 1 0,0-1-1,0 1 1,0 2 0,10 30 84,-2 0 0,7 58 0,0 79 402,-10-90-284,-2 31-1388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38:54.41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306 354 4897,'0'0'10822,"-19"-11"-10770,-63-30-82,77 39 25,1 0 1,-1 0-1,0 1 1,0 0-1,1-1 1,-1 2 0,0-1-1,0 1 1,0-1-1,0 1 1,0 1-1,0-1 1,0 1-1,0 0 1,1 0 0,-1 0-1,0 0 1,0 1-1,1 0 1,-1 0-1,1 0 1,0 1-1,0 0 1,-1-1 0,2 1-1,-1 1 1,0-1-1,1 1 1,-1-1-1,1 1 1,0 0-1,-4 7 1,-1 3 24,1-1-1,0 1 1,1 1 0,1-1 0,0 1-1,1 0 1,0 0 0,-1 21-1,3-21 18,0 0 0,2-1 0,0 1 0,0 0 0,2 0 0,0 0 0,4 15-1,-5-26-35,1 1 0,-1 0-1,1-1 1,1 0 0,-1 1-1,0-1 1,1 0-1,0 0 1,0 0 0,0 0-1,1-1 1,-1 1 0,1-1-1,0 0 1,0 0-1,0-1 1,0 1 0,1-1-1,-1 1 1,1-1 0,-1-1-1,1 1 1,0-1-1,7 2 1,-4-1-3,-1-1 0,0 0 1,1 0-1,-1 0 0,1-1 0,-1 0 0,1 0 0,-1-1 1,1 0-1,-1-1 0,0 1 0,0-1 0,0-1 1,0 1-1,0-1 0,0 0 0,0-1 0,-1 0 0,0 0 1,0 0-1,0-1 0,0 0 0,-1 0 0,1 0 0,-1-1 1,6-8-1,6-12-50,-2 1 1,0-2-1,-2 0 1,0 0-1,8-34 1,34-147-236,-14-38 200,-69 435 423,13-110-269,-6 106-1,21-171-71,-2 28 128,1 1-1,3-1 1,10 67-1,-10-97-98,1-1 0,0 0-1,1-1 1,0 1-1,0 0 1,1-1 0,0 0-1,1 0 1,0-1-1,1 1 1,0-1 0,1-1-1,-1 0 1,2 0-1,-1 0 1,1-1 0,0 0-1,15 8 1,-16-10-21,1-1 0,0-1 0,0 0 0,0 0-1,1 0 1,-1-1 0,16 1 0,-20-3-27,0 1 0,1-1-1,-1-1 1,0 1 0,0-1 0,1 0 0,-1 0-1,0 0 1,0-1 0,0 1 0,0-1 0,-1-1-1,1 1 1,0-1 0,7-5 0,-2-2-129,-1-1 0,1 0 0,-2-1 0,1 0 1,-2 0-1,0-1 0,0 0 0,-1 0 0,-1 0 0,6-21 1,-3 7-85,-2 0 1,-1 0 0,-1-1 0,1-44 0,-5 71 234,0-5-3,0 0 0,0 0 1,0 0-1,-1 0 1,0 0-1,0 0 0,-3-10 1,3 14 8,0 1 0,-1-1 0,1 1 0,0-1 0,-1 1 0,1 0 0,0 0 0,-1-1 0,0 1 0,1 0 0,-1 0 0,0 0 0,0 1 0,1-1 0,-1 0 0,0 1 0,0-1 0,0 1 0,0-1 0,0 1 0,0 0 0,0 0 0,0 0 0,1 0 0,-1 0 0,-4 1 0,2 0 20,0 0 1,0 0-1,0 0 0,0 1 0,1-1 0,-1 1 0,0 0 0,1 0 1,-1 0-1,1 0 0,0 1 0,-1-1 0,1 1 0,1 0 0,-1 0 1,0 0-1,1 0 0,-1 1 0,1-1 0,-3 8 0,-2 1 92,1 0 0,1 1 0,0 0 0,1 0 0,-3 15 0,3 4-4,1 0 0,1 1-1,3 42 1,0-69-174,-1 0 0,1 0 0,0 0 0,1 0 0,-1 0 1,1-1-1,0 1 0,0-1 0,1 1 0,0-1 0,0 0 0,0 0 0,4 5 1,3 1-1000,0 0 0,1-1 1,23 17-1,8 0-5003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38:54.98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561 0 4785,'0'0'11542,"-17"36"-11309,-58 124-13,67-139-198,0 0 0,2 1 0,0 0 0,1 0 0,-3 37 0,3-14 27,-3 12-67,-50 274-79,47-285-305,-2 0 0,-2-2 0,-3 1 0,-1-2 0,-24 42 0,38-78 65,1 0 0,-1-1 0,0 1 0,0-1 0,-1 0 0,0 0-1,-9 7 1,13-12 82,-1 1 0,1-1 0,0 1 0,-1-1 0,1 0 0,-1 0 0,0 0 0,1 0 0,-1 0 0,0-1 0,0 1 0,1-1 0,-1 0 0,0 0 0,0 0 0,1 0 0,-1 0 0,0-1-1,0 1 1,1-1 0,-1 0 0,0 1 0,1-1 0,-5-3 0,3 2-94,-1-2 1,1 1-1,0 0 0,0-1 0,1 0 0,-1 0 1,1 0-1,0 0 0,0 0 0,0-1 0,-3-7 1,-22-58 1299,23 56-695,-4-11 622,2 0-1,0-1 0,2 1 1,1-1-1,1 0 0,1 0 1,2 0-1,3-43 1,-2 66-802,-1 0 0,1 0 0,0 0 0,0 0 0,0 0 0,1 0 0,-1 1 0,0-1 0,1 0 0,0 1 0,0-1 0,0 1 0,0 0 0,0 0 0,0-1 0,1 1 0,-1 1 0,1-1 0,-1 0 0,1 1 0,0-1 0,-1 1 0,1 0 0,0-1 0,6 0 1,6-1 214,1 0 0,0 1 1,0 0-1,16 1 0,17-1-189,-25-2-194,0-1 0,-1-1-1,1-1 1,-1 0 0,35-19 0,-44 19-31,0-1 1,-1 0-1,0-1 1,-1-1 0,0 0-1,0 0 1,-1-1-1,-1-1 1,18-23-1,-26 32 184,0 0-1,-1 0 0,1 0 1,-1 0-1,1-1 1,-1 1-1,0 0 0,0-1 1,-1 1-1,1 0 1,-1-1-1,1 1 0,-1-5 858,0 10-128,-1 42-59,1-3-435,4 47 0,-2-75-317,0 0 0,0 0 0,2 0 0,0-1 0,0 1 0,1-1 0,11 20 0,-14-29-47,0 1 1,1 0-1,0-1 1,-1 1-1,1-1 1,1 0 0,-1 0-1,0 0 1,1-1-1,-1 1 1,1-1-1,0 1 1,0-1-1,0 0 1,0-1-1,0 1 1,0-1 0,1 0-1,-1 0 1,0 0-1,1-1 1,-1 1-1,1-1 1,-1 0-1,6-1 1,19 1-2734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38:55.37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 96,'0'0'0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38:55.74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21 3937,'0'0'12592,"13"26"-12465,42 85-170,-50-99-8,0-1 0,-1 1 0,5 23 1,-8-31 29,-1-1 0,1 1 0,0 0 1,1-1-1,-1 1 0,0-1 0,1 1 1,0-1-1,3 5 0,-5-8 19,0 0-1,1 0 1,-1 0-1,0 1 0,0-1 1,1 0-1,-1 0 1,0 0-1,0 0 1,1 1-1,-1-1 1,0 0-1,1 0 1,-1 0-1,0 0 0,0 0 1,1 0-1,-1 0 1,0 0-1,1 0 1,-1 0-1,0 0 1,1 0-1,-1 0 1,0 0-1,1 0 1,-1 0-1,0-1 0,0 1 1,1 0-1,-1 0 1,0 0-1,1 0 1,-1-1-1,0 1 1,0 0-1,0 0 1,1 0-1,-1-1 1,0 1-1,1-1 0,8-11 1,18-40 68,-10 18-252,28-41 1,-38 66 113,-1 0-1,2 0 1,-1 1 0,1 0-1,1 0 1,-1 1-1,1 0 1,18-11 0,-24 17 63,0-1 0,-1 1 1,1 0-1,0 0 0,0 0 1,-1 0-1,1 1 1,0-1-1,0 1 0,6-1 1,-8 1 7,0 0-1,1 1 1,-1-1 0,0 0 0,0 1 0,0-1-1,0 1 1,1-1 0,-1 1 0,0-1 0,0 1-1,0 0 1,0 0 0,0-1 0,-1 1-1,1 0 1,0 0 0,1 2 0,1 3 7,0 0 1,-1 0-1,0 0 0,0 0 1,-1 1-1,1-1 0,0 12 1,0 1 5,1 1-28,-1-4 45,1 0 1,1 0-1,0 0 0,9 24 1,-11-36-25,-1-1 0,1 1 1,0-1-1,0 0 0,0 0 1,0 0-1,1 0 0,-1 0 1,1-1-1,0 1 0,0-1 1,0 1-1,0-1 0,0 0 1,0 0-1,0-1 0,1 1 1,-1-1-1,1 1 0,-1-1 1,1 0-1,-1 0 0,1-1 1,0 1-1,7-1 0,-8 0-77,0-1-1,1 0 1,-1 0-1,0 0 0,0 0 1,0 0-1,0-1 1,0 0-1,0 1 0,0-1 1,0 0-1,-1 0 1,1-1-1,-1 1 0,1 0 1,-1-1-1,0 0 1,0 1-1,0-1 0,0 0 1,-1 0-1,3-5 1,5-12-539,-1 1 0,8-30 0,-12 38 387,-1-1-12,1 3 101,-1 0 0,-1-1 0,0 1 0,2-18 0,-4 25 770,0 21 1452,0 3-1855,2 0 0,0 0 0,2 0-1,0 0 1,2 0 0,12 32 0,-14-44-314,1-1 0,0 1 0,0-1-1,1 0 1,1 0 0,13 15 0,-16-20-120,0 0-1,1 0 0,-1-1 1,1 1-1,0-1 0,0 0 0,0-1 1,0 1-1,1-1 0,-1 0 1,1-1-1,-1 1 0,11 1 0,12-2-5978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38:56.16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0 6425,'0'0'13371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38:56.83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436 800 336,'0'0'9743,"-15"-14"-8484,-48-43-242,60 55-938,0 0 1,0-1 0,-1 1 0,1 0 0,-1 1-1,1-1 1,-1 1 0,0 0 0,1-1 0,-1 2-1,0-1 1,0 0 0,0 1 0,0 0 0,0-1-1,1 2 1,-6-1 0,-6 1 192,5-1-203,0 0 0,0 1 0,1 0 1,-1 1-1,0 0 0,1 0 0,-1 1 0,1 0 0,0 1 0,0 0 1,0 1-1,0-1 0,1 2 0,-1-1 0,2 1 0,-1 0 1,1 1-1,-1 0 0,-7 10 0,5-4 56,0-1 1,1 1-1,0 1 0,1-1 0,1 1 1,0 1-1,-5 16 0,8-22-43,1 1 0,1 0-1,0 0 1,0 1-1,1-1 1,0 0-1,1 0 1,0 1 0,1-1-1,0 0 1,0 1-1,4 9 1,-4-17-77,1 1 0,-1-1-1,1 0 1,0 0 0,0 0-1,1 0 1,-1 0 0,0 0 0,1 0-1,0-1 1,0 1 0,0-1-1,0 0 1,0 0 0,0 0 0,0 0-1,1-1 1,-1 1 0,1-1-1,-1 0 1,1 0 0,6 1 0,-2-1-4,0 0 1,0 0-1,0 0 1,0-1-1,0-1 1,0 1-1,0-1 1,0 0 0,16-5-1,-16 2-4,1-1 1,-1 1-1,0-1 0,0 0 1,-1-1-1,1 0 0,-1 0 0,0-1 1,-1 0-1,10-13 0,1-4-128,0-1 0,14-31 0,-1-9-530,-2 0-1,-4-2 1,-2 0 0,12-71-1,28-282-1330,-57 346 1894,-3 39 371,-1 84 38,-2 110-26,3 208-324,0-331 73,0 0 0,3-1 0,0 1 0,3-1 0,1 0 0,17 45 0,-5-49-148,-21-30 83,0-1 0,1 1 0,-1-1 0,1 1 0,-1-1 0,1 1 0,-1-1 0,1 1-1,-1-1 1,1 1 0,-1-1 0,1 0 0,0 1 0,-1-1 0,1 0 0,0 1 0,-1-1 0,1 0 0,0 0-1,-1 0 1,1 0 0,0 0 0,-1 0 0,1 0 0,0 0 0,-1 0 0,1 0 0,0 0 0,-1 0-1,1 0 1,0 0 0,-1-1 0,1 1 0,0 0 0,-1-1 0,1 1 0,0 0 0,-1-1 0,1 1 0,-1-1-1,1 1 1,-1-1 0,1 1 0,-1-1 0,1 1 0,-1-1 0,0 1 0,1-2 0,5-10-480,-1 0 0,0-1 0,-1 0 0,-1 0 0,0 0 0,-1 0 0,1-16 0,-1 15 765,-1 0 0,2 0-1,0 0 1,0 0 0,2 0 0,-1 1 0,10-17 0,-14 29-163,1 0 1,-1 0-1,0 0 0,1 0 0,0 0 0,-1 0 1,1 0-1,-1 1 0,1-1 0,0 0 0,0 0 0,0 1 1,-1-1-1,1 1 0,0-1 0,0 1 0,0-1 1,0 1-1,0-1 0,0 1 0,0 0 0,0-1 0,0 1 1,0 0-1,0 0 0,0 0 0,0 0 0,2 0 1,-2 0-12,0 1 1,0 0 0,0-1 0,0 1 0,0 0 0,0 0 0,0 0 0,-1-1 0,1 1 0,0 0 0,0 0 0,-1 0 0,1 0-1,-1 1 1,1-1 0,-1 0 0,1 0 0,-1 0 0,0 0 0,1 0 0,-1 1 0,0-1 0,0 2 0,3 38 628,-4 51 0,0-33-43,1-58-632,0-1 0,-1 0 0,1 0 1,0 0-1,-1 0 0,1 1 0,0-1 0,-1 0 0,1 0 0,-1 0 0,1 0 0,0 0 1,-1 0-1,1 0 0,0 0 0,-1 0 0,1 0 0,0 0 0,-1 0 0,1 0 0,-1 0 1,1-1-1,0 1 0,-1 0 0,1 0 0,0 0 0,-1 0 0,1-1 0,0 1 0,-1-1 1,-16-24 290,16 23-323,1 0 1,-1 0-1,0 0 1,0-1-1,-1 1 1,1 1-1,0-1 1,-1 0-1,1 0 1,-1 0-1,0 1 1,1-1-1,-1 1 1,0-1-1,0 1 1,0 0-1,0 0 1,0 0-1,0 0 1,0 0-1,-1 0 1,-3-1-1,3 2-3,1 0 0,-1 0 0,1 0 0,-1 0 0,1 0 0,-1 1 0,1-1 0,-1 1 0,1 0 0,-1-1 0,1 1 0,0 0 0,-1 0 0,1 1 0,0-1 0,0 0-1,-4 4 1,3-2 41,0 1-1,0 0 0,0-1 0,0 1 0,1 0 0,0 0 0,-1 1 0,2-1 1,-3 5-1,0 6 134,0-1 0,2 1 0,-1 0 0,2 0 0,-1 19 0,2-29-165,0 0-1,0 0 1,1-1-1,-1 1 0,1 0 1,0 0-1,0 0 1,1-1-1,-1 1 1,1-1-1,0 1 0,1-1 1,-1 1-1,1-1 1,-1 0-1,1 0 1,0-1-1,1 1 1,-1 0-1,1-1 0,-1 0 1,1 0-1,0 0 1,0 0-1,1-1 1,-1 0-1,0 0 0,1 0 1,-1 0-1,1 0 1,0-1-1,-1 0 1,1 0-1,6 0 0,0 1-21,1-1 0,-1-1 0,1 0 0,16-2 0,-23 1-61,0 0 0,-1 0 0,1 0 0,-1-1-1,1 1 1,-1-1 0,1 0 0,-1-1 0,0 1-1,0-1 1,0 1 0,0-1 0,5-7-1,6-8-1746,24-40 0,-20 26-1850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38:57.27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0 124 5817,'0'0'13035,"180"47"-11363,20-38-967,110-9-65,70-18-496,23-41-144,-99 3-2913,-83 9-11466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38:58.29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0 11747,'0'0'6196,"30"18"-6087,99 57-93,-111-66-17,1 0 0,0-2-1,25 7 1,-34-11-30,0 0 0,0 0 0,-1 1 0,18 10 0,-25-13 21,0 0 0,1 1 0,-1-1 0,0 1 0,0-1 0,0 1 0,0 0 0,0 0 0,-1 0 0,1 0 0,0 0 0,-1 0 1,1 0-1,-1 1 0,0-1 0,0 0 0,0 1 0,0-1 0,0 1 0,-1-1 0,1 1 0,-1 0 0,0-1 0,1 1 0,-1-1 0,0 1 0,-1 0 0,1-1 0,0 1 0,-1 0 0,1-1 1,-1 1-1,0-1 0,-2 5 0,-1 1 17,0-1 0,-1 0 0,0 0 0,0 0 0,-1 0 0,0-1 0,0 0 0,0 0 0,-9 6 0,-55 38-60,-34 27-344,42-20-3879,45-36-3123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38:59.07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254 1 5945,'0'0'12127,"-31"27"-11808,31-27-319,-127 121 109,119-113-105,1 0-1,-1 0 1,2 1-1,-1 0 1,1 1 0,0-1-1,1 1 1,0 0 0,1 1-1,0-1 1,-4 20-1,3-12-3,1-1-7,0 0 0,0 1 0,2-1 0,0 1 0,1 0 0,1-1 0,4 33 0,-3-47-12,0 0 1,0 0 0,0 0-1,0 0 1,0 0-1,1 0 1,0 0 0,-1 0-1,1-1 1,0 1 0,0-1-1,1 1 1,-1-1-1,0 0 1,1 0 0,-1 0-1,1 0 1,0 0 0,0 0-1,0-1 1,0 0 0,0 1-1,0-1 1,0 0-1,6 1 1,6 1-333,1-1-1,0 0 1,31-1-1,-40-1 194,9 0-180,-1-1 0,0-1 1,1 0-1,-1-1 0,0-1 1,0 0-1,-1-1 0,1 0 0,-1-2 1,0 1-1,-1-2 0,0 0 0,0 0 1,0-1-1,-1-1 0,19-19 1,-21 22 287,4-5 1611,-14 13-1406,0 1 1,0-1 0,-1 1-1,1-1 1,0 1 0,1 0-1,-1-1 1,0 1 0,0-1-1,1 1 1,-1-1 0,1 2-1,1 6 121,0 2-172,0 1 0,1 0 0,0 0 0,1-1 0,0 0 0,1 0 0,0 0 0,14 20 0,-15-26-72,0 0 0,0 0 0,1 0 0,0 0 0,0-1 0,0 0 0,1 0 0,-1 0 1,1-1-1,0 0 0,0 0 0,0 0 0,1-1 0,-1 0 0,0 0 0,1 0 0,11 0 0,-11-1-91,1 0 0,-1 0 0,0-1 0,0-1 0,0 1 1,0-1-1,0 0 0,0 0 0,0-1 0,0 0 0,0-1 0,12-5 0,-15 5 6,-1 0 1,1 0 0,0 0 0,-1-1 0,0 1 0,0-1 0,0 0-1,0 0 1,-1 0 0,0 0 0,1 0 0,-2-1 0,1 1 0,0-1 0,-1 1-1,0-1 1,0 1 0,0-1 0,0 0 0,-1-7 0,1-2-112,0-1 0,-1 1 0,-3-20 0,2 27 160,-1 1-1,1-1 1,-1 1-1,-1 0 0,1 0 1,-1 0-1,0 0 0,0 0 1,-7-8-1,3 4 24,0 1 0,-1 1 0,0-1-1,0 2 1,0-1 0,-1 1 0,-1 0 0,1 1 0,-1 0-1,0 0 1,0 1 0,-1 0 0,0 1 0,1 0-1,-1 1 1,-1 0 0,1 1 0,-20-2 0,29 5-17,0-1 0,0 0 1,0 0-1,0 1 0,0-1 0,1 1 1,-1 0-1,0 0 0,0-1 1,1 1-1,-1 0 0,1 0 1,-1 1-1,0-1 0,1 0 0,0 0 1,-1 1-1,1-1 0,0 1 1,0-1-1,0 1 0,0 0 0,0-1 1,0 1-1,0 0 0,1-1 1,-1 1-1,0 0 0,1 0 1,0 0-1,-1 0 0,1 0 0,0 2 1,-1 2-4,1-1 0,0 0 0,0 0 0,1 0 0,-1 1 0,1-1 1,0 0-1,0 0 0,1 0 0,-1 0 0,1 0 0,4 5 0,-2-5-2,0 0-1,0 0 0,1-1 0,0 0 0,0 0 1,0 0-1,1-1 0,-1 0 0,1 0 1,0 0-1,0 0 0,0-1 0,0 0 0,0 0 1,0-1-1,1 0 0,11 1 0,-9-1-9,0 0-1,0-1 1,0 0-1,0-1 1,0 1-1,-1-2 1,1 1-1,0-1 0,-1-1 1,1 1-1,-1-1 1,14-8-1,-3-2-126,29-29 0,-32 27 45,0 1-1,24-16 1,-34 27 76,0-1 0,0 1 0,1 0 0,-1 0-1,1 1 1,0 0 0,0 0 0,0 1 0,0-1-1,0 2 1,8-1 0,-14 1 9,1 0-1,-1 1 1,1-1-1,0 1 0,-1-1 1,1 1-1,-1 0 1,1 0-1,-1-1 1,1 1-1,-1 0 1,0 0-1,1 1 1,-1-1-1,0 0 1,0 0-1,0 1 1,0-1-1,0 0 1,0 1-1,0-1 1,-1 1-1,1-1 1,0 1-1,-1 0 1,1-1-1,-1 1 0,0-1 1,1 1-1,-1 0 1,0 2-1,2 11 37,-1 0 1,-1 26-1,-1-24 20,-2 139 689,3-156-739,0 0 0,0 1 0,0-1 0,0 0 0,0 1-1,0-1 1,0 0 0,0 0 0,1 1 0,-1-1 0,0 0 0,0 1 0,0-1 0,0 0 0,1 0 0,-1 0 0,0 1 0,0-1 0,1 0 0,-1 0 0,0 0-1,0 1 1,1-1 0,-1 0 0,0 0 0,0 0 0,1 0 0,-1 0 0,0 0 0,1 0 0,-1 0 0,0 0 0,1 0 0,-1 0 0,0 0 0,0 0 0,1 0-1,-1 0 1,0 0 0,1 0 0,-1 0 0,0 0 0,1 0 0,-1 0 0,0 0 0,0-1 0,1 1 0,-1 0 0,0 0 0,0 0 0,1 0 0,-1-1 0,0 1-1,0 0 1,0 0 0,1-1 0,-1 1 0,19-15-375,5-10-998,-1 0 0,32-49-1,-10 12-1350,7-2-1456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38:59.50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0 165 464,'0'0'9866,"7"177"-9426,7-121-128,0-7-304,10-8 40,0-20-48,21-21-752,-11-15-1192,1-19-3257</inkml:trace>
  <inkml:trace contextRef="#ctx0" brushRef="#br0" timeOffset="1">342 0 224,'0'0'12393,"1"11"-11854,1 54-390,-2 0 0,-10 68 0,0 31-58,8-109-177,0-14-1068,4 41 0,-8-116-1767,-4-14-2817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38:59.89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0 236 544,'0'0'17420,"69"-115"-16996,-3 103-280,13-7-120,11 1-24,27-13-1224,-24 9-2977,-17 3-5449</inkml:trace>
  <inkml:trace contextRef="#ctx0" brushRef="#br0" timeOffset="1">480 332 10354,'0'0'6770,"-28"208"-6722,28-158-96,0-10-56,4-5-424,20-26-1065,0-9-1415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39:00.52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35 7906,'0'0'8612,"16"29"-8312,48 94-218,-61-118-76,0 0 0,-1 1 1,0 0-1,0 0 1,0-1-1,-1 1 0,0 0 1,0 0-1,0 0 1,-1 0-1,0 0 0,-1 11 1,0-2-2,1-12-3,0 1-1,0-1 1,0 1 0,-1-1 0,1 0 0,-1 1 0,0-1 0,0 0 0,0 0 0,0 1 0,0-1 0,-1 0 0,1 0 0,-1 0 0,0-1-1,0 1 1,-5 5 0,7-8-3,0-1 0,-1 1-1,1 0 1,-1 0 0,1 0-1,0-1 1,-1 1 0,1 0-1,0 0 1,0-1 0,-1 1-1,1 0 1,0 0 0,0-1 0,-1 1-1,1 0 1,0-1 0,0 1-1,0 0 1,-1-1 0,1 1-1,0-1 1,0 1 0,0 0-1,0-1 1,0 1 0,0-1-1,0 1 1,0 0 0,0-1-1,0 1 1,0 0 0,0-1-1,0 1 1,0-1 0,0 1 0,1 0-1,-1-1 1,0 1 0,0 0-1,1-1 1,-1-2-5,0-10-74,1 0 1,1 0-1,0 0 0,1 1 1,0-1-1,1 1 1,0 0-1,1 0 0,0 0 1,1 1-1,0 0 0,1 0 1,1 0-1,-1 1 1,2 0-1,15-15 0,-18 18-8,0 1 0,1 0 0,-1 0 0,1 0-1,0 1 1,1 0 0,-1 1 0,1-1 0,0 1 0,0 1-1,0 0 1,1 0 0,-1 0 0,1 1 0,-1 1 0,13-2-1,-19 3 75,0 1 1,0-1-1,0 0 0,-1 1 0,1 0 0,0-1 0,0 1 0,0 0 0,0 0 1,-1 0-1,1 0 0,0 1 0,-1-1 0,1 0 0,-1 1 0,1-1 0,-1 1 1,0-1-1,1 1 0,-1 0 0,0-1 0,0 1 0,0 0 0,1 3 0,3 8 47,-1-1 0,5 25-1,-4-16 36,2 6 205,-4-15-103,0 1-1,0-1 1,2 0-1,-1 0 1,1 0-1,1 0 1,10 14 0,-16-25-182,1 1 0,0-1 0,0 0 0,0 1 0,0-1 1,1 0-1,-1 0 0,0 0 0,0 0 0,1 0 0,-1 0 0,1 0 1,-1-1-1,1 1 0,-1 0 0,1-1 0,-1 1 0,1-1 0,-1 0 1,1 0-1,0 1 0,-1-1 0,1 0 0,0 0 0,-1 0 0,1-1 1,0 1-1,-1 0 0,1 0 0,-1-1 0,1 1 0,-1-1 0,1 0 1,-1 1-1,1-1 0,-1 0 0,1 0 0,-1 0 0,0 0 0,0 0 1,1 0-1,-1 0 0,0-1 0,1-1 0,6-6-344,0-1 0,-1 0 0,-1-1 0,9-18 0,-11 22 141,3-7-165,15-30-66,2 2 1,51-71 0,-64 104 676,-6 13 220,-5 24 413,0-18-787,-1 26 445,0-10-50,1 1 0,1 0 0,1-1 0,9 41 0,-10-62-423,0 0 0,1 0 0,0 0 0,-1 0 0,2 0 0,-1 0 0,0-1 0,1 1 0,0-1 0,0 0 0,0 0 0,1 0 0,-1 0 0,1 0 0,0-1 0,0 0 0,0 0 0,1 0 0,-1 0 0,1-1 0,-1 1 0,1-1 1,0 0-1,0-1 0,0 1 0,0-1 0,0 0 0,0 0 0,8 0 0,-9-1-88,0-1 1,0 1 0,0-1-1,0 0 1,0 0-1,0 0 1,0-1 0,0 1-1,-1-1 1,1 0-1,-1 0 1,1 0 0,-1-1-1,0 1 1,1-1-1,-1 0 1,-1 0 0,1 0-1,0 0 1,-1 0-1,1 0 1,-1-1 0,0 1-1,0-1 1,1-5-1,6-11-300,-1 0 0,-1 0-1,6-31 1,-12 45 313,6-25-30,-2-1-1,-1 1 1,-1-48-1,-3 77 364,0 7 63,0 204 338,0-204-780,0 1 0,0-1 0,1 1 0,0-1 0,0 1 0,0-1 1,1 1-1,0-1 0,0 0 0,0 0 0,1 0 0,-1 0 0,1 0 0,0-1 0,1 1 0,-1-1 1,1 0-1,0 0 0,0 0 0,0 0 0,5 3 0,19 8-3537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39:00.97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235 0 4017,'0'0'12192,"10"31"-11347,33 102-587,-31-97-280,-3 0 1,0 1-1,2 41 0,-10-68-10,1 12-155,-5-17-728,-12-25-915,8 9 1813,1 0-111,-1 1 0,0 1 0,-1-1 0,0 1 0,0 0 0,-1 1 0,-17-13 0,20 18 168,0 0 1,0 0 0,0 0-1,0 0 1,0 1 0,0 0 0,-1 0-1,1 1 1,-1 0 0,1 0-1,-1 0 1,0 1 0,1 0 0,-1 0-1,-11 3 1,13-2 7,0 1 0,-1 0 0,1 0 0,1 0 0,-1 0 0,0 1 0,1 0 0,-1 0-1,1 0 1,0 1 0,0 0 0,0-1 0,0 1 0,1 0 0,0 1 0,0-1 0,0 1 0,0-1 0,1 1 0,-4 8 0,1 1 138,0 0-1,0-1 1,2 1 0,0 1 0,0-1-1,0 22 1,2-30-152,1-1-1,0 0 1,0 1 0,1-1-1,-1 0 1,1 1-1,0-1 1,1 0 0,-1 0-1,1 0 1,0 0 0,0 0-1,1 0 1,-1-1-1,4 6 1,-2-7-47,0 0 1,0 1-1,0-1 0,0 0 1,0-1-1,1 1 0,0-1 1,-1 0-1,1 0 0,0 0 1,0-1-1,0 0 0,0 0 1,0 0-1,0-1 1,9 1-1,0-1-374,0 0 1,0 0-1,0-1 0,1-1 1,-1-1-1,-1 0 1,1-1-1,0 0 0,14-7 1,40-25-6656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39:01.35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211 1 624,'0'0'14298,"-26"17"-13237,-82 59-44,102-70-887,-1 0 1,1 0 0,0 0-1,0 1 1,1 0 0,0 0 0,0 0-1,1 1 1,0 0 0,0 0-1,1 0 1,0 0 0,0 0-1,1 1 1,0-1 0,0 1-1,1 0 1,0-1 0,1 17 0,-1-7 167,0 0 0,4 32 0,-2-43-258,0-1 0,1 0 0,-1 0 0,2 1 0,-1-1-1,1-1 1,-1 1 0,1 0 0,1-1 0,-1 1 0,6 5 0,0-2-55,0 0 0,0 0-1,1-1 1,0 0 0,1-1 0,-1 0-1,2-1 1,-1 0 0,1 0 0,-1-1-1,1-1 1,16 4 0,-20-6-226,1 0 1,-1-1 0,1 0-1,0 0 1,-1-1 0,1 0-1,0-1 1,-1 0 0,1 0-1,-1-1 1,1 0 0,-1 0-1,1-1 1,-1 0 0,0 0-1,-1-1 1,1 0-1,10-8 1,-10 6-1039,0-1-1,0 0 0,11-15 1,13-27-8881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39:01.76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185 1 9658,'0'0'6251,"11"26"-5950,33 86 18,-38-99-198,-1 1 1,-1-1-1,0 1 0,-1 0 1,-1 0-1,0 0 1,-1 0-1,-1 18 1,0-21-51,0-18-180,-1-1-1,0 1 0,0 0 1,-1 0-1,0 0 1,0 0-1,0 0 1,-1 0-1,0 0 1,-8-11-1,8 13 95,0 1 1,0 0-1,-1 0 0,1 0 1,-1 1-1,1-1 0,-1 1 0,0 0 1,0 0-1,-1 0 0,1 1 1,-1-1-1,1 1 0,-1 0 1,0 1-1,0-1 0,-6-1 0,6 2 12,-1 1-1,1-1 0,0 1 0,-1 0 0,1 0 0,0 1 0,-1 0 0,1 0 0,0 0 0,0 0 0,-1 1 0,1 0 0,0 0 1,1 0-1,-1 1 0,0-1 0,-4 5 0,4-2 40,0-1 0,0 2 0,0-1-1,1 1 1,0-1 0,0 1 0,0 0 0,1 1 0,0-1 0,0 1 0,1-1 0,-4 13 0,4-10 45,0-1 0,0 1 0,0-1 0,1 1 0,1 0 1,-1 0-1,2 0 0,-1 0 0,1-1 0,2 11 1,-2-15-84,1-1 0,-1 1 0,1 0 0,0-1 0,0 1 0,0-1 0,0 1 1,1-1-1,-1 0 0,1 0 0,0 0 0,0-1 0,0 1 0,0-1 1,1 1-1,-1-1 0,1 0 0,-1 0 0,1-1 0,0 1 0,-1-1 0,1 0 1,6 2-1,-2-2-273,0 1 0,0-1 0,-1 0 0,1-1 1,0 0-1,0 0 0,0-1 0,0 0 0,0 0 0,-1-1 1,1 0-1,0-1 0,-1 1 0,0-1 0,0-1 0,0 1 1,0-1-1,0 0 0,-1-1 0,1 0 0,-1 0 0,0 0 1,-1-1-1,6-6 0,24-28-5409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39:02.16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170 448 3025,'0'0'14954,"9"28"-14368,33 90-144,-40-111-392,1 1 1,1-1 0,-1 0-1,1 0 1,1-1-1,-1 1 1,1-1 0,0 0-1,0 0 1,1-1-1,0 1 1,0-1 0,0-1-1,1 1 1,-1-1 0,1 0-1,15 6 1,-21-9-50,8 3 33,1 0-1,-1-1 1,1 0-1,17 3 1,-24-5-25,1-1 0,0 1 0,-1-1 0,1 0 0,-1 0 0,1 0 0,0 0 0,-1-1 0,1 1 0,-1-1 0,1 0 0,-1 0 0,1-1 0,-1 1 0,0-1 0,7-3 0,-5 0-18,0-1 0,-1 0 0,1 0 0,-1 0 0,0-1 1,-1 1-1,1-1 0,-1 0 0,-1 0 0,1 0 0,-1 0 0,-1-1 0,3-13 0,0-14-332,-1-57 0,-3 82 275,0-7 25,-1 0 0,0 1 1,-1-1-1,-4-17 0,4 27 40,0 0-1,-1 1 1,0-1 0,0 1-1,0-1 1,-1 1 0,0 0-1,0 1 1,-1-1 0,1 1-1,-1 0 1,-7-6-1,4 5-49,-1 0-1,0 0 0,0 1 0,0 0 0,-1 1 0,0 0 1,1 0-1,-2 1 0,1 0 0,0 1 0,-15-1 0,4 1-1308,-1 1 0,0 1-1,0 1 1,-31 5-1,20 2-4831</inkml:trace>
  <inkml:trace contextRef="#ctx0" brushRef="#br0" timeOffset="1">1 166 7642,'0'0'14035,"124"-134"-14027,-97 119-8,-9 2-352,-8 10-737,-51 43-13586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39:02.53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235 0 14131,'0'0'5665,"-183"143"-5665,155-125-808,4-2-2161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39:08.63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2905,'0'0'9683,"2"32"-9143,1 6-384,5 148 572,-7 98 894,-1-271-1592,1 0 1,1 0-1,0 0 0,0 0 1,1 0-1,1-1 0,0 1 1,1-1-1,7 13 0,-10-20-40,1-1 0,1 1 0,-1 0 0,1-1 0,-1 0 0,1 0 0,0 0 0,1 0 0,-1-1 0,1 1 0,-1-1 0,1 0 0,0-1 0,0 1 0,1-1 0,-1 0 0,0 0 0,1 0 0,-1-1 0,1 0 0,-1 0 0,1-1 0,7 1 0,2-1-211,0 0 1,0-1-1,0-1 1,-1 0-1,1-1 1,-1-1-1,1 0 1,24-11-1,-2-3-1335,-11 1-814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39:08.99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34 2801,'0'0'16555,"100"19"-16419,-48-19-136,0 0-600,6-19-1360,-9 1-1201,-22 2-5273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39:09.40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59 8514,'0'0'8146,"231"-43"-8475,-165 33-1759,-15 4-3809</inkml:trace>
  <inkml:trace contextRef="#ctx0" brushRef="#br0" timeOffset="1">453 668 9826,'0'0'6377,"107"-165"-6072,-76 128-257,0 3-48,0-4-233,7-5-847,-7 9-1584,-14 9-4978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39:09.79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6833,'0'0'10307,"117"189"-10059,-75-149-232,-1-2-16,11 14-1353,-14-11-1223,-11-7-4962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39:10.14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8890,'0'0'8610,"0"26"-8522,0 147-79,1-160 15,0-1 0,1 1-1,1 0 1,0-1 0,0 1-1,1-1 1,1 0 0,0 0 0,1-1-1,0 0 1,0 1 0,16 17 0,-18-24-68,1 0 1,0 1-1,0-2 1,0 1 0,1-1-1,0 0 1,0 0-1,0 0 1,0-1 0,0 0-1,8 2 1,-9-3-135,0-1 0,0 0 0,0 0 0,1-1 0,-1 0 0,0 0 0,0 0 1,1 0-1,-1-1 0,0 0 0,0 0 0,0 0 0,0-1 0,0 0 0,0 0 0,6-3 0,-6 2-404,0 0 1,0-1-1,0 1 0,0-1 0,3-4 0,18-23-5838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39:10.56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1 245 3849,'0'0'13459,"96"-15"-13459,-61 15-472,-4 0-561,7 0-463,-11 0-864,-6 0-3986</inkml:trace>
  <inkml:trace contextRef="#ctx0" brushRef="#br0" timeOffset="1">28 0 776,'0'0'15908,"104"6"-15908,-66-6-1209,-7 0-1919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39:10.95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0 447 992,'0'0'12136,"0"-17"-12027,14-321 22,-13 326-128,-1 5 4,0 1-1,1-1 1,0 0 0,1 1-1,-1-1 1,4-7-1,-5 13-11,1-1 0,0 1 0,0 0 0,-1 0 0,1 0 0,0 0 0,0 0 0,0 0-1,0 0 1,0 0 0,0 0 0,1 0 0,-1 0 0,0 1 0,0-1 0,1 1 0,-1-1-1,0 1 1,1-1 0,-1 1 0,0 0 0,1-1 0,-1 1 0,1 0 0,-1 0 0,0 0-1,1 0 1,-1 0 0,1 1 0,-1-1 0,0 0 0,1 0 0,-1 1 0,0-1 0,3 2-1,0 0-7,1 0 0,-1 1 0,0-1 0,0 1 0,0 0 0,0 0 0,-1 1-1,1-1 1,-1 1 0,0-1 0,0 1 0,3 6 0,30 54-114,-34-61 124,13 31 1,14 50 0,-8-21 186,-14-50-20,-2-15 97,1-21-37,-3 8-199,4-30 35,14-48-1,-18 82-65,1-1 0,0 1-1,1 0 1,0 0 0,1 0-1,0 1 1,0-1 0,1 2-1,12-14 1,-18 21-3,1 1 0,-1-1-1,0 1 1,1-1 0,-1 1 0,1 0 0,-1 0-1,1 0 1,0-1 0,-1 1 0,1 1 0,0-1-1,0 0 1,0 0 0,0 1 0,0-1 0,0 1-1,0 0 1,0-1 0,0 1 0,-1 0-1,1 0 1,0 0 0,0 1 0,0-1 0,0 0-1,0 1 1,0-1 0,0 1 0,2 0 0,-1 2-14,0-1 0,-1 1 0,1 0 0,0-1 0,-1 1 0,0 0 0,0 0 0,0 1 0,0-1 0,0 0 0,-1 1 0,0-1 0,1 1-1,-1-1 1,0 5 0,11 51 13,6 77-1,4 31-97,-18-149-895,0-9-1756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39:11.31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1240,'0'0'9934,"14"28"-9811,42 92 128,-51-110-99,-1-1-1,-1 1 1,1-1 0,-1 1 0,-1 1 0,0-1 0,-1 0-1,0 0 1,0 1 0,-1-1 0,-1 14 0,-1 9 292,2 7 262,0-40-707,0 0-1,0-1 0,0 1 0,0 0 0,0 0 0,0 0 0,0 0 0,0 0 1,0 0-1,0 0 0,0 0 0,0 0 0,0 0 0,0 0 0,0 0 0,0 0 1,-1 0-1,1 0 0,0 0 0,0 0 0,0 0 0,0 0 0,0 0 0,0 0 1,0 0-1,0 0 0,0 0 0,0 0 0,0 0 0,0 0 0,0 0 1,-1 0-1,1 0 0,0 0 0,0 0 0,0 0 0,0 0 0,0 0 0,0 0 1,0 0-1,0 0 0,0 0 0,0 0 0,0 0 0,0 0 0,0 0 0,0 0 1,0 0-1,0 0 0,-1 0 0,1 0 0,0 0 0,0 1 0,-4-10-326,-5-25-1238,-7-56 1,7 36-376,-5-21-2149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39:11.73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0 201 280,'8'-39'332,"1"-16"278,-5 1 3873,-3 52-4235,-1 0 0,0-1 0,1 1 0,-1 0 0,1-1 0,0 1 0,0 0 0,0 0 0,0 0 0,0 0 0,0 0 0,0 0 0,1 0 0,-1 0 0,1 0 0,0 0 0,-1 1 0,1-1 0,0 1 0,0-1 0,0 1 1,0 0-1,0 0 0,0 0 0,0 0 0,0 0 0,5-1 0,-3 1-68,0 0 0,0 1 0,-1-1 1,1 1-1,0 0 0,0 0 0,0 0 1,0 1-1,0-1 0,0 1 0,0 0 1,-1 0-1,1 0 0,0 1 1,-1-1-1,7 4 0,-2 1-120,1 1 0,-1-1-1,0 1 1,-1 1 0,13 14 0,-16-17-79,-1-1 0,0 1 1,0 0-1,-1 0 0,1 0 1,-1 0-1,0 0 0,0 0 1,-1 1-1,1-1 0,-1 1 1,0 9-1,0-10 0,-1 0 0,-1 1 0,1-1 0,-1 0 1,0 0-1,0 1 0,0-1 0,-1 0 0,0 0 0,-4 8 0,4-10 13,0 0 0,-1-1 0,1 1 0,-1 0 0,0-1 0,1 1 0,-1-1 0,-1 0 0,1 0 0,0 0 0,0-1 0,-1 1-1,1-1 1,-1 1 0,1-1 0,-6 1 0,-2 0-424,0-1-1,-1 0 1,-14-1 0,1 0-2278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39:12.09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56,'0'2'13084,"1"23"-12275,2-1 0,6 30 0,-3-26-629,2 41 0,-7-43-90,-2-3-9,2-1 0,1 1 1,0 0-1,2 0 0,1-1 1,9 31-1,-12-50-102,-1-1-1,1 1 1,0-1-1,0 1 1,0-1 0,0 0-1,0 0 1,0 1-1,1-2 1,-1 1-1,1 0 1,-1 0-1,1-1 1,0 1-1,0-1 1,0 0 0,-1 0-1,1 0 1,0 0-1,0-1 1,0 1-1,1-1 1,-1 0-1,4 0 1,-1 1-83,0-1 1,0-1-1,0 0 1,0 1-1,0-2 1,0 1-1,0-1 0,0 0 1,0 0-1,0 0 1,5-4-1,16-13-2489,43-39 0,-56 46-1395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39:12.48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1 132 304,'0'0'14259,"7"11"-13577,4 5-514,9 13 621,45 53 0,-59-75-703,1-1 1,-1 1 0,1-1 0,0-1-1,1 1 1,-1-1 0,1 0 0,0-1-1,0 0 1,0 0 0,1-1 0,0 0-1,-1 0 1,11 1 0,-15-3-72,1-1 0,0 1 0,0-1 0,0 0 0,0-1 1,0 1-1,0-1 0,0 0 0,0 0 0,0 0 0,-1-1 0,1 0 0,0 0 1,-1 0-1,6-4 0,-6 3-9,-1-1 1,0 1 0,0-1-1,0 0 1,0 0 0,0 0-1,-1-1 1,0 1 0,1-1-1,-2 1 1,1-1-1,-1 0 1,1 0 0,-1 0-1,0-7 1,2-2 0,-2-1-1,1 0 1,-2 1 0,0-1-1,-1 0 1,0 1 0,-1-1-1,-6-21 1,6 31-6,1 0 1,-1-1-1,-1 1 1,1 1-1,-1-1 1,1 0-1,-1 0 1,-1 1-1,1 0 0,-1 0 1,0 0-1,1 0 1,-2 0-1,1 1 1,0 0-1,-1-1 0,1 2 1,-1-1-1,0 1 1,0-1-1,0 1 1,-1 1-1,1-1 0,0 1 1,0 0-1,-7-1 1,5 1-50,0 0 0,0 1 0,-1 0 1,1 0-1,0 1 0,-14 2 1,17-2-32,0 1 0,0-1 0,1 1 0,-1 0 0,0 0 1,1 0-1,-1 1 0,1-1 0,0 1 0,0 0 0,0 0 1,0 0-1,-4 6 0,-11 18-1449,2 0-1,-18 41 1,12-14-4547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39:12.94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194 0 11306,'0'0'5718,"-6"29"-5656,-26 96-44,28-113-13,-1-1 1,0 1 0,0-1-1,-1 0 1,-1-1-1,0 1 1,-12 13 0,2-2 10,0 0-9,-25 39 11,39-56-19,0 1 0,0-1 0,1 0 0,0 1 0,0 0 1,0-1-1,1 1 0,-1 0 0,1 10 0,1-15-2,0-1-1,0 1 1,0-1-1,1 1 1,-1-1-1,0 1 1,0-1 0,1 0-1,-1 1 1,0-1-1,1 0 1,-1 1-1,1-1 1,-1 0-1,0 1 1,1-1 0,-1 0-1,1 0 1,-1 0-1,1 1 1,-1-1-1,0 0 1,1 0 0,-1 0-1,1 0 1,-1 0-1,1 0 1,-1 0-1,1 0 1,-1 0 0,1 0-1,22 0-46,-16 0 35,185 0-4031,-191 0 4043,0-1 0,-1 1 1,1 0-1,0 0 0,0-1 0,0 1 0,0-1 0,0 1 1,-1-1-1,1 1 0,0-1 0,0 1 0,-1-1 0,1 0 1,0 1-1,-1-1 0,1 0 0,-1 1 0,1-1 0,-1 0 1,1 0-1,-1 0 0,0 0 0,1 1 0,-1-1 0,0 0 1,0 0-1,1 0 0,-1 0 0,0 0 0,0 0 0,0-1 1,0-38 89,0 28-93,0-34 3119,0 73-2148,0 218-483,1-226-840,1 0-1,1 0 1,1 0 0,1 0 0,0-1 0,12 28 0,-3-18-3601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39:14.21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 1048 4337,'0'0'11172,"0"-28"-11107,-3-195-36,13-395 85,-7 494-146,-2 70 3595,27 54-2960,177-1-87,237 3-1515,-189 27-587,-109-9 2255,-133-20-653,0 0 0,-1-1 1,20-3-1,-17 3 545,-19 34-515,1 0 0,1 0 0,2 1-1,5 61 1,-1-17 0,-1 62-31,6 1 0,7-1 0,32 143 0,-46-282-11,0-1 0,0 1 0,0-1 0,0 0 1,0 1-1,0-1 0,0 1 0,0-1 0,0 1 0,0-1 0,0 0 0,0 1 0,0-1 0,0 0 0,-1 1 0,1-1 1,0 1-1,0-1 0,0 0 0,-1 1 0,1-1 0,0 0 0,0 1 0,-1-1 0,1 0 0,0 0 0,-1 1 0,1-1 0,0 0 1,-1 0-1,1 0 0,0 1 0,-1-1 0,1 0 0,-1 0 0,1 0 0,0 0 0,-1 0 0,-19 2 18,13-2 1,-245 0 547,172-4-376,0 4-1,0 4 1,-85 14-1,50 12-151,83-20-245,0-2 0,0 0 0,-1-2 0,-41 1 0,53-8-2715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39:14.73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356 1 11450,'0'0'7922,"-41"195"-7874,10-108-48,-11 16 64,-3 5-56,-3 10-16,7-3-40,-4 28-808,10-28-2265,8-19-5304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39:25.38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1 360,'0'0'19708,"0"28"-19428,0 22-272,0 5-16,7 14 0,0 2-80,0 4-216,-4-1-696,4 1-600,0 5-825,0-18-607,-4-15-3850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39:25.81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66 7642,'0'0'12290,"173"-25"-12282,-104 19 80,6 0-88,1 0-616,14-4-1312,-18 4-2153,-20 0-3753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39:26.20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10818,'0'0'8978,"176"28"-8978,-103-15-664,23 9-1360,-16-4-1177,-18 1-4505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39:26.60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40 856,'0'0'13750,"14"4"-13708,-2-2-61,-8-2-1,0 1 0,0-1 0,1 1 0,-1 0 0,0 1 0,0-1 0,0 1-1,0-1 1,-1 1 0,1 0 0,0 1 0,-1-1 0,1 1 0,-1-1 0,0 1 0,0 0 0,0 0 0,4 6 0,-2 1-2,0-1-1,-1 1 1,0 0-1,-1 0 1,0 1-1,0-1 0,-1 1 1,0-1-1,-1 1 1,-1 0-1,0-1 1,-1 15-1,1-24 218,0-14 253,0 1-448,1 0 0,1 0 0,0 0 0,0 0 0,1 0 0,0 0 0,1 1 0,1 0 0,0-1 1,0 2-1,1-1 0,0 1 0,1-1 0,0 2 0,1-1 0,0 1 0,11-9 0,-17 16-10,0 0-1,0 1 1,0-1-1,0 1 1,0-1 0,1 1-1,-1 0 1,1 0-1,-1 0 1,1 0-1,-1 1 1,1-1 0,-1 1-1,1-1 1,0 1-1,-1 0 1,1 0-1,0 0 1,2 1 0,-2 0 4,-1 0 1,0 0-1,0 0 1,0 0-1,0 0 1,0 1-1,0-1 1,0 1-1,-1-1 1,1 1-1,0 0 1,-1 0-1,0 0 1,1 0-1,-1 0 1,0 0-1,0 0 1,0 0-1,0 0 1,1 4-1,8 28 16,9 50 1,1 4 33,-18-82-28,0 0-1,0 0 0,1-1 0,-1 1 0,1-1 0,7 10 0,-10-14-19,1 0 0,0 0 0,0 0 0,0 0 0,0 0 0,0 0 0,0 0 0,0 0 0,1-1 0,-1 1 0,0 0 0,0-1 0,1 1 0,-1-1 0,0 1 0,1-1 0,-1 1 0,0-1 0,1 0 0,-1 0 0,1 0 0,-1 0 0,0 0 0,1 0 0,-1 0 0,1 0 0,-1-1 0,0 1 0,1 0 0,-1-1 0,0 1 0,1-1 0,-1 1 0,0-1 0,2-1 0,2-3-319,0 0 0,0 0 0,-1-1 0,0 1 0,0-1 1,0 0-1,-1 0 0,1 0 0,-1-1 0,3-9 0,11-33-5122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39:27.02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163 246 392,'0'0'12296,"6"18"-11189,10 38-434,-2 0-1,8 75 1,-20-108-685,18 181 1928,-14-94-5737,-6-144 797,0-8-2687</inkml:trace>
  <inkml:trace contextRef="#ctx0" brushRef="#br0" timeOffset="1">1 13 488,'0'0'16292,"196"-12"-15692,-134 15-320,4 0-272,-4-3-8,7 13-1176,-14 2-1321,-17 1-6649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39:27.53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166 143 312,'0'0'12723,"17"-15"-11358,-7 6-1184,26-28 56,-34 35-231,-1 0 0,0 0 0,1-1 0,-1 1 1,0-1-1,0 1 0,0-1 0,0 1 0,-1-1 1,1 0-1,-1 1 0,1-1 0,-1 0 1,0 0-1,0 1 0,-1-5 0,1 5-1,-1 1-1,0-1 1,0 0 0,0 1-1,0-1 1,0 1-1,0 0 1,0-1 0,0 1-1,-1 0 1,1-1-1,-1 1 1,1 0 0,-1 0-1,1 0 1,-1 0 0,1 1-1,-1-1 1,0 0-1,1 1 1,-1-1 0,-3 0-1,-41-6 52,38 6-38,0 1 0,0 0 0,0 1 0,0 0 1,0 0-1,0 0 0,1 1 0,-1 0 0,-8 4 1,11-4 4,1 1 0,-1 0 0,1 0 0,0 0 0,0 0 0,0 1 0,0 0 1,1-1-1,-1 1 0,1 0 0,0 1 0,0-1 0,1 1 0,-1-1 1,-1 6-1,1-3 24,1-1 1,-1 0 0,1 1-1,1 0 1,-1-1-1,1 1 1,1 0 0,-1 0-1,1 0 1,0-1 0,0 1-1,1 0 1,0 0 0,0-1-1,1 1 1,3 9 0,-2-8-13,1-1 0,0-1 0,0 1 0,1-1 0,-1 1 0,1-1 0,0 0 1,1-1-1,0 1 0,0-1 0,0 0 0,0-1 0,14 8 0,-4-4-29,0-1 0,1-1 0,0 0 0,0-1-1,0 0 1,33 3 0,-40-7-381,0 0 1,0 0-1,0-2 1,0 1-1,0-1 0,0 0 1,0-1-1,0 0 1,-1-1-1,1 0 0,-1 0 1,0-1-1,14-8 1,7-12-6968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39:28.25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270 1 6529,'0'0'7070,"-26"-1"-6963,-87 1 35,108 0-105,0 0 0,-1 1 1,1 0-1,-1-1 0,1 2 0,0-1 0,-1 1 0,1-1 0,0 2 0,0-1 0,0 0 1,1 1-1,-1 0 0,1 0 0,-1 0 0,1 1 0,0-1 0,0 1 0,0 0 0,-4 7 0,4-5 49,1 1 0,0 0 0,0 0 0,0 0 0,1 0 0,0 1 0,0-1 0,1 1 0,0-1 0,0 1 0,1 9 0,0-14-77,0 0 1,0 1-1,1-1 0,0 0 0,-1 0 0,1 0 0,0 0 1,0 0-1,0 0 0,1-1 0,-1 1 0,1 0 0,0 0 0,-1-1 1,1 1-1,0-1 0,0 0 0,1 0 0,-1 1 0,0-1 0,1-1 1,0 1-1,-1 0 0,1-1 0,0 1 0,0-1 0,-1 0 0,1 0 1,0 0-1,0 0 0,4 0 0,8 2-119,-1-1 0,1-1 0,0 0 0,-1-1-1,23-2 1,-30 1-66,0 0 0,-1 0 0,0-1 0,1 0 0,-1 0 0,0 0 0,0-1 0,0 0 0,0 0 1,0 0-1,-1-1 0,0 0 0,1 0 0,-1 0 0,-1-1 0,1 1 0,-1-1 0,7-10 0,-5 6 273,-1 0 0,-1 0 1,1 0-1,-2-1 1,1 1-1,-1-1 0,-1 0 1,0 0-1,0 0 0,-1 0 1,0-15-1,-1 51 63,1 1 0,1 0-1,2 0 1,10 42 0,4 2-235,-3 0 1,-3 2-1,-3-1 0,-3 1 1,-6 113-1,-1-168 123,-1-1 1,-1 1-1,0-1 1,-1 0-1,-1 0 1,-9 19-1,13-31-29,-1-1 1,-1 1-1,1 0 0,0-1 0,-1 0 1,0 1-1,0-1 0,-1-1 0,1 1 1,-1 0-1,1-1 0,-1 1 1,0-1-1,0 0 0,-1-1 0,1 1 1,-1-1-1,1 1 0,-1-2 0,0 1 1,0 0-1,0-1 0,0 0 1,0 0-1,-7 0 0,9-1-42,0 0 0,0 0 0,-1-1-1,1 0 1,0 0 0,0 0 0,0 0 0,0 0 0,0 0 0,0-1-1,0 0 1,0 1 0,1-1 0,-1 0 0,-3-4 0,0 0-40,1 0 1,-1 0-1,2-1 1,-1 1 0,1-1-1,-4-9 1,-3-8-143,2-1 1,0-1-1,-4-26 0,5 10-623,3 0-1,1 0 0,4-80 0,1 55-1409,-1-20-2586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39:28.81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12 268 1096,'0'0'11488,"0"6"-11359,-1 13-72,-1-26 50,-2-43 87,2 29-192,0-74 10,3 54 34,-1 38-46,0 0 1,0 0-1,0 0 0,1 0 1,0 0-1,-1 0 0,1 0 1,1 0-1,-1 0 0,0 1 1,0-1-1,1 0 0,0 1 1,-1-1-1,1 1 0,0-1 1,0 1-1,1 0 0,-1 0 1,0 0-1,1 0 0,-1 0 1,1 1-1,0-1 0,-1 1 1,1 0-1,0-1 1,0 1-1,0 0 0,0 1 1,3-1-1,11-3-136,0 2-1,1 0 1,0 1 0,22 2 0,-17-1-225,-14 1 316,0 0 0,0 1-1,0 0 1,0 1 0,-1-1 0,1 2 0,-1-1 0,1 1 0,13 9-1,-9-4 169,0-1 0,-1 2 0,0 0 0,-1 0 0,12 14-1,-21-21 15,0 0-1,1 1 0,-1-1 0,-1 1 1,1 0-1,-1-1 0,1 1 1,-1 0-1,0 0 0,0 0 0,-1 0 1,1 0-1,-1 0 0,0 0 0,-1 8 1,0-11-70,-1 0 1,1 0 0,-1 0-1,1-1 1,-1 1 0,1 0-1,-1-1 1,1 1 0,-1-1-1,0 0 1,1 0 0,-1 1-1,0-1 1,0 0 0,1 0-1,-1 0 1,-2-1 0,-37 0 261,-2-7-228,-10 1 3,52 7-101,0 0-1,-1 0 1,1 0 0,0 0-1,0 1 1,0-1 0,0 0-1,0 1 1,0-1 0,0 1-1,0-1 1,0 1-1,0-1 1,0 1 0,1 0-1,-1-1 1,0 1 0,0 0-1,0 0 1,1 0 0,-1 0-1,0 1 1,-1 1 4,0 1 0,1-1-1,0 0 1,0 1 0,0-1 0,0 1 0,0 4 0,0 0 8,0 0 0,1 0 1,0 0-1,1 0 0,0 0 1,2 10-1,-2-15-16,1 0 0,0 0 0,-1 1 0,1-1 1,0-1-1,0 1 0,1 0 0,-1 0 0,1-1 0,-1 0 1,1 1-1,0-1 0,0 0 0,0 0 0,0 0 0,0-1 1,0 1-1,1-1 0,-1 0 0,0 0 0,1 0 0,3 1 0,9 1-267,0-1-1,0 0 0,26-1 0,-28-1-113,1-1 0,0-1 0,0 0 0,-1-1 0,1-1 0,-1 0 0,0-1 0,0-1 0,-1 0 0,1 0 0,18-14 0,15-14-4415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39:29.27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0 184 392,'0'0'12631,"5"24"-12554,13 75-57,-13-82 102,-2-31 171,-2-41 357,-2 49-563,1-154 586,0 158-676,0-1 1,0 1 0,0-1-1,0 1 1,1-1 0,-1 0-1,1 1 1,-1-1 0,1 1-1,0-1 1,0 1 0,0 0-1,0-1 1,0 1 0,1 0-1,-1 0 1,1 0 0,1-3 0,0 4-10,0-1 0,0 0 0,0 1 1,0 0-1,0 0 0,0 0 0,1 0 1,-1 0-1,0 0 0,0 1 1,1 0-1,-1-1 0,7 2 0,38-1-1216,-17 2-175,-1-3 1,0 0-1,53-10 1,-27-6-6040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39:29.67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183 1 8754,'0'0'8739,"15"27"-8694,47 85-35,-37-60 7,-23-25 18,-2-13-22,-2-13-18,1-1 0,-1 1 0,0 0-1,1-1 1,-1 1 0,0-1 0,0 1 0,0-1-1,1 0 1,-1 0 0,0 0 0,0 0 0,0 0-1,0 0 1,-2-1 0,0 1-57,-13-1-325,0-1 0,1 0-1,-18-6 1,18 4 182,-1 1 0,0 1-1,-17-1 1,28 3 179,1 0-1,-1 0 1,0 0-1,1 1 1,-1 0 0,1 0-1,-1 0 1,-6 4-1,10-4 40,0 0 0,0 0-1,0 1 1,1-1-1,-1 1 1,1-1 0,-1 1-1,1 0 1,-1-1 0,1 1-1,0 0 1,0 0-1,0 0 1,0 0 0,0 0-1,1 0 1,-1 0 0,0 0-1,1 1 1,0-1-1,-1 0 1,1 0 0,0 4-1,0-3 30,-1-1-1,1 1 1,0 0 0,0 0-1,1 0 1,-1 0-1,0-1 1,1 1 0,0 0-1,-1 0 1,1-1-1,0 1 1,1-1 0,-1 1-1,0-1 1,1 1 0,-1-1-1,1 0 1,0 1-1,0-1 1,3 2 0,0 0-6,0-1 1,1 0 0,-1-1 0,1 0-1,0 0 1,0 0 0,0 0 0,0-1-1,9 1 1,0 0-142,0-1-1,0 0 1,0-2-1,0 1 1,1-2 0,-1 0-1,0-1 1,-1 0-1,1-1 1,-1-1-1,1 0 1,-1-1-1,-1-1 1,1 0 0,17-13-1,23-20-3507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39:31.92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377 72 6833,'0'0'3320,"-31"-12"-2313,-100-38 388,127 48-1273,-1 1-1,0-1 1,0 1 0,1 0 0,-1 0 0,0 0 0,0 1 0,0-1-1,0 1 1,0 0 0,0 1 0,0-1 0,0 1 0,1 0 0,-1 1-1,0-1 1,0 1 0,1 0 0,-1 0 0,1 0 0,0 0 0,-1 1-1,1 0 1,0 0 0,-4 4 0,1 1 107,0 2 1,1-1-1,-1 1 0,2-1 0,-1 2 1,2-1-1,-7 19 0,2-2 16,2 0 0,0 0-1,2 1 1,-2 45 0,6 116-65,2-128-122,2 12 15,4 0 1,17 78-1,44 141-1686,-41-186-1217,-19-72-1380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39:32.42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1 208 10266,'0'0'4635,"29"-13"-4067,97-41-304,-89 41-220,0 2 1,74-14 0,-4 1-1438,-93 20 995,-8 3-38,1-1-1,-1 0 0,1 0 1,-1-1-1,0 1 1,0-1-1,11-8 1,-11-2 633,-6 12-27,0 1 1,0-1-1,0 1 1,0-1 0,0 1-1,0-1 1,0 1-1,0-1 1,0 1-1,-4-5 2048,4 5-2048,-1-1 1,1 1-1,-1 0 1,1 0-1,-1-1 1,1 1-1,-1 0 1,1 0 0,0 0-1,-1 0 1,0 0-1,0 22 204,1-16-387,1 0 0,0 0 0,0 0 1,0 0-1,0 0 0,1 0 1,0-1-1,1 1 0,-1 0 0,1-1 1,0 0-1,0 0 0,1 0 0,-1 0 1,1 0-1,0-1 0,0 0 1,1 0-1,-1 0 0,1 0 0,0 0 1,0-1-1,0 0 0,1 0 0,-1-1 1,1 1-1,0-1 0,-1-1 0,1 1 1,0-1-1,0 0 0,7 1 1,-11-2-2,0 0 1,0-1-1,-1 1 1,1-1-1,0 1 1,0-1-1,0 1 0,-1-1 1,1 0-1,0 0 1,-1 0-1,1 0 1,-1 0-1,1 0 1,-1 0-1,0-1 1,1 1-1,-1 0 1,0-1-1,0 1 1,0-1-1,0 0 1,0 1-1,0-1 1,0 0-1,-1 1 1,1-1-1,-1 0 1,1 0-1,-1 0 1,1 1-1,-1-4 1,2-8-179,-1 0 0,-1-1 0,-1-20 0,1 15-49,0-16 162,0 34 256,0 3-101,6 14 34,1-1 0,0 0 0,18 26 0,-8-12-59,-11-18-42,1-1 1,0 1-1,16 16 1,-20-23-207,1-1 0,-1 0 1,1 0-1,0 0 0,-1-1 1,1 0-1,1 1 1,-1-1-1,0 0 0,0-1 1,1 1-1,-1-1 0,7 1 1,8-1-3433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39:32.81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31 312,'0'0'13980,"10"5"-13142,-5-4-799,-1 1-1,0 0 1,0 0-1,0 0 1,0 1 0,0 0-1,0-1 1,-1 1-1,1 1 1,-1-1 0,0 0-1,0 1 1,0 0-1,0 0 1,-1-1 0,1 1-1,-1 1 1,2 4-1,13 45 86,-10-30-102,16 39-1,-16-54 38,-5-14 26,-2 2-45,3-12 15,3-12-20,0 1 0,2 0 0,14-32 0,-20 53-37,1-1 0,-1 0 0,1 1 0,1 0-1,-1 0 1,1 0 0,0 0 0,0 1 0,0-1 0,1 1-1,-1 0 1,1 0 0,0 1 0,0-1 0,1 1-1,-1 0 1,1 1 0,-1-1 0,1 1 0,11-3 0,-14 5-3,-1 0 1,1 0 0,0 0 0,0 0 0,0 0 0,0 0 0,-1 1-1,1-1 1,0 1 0,0 0 0,-1 0 0,1 0 0,0 0 0,-1 0-1,1 1 1,-1-1 0,0 1 0,1 0 0,-1 0 0,0-1 0,0 1-1,0 1 1,0-1 0,0 0 0,-1 0 0,1 1 0,2 4 0,2 6-1,0 1-1,-1 0 1,0 0 0,3 18 0,-1-7-2,-2-6-129,-2-6 176,1 1 0,0-1 0,12 25 0,-15-36-97,0 0 0,0-1 1,0 1-1,0 0 0,0 0 0,1-1 1,-1 1-1,1 0 0,-1-1 0,1 1 1,-1-1-1,1 0 0,0 1 0,-1-1 0,1 0 1,0 0-1,0 0 0,0-1 0,0 1 1,0 0-1,0-1 0,0 1 0,0-1 1,0 1-1,1-1 0,-1 0 0,0 0 1,0 0-1,0 0 0,0-1 0,0 1 1,3-1-1,-3 0-221,0 0 0,0 0 0,-1 0 0,1 0-1,0 0 1,-1 0 0,1 0 0,-1 0 0,1-1 0,-1 1 0,2-3 0,15-24-7118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39:33.19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229 18 10122,'0'0'4440,"-15"-3"-4359,2 0-144,0 0 197,0 0 1,0 1 0,-25-1 0,34 3-54,0 0 1,0 0-1,0 1 0,-1-1 1,1 1-1,0 0 1,0 0-1,0 1 1,0-1-1,0 1 1,0 0-1,1 0 1,-1 0-1,1 0 0,-1 1 1,1 0-1,0-1 1,-6 7-1,3 1 47,0 0 1,1 0-1,0 1 0,0-1 0,1 1 1,1 0-1,0 1 0,0-1 0,1 0 1,0 1-1,1 0 0,1-1 0,0 1 1,0-1-1,1 1 0,0 0 0,4 11 1,-4-19-129,0 0 0,1 0 0,0 0 0,0 0 0,0 0 0,0 0 0,0-1 0,1 1 0,-1-1 0,1 1 0,0-1 0,0 0 0,1 0 0,5 4 0,-3-3 4,1 0 0,0-1 0,0 0 0,0 0 1,0 0-1,0-1 0,0 0 0,8 1 0,-1-1-257,-1-1 0,0 0-1,0-1 1,1-1 0,-1 0 0,0-1-1,0 0 1,0-1 0,16-5 0,-20 4-698,-1 0 1,1 0 0,-1-1-1,8-6 1,23-20-9242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39:33.60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101 0 4929,'0'0'12264,"19"21"-12164,59 64-65,-74-80-26,0-1 0,-1 0 0,1 1 0,-1 0 0,0 0-1,0 0 1,-1 0 0,1 1 0,-1-1 0,0 0 0,-1 1 0,1 0 0,0 10 0,0-2 62,-1-11-172,1 19 656,-6-17-137,-6-9-441,-2-6-63,1 1-69,-1-1-1,-1 1 0,-20-10 0,28 16 85,0 1 0,-1 0-1,1 0 1,0 1-1,-1 0 1,1 0 0,-1 0-1,1 1 1,-1-1-1,0 1 1,1 1 0,-1-1-1,-9 3 1,12-2 48,0 0 1,0 0-1,0 0 1,0 1-1,0 0 1,1-1-1,-1 1 0,1 0 1,-1 0-1,1 0 1,-1 1-1,1-1 1,0 0-1,0 1 1,0 0-1,1-1 1,-1 1-1,1 0 0,-1 0 1,1 0-1,0 0 1,-1 5-1,-1 1 22,2 0 1,-1 0-1,1-1 0,0 1 0,1 0 0,0 0 0,1 10 0,0-16 0,0-1 0,-1 0-1,1 1 1,0-1-1,0 0 1,0 0-1,1 0 1,-1 0-1,0 0 1,1 0 0,0 0-1,-1-1 1,1 1-1,0 0 1,0-1-1,0 1 1,0-1-1,0 0 1,0 0 0,0 1-1,0-2 1,0 1-1,1 0 1,-1 0-1,0-1 1,1 1-1,-1-1 1,4 1 0,3 0-131,-1 0 0,0-1 0,1 0 0,-1 0 1,0-1-1,1 0 0,8-3 0,-9 2-298,-1-1 0,1 0 0,-1-1 0,12-8 0,27-18-3837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39:33.98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369 547 1592,'0'0'14686,"8"17"-14035,29 58-96,-34-68-481,0-1 1,1 0 0,0-1-1,0 1 1,1-1-1,-1 1 1,1-1 0,1-1-1,-1 1 1,0-1 0,1 0-1,0 0 1,0-1-1,11 5 1,-7-4-9,0-2 0,0 1 0,0-1 1,1-1-1,-1 0 0,0-1 0,19-1 0,-25 1-67,0-1-1,0 1 1,-1-1 0,1-1 0,0 1-1,-1 0 1,1-1 0,0 0-1,-1 0 1,0 0 0,0 0-1,1 0 1,-1-1 0,0 1 0,-1-1-1,1 0 1,0 0 0,-1 0-1,0 0 1,0 0 0,0-1-1,0 1 1,0-1 0,-1 1-1,1-1 1,-1 0 0,1-6 0,0 3-33,0 0 1,-1 0 0,0-1-1,0 1 1,-1 0 0,0-1-1,0 1 1,-1 0 0,0-1 0,0 1-1,-1 0 1,0 0 0,0 0-1,-5-11 1,-1 5-186,-1 0 1,0 1-1,0 0 1,-1 0-1,-1 1 1,0 0-1,-24-17 1,12 11-1163,-2 2 0,0 0 0,-35-14 0,18 13-3878</inkml:trace>
  <inkml:trace contextRef="#ctx0" brushRef="#br0" timeOffset="1">0 193 9818,'0'0'6097,"190"-158"-5360,-159 136-465,-7 9-208,-13 13-64,-11 7-1385,-4 27-359,-27 6-4297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39:34.33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45 1 11346,'0'0'8586,"-20"171"-8578,23-112-16,-3 0-40,0 9-1328,-10-15-2729,-7-19-6081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39:35.10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55 1 384,'0'0'12011,"-51"83"-11931,47-55-88,4 10 8,0 18-512,0-7-1577,0-8-6409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39:37.25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110 71 7538,'0'0'9507,"-18"18"-9372,-5 5-63,-25 31 1,45-50-64,1 0-1,-1 0 1,1 0-1,0 0 1,0 0 0,1 1-1,-1-1 1,1 1 0,0-1-1,0 1 1,1-1-1,-1 1 1,1-1 0,0 1-1,0 0 1,1-1-1,-1 1 1,1-1 0,0 1-1,2 4 1,-3-5 3,3 4-3,-1-1 0,1 1-1,0 0 1,1-1 0,-1 1-1,2-1 1,-1 0-1,1-1 1,0 1 0,0-1-1,1 0 1,-1 0 0,1-1-1,1 1 1,-1-1 0,1-1-1,9 6 1,-3-3-29,-1-2-1,1 1 1,-1-1 0,2-1 0,-1 0 0,0-1-1,1-1 1,-1 0 0,24 0 0,-31-2 1,5 1-145,1-1 0,-1 0 0,1 0 0,-1-2 1,1 1-1,-1-1 0,0-1 0,0 0 0,0-1 0,17-8 0,-12 2-237,0-1 0,-1-1-1,0-1 1,-1 0 0,21-25 0,-35 37 422,1 1 1,-1-1-1,1 1 1,-1 0-1,1-1 1,-1 1-1,1-1 1,0 1-1,-1 0 1,1-1-1,-1 1 1,1 0-1,0 0 1,-1 0-1,1-1 1,0 1-1,-1 0 1,1 0-1,0 0 1,-1 0-1,1 0 1,0 0-1,-1 0 1,1 0-1,0 0 1,-1 1-1,1-1 1,-1 0-1,1 0 1,0 0-1,-1 1 1,1-1-1,-1 0 1,2 1-1,16 16 1102,-15-14-987,3 4-70,1-1-1,0 0 1,0-1-1,1 1 1,0-1 0,0-1-1,12 6 1,-14-7-42,-1-1 1,1 0 0,-1-1-1,1 1 1,0-1 0,0-1-1,0 1 1,-1-1 0,1 0-1,0 0 1,0 0 0,10-3-1,-14 2-34,-1 0 0,1 0 0,-1 0-1,0-1 1,1 1 0,-1 0 0,0 0-1,0-1 1,0 1 0,0-1 0,0 1-1,-1-1 1,1 0 0,0 1-1,-1-1 1,1 0 0,-1 1 0,1-1-1,-1 0 1,0 0 0,0 1 0,0-1-1,0 0 1,0 0 0,0 1 0,-1-1-1,1 0 1,-1-2 0,0-2-65,0-1 0,0 1 0,0-1 0,-1 1 0,0 0 0,-1-1 0,-3-5 0,-5-3-268,-1 1 1,-1 0 0,0 1-1,-1 0 1,0 2-1,-1-1 1,-1 2-1,1 0 1,-2 1-1,1 0 1,-1 1-1,-1 1 1,-19-5 0,26 10 247,0 0 1,-1 0-1,-19 0 1,30 3 96,0-1 0,0 0 0,0 0 0,0 1 0,0-1 0,0 0 0,0 1 0,0-1 0,0 1 0,1 0 1,-1-1-1,0 1 0,0 0 0,0-1 0,1 1 0,-1 0 0,0 0 0,1-1 0,-1 1 0,0 0 0,1 0 0,-1 0 0,1 0 0,0 0 0,-1 0 0,1 0 0,0 0 0,-1 0 0,1 0 0,0 0 0,0 0 0,0 0 0,0 2 0,0 0 49,0 0 0,0 0-1,0 0 1,0 0 0,1 0-1,-1 0 1,1-1 0,0 1 0,0 0-1,0 0 1,0-1 0,3 5-1,-1-3 37,1 0 0,0-1 0,0 1 0,0-1-1,0 0 1,0 0 0,1 0 0,-1-1 0,1 1 0,0-1 0,0-1-1,0 1 1,0 0 0,0-1 0,6 1 0,12 1 424,-1-1 1,28-2-1,-41 0-386,4-1-32,-1-1 0,0 0 1,0-1-1,-1 0 0,1-1 1,-1 0-1,1-1 0,-1 0 0,-1-1 1,13-8-1,-12 7-39,1 0 0,0 1 0,1 0 0,-1 1 1,1 0-1,0 1 0,27-5 0,-35 8-34,0 1 0,0-1 1,0 1-1,1 0 0,-1 1 0,0-1 0,0 1 1,0 0-1,0 0 0,0 1 0,0-1 0,7 5 1,-9-4 13,0 1 0,0-1 1,0 1-1,0 0 1,0 0-1,-1 0 1,1 1-1,-1-1 0,0 1 1,0-1-1,0 1 1,-1 0-1,1-1 1,-1 1-1,2 7 0,0 3 166,-1-1-1,0 1 0,-1-1 0,-2 22 0,1-18 706,1-23-334,1-6-582,1 1 0,1 0 1,0 0-1,0 0 1,1 1-1,0-1 1,1 1-1,0 0 1,1 1-1,0 0 0,0 0 1,1 0-1,10-8 1,-11 10-44,1 0 0,1 0 0,-1 1 0,1 0 0,0 0 0,0 1 0,1 1 1,-1-1-1,1 2 0,0-1 0,0 1 0,0 1 0,1 0 0,17-2 0,-26 5 49,0-1 0,0 0 0,0 1 0,0 0 0,0-1 0,0 1 0,0 0-1,0 0 1,0 0 0,0 0 0,0 1 0,-1-1 0,1 0 0,0 1 0,-1-1-1,1 1 1,-1 0 0,0-1 0,1 1 0,-1 0 0,0 0 0,0 0 0,0 0-1,0 0 1,-1 0 0,1 0 0,0 0 0,0 3 0,2 10 8,0 1 0,0-1 0,-1 16 0,-1-15 8,0-16-12,-1 8 15,1-1 0,0 0 0,0 0 0,1 0 0,0 0 0,4 11 0,-5-18-11,-1 1-1,0-1 0,0 0 0,1 1 0,-1-1 0,0 0 0,0 0 0,1 1 1,-1-1-1,0 0 0,1 0 0,-1 0 0,1 1 0,-1-1 0,0 0 0,1 0 1,-1 0-1,0 0 0,1 0 0,-1 0 0,1 0 0,-1 0 0,0 0 1,1 0-1,-1 0 0,1 0 0,-1 0 0,0 0 0,1 0 0,-1 0 0,1 0 1,-1 0-1,0-1 0,1 1 0,-1 0 0,0 0 0,1 0 0,-1-1 0,0 1 1,1 0-1,-1 0 0,0-1 0,0 1 0,1 0 0,-1-1 0,0 1 0,0 0 1,1-1-1,-1 1 0,0-1 0,0 1 0,0 0 0,0-1 0,0 0 1,11-19 43,-8 14-44,6-16-39,1 1-1,1 0 1,19-28 0,-27 44 30,1 1-1,-1 0 1,0 0 0,1 0 0,0 1 0,0-1 0,0 1 0,0 0 0,0 0 0,1 0 0,0 0 0,-1 1 0,1 0 0,0 0 0,0 0 0,0 1 0,0 0 0,0 0 0,0 0 0,1 0 0,8 1 0,-12 0 9,1 1 0,-1 0 1,0-1-1,0 1 0,1 0 1,-1 0-1,0 0 1,0 1-1,0-1 0,0 0 1,0 1-1,0 0 0,-1-1 1,1 1-1,-1 0 0,1 0 1,-1 0-1,3 4 0,23 48 85,-14-24-41,-9-23-43,-1-1-1,1 0 1,0 1-1,1-1 1,-1-1-1,1 1 1,1-1 0,7 7-1,-9-9-12,1-1 0,0 1 1,0-1-1,0 0 0,0-1 0,0 1 0,0-1 0,0 0 0,0 0 0,1-1 1,-1 1-1,8-1 0,-10 0-28,0-1 1,0 1 0,0-1-1,-1 1 1,1-1 0,0 0-1,0 0 1,-1 0 0,1 0-1,-1-1 1,1 1-1,-1-1 1,1 1 0,-1-1-1,0 0 1,0 0 0,0 0-1,0 0 1,0-1 0,0 1-1,2-5 1,0 1-92,0-1 0,-1 0 0,0-1 1,0 1-1,-1 0 0,0-1 0,1-8 0,-1 9 125,3 36 310,27 143-2,-16-97-205,-3 0 0,5 124 0,-19-199-78,0 1 0,0-1 0,0 0 0,0 0 0,0 0 0,0 0 0,0 0 0,0 0 0,1 0 0,-1 0 0,0 0 0,0 0 0,0-1 0,0 1 0,0 0 0,0 0 0,-1-1 0,-2-3-6,1 1 1,-1 0 0,1-1-1,-1 0 1,1 1 0,0-1 0,1-1-1,-1 1 1,1 0 0,-4-9-1,2 6-11,-8-18 3,2-1 0,0 0 0,2 0 0,0 0 0,2-1 0,-3-34 0,0-166 36,8 214-44,2-1 0,0 0 0,1 1 0,0-1 1,1 1-1,1 0 0,9-23 0,-11 31 2,0 0 0,1 0 0,-1 1 0,1-1 0,1 1 0,-1 0 0,0 0 0,1 0 1,0 0-1,0 1 0,0 0 0,0-1 0,1 1 0,-1 1 0,1-1 0,0 1 0,-1 0 0,1 0 0,0 0 0,1 1 0,-1-1 0,0 1 0,6 0 0,-7 0 7,-1 1 1,0 0-1,1 0 0,-1 0 0,1 1 0,-1-1 0,1 1 0,-1 0 0,0 0 0,1 0 0,-1 0 1,0 1-1,0-1 0,0 1 0,0 0 0,0 0 0,0 0 0,3 3 0,-2 0 2,0-1 0,0 1 0,-1 0 0,1 0 0,-1 1 0,-1-1 0,1 1 0,-1-1 0,3 11 0,0 5 11,-1-1 1,-1 1 0,-1 0 0,-1 0 0,-2 23-1,1-37 10,-1-1 1,-1 0-1,1 1 0,-1-1 0,0 0 0,-1 0 0,0 0 0,0 0 0,0 0 0,0 0 0,-1-1 0,0 0 0,0 0 0,-1 0 0,1 0 0,-1 0 0,0-1 0,0 0 0,0 0 0,-7 3 0,4-2-40,0-1 0,0 1 1,-1-1-1,1-1 0,-1 0 0,0 0 0,0-1 0,0 0 0,-1 0 0,1-1 0,0 0 0,-1-1 0,-15-1 0,22 1-298,0-1 1,0 0-1,-1 0 0,1 0 0,0 0 0,0-1 1,0 1-1,0-1 0,0 1 0,1-1 0,-1 0 1,1 0-1,-1-1 0,1 1 0,-1 0 0,1-1 1,0 0-1,-2-3 0,-11-22-10013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39:37.78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1 235 232,'0'0'13050,"10"-27"-11688,36-85-300,-43 105-957,0 0 0,1 0 1,0 1-1,0 0 0,1 0 0,0 0 1,0 0-1,0 1 0,10-9 0,-11 12-77,0-1 0,1 1 0,-1-1 0,0 1 0,1 1 0,-1-1 0,1 1-1,0-1 1,-1 1 0,1 1 0,5-1 0,-8 1-21,0 0-1,1 0 1,-1 0-1,0 0 1,0 1-1,0-1 1,1 1 0,-1-1-1,0 1 1,0 0-1,0 0 1,0 0-1,0 0 1,-1 0 0,1 1-1,0-1 1,0 0-1,-1 1 1,1-1-1,-1 1 1,1 0 0,-1-1-1,0 1 1,0 0-1,1 0 1,0 3-1,2 6-5,1-1 0,-2 1-1,0 0 1,2 12 0,1 0-6,1 4-30,-4-13 7,0-1 0,1 0 0,1 0 0,0 0 0,1 0 0,10 17 0,-14-28-39,-1 0-1,1-1 0,0 1 1,0-1-1,0 1 0,0-1 0,0 1 1,1-1-1,-1 0 0,0 0 1,1 0-1,-1 0 0,0-1 1,1 1-1,-1-1 0,1 1 0,-1-1 1,1 0-1,-1 0 0,1 0 1,-1 0-1,1-1 0,-1 1 1,1 0-1,-1-1 0,1 0 0,-1 0 1,1 0-1,-1 0 0,0 0 1,0 0-1,0 0 0,1-1 1,-1 1-1,-1-1 0,1 0 1,0 1-1,0-1 0,0 0 0,-1 0 1,2-2-1,25-38-1719,-1 0 0,28-62 1,-31 56 718,-24 47 1106,1-1 1,0 1-1,-1 0 1,1 0-1,0-1 0,0 1 1,0 0-1,0 0 0,0 0 1,0 0-1,0 0 1,0 0-1,0 0 0,1 0 1,1-1-1,-3 2 21,1 0 0,-1 0 1,1 0-1,0 0 0,-1 0 0,1 0 1,-1 0-1,1 0 0,-1 1 0,1-1 0,0 0 1,-1 0-1,1 0 0,-1 1 0,1-1 0,-1 0 1,1 1-1,-1-1 0,0 0 0,1 1 0,-1-1 1,1 1-1,-1-1 0,0 1 0,1-1 1,-1 1-1,4 6 511,0 0 1,-1 1-1,0-1 0,3 13 1,0-1-772,-1-7 269,1 1 0,0-1 0,1 0-1,0 0 1,1-1 0,0 0 0,19 19 0,-21-24-86,0-1 1,1 1-1,-1-1 0,1-1 0,0 0 0,0 0 0,0 0 1,1-1-1,-1 0 0,1 0 0,0-1 0,0 0 0,0 0 1,14 1-1,-11-3-130,34-1-506,-43 1 599,1-1 1,-1 1-1,0-1 1,0 0-1,0 0 1,0 0 0,0 0-1,0 0 1,0 0-1,0 0 1,0-1 0,-1 1-1,1-1 1,0 1-1,-1-1 1,1 0-1,1-2 1,0-2-455,0-1 0,0 0 0,0 1 0,-1-1 0,0 0 0,0 0 0,1-11 1,-2-11-5074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39:38.17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21 1 4537,'0'0'12595,"-21"3"-19861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39:39.39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1 223 600,'0'0'17054,"8"-1"-16500,26-2-251,-32 2-292,0 2 0,-1-1 0,1 0 0,0 0 0,0 1 0,-1-1 0,1 1 0,-1-1 1,1 1-1,0-1 0,-1 1 0,1 0 0,-1 0 0,1 0 0,-1 0 0,0 0 0,0 0 1,1 1-1,-1-1 0,0 0 0,0 0 0,0 1 0,1 1 0,15 37 186,-12-27-178,-1-3-120,-1 0-1,0 0 0,-1 1 0,0-1 0,1 21 1,0-26-1114,2-13 758,5-14 178,-1-2 125,1 1 1,2-1 0,0 2-1,1-1 1,18-21 0,-26 38 149,0 0 0,0 0 0,0 1 0,0 0 0,1 0 0,0 0 0,0 0 0,0 1 0,1 0 0,0 1 0,-1-1 0,1 1 0,1 0 0,-1 1 0,0 0-1,0 0 1,1 1 0,-1-1 0,1 2 0,0-1 0,12 2 0,-16 0 4,0 0-1,0 1 1,0-1 0,0 1-1,0 0 1,-1 0-1,1 0 1,-1 1-1,1 0 1,-1-1 0,0 1-1,0 0 1,0 0-1,-1 1 1,1-1-1,-1 1 1,0-1 0,4 7-1,0 2 3,0 0-1,-1 0 0,0 1 1,5 22-1,-7-16 128,-1 0 1,1 35-1,-3-53 87,0-2 115,10-22-315,1 0 0,1 2-1,0-1 1,2 1 0,0 1 0,2 1 0,0 0 0,33-30 0,-46 46-71,0 1 0,0-1 0,1 1 0,-1-1 0,1 1 0,-1 0 1,1 1-1,-1-1 0,1 1 0,0-1 0,0 1 0,0 0 1,0 0-1,0 1 0,5-1 0,-8 1 46,0 1 0,-1-1 0,1 0 0,0 1 0,0-1 0,0 1 0,0-1 0,0 1 0,0-1 0,0 1 1,-1 0-1,1-1 0,0 1 0,-1 0 0,1 0 0,0 0 0,-1 0 0,1-1 0,-1 1 0,1 0 0,-1 0 0,1 0 0,-1 2 0,11 31-2,-7-17 2,0-7 11,0 0-1,0-1 1,1 1-1,0-1 1,0 0-1,1 0 1,12 13-1,-14-18 1,1 0 0,0 0 1,0 0-1,0 0 0,0-1 0,0 0 0,1 0 0,-1 0 0,1-1 0,0 0 0,0 0 0,0 0 0,0-1 0,9 1 0,1 0 10,0-1-1,-1 0 1,1-1 0,29-4 0,-39 2-16,1 1 1,0-1 0,-1-1-1,1 1 1,-1-1 0,0 0-1,0 0 1,0-1 0,0 0-1,-1 0 1,1 0 0,-1-1-1,7-7 1,-6 4-32,0-1-1,0 0 1,-1 0-1,0 0 1,-1 0-1,0-1 1,0 0 0,-1 0-1,0 0 1,-1 0-1,0 0 1,0-1-1,-1 1 1,-1-1 0,-1-16-1,2 25 42,-1 0 0,0 0 0,-1 0-1,1 0 1,0 0 0,-1 0 0,1 0 0,-1 0 0,1 0-1,-1 0 1,0 0 0,0 0 0,0 0 0,0 0-1,0 0 1,-1 1 0,1-1 0,0 0 0,-1 1 0,1-1-1,-1 1 1,1 0 0,-4-3 0,2 3 1,0 0 1,-1 0-1,1 0 1,0 0-1,0 1 1,-1-1-1,1 1 1,0 0 0,0 0-1,-1 0 1,1 0-1,0 0 1,-1 1-1,1-1 1,-5 3-1,5-2 3,1 0-1,-1 1 1,0-1-1,0 1 1,0 0-1,1 0 1,-1 0-1,1 0 1,-1 0-1,1 0 1,0 1-1,0-1 1,0 1-1,0 0 1,1 0-1,-1-1 1,1 1-1,0 0 1,-1 0-1,1 0 1,1 1-1,-1-1 1,0 4-1,-2 11 159,1-1-1,0 1 0,2 18 1,0-30-96,0 0-54,1 0 0,-1 0 0,1 0 0,1-1 0,-1 1 0,1 0 0,0-1 0,0 0 0,0 1 0,1-1 0,0 0 0,0 0 0,1 0 0,-1-1 0,1 1 0,0-1 0,0 0 0,0 0 0,1 0 0,-1 0 0,1-1 0,0 0 0,0 0 0,0 0 0,0-1 0,8 3 0,4 1-18,1 0 1,0-1-1,1-1 1,0 0-1,-1-2 0,1 0 1,19-1-1,-31-1-166,0-1 0,-1 1-1,1-1 1,0-1 0,-1 1 0,1-1-1,-1 0 1,0-1 0,1 0 0,-1 0-1,-1 0 1,1-1 0,0 1 0,-1-1-1,1-1 1,-1 1 0,0-1 0,-1 0-1,1 0 1,-1 0 0,0-1 0,0 1-1,-1-1 1,0 0 0,0 0 0,0 0-1,-1-1 1,0 1 0,3-12-1,-1 0 470,-1 0 0,-1-1 0,0-28-1,2 46-42,0 0-1,0 0 0,0 0 0,0 1 0,0 0 0,0-1 0,0 1 0,0 1 1,5 0-1,-7-1-181,0 1 1,0 0 0,1 0 0,-1 0-1,0 0 1,0 0 0,0 0 0,0 1-1,0-1 1,0 1 0,0-1 0,-1 1-1,1 0 1,0 0 0,-1 0 0,0 0-1,1 0 1,-1 0 0,0 0 0,2 4-1,16 49 708,12 112 1257,-31-166-2038,0-1 1,0 1-1,0-1 1,0 1-1,0-1 1,1 0-1,-1 1 1,0-1-1,0 1 0,0-1 1,0 0-1,0 1 1,1-1-1,-1 0 1,0 1-1,0-1 1,1 0-1,-1 1 0,0-1 1,0 0-1,1 1 1,-1-1-1,0 0 1,1 0-1,-1 0 1,1 1-1,-1-1 0,0 0 1,1 0-1,-1 0 1,1 0-1,-1 0 1,1 1-1,11-11 32,6-18-60,5-24-240,39-81-1008,-51 112 1026,2 0 0,1 0 0,30-35 0,-40 52 181,0 0-1,1 0 1,-1 0 0,1 0 0,0 1-1,5-3 1,-8 5 60,-1 0-1,0 1 0,1-1 0,-1 1 1,0-1-1,1 1 0,-1-1 1,1 1-1,-1 0 0,1 0 0,-1 0 1,1 0-1,-1 0 0,1 0 1,-1 0-1,1 0 0,-1 1 1,0-1-1,1 1 0,-1-1 0,1 1 1,-1-1-1,0 1 0,1 0 1,-1-1-1,0 1 0,0 0 0,0 0 1,1 0-1,-1 0 0,1 2 1,9 12 44,-1 1 0,0 1 0,13 29 1,15 27 42,-28-58-47,0 0 0,1-1 0,15 15 0,-22-25-33,0-1 0,-1 1-1,1-1 1,1 0 0,-1 0 0,0-1 0,1 1-1,-1-1 1,1 0 0,0 0 0,0-1 0,0 1 0,0-1-1,0 0 1,9 0 0,-12-1-84,0 0 0,0 0-1,0-1 1,0 0 0,0 1 0,0-1 0,0 0-1,0 0 1,0 0 0,-1 0 0,1 0 0,0 0-1,-1-1 1,1 1 0,0 0 0,-1-1 0,0 0-1,1 1 1,-1-1 0,0 0 0,0 1 0,0-1-1,0 0 1,0 0 0,0 0 0,0-4 0,4-8-923,-1 1 1,-1-2-1,1-13 1,0 5-1469,6-30-4387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39:39.79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332 208 600,'0'0'16052,"-3"183"-15660,3-114 32,0 5-160,17-2 752,-3-7-296,-4-15-424,-3-13-296,-4-15-32,-3-16-512,0-12-1184,-3-32-1073,-14-8-2128</inkml:trace>
  <inkml:trace contextRef="#ctx0" brushRef="#br0" timeOffset="1">1 0 128,'0'0'14899,"183"38"-14435,-104-38-416,28 0-48,-21 0-1040,-17 0-2129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39:40.16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0 208 13083,'0'0'4758,"16"31"-4570,55 96-149,-68-122-40,1 0-1,-1-1 1,1 0 0,0 0 0,1 0 0,-1 0 0,0 0-1,1-1 1,0 0 0,0 0 0,0 0 0,0-1-1,1 0 1,7 3 0,-2-3-4,-1-1-1,1 0 1,-1 0-1,1-1 1,12-1-1,-7 0 6,-10 1-20,0 0 0,-1-1 0,1 0 0,0 0 0,-1 0 1,1-1-1,-1 0 0,0 0 0,1 0 0,-1-1 0,0 0 0,0 0 0,-1 0 0,1 0 0,-1-1 0,5-4 0,-3 1-48,0 0 0,-1-1 0,1 1 0,-1-1 0,-1-1 0,0 1 0,0-1 0,-1 1-1,3-11 1,0-5 10,-1-1 0,-1 0-1,-1-1 1,-2 1 0,0 0-1,-5-34 1,4 55 49,-1 0 1,1 0-1,-1 0 0,0 0 1,-1 1-1,1-1 0,-1 0 1,0 1-1,0-1 1,0 1-1,0-1 0,0 1 1,-1 0-1,1 0 0,-1 0 1,0 0-1,0 1 0,0-1 1,0 1-1,-1 0 1,1 0-1,0 0 0,-1 0 1,0 0-1,1 1 0,-1 0 1,-5-2-1,3 2-103,1 0 1,-1 0-1,0 1 0,0 0 0,0 0 1,0 0-1,0 1 0,1-1 0,-1 1 1,0 1-1,0-1 0,1 1 1,-1 0-1,1 0 0,0 1 0,0 0 1,-1 0-1,2 0 0,-8 6 0,-13 16-1384,0 1 0,-32 47-1,15-13-4301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39:40.94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383 430 3025,'0'0'12793,"-29"-8"-12669,-94-25-332,117 31 165,-1-1 1,0 2-1,-1-1 0,1 1 0,0 0 1,0 1-1,0 0 0,-1 0 0,-9 1 1,6 1-20,5 0 38,0-1 1,0 1-1,0 0 1,0 1-1,0-1 1,0 1-1,1 0 1,-1 1-1,1-1 1,0 1-1,0 0 1,1 1-1,-1-1 1,1 1-1,0 0 1,0 0-1,0 0 1,1 0-1,-4 8 1,1-2 35,1-1 1,0 1-1,1 1 1,0-1 0,1 1-1,0-1 1,1 1-1,0 0 1,0 15 0,2-23-11,0 0 1,1 0-1,-1 0 1,1 0-1,0 0 1,0 0-1,0 0 1,0 0-1,1-1 1,-1 1 0,1 0-1,0-1 1,0 1-1,1-1 1,-1 0-1,1 1 1,-1-1-1,1-1 1,0 1 0,0 0-1,0-1 1,1 1-1,-1-1 1,1 0-1,-1 0 1,1 0-1,7 2 1,3 0-38,1 0-1,0-1 1,0 0 0,0-1-1,0-1 1,19-1-1,-31 0 35,-1 0-1,1 0 0,0-1 0,-1 1 0,1-1 0,0 1 0,-1-1 0,1 0 0,-1 0 0,1-1 0,-1 1 0,1 0 0,-1-1 0,0 1 0,0-1 1,0 0-1,0 0 0,0 0 0,0 0 0,0 0 0,-1 0 0,1 0 0,-1-1 0,0 1 0,1-1 0,-1 1 0,0-1 0,0 1 0,-1-1 0,2-4 0,1-8-5,-1-1 0,0 1 0,-1-1-1,-1-19 1,0 23-10,-9-346-2710,8 179 1669,1 210 1612,-2 75-84,6 1 0,25 157-1,-25-244-566,29 129-381,-26-125 421,1-1-1,0 0 1,2 0 0,13 21 0,-22-41-89,0-1 0,1 1-1,-1-1 1,1 0 0,0 1 0,0-1 0,0 0-1,0 0 1,0 0 0,0-1 0,0 1 0,0 0 0,1-1-1,-1 1 1,1-1 0,-1 0 0,1 0 0,0 0 0,-1 0-1,1-1 1,0 1 0,0-1 0,-1 1 0,1-1 0,0 0-1,0 0 1,4-1 0,8 1-3968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39:41.37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104 1 304,'0'0'15290,"18"18"-14478,55 57-289,-69-72-449,0 2-1,0-1 1,0 0-1,-1 1 1,1 0-1,-1 0 1,-1 0 0,1 0-1,-1 0 1,1 0-1,-2 1 1,1-1 0,0 1-1,-1 0 1,0-1-1,0 9 1,-9-17-22,-1-3-135,-1-1 24,-1 0 0,0 1 1,-1 0-1,1 0 0,-1 1 0,0 1 1,-1 0-1,1 1 0,-1 0 0,-24-2 0,33 5 57,0 0-1,1 0 1,-1 0-1,1 0 1,-1 0-1,1 1 0,-1 0 1,1 0-1,-1 0 1,1 0-1,0 0 1,0 1-1,-4 1 0,6-1 6,-1 0 0,0 0-1,1 0 1,0 0-1,-1 0 1,1 1-1,0-1 1,0 0-1,0 0 1,1 1-1,-1-1 1,0 1-1,1-1 1,0 1-1,-1-1 1,1 1-1,0-1 1,1 5-1,-1-4 1,0-1-1,1 1 0,-1-1 0,1 1 0,0-1 0,0 1 0,0-1 1,0 1-1,0-1 0,0 0 0,1 0 0,-1 0 0,1 0 0,-1 0 1,1 0-1,0 0 0,0 0 0,0 0 0,0-1 0,0 1 0,0-1 1,1 1-1,-1-1 0,0 0 0,1 0 0,-1 0 0,4 1 0,6 1-20,-1 0 0,1-1 0,-1 0 0,1 0-1,12-1 1,-11-1-256,1 0 0,0-1 0,0 0 0,0-1 0,24-6 0,-28 4-535,0 0 1,0 0-1,-1-1 1,15-9 0,19-17-6834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39:42.86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295 0 10434,'0'0'8182,"-27"4"-8101,-87 14-125,107-17 42,0 0-1,1 1 1,-1-1-1,0 2 0,1-1 1,0 1-1,-1 0 0,1 0 1,0 1-1,0 0 1,1 0-1,-1 0 0,1 1 1,0-1-1,0 1 1,1 0-1,-1 1 0,1-1 1,0 1-1,-5 10 1,9-15 2,-4 6 4,0 0 1,0 1 0,0 0 0,1 0-1,1 0 1,-1 0 0,1 0 0,1 0-1,-1 1 1,1-1 0,1 1 0,0-1-1,0 1 1,0-1 0,1 0 0,1 1-1,-1-1 1,1 0 0,1 1 0,-1-1-1,2 0 1,-1-1 0,1 1 0,0-1-1,0 1 1,1-1 0,0-1 0,0 1-1,1-1 1,0 1 0,9 6 0,1-2-277,1 0 0,0-2 0,0 0 1,1-1-1,0 0 0,0-2 0,1 0 0,0-1 1,0-1-1,1-1 0,-1-1 0,0 0 1,1-2-1,-1 0 0,1-1 0,-1-1 0,1 0 1,30-10-1,9-13-3665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39:43.25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1520,'0'0'11691,"24"165"-11675,-14-119 8,0-5 24,1-7-96,-4-15-656,0-10-1185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39:43.61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1 161 8362,'0'0'2986,"4"27"-2626,17 84-247,-10-62-100,-10-48-12,0 1 0,0 0 0,0 0-1,0-1 1,0 1 0,0 0 0,0-1-1,0 1 1,1-1 0,1 3 0,-1-3 267,-2-5 134,-2-77 171,5-110 676,-3 187-1241,0 0-1,1 0 1,0 0-1,0 0 1,0 0-1,0 0 1,0 0-1,1 0 1,0 1-1,0-1 1,0 0 0,0 1-1,1 0 1,-1-1-1,1 1 1,0 0-1,0 0 1,0 0-1,0 1 1,0-1-1,1 1 1,3-3-1,-1 3-47,-1 0 0,1 0 0,0 1 0,0-1 0,-1 1-1,1 0 1,0 1 0,0-1 0,0 1 0,0 0 0,0 1-1,0 0 1,-1 0 0,1 0 0,7 3 0,107 36-5588,-84-33 1679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39:44.08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119 13 24,'0'0'12361,"-9"-11"-11024,8 11-1315,-1 0 0,0-1 1,0 1-1,1 0 0,-1 0 1,0 0-1,0 0 0,1 0 1,-1 0-1,0 1 0,0-1 1,1 0-1,-1 1 0,0 0 1,1-1-1,-1 1 0,1 0 0,-1 0 1,1 0-1,-1 0 0,1 0 1,-1 0-1,1 0 0,0 0 1,0 1-1,-2 1 0,-3 4 22,-1 0 0,2 0-1,-10 15 1,10-13 42,0 1 0,1-1 1,0 1-1,1 0 0,0 0 0,0 0 0,1 0 0,1 1 0,-1 15 0,1-21-61,1 0 0,1 0 0,-1 1 0,1-1 0,0 0-1,0 0 1,0 0 0,1 0 0,0 0 0,0 0 0,0-1 0,0 1-1,1-1 1,0 1 0,0-1 0,0 0 0,0 0 0,1 0-1,-1 0 1,8 5 0,-3-4-24,0 0 0,0-1-1,1 0 1,-1 0 0,1-1 0,0 0 0,0-1-1,18 3 1,-4-3-61,-1-1 0,35-2 0,-49 0-90,0 0 1,0 0 0,0-1-1,0 0 1,-1-1-1,1 0 1,-1 0 0,0 0-1,0-1 1,0 0-1,0-1 1,-1 1 0,0-1-1,1 0 1,-2-1-1,1 1 1,-1-1 0,0-1-1,8-11 1,-6 7 16,-1-1 0,0 0 0,0 0 1,-2 0-1,1-1 0,-1 1 0,-1-1 0,-1 0 0,0 0 1,1-27-1,-3 63 386,1 0 1,1 0 0,8 40 0,-8-56-251,0-1 1,0 1 0,0-1 0,0 0-1,1 0 1,0 0 0,0 0-1,1-1 1,0 1 0,0-1 0,0 0-1,0 0 1,1 0 0,0 0-1,0-1 1,0 0 0,1 0 0,7 4-1,-10-7-14,1 1-1,0 0 0,0-1 0,0 0 0,0 0 1,0 0-1,0 0 0,0-1 0,0 1 0,1-1 1,-1 0-1,0-1 0,0 1 0,0-1 0,0 0 1,5-1-1,-4 0-22,1 0 0,-1-1 0,0 0 0,1 0 0,-2 0 0,1-1 0,0 0 0,-1 0-1,1 0 1,3-5 0,3-6-219,-1 1-1,0-1 0,-1-1 0,-1 0 1,0 0-1,7-25 0,-12 32 430,-1 0-1,0 0 1,0 0 0,-1 0-1,0-1 1,-1-14 1565,0 48 34,0-12-1639,0 1 0,1-1 0,0 0 0,1 0 0,1 0 0,5 17-1,-6-24-156,0 0 1,1 0-1,-1 0 0,1-1 0,0 1 0,1-1 0,-1 1 0,1-1 0,-1 0 0,1-1 0,1 1 1,-1-1-1,0 1 0,1-1 0,-1-1 0,1 1 0,9 3 0,-2-2-485,1-1 0,-1-1 1,1 0-1,0 0 0,14-1 0,15-1-3980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39:44.48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81 8330,'0'0'4585,"25"20"-4499,80 65-60,-101-81-30,0-1 1,0 1-1,-1-1 1,1 1 0,-1 0-1,0 1 1,-1-1-1,6 9 1,-8-10 8,1-1 0,0 0 0,-1 1 0,0-1 1,1 1-1,-1-1 0,0 0 0,0 1 0,-1-1 0,0 4 1,0 6 12,0 4 217,-1-18 341,-1-23-274,2 6-282,0 0 0,1 0 0,2 0 0,0 0 0,6-25 0,-6 37-21,0 0 1,1 0-1,0 0 0,0 0 1,0 1-1,1-1 0,0 1 0,0 0 1,1 0-1,0 1 0,0-1 1,0 1-1,1 0 0,-1 0 1,1 1-1,11-7 0,-13 9 1,-1 0 0,0 0 0,1 1 0,-1-1 0,0 1 0,1 0 0,0 0 0,-1 0 0,1 1 0,0-1 0,-1 1-1,1 0 1,0 0 0,0 0 0,-1 0 0,1 1 0,0-1 0,-1 1 0,1 0 0,0 0 0,-1 0 0,1 1 0,-1-1 0,0 1-1,0 0 1,1 0 0,-1 0 0,0 0 0,0 1 0,-1-1 0,4 4 0,5 8 24,0 0 0,-1 1 0,0 0-1,-1 0 1,8 21 0,-4-11 46,-3-3-191,24 39 640,-33-58-659,1 0 0,0-1 0,0 1 0,0-1 0,1 1-1,-1-1 1,1 0 0,-1 0 0,1 0 0,0 0 0,-1 0-1,1-1 1,0 1 0,0-1 0,0 0 0,6 2 0,2-3-4225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39:44.92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349 106 1696,'0'0'10851,"2"-10"-10349,1-4-279,-2 7-13,1-1 0,-1 0 1,0 0-1,-1-12 0,0 19-147,-1 0 0,1-1 1,-1 1-1,1-1 0,-1 1 0,0 0 0,1-1 1,-1 1-1,0 0 0,0 0 0,0-1 0,0 1 1,0 0-1,0 0 0,0 0 0,-1 0 0,1 1 1,0-1-1,-1 0 0,1 0 0,0 1 0,-1-1 1,1 1-1,-1-1 0,1 1 0,-1 0 0,1-1 1,-1 1-1,1 0 0,-2 0 0,-54-4 531,52 4-549,1 0-14,-12 0 91,0 1 0,-20 2 0,30-1-93,0-1 1,0 1-1,0 0 1,0 0 0,0 1-1,1 0 1,-1 0-1,-9 7 1,5-1 1,0-1 1,1 1 0,0 0-1,0 1 1,1 0-1,1 0 1,-1 1 0,2 0-1,-1 1 1,2-1 0,-1 1-1,2 0 1,-5 16-1,2 3-8,1 1-1,2-1 1,2 1-1,0 39 1,3-49-488,1 0 0,1 0 0,1 0 1,1-1-1,0 0 0,2 0 1,0 0-1,13 23 0,2 14-3609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39:45.69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1 292 440,'0'0'11188,"29"-10"-10279,8-3-728,17-6 65,68-14-1,-33 14-189,-28 7-34,0-3 0,84-32 0,-142 46-27,1 0 1,-1-1 0,0 1-1,0-1 1,0 0-1,-1 0 1,5-4 0,-6 5 1,0 0 0,0 0 1,0-1-1,-1 1 0,1 0 1,0-1-1,-1 1 0,1 0 1,-1-1-1,1 1 1,-1-1-1,0 1 0,0 0 1,0-1-1,1 1 0,-1-1 1,-1 1-1,1-1 0,0-1 1,-1 2 2,1 0 0,0 0 0,-1 0 0,1 0 0,-1 0 0,0 0 0,1 0 0,-1 0 0,0 0 0,1 1 0,-1-1 0,0 0 0,0 0 0,0 1 0,0-1 0,1 1 1,-1-1-1,0 1 0,0-1 0,0 1 0,0-1 0,0 1 0,-1 0 0,1 0 0,-2-1 0,-33-2 28,29 3-32,-3-1 23,-3 0-9,0 1 1,-1 0 0,1 0 0,-1 2 0,-14 2 0,24-3-9,0 1-1,0-1 1,1 1-1,-1 0 0,0-1 1,1 2-1,0-1 1,-1 0-1,1 1 1,0-1-1,0 1 1,0 0-1,1 0 1,-1 0-1,1 0 0,-1 1 1,1-1-1,0 1 1,1-1-1,-1 1 1,-2 6-1,3-5 28,-1 0 0,0 1-1,1-1 1,0 1 0,0-1-1,1 1 1,0 0 0,0-1-1,1 10 1,-1-12-14,1 0-1,0 0 0,0 0 1,0 0-1,0-1 1,0 1-1,1 0 1,-1-1-1,1 1 1,0-1-1,-1 0 1,1 0-1,0 1 1,1-1-1,-1 0 0,0-1 1,0 1-1,1 0 1,3 1-1,6 3-15,0-1-1,0 0 0,1-1 0,-1-1 1,1 0-1,0 0 0,0-1 0,0-1 1,1 0-1,18-2 0,-21 1-142,1-1-1,-1-1 1,1 0-1,-1-1 1,0 0-1,0 0 1,0-1-1,-1-1 1,1 0-1,-1 0 1,0-1-1,11-9 1,-1-4-356,0-1-1,-1-1 1,17-25 0,20-22 60,-53 65 460,-1 1 1,0 0-1,0 0 1,1 0-1,-1 0 1,1 0-1,0 0 1,-1 1-1,1 0 0,5-3 1,-7 4 2,0 0 0,0 0 0,1 0 0,-1 0 0,0 0 0,0 0-1,0 0 1,0 0 0,1 0 0,-1 1 0,0-1 0,0 0 0,0 1 0,0-1 0,0 1 0,0-1 0,0 1 0,0-1 0,0 1 0,0 0 0,0 0 0,0-1-1,0 1 1,-1 0 0,1 0 0,0 0 0,-1 0 0,1 0 0,0 0 0,-1 0 0,1 2 0,15 28 61,-2-2 436,1-1 1,1-1 0,32 41-1,-42-61-433,0-1 0,0 1 0,1-1-1,0 0 1,0-1 0,0 1 0,1-2 0,0 1-1,0-1 1,0 0 0,0 0 0,1-1 0,-1-1 0,1 1-1,0-1 1,0-1 0,13 2 0,-13-3-47,-1 1 0,1-1 1,-1-1-1,1 0 0,-1 0 0,15-4 1,-17 3-34,-1-1 0,0 1 0,-1-1-1,1 0 1,0-1 0,-1 1 0,0-1 0,0 0 0,0 0 0,0 0 0,4-7 0,-1 1-41,0-1 0,-1 0 0,-1 0 0,0 0 0,0-1 0,-1 0-1,-1 0 1,1 0 0,-2 0 0,0 0 0,-1-1 0,0 1 0,-1-24 0,0 34 40,0 0 0,0 0 0,0-1 0,-1 1 1,1 0-1,0 0 0,-1 0 0,0 0 0,1 0 0,-1 0 0,0 0 1,0 0-1,0 0 0,0 0 0,-1 0 0,1 1 0,0-1 1,-1 0-1,1 1 0,-1-1 0,1 1 0,-3-2 0,0 1 14,1 0 0,-1 1 0,0-1 0,0 1 0,0 0 0,0 0 0,0 0 0,0 1 0,0-1 0,-8 1 0,11 0-11,-1 0-1,0 0 1,0 1 0,0-1 0,1 0-1,-1 1 1,0 0 0,1-1-1,-1 1 1,0 0 0,1 0-1,-1-1 1,1 1 0,-1 1-1,1-1 1,0 0 0,-1 0-1,1 0 1,0 1 0,-1 1-1,-1 1 11,0 0-1,1 0 0,0 0 0,0 0 1,1 1-1,-1-1 0,-1 8 1,0 6 299,1 1 1,0 35-1,2-46-204,0 0-1,0 0 0,1-1 1,0 1-1,1 0 0,0 0 1,0-1-1,1 1 1,0-1-1,3 8 0,-2-10-92,-1 0 0,1 0 0,0 0 0,0-1 1,1 1-1,-1-1 0,1 0 0,0 0 0,0-1 0,0 1 0,0-1 0,1 0 0,10 3 0,-7-2-33,0-1 0,1 0 0,-1-1 0,1 0 0,-1-1 0,1 0 0,0 0-1,0-1 1,0 0 0,0-1 0,-1 0 0,1 0 0,0-1 0,9-4 0,-10 3-556,-1 0-1,0-1 1,0 0 0,0 0 0,-1-1-1,1 0 1,-1-1 0,0 1-1,10-12 1,12-18-10537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39:46.08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1 147 13619,'0'0'6193,"169"-134"-6257,-156 128 56,-2 0-32,-8 6-8,1 0-224,-1 0 224,4 15-272,0 7-456,3 18-880,1-5-825,-4-1-2728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39:46.44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21 9298,'0'0'5804,"15"30"-5741,49 101 23,-57-118 29,-2 1 0,1 0 0,-2 0 0,0 0-1,0 1 1,-2-1 0,2 29 0,-1-12 468,-1-27 376,0-12-622,4-23-405,-5 23 142,7-38-512,19-61 1,-21 90 266,0 0 0,0 1 0,2 0 0,0 0 0,1 0 0,18-24 0,-26 39 165,1-1 0,-1 0 0,1 0 0,0 1-1,-1-1 1,1 1 0,0 0 0,0-1 0,0 1 0,0 0-1,0 0 1,4-1 0,-5 1 13,0 1-1,0 0 1,0 0 0,0 0-1,0 0 1,0 0 0,0 1-1,0-1 1,0 0-1,0 0 1,0 1 0,0-1-1,0 0 1,0 1 0,-1-1-1,1 1 1,0-1 0,0 1-1,0-1 1,-1 1-1,2 1 1,2 3 57,0 1 0,0 0 0,-1 0 1,0 0-1,0 0 0,4 12 0,-2-4-14,15 36 389,1-2 1,3 0 0,47 69 0,-69-114-440,0 0 1,1 0 0,-1 0 0,1-1 0,0 1 0,0-1 0,5 4-1,-7-6-139,0 1-1,0 0 1,1-1 0,-1 1-1,0-1 1,1 1-1,-1-1 1,1 0-1,-1 0 1,0 0 0,1 0-1,-1 0 1,1 0-1,-1 0 1,0 0-1,1 0 1,-1-1 0,1 1-1,-1 0 1,0-1-1,3-1 1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39:46.93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97 34 8850,'0'0'4119,"-1"-6"-3710,1 5-386,0-1 0,-1 1 0,1-1 0,-1 1 0,0-1 0,1 1 0,-1 0 0,0-1 0,0 1 0,1 0 0,-1 0 0,0 0 0,0-1 0,-1 1 0,1 0 0,0 0 0,0 1 0,0-1 0,-1 0 0,1 0 0,-3-1 0,3 2-3,-1 0 0,1 0 1,-1 0-1,1 0 0,-1 0 0,1 0 1,-1 0-1,1 0 0,-1 1 0,1-1 1,-1 1-1,1-1 0,-1 1 0,1-1 1,0 1-1,-1 0 0,1 0 1,0-1-1,0 1 0,0 0 0,-1 0 1,1 0-1,0 1 0,0-1 0,0 0 1,1 0-1,-3 3 0,-1 3 73,-1 0 1,1 0-1,1 0 1,-1 0-1,1 1 0,0 0 1,1 0-1,0-1 0,0 1 1,1 1-1,0-1 0,0 0 1,1 0-1,0 0 0,0 0 1,1 1-1,0-1 0,0 0 1,1 0-1,0 0 1,1 0-1,0-1 0,0 1 1,1-1-1,-1 0 0,2 1 1,-1-2-1,1 1 0,0 0 1,0-1-1,1 0 0,11 10 1,-7-10-65,-1-1 0,0 0 1,1 0-1,0-1 1,0 0-1,1-1 0,-1 0 1,0-1-1,19 2 0,-21-3-103,0 0 0,0-1 0,0 0 0,0-1 0,0 0 0,0 0-1,-1 0 1,1-1 0,0-1 0,-1 1 0,1-1 0,-1 0 0,13-8 0,-8 1-386,-1 0 0,0 0 0,0-1 0,-1-1 1,-1 0-1,0 0 0,0-1 0,-1 0 0,-1-1 1,0 1-1,-1-1 0,8-27 0,-11 28 953,-3 23 1195,-2 11-1007,2-7-247,0 2-50,0 0 0,1 0 1,0 0-1,7 25 0,-7-37-365,0 0 0,0 0-1,1 0 1,-1-1 0,1 1 0,0-1 0,0 1 0,1-1 0,-1 0-1,1 1 1,-1-1 0,1-1 0,0 1 0,0 0 0,1-1 0,-1 1-1,0-1 1,1 0 0,-1 0 0,1 0 0,0-1 0,-1 1 0,8 1 0,-5-2-194,-1 0 1,1 0 0,0-1 0,-1 0 0,1 0 0,0 0 0,-1-1 0,11-1 0,6-11-2464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39:47.30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5089,'0'0'10066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39:47.64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70 1 12067,'0'0'7625,"17"18"-7039,50 60-284,-65-76-276,0 0 0,0 0-1,0 1 1,0-1-1,0 1 1,0-1-1,-1 1 1,1 0 0,-1 0-1,0 0 1,0 0-1,0 0 1,0 0-1,-1 0 1,1 0 0,-1 0-1,0 0 1,1 0-1,-2 4 1,1 1 65,0-7-43,-18-16-945,11 11 754,1 1 1,-1-1-1,0 2 1,0-1-1,0 1 1,-1 0-1,1 1 1,0-1-1,-1 2 1,-14-1-1,19 1 135,1-1 0,-1 1-1,1 1 1,-1-1-1,1 0 1,-1 1 0,1-1-1,-1 1 1,1-1-1,0 1 1,-1 0-1,1 0 1,0 0 0,-1 1-1,1-1 1,0 1-1,0-1 1,0 1 0,0-1-1,1 1 1,-1 0-1,0 0 1,1 0-1,-1 0 1,1 0 0,-1 0-1,1 1 1,0-1-1,0 0 1,0 1 0,1-1-1,-1 1 1,0-1-1,0 4 1,1-4 48,0 1 0,-1 0-1,1 0 1,0 0 0,1 0 0,-1-1 0,0 1 0,1 0-1,-1 0 1,1 0 0,0-1 0,0 1 0,0 0 0,0-1-1,1 1 1,-1-1 0,1 0 0,-1 1 0,3 1-1,-1-1-12,0-1 0,0 0 0,1 0-1,-1-1 1,1 1 0,-1-1 0,1 0-1,-1 0 1,1 0 0,-1 0 0,1 0-1,0-1 1,0 0 0,3 1 0,2-1-8,0 1 0,0-1 1,0-1-1,0 1 1,0-2-1,15-3 0,-21 4-12,1-1-1,0 0 1,-1 0-1,1 0 1,-1 0-1,1-1 0,-1 1 1,0-1-1,0 0 1,0 0-1,-1 0 1,1 0-1,-1 0 1,0-1-1,0 1 0,3-7 1,-4 8-1,-1 1 0,1 0 0,-1 0 0,1 0 0,-1 0 0,1 0 0,0 0 0,-1 0 0,1 0 0,0 0 0,0 0 0,0 0 0,0 0 0,0 0 0,0 1 0,0-1 1,0 0-1,0 1 0,0-1 0,0 1 0,0-1 0,0 1 0,3-1 0,-2 1 29,1 1-1,-1 0 1,0-1 0,0 1 0,1 0 0,-1 0 0,0 0-1,0 0 1,0 1 0,0-1 0,4 3 0,2 2-26,0-2 0,0 1 0,1-1 0,0 0-1,0-1 1,0 0 0,0 0 0,0-1 0,1 0 0,-1-1 0,1 0 0,9 0 0,-11-1-559,1-1-1,-1 1 1,0-1-1,0-1 0,-1 0 1,1 0-1,0 0 1,14-7-1,17-17-8223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39:51.44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52 1 2681,'0'0'9482,"-28"0"-9538,25 0 120,-1 0-16,1 0 0,-1 0-48,1 0-40,0 12-376,-1 0-929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39:53.49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659 55 1360,'0'0'10392,"-18"-7"-9439,-59-23 241,64 26-826,1 0-1,0 1 1,0 1 0,-1 0-1,0 1 1,1 0 0,-24 2-1,4-1 235,12 1-392,0 0 0,-1 1 0,1 1 0,0 1 0,0 1 0,1 1 0,-1 0 0,1 2-1,0 0 1,1 1 0,0 1 0,-19 14 0,26-16-123,0 0-1,0 1 1,1 1-1,1 0 0,-1 0 1,2 1-1,-1 0 1,2 1-1,-1-1 1,2 2-1,-1-1 1,2 1-1,0-1 1,0 2-1,1-1 1,1 0-1,0 1 1,-2 25-1,4-26-62,1-1 1,1 1-1,0 0 1,0-1-1,1 1 0,1-1 1,0 0-1,0 0 1,1 0-1,8 15 0,-5-15-8,0 0-1,1 0 0,1-1 1,0 0-1,1-1 0,0 1 1,0-2-1,1 0 0,12 8 0,4 1-17,0-2 0,1-1 0,0-1 0,1-1 0,1-2 0,0-1 0,61 12 0,-49-15-943,0-2 1,0-2 0,1-2 0,-1-1 0,61-9 0,-23-10-5032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39:54.20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44 12563,'0'0'6817,"238"-6"-7065,-176 0-768,4-4-961,3 1-135,-14 3-889,-14 0-2416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39:54.69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18 6 824,'0'0'19780,"-17"-6"-19564,55 6 321,17 0-289,10 0-56,15 0-192,9 0-72,39 0-1025,-21 0-1463,-21 0-2353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39:58.90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1053 377 824,'0'0'8513,"-18"9"-5807,-41 4-1090,40-10-1481,-1 1 1,1 1 0,0 1 0,-31 13 0,48-17-122,-33 15 581,1 3-1,-60 44 0,13-5-385,59-45-44,1 1 1,0 1 0,2 0-1,-32 35 1,5 4 13,-129 172 767,102-128-335,38-53 66,-50 84 0,77-114-639,-1 1 0,2 0 0,1 0 0,0 1 0,1 0 0,1 0 0,0 0 0,2 1 0,-2 26 0,4 237 131,2-269-143,1 0-1,-1-1 1,2 1-1,0-1 1,0 0-1,1 0 1,1 0-1,0-1 1,10 16-1,11 22 212,0 14-35,25 89 1,-23-59-49,-17-67-87,0 0 1,1-2-1,2 0 1,0 0-1,2-1 1,34 37-1,-30-38-2,-2 0 0,-1 2-1,-1 0 1,-1 1 0,-1 0 0,13 33 0,0 21 286,39 96 528,-55-149-722,1-1 0,1-1 0,1 0 0,30 36 0,-13-29 178,2 0 1,0-3-1,77 48 1,-91-62-330,11 6 30,2-1 1,0-2 0,1-1-1,55 17 1,105 40 47,55 16 46,-121-49-14,-85-24-84,2-2 1,-1-2-1,91 11 1,128-10-12,56-11 16,158-8-13,-409 1-7,0-3 0,116-28 0,-113 14-13,-2-2 0,82-41 0,-120 51-13,-3 0 15,0-2 1,-1-1-1,-1-1 0,0-1 1,-1-1-1,-2-1 0,0-1 1,-1-2-1,27-36 1,-3-6-3,-3-3 1,53-111-1,-37 28-5,-21 47 97,-19 52 132,-3-1-1,12-72 1,-14 61-165,23-68 0,-25 91-7,-1 0 1,-2 0-1,-1-1 0,1-48 0,-6-177 489,-4 162-253,2 77-158,-2 0 0,-2 0 0,0 0-1,-11-42 1,-18-59 68,24 85-79,-3 0 1,-2 1-1,-1 0 0,-36-73 0,27 75-68,-1 2 1,-2 1-1,-2 0 1,-33-34-1,6 15 38,-101-101 110,74 92-142,-3 3-1,-130-75 1,167 112-51,-1 2 0,-2 2 1,-86-26-1,-164-20-26,223 54 4,-166-22-68,-90 30-44,223 7 100,72 2-7,-65 12 0,20-2 36,50-6-85,0 1 1,-64 22 0,-12 4-59,28-15-28,-109 41 1,136-38-241,5-3-279,-48 26 1,79-34 334,-1 2 1,2 0-1,0 1 0,0 1 1,-26 27-1,-125 172-4770,95-105-400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0:03.5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40 368,'0'0'1584,"18"12"-313,54 35 467,-71-46-1513,-1-1 0,1 1 0,0-1-1,0 1 1,-1-1 0,1 1 0,0-1 0,0 0 0,0 1-1,0-1 1,0 0 0,-1 0 0,1 1 0,0-1-1,0 0 1,0 0 0,0 0 0,1-1 0,-1 1-169,-1 0 1,1 0-1,-1-1 1,0 1-1,1 0 1,-1-1-1,0 1 1,1 0-1,-1-1 1,0 1-1,0 0 1,1-1-1,-1 1 1,0-1-1,0 1 1,0-1-1,0 1 1,0-1-1,1 1 1,-1 0-1,0-1 1,0 1-1,0-2 1,-4-21 955,2 20-894,0 0 0,0 1 0,0-1 0,0 1-1,0 0 1,0 0 0,-1-1 0,1 2 0,-1-1 0,0 0 0,1 0-1,-1 1 1,0-1 0,0 1 0,0 0 0,0 0 0,0 0-1,0 1 1,-1-1 0,1 1 0,0-1 0,0 1 0,0 0 0,-1 0-1,1 1 1,-6 0 0,8 0-110,-1 0 1,1-1-1,-1 1 0,1 0 0,0 0 1,0 0-1,-1 0 0,1 0 1,0 1-1,0-1 0,0 0 0,0 0 1,0 1-1,0-1 0,1 1 0,-1-1 1,0 0-1,1 1 0,-1 0 1,1-1-1,0 1 0,-1-1 0,1 1 1,0-1-1,0 3 0,-1 1 24,1-1 1,-1 1-1,1 0 0,0-1 1,1 1-1,-1 0 0,2 6 1,-1-10-28,0 0 0,0 0 0,-1 0 0,1 0 0,0 0 0,0 0 1,0 0-1,0 0 0,0-1 0,0 1 0,1 0 0,-1-1 0,0 1 0,0-1 1,0 1-1,0-1 0,1 0 0,-1 1 0,0-1 0,1 0 0,-1 0 1,2 0-1,34 0 48,-27 0-34,-9 0-16,0 0 0,-1 0 0,1-1 0,0 1 0,0 0 0,0 0 0,-1-1 0,1 1 0,0 0 0,0-1 0,-1 1 0,1 0 0,0-1 0,-1 1 0,1-1 0,0 0-1,-1 1 1,1-1 0,-1 1 0,1-1 0,-1 0 0,1 1 0,-1-1 0,1-1 0,6-25 32,-7 19-22,0 0 0,0 0 0,0-1 1,-3-12-1,2 20 1,1-1 1,-1 1-1,1 0 1,-1-1-1,1 1 1,-1 0-1,0 0 0,1-1 1,-1 1-1,0 0 1,0 0-1,0 0 0,0 0 1,0 0-1,0 0 1,0 0-1,0 0 1,-1 1-1,1-1 0,0 0 1,-2 0-1,-30-3 1315,31 4-1325,1 0 0,0 1 0,0-1 0,0 1 0,0 0 0,0-1-1,0 1 1,1 0 0,-1 0 0,0-1 0,0 1 0,0 0 0,1 0 0,-1 0 0,0 0 0,1 0 0,-1 0 0,1 0 0,-1 0 0,1 0 0,-1 0 0,1 0 0,0 1 0,0-1 0,0 0 0,-1 0 0,1 0 0,0 2 0,-2 36 45,2-38-39,0 1-4,-1 0 0,1 0 0,0 0 0,0 0 0,0-1 0,0 1 0,1 0 0,-1 0 0,0 0 0,1 0 0,-1-1 0,1 1 0,0 0 0,-1-1 0,1 1 0,0 0 0,0-1 0,0 1 0,0-1 0,3 3 0,-1-3 5,0 0 0,1 0 0,-1 0 0,1 0 0,-1-1 0,0 1 0,1-1 0,-1 0 0,8-1 0,-5 1 5,-4 1-8,0-1 0,1 0 0,-1 0 0,1 0 0,-1-1 0,0 1 0,1 0 0,-1-1 0,1 0 0,-1 0 0,0 1 0,0-1 0,1 0 0,-1-1 0,3-1 0,-3 1-4,-1 0 0,0-1 0,0 1 0,1 0-1,-1 0 1,-1-1 0,1 1 0,0 0 0,-1-1 0,1 1 0,-1-1-1,1 1 1,-1-1 0,0 1 0,-1-5 0,1 3 4,1 1 1,-2 0 0,1 0-1,0 0 1,-1 0-1,1-1 1,-1 1-1,0 0 1,0 0-1,0 0 1,0 0 0,-1 0-1,1 1 1,-1-1-1,-4-5 1,4 7-10,0-1 0,0 1 0,0-1 0,0 1 0,-1 0-1,1 0 1,0 0 0,-1 0 0,1 0 0,-1 1 0,1-1 0,-1 1 0,0 0 0,1-1 0,-1 1 0,1 1 0,-1-1 0,0 0 0,1 0 0,-5 2 0,7-2-30,-1 1 1,1-1 0,-1 0-1,1 1 1,-1-1 0,1 0-1,-1 1 1,1-1 0,-1 1-1,1-1 1,0 1 0,-1-1 0,1 1-1,0-1 1,0 1 0,-1 0-1,1-1 1,0 1 0,0-1-1,0 1 1,-1 0 0,1-1 0,0 1-1,0-1 1,0 1 0,0 1-1,1 21-1289,-1-16 347,0 13-2656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0:09.10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38 0 408,'0'3'5456,"0"0"-5422,0-2 68,1-1 1,-1 0 0,0 1 0,0-1-1,0 1 1,0-1 0,0 0 0,0 1 0,0-1-1,0 1 1,0-1 0,0 0 0,0 1-1,0-1 1,0 0 0,-1 1 0,1-1-1,0 1 1,0-1 0,0 0 0,0 1-1,-1-1 1,1 0 0,0 1 0,0-1 0,-1 0-1,1 0 1,0 1 0,0-1 0,-1 0-1,1 0 1,0 1 0,-1-1 0,1 0-1,-1 0 1,1 0 0,0 0 0,-1 1-1,1-1 1,0 0 0,-1 0 0,1 0 0,-1 0-1,1 0 1,0 0 0,-1 0 0,0 0-1,1 0 140,-27 6 387,46-7 5950,47 3-5227,28 0-1788,299-21 656,-277 12-174,119 6-1,-96 3-28,150-2 142,-279 1-141,-1 0-1,1 1 1,-1 0 0,0 0 0,0 1 0,12 5-1,38 10 120,15-10 175,-50-7-203,0 2-1,42 10 1,-51-10 82,1-1-1,-1 0 1,1-2 0,-1 1 0,25-4-1,4 1-150,-26 3-3,-21 1-255,-28 2-2971,7-4-2084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0:09.71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77 4 1824,'0'0'14933,"0"-4"-14840,-5 142 517,-5-68-611,-21 76 1,5-58-3549,22-70-951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0:10.26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66 1688,'0'0'12110,"31"-12"-11458,100-33-261,-127 43-375,-1 1 1,1 0 0,-1-1 0,1 1 0,0 1 0,0-1 0,-1 1 0,1-1 0,0 1-1,0 0 1,0 0 0,-1 1 0,1-1 0,0 1 0,0 0 0,-1 0 0,1 0 0,0 0 0,-1 1-1,6 3 1,-6-2-8,0 0-1,0 1 1,0-1-1,0 1 1,-1 0-1,1 0 0,-1 0 1,0 0-1,0 0 1,2 9-1,-1-4-5,0-1 2,0 0-1,-1 0 0,0 1 1,-1-1-1,0 1 0,0-1 1,-1 1-1,0 8 0,0-12 7,-1-1-1,1 1 0,-1-1 1,0 0-1,0 1 0,-1-1 1,1 0-1,-1 0 0,0 0 1,0 0-1,0 0 0,0-1 1,-1 1-1,0 0 0,0-1 1,-5 5-1,-8 4-162,0-2 0,-1 0-1,-1-1 1,1-1 0,-1 0 0,-1-1 0,1-1 0,-1-1-1,-34 5 1,52-10 184,1 0 0,-1 0 0,1 0 0,-1 0 0,1 0 0,0 0 0,-1 0 0,1 0 0,-1 0 0,1 1 0,0-1 0,-1 0 0,1 0-1,0 1 1,-1-1 0,1 0 0,0 0 0,-1 1 0,1-1 0,0 0 0,-1 1 0,1-1 0,0 0 0,0 1 0,0-1 0,-1 1 0,1-1 0,0 0 0,0 1-1,0-1 1,0 1 0,0-1 0,0 0 0,0 1 0,0-1 0,0 1 0,0-1 0,0 1 0,0-1 0,0 0 0,0 1 0,0-1 0,0 1 0,0-1 0,1 0-1,-1 1 1,0-1 0,0 1 0,0-1 0,1 0 0,-1 1 0,1-1 0,18 27 403,-11-19-161,26 37 115,79 98 67,-91-118-420,1-1 0,1-1 1,41 28-1,-47-40 59,-14-9 80,0 1 0,0-1-1,0 1 1,0 0-1,0-1 1,-1 2 0,1-1-1,-1 0 1,9 9 2965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0:21.05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440 3076 1192,'0'0'16390,"-38"3"-11004,33-4-5272,0 0 1,0-1-1,0 1 1,0-1-1,1-1 0,-1 1 1,1-1-1,-1 0 1,-6-5-1,-11-6-62,17 9-21,0 0-1,0 1 1,0-2 0,0 1-1,1 0 1,0-1 0,0 0-1,1 0 1,-1 0 0,1 0-1,0-1 1,-3-11 0,-11-21 99,17 39-129,-9-15 11,1 1 0,1-1 0,0 0 0,1 0 0,1-1 0,-5-21 1,-16-91 125,-3-18 77,25 125-50,0-1 1,-11-29-1,-6-29-81,-15-59-5,20 83-62,1-10 22,-11-107 0,18-115 27,9 197-68,0 74 12,1 0 1,1 0 0,1 0 0,0 1 0,12-28 0,6-27 90,-12 40-77,2-1-1,1 2 1,1 0-1,2 0 1,19-27-1,6-12-12,158-238 660,-160 251-651,5 0 7,2 3 1,3 2-1,64-54 0,-51 56 20,2 2 0,92-51 0,-138 88-18,68-38 197,108-44 0,-160 78-199,1 1 1,0 2-1,1 2 0,0 1 1,0 1-1,1 3 0,38-1 1,76 0 89,102 4 210,-153 17-262,-66-9-26,52 3-1,-27-8 87,6 0 72,91 14 0,2-1-24,-112-12-143,-1 1 0,63 14 0,-88-14 6,37 3 1,-40-6 10,0 1 1,1 0 0,20 7 0,23 13 186,-34-11-62,0-2 0,38 8 1,-50-12-88,0 0 1,0 0 0,0 2-1,-1 0 1,20 13-1,12 5 73,-22-12-71,0 0 1,-1 2-1,0 0 0,-2 2 1,0 0-1,32 35 1,-11-15 28,-33-30-79,0 0 0,0 1 0,12 15 0,79 95 444,-62-77-271,34 48 0,70 131-183,-117-176-27,21 54 0,-10-19 0,-22-48 0,9 33 0,-7-17 0,6 34 0,-10-34 0,-8-27 0,4 39 0,0 2 0,-3-29 0,1 51 0,-3-24 0,4 69 0,-11 187 0,-9-198 0,-35 148 0,40-237 0,0-1 0,-1 0 0,-2-1 0,-15 27 0,-64 96 0,41-71 0,4-10 0,-58 64 0,62-81 0,20-27 0,-29 27 0,29-31 0,-28 34 0,29-33 0,-1 0 0,-1-1 0,0-2 0,-2 0 0,-42 24 0,-8 7 0,67-45 0,0 0 0,0 0 0,-1-1 0,0-1 0,0 1 0,0-1 0,0 0 0,-12 1 0,-34 9 0,-56 18 0,71-21 0,-42 16 0,65-20 0,0 0 0,-25 3 0,-12 3 0,-31 13 0,26-6 0,0-2 0,-96 12 0,-81-18 0,-137-23 0,349 9 0,1 0 0,-38-13 0,-15-4 0,47 14 0,1-2 0,1 0 0,-31-17 0,-4-1 0,-26-5 0,42 16 0,0-1 0,-62-36 0,78 36 0,-1 1 0,0 2 0,-36-13 0,-40-19-59,5 11-182,76 29 212,12 3 17,0 0 1,-1 0-1,-24 0 0,32 2-10,1 0 1,0 0-1,-1 0 1,1 0-1,-9-4 1,-18-5-13,-1 0-40,28 8 56,0 0 0,0 0 0,0 1 0,0 0 0,0 0 0,-8-1 0,-22-15-100,15 6 71,-69-26-204,84 33 137,0 0 1,1-1-1,-1 0 0,1 0 0,0 0 1,0 0-1,0-1 0,-4-9 0,1 5-86,-11-23-1589,7 10-2862,0 0-5102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0:22.57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8 429 496,'0'0'16378,"-1"0"-16314,1 0 0,0 0 0,0 0 0,0 0 0,0 0 0,-1 0 0,1 0 0,0 0 0,0 1 0,0-1 0,0 0 0,-1 0 0,1 0 0,0 0 0,0 0 0,0 0 1,-1 0-1,1 0 0,0-1 0,0 1 0,0 0 0,-2-1 832,2 1-832,-1 0 0,1-1 0,0 1 0,0 0 0,0 0 0,0 0 0,0 0 0,0-1 0,0 1 0,0 0 0,0 0 0,0 0 0,0 0 0,0-1 0,0-3-74,1 0-1,0 0 1,0 1 0,0-1 0,0 0 0,1 0-1,-1 1 1,1-1 0,0 1 0,0 0-1,4-5 1,34-40-269,-21 27 6,30-35-953,39-51-2359,-76 91 1938,-1-2 1,0 1-1,-1-2 1,11-26-1,-12 15-4069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0:22.97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 6033,'0'0'7375,"8"10"-6923,41 43 111,74 86 324,-88-93-919,44 51 230,-71-88-325,1 0 0,0-1 1,0 0-1,1-1 1,0 0-1,0 0 1,20 8-1,-17-11-2047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0:23.53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 11 328,'0'-10'12221,"-2"189"-12015,4 204-117,-1-365-720,1-1 0,5 24 1,0-17-3224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0:23.95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13 1432,'0'0'14523,"124"-12"-14219,-82 12-143,3 0-89,3 0-72,-3 0 0,0 0-521,-7 0-319,-4 0-232,-6 0-352,-8 0-689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0:25.27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1 451 432,'0'0'15830,"9"-6"-14971,16-13-548,-1 0 1,0-2-1,28-32 0,68-87-1510,-75 84-150,-23 31 473,-12 15 249,-1 0 1,-1 0-1,1-1 0,-1 0 1,-1 0-1,0-1 0,-1 0 1,5-13-1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0:25.66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0 10074,'0'0'6602,"18"18"-6566,-4-3-26,21 18 22,53 42 0,-49-43-51,-2 1 0,-2 2-1,-1 2 1,51 70 0,-9 13-4355,-68-103 164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0:26.03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 1 184,'0'0'12299,"-3"139"-12227,3-80-72,3 3 48,8 10-48,2 2 8,1 1-8,-3-4-144,-5 1-504,1-13-489,-7-7-1215,0-11-3962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0:26.43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23 808,'0'0'16660,"121"-22"-16556,-59 22-104,7 0 0,0 3-840,-3 19-921,10 12-1447,-21-3-7843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0:26.98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0 4121,'0'0'10802,"79"205"-10730,-65-146-72,-4 6 40,-3 0-32,-3-2-16,-4-11-520,0-8-200,0-13-168,0-16-625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0:27.41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 1040,'0'0'8457,"30"4"-8037,92 17-121,-116-20-285,-1 0 1,0 0 0,0 1-1,0 0 1,0 0 0,0 0-1,0 1 1,-1 0 0,1 0 0,-1 0-1,0 0 1,0 1 0,0-1-1,0 1 1,0 0 0,-1 0-1,0 1 1,5 6 0,-5-4 3,0 1 0,-1-1 0,0 1 1,0 0-1,-1 0 0,1 0 0,-2-1 0,1 17 0,-2-19-102,1-1 0,-1 1-1,0 0 1,-1 0 0,1-1 0,-1 1-1,0-1 1,0 1 0,0-1-1,-1 0 1,1 1 0,-1-1-1,0-1 1,0 1 0,0 0 0,-1-1-1,0 0 1,1 1 0,-1-1-1,0-1 1,0 1 0,-8 3 0,-8 4-820,0-1 1,-1 0 0,-34 8-1,21-9-2551,5-6 1804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0:27.81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1 265 5089,'0'0'9362,"189"-81"-10474,-171 50-673,-11 3-287,-7-3 80,0 6 1263,-7 4 361,-14-1-904,0 6 152,-3 7-416,7 9-721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0:28.21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1 292 664,'0'0'2979,"2"27"-766,11 89-526,-13-111-1554,1 1 0,0 0 0,1-1-1,-1 1 1,1-1 0,0 0 0,1 1 0,-1-1 0,1 0 0,0 0-1,0-1 1,0 1 0,1-1 0,0 1 0,0-1 0,0 0 0,9 6 0,-8-7-70,0-1 0,1 1 0,-1-1 0,1 0 0,0-1 0,-1 0 0,1 1 0,0-2 0,0 1 0,0-1 0,0 0 0,-1 0 0,10-2 0,-11 2-54,1-1-1,-1 0 1,0 0 0,1-1-1,-1 0 1,0 1 0,0-1-1,0 0 1,0-1 0,-1 1-1,1-1 1,0 0 0,4-5-1,2-3 122,0-1 1,14-23-1,-20 28 13,1-1 1,0 1-1,0 0 1,0 0 0,1 0-1,0 1 1,0 0-1,1 0 1,-1 1 0,14-8-1,-18 12-119,1-1 0,-1 2 0,1-1-1,0 0 1,-1 0 0,1 1 0,-1-1 0,1 1-1,0 0 1,0 0 0,-1 0 0,1 0 0,0 1 0,-1-1-1,1 1 1,0-1 0,-1 1 0,1 0 0,-1 0-1,1 0 1,-1 0 0,1 1 0,-1-1 0,0 1-1,0-1 1,0 1 0,0 0 0,0 0 0,4 4 0,2 4 3,-1 1 0,0 1 0,0-1 0,9 24 0,-9-18 53,-2-8-116,0 3 70,1 0 1,0-1-1,0 0 0,15 18 1,-19-27-65,0 0 0,0 1 1,0-1-1,0 0 0,0-1 0,1 1 1,-1 0-1,1-1 0,-1 1 0,1-1 1,0 0-1,0 0 0,-1 0 1,1 0-1,0-1 0,0 1 0,0-1 1,0 1-1,0-1 0,0 0 1,0 0-1,-1 0 0,1-1 0,0 1 1,0-1-1,0 1 0,3-2 0,-3 0-330,0 1 0,-1-1 0,1 0-1,0 1 1,0-1 0,-1 0-1,0-1 1,1 1 0,-1 0 0,0-1-1,0 1 1,0-1 0,0 0-1,-1 0 1,1 1 0,-1-1 0,1 0-1,0-4 1,2-7-1579,0 1 0,3-27 0,-3 5 1756</inkml:trace>
  <inkml:trace contextRef="#ctx0" brushRef="#br0" timeOffset="1">660 376 504,'0'0'9914,"20"-16"-8321,-13 41-529,4 3-480,2 6-280,1-3-208,0 0-48,3-6-48,4-13-176,-4-8-992,0-4-1145,-3-22-5312,-7-6 4808</inkml:trace>
  <inkml:trace contextRef="#ctx0" brushRef="#br0" timeOffset="2">673 140 9882,'0'-6'5505,"0"-7"-3968,0-2-1073,18-7-264,6 0-200,7-3-168,-3 4-1297,-8 5-2976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0:29.07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0 146 3473,'0'0'9891,"14"3"-9653,41 8-114,-51-10-110,0 1 1,-1 0 0,1 0 0,-1 0 0,0 1-1,1-1 1,-1 1 0,-1-1 0,1 1 0,0 0-1,0 0 1,-1 0 0,0 1 0,0-1 0,0 1-1,0-1 1,0 1 0,1 5 0,1 0 30,0-1-5,-2 0 0,1 0-1,-1 1 1,-1-1-1,1 1 1,-1-1-1,-1 0 1,0 17 0,0-23-30,0-2-10,0 0-1,0 0 1,0 0 0,0 1-1,0-1 1,0 0-1,0 0 1,1 0 0,-1 0-1,0 1 1,0-1-1,0 0 1,0 0 0,0 0-1,0 1 1,0-1 0,0 0-1,0 0 1,0 0-1,-1 0 1,1 1 0,0-1-1,0 0 1,0 0-1,0 0 1,0 0 0,0 1-1,0-1 1,0 0 0,0 0-1,-1 0 1,1 0-1,0 0 1,0 1 0,0-1-1,0 0 1,0 0-1,-1 0 1,1 0 0,0 0-1,0 0 1,0 0 0,0 0-1,-1 0 1,1 0-1,0 0 1,0 0 0,0 0-1,0 0 1,-1 0-1,1 0 1,0 0 0,0 0-1,0 0 1,-1 0 0,1 0-1,0 0 1,0 0-1,0 0 1,0 0 0,-1 0-1,1 0 1,0 0-1,0 0 1,-7-9-14,4-5 15,1 1-1,1 0 0,0-1 1,3-25-1,-1 5 10,-1 30-11,0 1 1,0-1-1,1 0 0,-1 0 0,1 0 0,0 0 0,0 0 0,1 1 0,-1-1 0,1 0 0,0 1 0,0-1 0,0 1 0,0 0 0,1 0 1,-1 0-1,1 0 0,0 0 0,0 0 0,5-4 0,-3 4-22,0 1 0,-1-1 0,1 1 0,0 0 0,0 0 0,1 1 0,-1-1 0,0 1 0,0 0 0,1 1 0,-1-1 0,0 1 1,1 0-1,-1 0 0,6 2 0,-7-1-3,-1 0-1,1 1 1,-1-1 0,1 1 0,-1 0 0,0 0 0,0 0 0,0 0 0,0 1 0,0-1 0,0 1 0,-1 0-1,1 0 1,-1 0 0,0 0 0,1 0 0,-2 0 0,4 6 0,2 6 40,0 0 0,6 23 0,-8-25 575,-4-16 489,-1-5-1082,1 0 0,0-1 0,0 1 0,1 0 0,0 0 1,0 0-1,1 0 0,0 1 0,0-1 0,1 1 0,5-8 0,-7 11 1,1 0 1,0 0-1,0 1 1,0-1-1,0 1 0,1 0 1,-1 0-1,1 0 1,0 0-1,0 0 1,0 1-1,0 0 0,0 0 1,1 0-1,-1 1 1,1-1-1,-1 1 1,1 0-1,-1 0 0,1 0 1,5 1-1,-7 0-5,1 0-1,-1 0 0,1 0 1,-1 1-1,0-1 0,1 1 1,-1 0-1,0 0 0,1 0 1,-1 1-1,0-1 0,0 1 1,0-1-1,0 1 1,0 0-1,0 0 0,-1 1 1,1-1-1,-1 1 0,1-1 1,-1 1-1,0 0 0,0-1 1,2 6-1,4 2-13,0 0 13,1 0 0,-1-1 1,2 0-1,-1 0 0,1-1 1,12 7-1,-17-12 24,0 0 0,0-1-1,0 1 1,1-1 0,0 0 0,-1-1-1,1 1 1,0-1 0,-1 0 0,1-1 0,0 1-1,0-1 1,0 0 0,0-1 0,9-1 0,-11 1-24,-1 0 1,1-1 0,0 0 0,-1 1 0,1-1 0,-1 0 0,0-1 0,1 1-1,-1-1 1,0 1 0,-1-1 0,1 0 0,0 0 0,-1 0 0,1 0 0,-1-1-1,0 1 1,0-1 0,-1 1 0,1-1 0,-1 0 0,0 0 0,1 1 0,-1-5-1,2-5-137,-1 0 0,0 0-1,-1 0 1,0-1-1,-3-25 1,2 37 146,-1 1 0,0-1 0,1 1 1,-1-1-1,0 0 0,0 1 0,0 0 0,0-1 0,0 1 1,-1-1-1,1 1 0,0 0 0,-1 0 0,1 0 0,0 0 1,-1 0-1,1 0 0,-1 0 0,0 1 0,1-1 0,-1 0 1,0 1-1,-2-1 0,2 0-37,0 0 1,0 1 0,-1-1-1,1 1 1,0 0 0,-1-1-1,1 1 1,0 0 0,-1 1-1,1-1 1,0 0 0,-1 1-1,1-1 1,0 1 0,0-1-1,0 1 1,-1 0 0,-3 2-1,3 1 21,0 0-1,0 0 1,0 1-1,0-1 1,1 0-1,0 1 1,0 0-1,0-1 1,0 1-1,1 0 1,-1 0-1,1 0 1,1 0-1,-1 6 1,-1 2 159,2 0 0,-1-1 1,2 1-1,3 23 1,-3-32-116,0 0 0,1-1 0,-1 1 0,1-1 0,0 1 1,0-1-1,0 0 0,0 1 0,1-1 0,-1 0 1,1-1-1,0 1 0,0 0 0,0-1 0,0 0 0,0 0 1,0 1-1,1-2 0,-1 1 0,1 0 0,0-1 0,-1 0 1,1 0-1,0 0 0,4 1 0,8 1-114,-1-1 1,1-1-1,-1 0 1,1-1-1,16-2 0,-23 1-336,0 0 0,-1-1-1,1 0 1,0-1-1,-1 0 1,0 0 0,0-1-1,0 0 1,10-6-1,4-6-3218,34-32 0,-15 10 1511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0:29.48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 8306,'0'0'4433,"20"177"-4009,1-115-168,-4 0-80,-3 3 256,-7-3-344,-4-9 32,-3-9-120,0-17-184,-6-14-1376,-12-10-3433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0:29.84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60 11090,'0'0'6450,"189"-41"-6450,-144 29-144,7 6-1329,-7 6-959,-14 0-2225</inkml:trace>
  <inkml:trace contextRef="#ctx0" brushRef="#br0" timeOffset="1">452 547 6793,'0'0'7467,"-5"-12"-6900,2 4-537,-33-81 1310,31 75-1105,1-1 1,0 0-1,1 1 1,1-1 0,-1-17-1,2 29-241,1 0-1,0-1 0,0 1 0,0 0 0,0-1 1,1 1-1,-1 0 0,1-1 0,0 1 1,0 0-1,0 0 0,0 0 0,0 0 0,1 0 1,-1 0-1,1 0 0,0 0 0,0 0 0,0 1 1,0-1-1,1 1 0,-1 0 0,1-1 0,-1 1 1,1 0-1,0 1 0,0-1 0,0 0 0,0 1 1,0 0-1,6-3 0,-1 1-282,1 1 0,0-1-1,0 1 1,0 1 0,18-1 0,21 3-4093,-47-1 3959,1 1-1,-1-1 1,1 0 0,-1 1 0,0-1-1,1 1 1,-1-1 0,0 1 0,1 0 0,-1 0-1,0 0 1,0 0 0,1-1 0,-1 2-1,0-1 1,0 0 0,0 0 0,0 0 0,-1 0-1,1 1 1,0-1 0,0 2 0,7 13-1119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0:30.20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11 159 1432,'0'0'13479,"1"20"-12739,9 61-197,-10-78-521,1 0 0,-1 0 0,1 0 0,0 0-1,0 0 1,0 0 0,0 0 0,1-1 0,-1 1 0,1 0 0,0-1 0,0 1-1,-1-1 1,2 0 0,-1 1 0,0-1 0,0 0 0,1 0 0,-1-1-1,1 1 1,5 2 0,2 2-3,-4-2-1,0 0 0,0-1 0,0 0 0,1-1 0,0 1 0,-1-1 0,1 0 0,0-1 0,13 2 0,-17-3-41,-1 0-1,1 1 1,0-1 0,-1-1 0,1 1 0,0 0-1,-1-1 1,1 1 0,-1-1 0,1 0 0,0 0-1,-1 0 1,0 0 0,1-1 0,-1 1-1,0 0 1,0-1 0,1 0 0,-1 1 0,0-1-1,-1 0 1,1 0 0,0 0 0,-1 0 0,1-1-1,-1 1 1,1 0 0,0-3 0,2-10-603,0-1 1,-2 1-1,0-1 1,0 0-1,-2 0 0,0 0 1,-2-17-1,1 16 111,1 9 414,-1 0 1,-1 0-1,0 0 0,0 0 1,-1 0-1,1 0 0,-2 1 1,1-1-1,-1 1 0,0 0 0,-1 0 1,1 0-1,-9-8 0,10 12 51,0-1 0,0 1 0,0 0 0,-1 0 0,1 1-1,-1-1 1,0 1 0,1 0 0,-1-1 0,0 2-1,-1-1 1,1 0 0,0 1 0,0 0 0,-1 0-1,1 0 1,0 1 0,-1-1 0,1 1 0,-1 0-1,1 0 1,0 1 0,-1-1 0,1 1 0,-1 0 0,-5 2-1,7-1-171,0-1 0,0 1 0,0 0-1,1 0 1,-1 0 0,0 0-1,1 0 1,0 1 0,0-1 0,0 1-1,0-1 1,0 1 0,0 0-1,-2 5 1,-14 42-3501,10-15 3048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0:37.87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19 39 184,'0'0'17076,"3"-6"-16111,-2 4-884,1 0 1,-1-1-1,1 1 0,0 0 0,-1 0 0,1 1 0,0-1 0,0 0 0,0 0 1,0 1-1,1 0 0,-1-1 0,0 1 0,1 0 0,3-1 0,-1 0 9,0 1-1,-1 1 0,1-1 0,0 1 0,0 0 0,-1 0 0,1 0 0,0 0 0,0 1 0,6 2 0,-3-1-71,0 2 0,0-1 0,0 1 0,0 0 0,-1 1-1,0 0 1,0 0 0,0 0 0,0 1 0,-1 0 0,0 0 0,0 1 0,8 12 0,-3-3-139,-1 0 0,0 1 1,-1 0-1,-1 1 0,7 20 1,-8-9-128,-1 0 0,-1 1-1,-2-1 1,-1 1 0,-3 52 0,0-64 208,-1-1 0,-1 1-1,0 0 1,-1-1 0,-1 1-1,-1-1 1,0-1 0,-2 1 0,1-1-1,-2 0 1,0-1 0,-1 0-1,-1 0 1,0-1 0,-1-1-1,0 0 1,-23 19 0,31-28-196,0-1 1,-1 1-1,1-1 1,-1 0-1,0 0 1,0-1-1,0 1 1,0-1-1,-1 0 0,1-1 1,0 1-1,-1-1 1,0 0-1,1 0 1,-1-1-1,1 1 1,-9-2-1,12 0 134,-1 0 0,0 1 0,1-2 0,0 1 0,-1 0 0,1 0 0,0-1 0,-1 1 0,1-1 0,0 0 0,0 0-1,0 0 1,1 0 0,-1 0 0,0 0 0,1 0 0,-1-1 0,1 1 0,0 0 0,0-1 0,0 1 0,0-1 0,0 0 0,0 1 0,1-1 0,-1 1 0,1-4-1,-3-11-76,1-1-1,0-31 1,2 48 171,0-7 6,0-8-60,0 0 0,1 0-1,0 0 1,2 1 0,3-16-1,-4 27 106,-1 0-1,0 0 1,1 0-1,0 1 1,0-1-1,0 0 1,0 1-1,0 0 1,1 0-1,0-1 1,-1 2-1,1-1 1,0 0-1,1 0 1,-1 1-1,0 0 1,1 0-1,-1 0 1,1 0-1,0 0 1,-1 1-1,1-1 1,0 1-1,0 0 1,6-1-1,-1 1 101,0 0-1,0 1 1,0 0-1,-1 0 1,1 1-1,0 0 1,0 0-1,0 1 1,-1 0 0,1 1-1,-1 0 1,0 0-1,0 1 1,12 6-1,-8-1-111,0 0-1,-1 0 0,0 1 0,0 0 1,-1 1-1,-1 0 0,17 25 1,2 12-214,-3 1 1,34 87-1,-26-53-3326,-25-64-1467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0:38.27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11666,'0'0'6954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0:38.61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9674,'0'0'5361,"96"31"-5145,-89 13-80,-3 8 432,-1 7 73,1 4-121,-4-4-264,3-4-208,0-11-48,1-7-328,-4-18-1177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0:39.04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359 165 672,'0'0'11563,"0"174"-10691,11-115-408,-1 0-320,4 0-40,-4-3-96,1-3 0,-8-10-8,-3-9-40,0-15-912,-10-13-2073</inkml:trace>
  <inkml:trace contextRef="#ctx0" brushRef="#br0" timeOffset="1">1 7 128,'0'0'15899,"127"6"-15899,-72-6 0,32 0-736,-15-3-1032,-6-6-2369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0:39.41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11931,'0'0'3800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0:39.80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7666,'0'0'11306,"21"167"-11210,-11-98-48,-3 2-32,0 4-32,-7-4 16,0-3-8,0-12-376,0-6-752,0-19-1201,-11-16-2112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0:40.27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0 118 1400,'0'0'13171,"33"-19"-12431,105-57-234,-131 72-461,1 0-1,1 1 1,-1-1 0,0 2 0,11-3 0,-15 5-30,-1 0 0,0 0 0,0 0 0,1 0 0,-1 1 0,0-1 0,0 1 0,4 1 0,-2-1-1,-1 0-19,-1 1 0,1-1 0,-1 1 0,0 0 0,1 0-1,-1 0 1,0 0 0,-1 0 0,1 1 0,0-1-1,0 1 1,-1 0 0,0 0 0,0 0 0,1 0-1,-2 0 1,1 0 0,0 1 0,-1-1 0,1 0-1,-1 1 1,0-1 0,1 8 0,1 7-328,0 1-1,-2-1 1,0 28 0,-1-39 175,0 1 94,-1 1 1,0-1-1,0 1 0,-1-1 0,0 0 0,-1 0 0,0 0 0,0 0 0,-1 0 0,1 0 0,-2-1 0,1 0 0,-1 0 0,0 0 0,-1 0 0,1-1 0,-1 0 0,-1 0 0,1-1 0,-1 1 0,0-1 0,0-1 0,0 0 0,-1 0 0,0 0 0,0-1 0,0 0 0,0 0 0,0-1 0,0 0 0,-1 0 0,-15 0 0,16-2-7,8 0 90,-1 1 0,0-1 1,1 0-1,-1 0 1,1 0-1,-1 1 0,0-1 1,1 0-1,-1 0 0,1 0 1,-1 0-1,0 0 1,1 0-1,-1-1 0,0 1 1,1 0-1,-1 0 1,1 0-1,-1 0 0,1-1 1,-1 1-1,0 0 0,1-1 1,-1 1-1,1 0 1,-1-1-1,1 1 0,0-1 1,-1 1-1,1-1 1,-1 1-1,1-1 0,0 1 1,-1-1-1,1 1 0,0-1 1,-1 1-1,1-1 1,0 1-1,0-1 0,0 0 1,0 1-1,0-1 1,0 1-1,-1-1 0,1 0 1,0 1-1,1-1 0,-1 0 1,5-1 196,0 1 0,0 1 0,1-1-1,-1 1 1,0 0 0,0 0 0,8 1 0,-7 1-155,0-1 0,0 1 0,0 0 0,0 1 0,-1-1-1,1 1 1,-1 0 0,1 0 0,-1 1 0,0 0 0,0 0 0,-1 0 0,6 6 0,8 10 79,26 37 0,-43-56-136,36 55 100,52 111-1,-40-70 36,-45-90-75,0 0 0,1-1 0,0 0 0,10 11 0,-14-16-102,0 0 1,0 0-1,1 0 1,-1 0-1,0 0 1,0 0-1,0-1 0,1 1 1,-1 0-1,0-1 1,1 1-1,-1-1 1,1 0-1,2 1 0,-3-1-68,0 0-1,-1-1 0,1 1 0,0 0 0,0-1 1,0 1-1,0 0 0,-1-1 0,1 1 0,0-1 1,0 0-1,-1 1 0,1-1 0,0 1 0,-1-1 0,1 0 1,0 0-1,-1 1 0,1-1 0,-1 0 0,0 0 1,1 0-1,-1 1 0,0-1 0,1 0 0,-1-1 1,5-21-6663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0:51.86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2 179 5601,'0'0'8753,"0"8"-8250,0 0-331,-1 12 75,1 1 0,1 0 0,0-1 0,2 1 1,0-1-1,1 1 0,2-1 0,8 23 0,-10-33-224,1 0 1,0-1-1,0 0 1,1 0-1,0-1 1,10 11-1,-13-16-25,0 0-1,1 0 1,-1 0 0,1 0-1,0-1 1,0 0 0,0 1-1,0-2 1,1 1 0,-1 0-1,0-1 1,1 0-1,-1 0 1,1 0 0,-1 0-1,9 0 1,-11-2-3,0 1 0,0 0 0,0-1 0,0 0 0,0 1 0,0-1 0,0 0 0,0 0 1,-1 0-1,1 0 0,0 0 0,0 0 0,-1-1 0,1 1 0,-1-1 0,1 1 0,-1-1 0,0 1 0,1-1 0,-1 0 0,0 0 0,0 0 0,0 1 0,0-1 0,-1 0 0,2-4 0,1-5-59,0 0-1,0 0 1,1-19-1,3-175-175,-7 205 240,0-10 4,-1-1 1,0 1-1,-1 0 0,-1 0 1,1 0-1,-2 0 0,1 1 1,-1-1-1,-1 1 1,-7-13-1,8 16-1,0-1 0,-1 1 1,1 0-1,-1 1 0,-1-1 0,1 1 0,-1 0 1,0 0-1,0 1 0,0 0 0,0 0 0,-1 0 1,0 1-1,-12-5 0,18 8-7,0-1 0,-1 1 0,1-1 0,0 1 0,0 0 0,-1-1 0,1 1 0,0 0 1,-1 0-1,1 0 0,0 0 0,0 0 0,-1 0 0,1 0 0,0 1 0,-1-1 0,1 0 0,0 1 0,0-1 0,0 1 0,-1-1 0,1 1 0,0 0 1,0 0-1,0-1 0,0 1 0,0 0 0,0 0 0,0 0 0,0 0 0,1 0 0,-1 0 0,0 0 0,0 0 0,1 0 0,-1 1 0,1-1 0,-1 0 1,1 0-1,0 1 0,-1 0 0,0 7 19,0-1 0,0 1 0,1 0 0,1-1 0,1 12 0,-1-4 9,0-11-17,0 1 0,0-1 0,1 0 0,-1 1-1,1-1 1,1 0 0,-1 0 0,1-1 0,-1 1 0,1 0-1,1-1 1,-1 0 0,1 1 0,-1-2 0,1 1 0,1 0-1,4 3 1,-3-2-10,0-1-1,0 0 1,1 0-1,-1-1 1,1 0-1,0 0 1,0-1-1,0 1 1,0-1-1,0-1 1,0 0-1,11 1 1,-12-1-36,0-1 0,0-1 0,0 1 1,0-1-1,0 0 0,0 0 1,0 0-1,0-1 0,0 0 0,-1 0 1,1-1-1,-1 1 0,1-1 0,-1 0 1,0-1-1,0 1 0,-1-1 1,1 0-1,-1 0 0,0-1 0,0 1 1,0-1-1,0 0 0,4-8 0,-5 8-32,0 0-1,-1 0 0,1-1 1,-1 1-1,0-1 0,0 1 0,-1-1 1,0 0-1,0 0 0,0 0 1,-1 0-1,1-6 0,-1 11-21,0 19-535,-1 15 542,0-14 88,1-1 1,0 1-1,2 0 1,6 32-1,-7-46 1,1 0-1,0 0 1,0 0-1,0-1 1,0 1-1,1-1 0,-1 0 1,1 0-1,0 0 1,0 0-1,1 0 1,-1 0-1,1-1 0,0 0 1,0 0-1,0 0 1,0 0-1,1-1 1,-1 1-1,1-1 1,-1 0-1,11 2 0,-12-2-16,1-1-1,0 0 0,0 0 0,0 0 1,0-1-1,0 1 0,0-1 1,0 0-1,-1 0 0,1 0 0,0-1 1,0 0-1,0 1 0,0-1 1,0 0-1,0-1 0,-1 1 0,1-1 1,-1 0-1,1 0 0,-1 0 0,1 0 1,-1 0-1,4-4 0,-4 1-36,1 0 0,-1 0 0,0-1-1,0 1 1,0-1 0,-1 1 0,0-1 0,0 0-1,0 0 1,-1 0 0,0 0 0,0 0 0,-1 0-1,0-13 1,0-18 582,2 46-328,0 0 1,1 0-1,0-1 0,0 1 1,1-1-1,0 0 1,1 0-1,0 0 0,7 9 1,-7-10-188,0-1 0,1 0 0,0 0 0,0 0 1,0 0-1,1-1 0,0 0 0,0 0 0,0-1 0,0 0 1,1 0-1,0-1 0,14 4 0,-8-3-41,0-1 0,0-1 1,1-1-1,-1 0 0,1-1 0,-1 0 0,18-3 1,-27 3-284,-1-1 0,1 0-1,-1 0 1,0-1 0,1 1 0,-1-1 0,0 0 0,0 0 0,0 0 0,0-1 0,4-3 0,7-7-5495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0:53.31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641 0 5625,'0'0'10498,"5"4"-9213,15 11-69,-14-10 466,-9-4-1478,0 0 65,-95 25 969,-82 29-1252,143-40-23,1 1 0,1 2 0,0 1 0,2 1-1,0 3 1,-37 32 0,58-44 20,1 0 0,1 0 0,0 2 1,1-1-1,0 1 0,1 0 0,0 1 0,-7 17 1,12-21 10,-1 1 1,1-1 0,1 1 0,0-1 0,1 1 0,0 0-1,0 0 1,1 0 0,1 0 0,0 0 0,0 0 0,6 20 0,-3-20-2,0 0 0,1 0 0,0-1 0,1 1 1,0-1-1,0 0 0,1-1 0,1 0 0,-1 0 1,2 0-1,10 9 0,3-1-47,1 0 0,0-1 0,41 21 0,-33-23-75,0-1-1,1-2 1,0-1-1,1-1 1,0-2-1,58 5 0,-43-9-550,-1-2-1,0-2 0,0-2 0,53-10 0,-77 8-1182,38-13 1,-1-7-5616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0:53.98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183 0 656,'0'0'13300,"-11"6"-12720,3-3-465,2-1-43,1 1-1,-1 0 1,0 0 0,1 0 0,0 1 0,0 0 0,0 0-1,0 0 1,0 0 0,1 1 0,-7 8 0,-1 8 117,0 0 0,1 1 0,1 0 1,1 1-1,1 0 0,2 1 0,0-1 1,-4 38-1,3 9-116,3 117 0,4-172-121,1-1 0,0 0 1,1 1-1,1-1 0,0 0 0,7 17 0,-7-23-16,1-1 0,0 1 1,0 0-1,1-1 1,0 0-1,0 0 0,1-1 1,0 1-1,0-1 0,1 0 1,-1-1-1,10 6 0,4 1-399,2-1 0,0-1-1,0-1 1,1 0-1,45 9 1,16-4-2338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0:54.39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7890,'0'0'6649,"21"192"-6513,-18-129-136,1 2 104,-4-3-96,0-3-16,0-13-8,-4-2-592,-6-13-1744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0:54.84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0 137 2513,'0'0'12011,"32"-23"-11588,100-68-183,-128 88-207,0 0-1,1 1 1,0-1-1,-1 1 1,1 0-1,0 1 1,0-1 0,0 1-1,0 0 1,0 0-1,0 0 1,6 0-1,-9 2-16,0-1-1,0 0 1,0 1-1,1-1 1,-1 1-1,0 0 1,0 0-1,0-1 1,0 1-1,0 1 1,0-1-1,-1 0 1,1 0-1,0 1 1,-1-1-1,1 1 1,0-1 0,1 5-1,1 1 15,0 0 1,-1 1-1,0 0 1,0 0-1,-1 0 0,0 0 1,0 0-1,0 16 0,-2-23-29,3 16 19,-2 0 0,0 0 0,-1-1 0,-1 1 0,-1 0-1,-3 17 1,3-26-13,-1-1-1,1 1 1,-1-1-1,-1 1 1,1-1 0,-1 0-1,0-1 1,-1 1-1,0-1 1,0 1 0,0-1-1,-1-1 1,0 1-1,-11 7 1,10-8-33,0 0 0,0 0 0,0-1 0,-1 0 1,1-1-1,-1 0 0,0 0 0,0 0 0,0-1 0,0 0 1,-1-1-1,1 0 0,0 0 0,-1-1 0,-14-1 0,22 1 27,0-1 0,0 0 0,1 0-1,-1 1 1,0-1 0,0 0-1,1 0 1,-1 0 0,1 0 0,-1 0-1,1 0 1,-1 1 0,1-1-1,-1-1 1,1 1 0,0 0 0,-1 0-1,1 0 1,0 0 0,0 0-1,0 0 1,0 0 0,0 0 0,0 0-1,0 0 1,0 0 0,1-2-1,-1 1 12,0 0-1,0-1 1,1 1-1,-1 0 1,0-1-1,1 1 0,0 0 1,-1 0-1,1 0 1,0 0-1,0 0 1,0 0-1,2-2 0,2 2 45,0 0-1,0 1 0,0-1 1,0 1-1,0 0 0,0 1 0,0-1 1,0 1-1,0 0 0,0 1 0,0-1 1,0 1-1,0 0 0,0 0 1,0 0-1,0 1 0,8 4 0,-2 3-35,0 0-1,-2 1 0,1 0 0,-1 1 1,0 0-1,-1 0 0,12 24 0,-11-20 7,34 60-6,-28-46-34,1 0 1,35 44-1,-47-68-140,1-1-1,0 0 1,0 1-1,0-1 1,0-1-1,0 1 1,1-1 0,0 0-1,0 0 1,-1-1-1,1 0 1,1 0-1,-1 0 1,0 0 0,0-1-1,1 0 1,-1-1-1,1 0 1,9 0-1,22 0-3411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0:55.23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8210,'0'0'8631,"29"26"-8368,94 89-186,-104-97-75,0 1 0,-1 0 0,-1 2 0,-1 0 0,-1 1 0,-1 1 0,-1 0 1,-1 0-1,14 38 0,-17-28-22,-2 1-1,-1-1 1,-1 1 0,-2 1 0,-3 66 0,-1-82-32,-1 1-1,0-1 1,-2 0-1,0 0 1,-1 0 0,-1 0-1,-1-1 1,-11 23 0,10-27-675,0 0 1,-1 0 0,0-1-1,-1-1 1,-1 0-1,-14 14 1,6-13-7302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0:55.64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28 14483,'0'0'6153,"207"0"-6153,-162 0-48,0 0-288,-4 0-528,-3 0-344,-7-6-857,7-3-559,-14 2-1321,-3 1 1352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0:55.98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14523,'0'0'7178,"231"10"-7963,-166-10-647,22 3-896,-18-3-1889,-14 3-3777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0:58.07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105 1 11106,'0'0'7563,"31"1"-7465,102 7-70,-127-8-26,0 1 0,0 1 0,0-1 1,0 1-1,-1-1 0,1 2 0,-1-1 1,1 1-1,-1-1 0,0 2 0,0-1 1,0 0-1,0 1 0,-1 0 0,1 0 1,-1 1-1,0-1 0,0 1 0,-1 0 1,1 0-1,-1 0 0,3 7 0,1-2 1,-3-2 6,0 0 0,0 0-1,0 0 1,-1 1 0,-1-1 0,1 1-1,1 14 1,-1 3-4,-2 34 0,-1-46-2,-1-3 3,-1-1 0,0 1 0,0-1 1,-1 0-1,0 0 0,-1 0 0,0 0 0,-1 0 0,0-1 0,0 0 0,-1 0 1,0 0-1,-1-1 0,-10 11 0,-9 8-32,-1-2 0,-56 41-1,81-64 17,-22 16-448,-42 22 1,61-37 323,-1 1 0,-1-2 0,1 1 0,0-1 0,-1 0 0,0 0 0,1 0 0,-1-1 0,0 0 1,1-1-1,-1 0 0,0 0 0,-8-1 0,14 1 83,0-1 0,0 1 0,-1-1 0,1 0 0,0 1 0,0-1 0,0 0 0,-1 0 1,1 0-1,0 0 0,0 0 0,1 0 0,-1 0 0,0 0 0,0-1 0,0 1 0,1 0 0,-1 0 0,1-1 0,-1 1 1,1 0-1,-1-1 0,1 1 0,0-1 0,0 1 0,-1-3 0,0-44-915,2 33 576,-1 7 289,0 0 1,1 0 0,0 0 0,0 0 0,1 1 0,0-1 0,0 1 0,1-1 0,0 1 0,0 0 0,1 0 0,0 0 0,6-8 0,-7 11 125,1 0 0,0 0 0,0 0 0,1 0 0,-1 1 0,1-1 0,-1 1 0,1 1 0,0-1 0,0 1 0,0-1 0,1 1 0,-1 1 0,1-1 0,-1 1 0,1 0 0,-1 0 0,1 1 0,7-1 0,-7 1 74,-1 1-1,1-1 0,-1 1 0,1 0 0,-1 1 1,1-1-1,-1 1 0,0 0 0,0 0 1,0 1-1,0 0 0,5 3 0,3 4 56,0 0 0,19 22 0,-22-21-137,-1-1 0,2-1 0,0 0 0,0 0 0,15 9 0,-9-11-174,0 0 1,0-1 0,0-1 0,21 4-1,5-2-1965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0:58.45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8730,'0'0'6177,"55"162"-6065,-51-113-112,-4-2 40,0-4-40,0-9-80,0-6-472,3-15-704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0:58.82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7154,'0'0'6073,"31"164"-6025,-21-114 40,1-7-80,-4-2-16,-4-4-72,-3-9-224,0-6-840,0-10-969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0:59.20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44 8850,'0'0'6577,"166"-9"-6577,-104 3 0,7 0-208,0-4-640,14 1-1112,-18 6-1097,-16 3-5337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0:59.60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7162,'0'0'7801,"35"0"-7865,-25 0-1288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1:00.10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11586,'0'0'7218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1:00.75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8618,'0'0'6281,"28"184"-6281,-18-141 80,-7 4-72,1-1 0,-4-5-8,0-4 0,0-6-8,-4 3-808,-9-12-1224,2-7-4082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1:01.27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89 7058,'0'0'8787,"32"-14"-8277,102-44-253,-127 55-243,0 0 0,0 1 1,1-1-1,-1 2 1,1-1-1,-1 1 1,1 0-1,0 1 1,-1-1-1,11 2 0,3 0-12,-17-1-2,0 0 0,0 0 0,-1 1 0,1-1 0,0 1 0,0 0 0,0 0 0,0 0 0,-1 0 0,1 1 0,0-1 0,-1 1 0,1 0 0,-1 0 0,0 0 0,0 1 0,0-1 0,0 1 0,4 4 0,-4-3-28,0 1 0,0 0 0,-1 0 0,0 0 0,0 1 1,0-1-1,0 0 0,-1 1 0,0-1 0,0 1 0,-1-1 0,1 1 0,-1 7 0,0-6-10,-1 1 1,1 0 0,-1 0-1,0-1 1,-1 1 0,1-1-1,-2 1 1,1-1 0,-1 0-1,0 0 1,0 0 0,-1 0-1,0-1 1,-1 1 0,1-1-1,-1 0 1,0 0 0,0-1-1,-1 1 1,-6 4 0,-6 6 17,-1-1 0,-37 24 1,48-34 17,-1-1 1,1 0 0,-1 0 0,0-1 0,0 0 0,0 0-1,-1-1 1,1 0 0,-1-1 0,-9 1 0,18-2 178,11 1-1,-3 1-136,1 0-1,-1 1 0,0 0 1,0 1-1,0-1 1,-1 1-1,1 1 1,-1-1-1,0 1 1,0 0-1,-1 0 1,1 1-1,8 12 1,7 10-29,30 58 0,-21-34 34,-27-47-41,51 75 45,-47-71-56,0-1 0,0 0 0,1 0 0,0-1 0,0 0 0,16 10 0,-22-15-202,1-1-1,0 0 0,-1 0 1,1 0-1,0 0 0,-1-1 1,1 1-1,0-1 1,0 1-1,4-1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1:07.56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3425,'0'0'10802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1:15.6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3329,'0'0'12746,"0"165"-12594,0-94-96,0 7-8,7 9-48,-1 0 0,-2-3-56,-4-10-256,0-12-400,0-15-624,-7-19-736,-3-13-3490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1:16.1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7466,'0'0'5146,"31"1"-4825,97 6-151,-122-6-216,-1 0 1,1 0-1,0 0 1,0 1 0,-1-1-1,1 1 1,-1 1-1,0-1 1,1 1-1,-1 0 1,0 0-1,-1 0 1,1 1-1,0 0 1,-1 0 0,0 0-1,0 0 1,0 1-1,-1 0 1,1-1-1,-1 1 1,0 0-1,-1 1 1,1-1 0,-1 0-1,0 1 1,0 0-1,-1-1 1,1 1-1,-1 0 1,-1 0-1,1 0 1,-1-1-1,0 1 1,0 0 0,-1 0-1,0 0 1,0 0-1,0-1 1,0 1-1,-1 0 1,0-1-1,-1 1 1,1-1-1,-1 0 1,0 0 0,0 0-1,-5 6 1,-3 1 77,0-1 0,-1 1 0,0-2 1,0 0-1,-1 0 0,-1-1 0,0-1 0,0 0 1,0-1-1,-1-1 0,-25 8 0,34-13 154,0 1 500,8-2 98,20 0-342,-17 1-429,0 1 0,0 0 0,-1 0 1,1 0-1,0 1 0,-1 0 0,1 0 0,-1 0 0,0 0 0,0 1 0,-1-1 0,1 1 0,0 0 1,-1 0-1,4 6 0,5 10 30,0 1 1,10 22 0,-16-29-42,34 86 71,-30-69-81,2-2-1,23 45 1,-15-49-1899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1:16.5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1 864,'0'0'15063,"1"30"-14592,5 97-107,-5-108-258,0 1 1,2-1-1,9 35 0,-5-26-23,-5-21-59,-1-1 0,1 0 0,1 0 1,-1 0-1,1 0 0,0 0 0,0 0 0,0-1 0,1 1 0,7 7 0,-8-10-8,1 0 1,0 0-1,-1 0 0,1-1 1,0 0-1,1 1 1,-1-1-1,0-1 0,1 1 1,-1-1-1,1 1 1,-1-1-1,1 0 0,0-1 1,6 1-1,2 0 30,51 0-310,-60-1 5,0-1-1,0 1 0,0-1 1,0 1-1,0-1 0,0-1 0,0 1 1,-1 0-1,1-1 0,0 0 0,-1 0 1,5-3-1,0-7-2936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1:16.94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45 168 7682,'0'0'8681,"90"0"-8681,-59 9-984,-4-6-1696,-9 0-4466</inkml:trace>
  <inkml:trace contextRef="#ctx0" brushRef="#br0" timeOffset="1">45 168 1464,'-45'-168'16716,"66"168"-16668,17 0-48,3 0-184,18 0-1432,-11 0-2337,-6 3-5441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1:17.3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111 0 12115,'0'0'5190,"-17"18"-5194,-50 55 3,65-71-1,0 1 1,0-1-1,0 1 1,0-1-1,0 1 1,1 0-1,-1 0 1,1 0-1,0 0 1,0 0-1,0 0 1,0 4-1,1-6 0,0 1-1,0-1 0,0 1 1,0-1-1,0 0 0,0 1 1,1-1-1,-1 1 0,1-1 1,-1 0-1,1 1 0,0-1 1,-1 0-1,1 0 0,0 1 1,0-1-1,0 0 0,1 2 1,3 0-15,1 1 0,-1-1 0,1 0 0,-1 0 0,1 0 0,0-1 0,0 0 0,7 2 0,2 1-39,2 1-429,-1 1 1,0 1-1,-1 0 0,0 1 0,28 22 1,-39-27 367,0 0 0,0 0-1,0 0 1,-1 1 0,0-1 0,1 1 0,-2 0 0,1 0 0,-1 0 0,1 0 0,-1 0 0,-1 0 0,1 1 0,-1-1-1,0 0 1,0 1 0,0 0 0,-1-1 0,0 1 0,0-1 0,-1 1 0,-1 10 0,1-13 146,0 0 1,-1 0-1,1 1 1,-1-1 0,0 0-1,0-1 1,0 1-1,0 0 1,0-1-1,-1 1 1,1-1 0,-1 1-1,1-1 1,-1 0-1,0 0 1,0-1 0,0 1-1,-5 1 1,-6 4 262,-1-1 1,-25 6 0,29-8-239,0-2-1,0 0 1,0 0 0,0-1-1,0 0 1,0 0-1,0-2 1,0 1 0,-13-3-1,23 2-122,0 0 0,0 1 0,0-1 0,0 0 0,1 1 0,-1-1 0,0 0 0,0 0 0,0 0 0,1 0 0,-1 0 0,0 0 0,1 0 0,-1 0 0,1 0 0,-1 0 0,1 0-1,0 0 1,-1-1 0,1 1 0,0 0 0,0 0 0,0 0 0,0 0 0,0-2 0,-1-15-3474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1:17.7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52 182 824,'0'0'15255,"29"15"-15173,93 45-212,-118-58 98,0-1-1,0 1 1,0 0 0,0-1-1,0 0 1,0 0-1,1 0 1,-1-1-1,0 1 1,1-1-1,-1 0 1,0 0-1,0 0 1,1-1-1,-1 0 1,0 0-1,0 0 1,0 0-1,1 0 1,-1-1-1,-1 0 1,1 0-1,0 0 1,0 0-1,-1-1 1,1 1-1,-1-1 1,0 0-1,0 0 1,0 0 0,0 0-1,3-6 1,0 3 42,-3 2-11,1 0 0,-1 0 0,0 0 0,0 0 0,0-1 0,0 0 0,-1 0 0,0 1 0,0-1 1,0 0-1,-1-1 0,1 1 0,-1 0 0,0 0 0,-1-1 0,1 1 0,-1 0 0,0-1 0,-1 1 0,1 0 0,-1-1 0,0 1 0,0 0 1,-1 0-1,0 0 0,0 0 0,0 0 0,0 0 0,-1 0 0,1 1 0,-1-1 0,-1 1 0,1 0 0,0 0 0,-1 0 0,0 0 0,0 1 0,0-1 1,0 1-1,-1 0 0,1 0 0,-9-3 0,-3 1 35,0 1 0,0 1-1,0 0 1,-1 1 0,1 1 0,0 0 0,-31 4 0,42-3-103,0 1 0,0-1 1,0 1-1,0 1 0,0-1 1,0 1-1,0 0 0,0 0 1,0 0-1,1 1 0,-1 0 1,1 0-1,-8 6 0,5-2-295,1 0-1,-1 1 0,1 0 1,1 0-1,-1 1 0,-4 10 0,-10 25-3263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1:18.1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94 936,'0'0'10718,"7"-15"-9888,24-43-50,-30 56-705,0 0 0,0 1-1,0-1 1,0 1 0,0 0 0,0-1-1,0 1 1,0 0 0,1-1 0,-1 1-1,0 0 1,1 0 0,2-1-1,-4 2-55,1 0 0,-1-1 0,1 1 0,-1 0 0,1 0 0,-1 0 0,1 0 0,-1 0 0,1 0 0,-1 0 0,1 1 0,-1-1 0,1 0 0,-1 0 0,1 0 0,-1 0 0,1 1 0,-1-1-1,1 0 1,-1 0 0,1 1 0,-1-1 0,0 0 0,1 1 0,-1-1 0,1 1 0,1 2 32,-1-1-1,1 1 1,-1-1-1,0 1 1,0 0-1,0-1 1,0 1-1,1 4 1,3 38 160,-2 1 1,-3 61 0,-1-44-59,2-61-152,-1-1 0,0 0 0,1 1 0,-1-1 0,0 0 0,1 1 0,0-1 1,-1 0-1,1 0 0,0 0 0,0 0 0,-1 1 0,1-1 0,0 0 0,0 0 0,0-1 0,0 1 0,0 0 1,1 0-1,-1 0 0,0-1 0,0 1 0,0 0 0,1-1 0,-1 0 0,0 1 0,1-1 0,-1 0 0,0 1 1,1-1-1,-1 0 0,0 0 0,2 0 0,11 1 20,0-1 1,22-1-1,-13-1-54,-12 2-242,0 0 1,0-1 0,0 0 0,0 0-1,0-2 1,17-5 0,-21 6-502,-1-1 0,0-1 0,0 1 0,-1-1 0,1 0 0,-1 0-1,8-7 1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1:18.5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69 856,'0'0'12667,"0"12"-12198,1 12-251,0-1 0,2 1 1,9 36-1,-11-51-89,1-1 0,1 0 0,-1 0 0,2 0 0,-1-1 0,1 1 0,0-1 0,0 1 1,1-1-1,0-1 0,0 1 0,1-1 0,0 0 0,0 0 0,10 7 0,-13-11-115,0 0-1,0 0 1,0-1 0,0 1-1,0-1 1,0 0-1,0 0 1,0 0-1,0 0 1,1-1 0,-1 1-1,0-1 1,1 0-1,-1 0 1,0 0-1,1 0 1,-1 0 0,0-1-1,1 0 1,-1 0-1,0 0 1,0 0-1,0 0 1,0 0 0,0-1-1,0 1 1,0-1-1,0 0 1,-1 0 0,1 0-1,-1-1 1,1 1-1,-1 0 1,0-1-1,0 0 1,0 1 0,2-5-1,2-4 21,0 1 0,-1-1 1,-1 0-1,0 0 0,-1 0 0,0 0 0,0-1 0,-1 1 1,0-19-1,-1 14-104,-1-61-1541,0 71 1319,-1-1-1,0 1 0,0-1 1,-1 1-1,1-1 0,-2 1 0,1 0 1,-1 0-1,-3-7 0,-5-3-4357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1:18.9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152 15 656,'0'0'10050,"-6"1"-9595,-7-1-404,8 0 199,-1 0 1,1 0 0,0 1-1,-1-1 1,1 1-1,0 0 1,0 1 0,0-1-1,0 1 1,0 0 0,0 1-1,0-1 1,-6 5-1,6-2-119,1 0-1,-1 0 1,1 0-1,0 1 0,0 0 1,0 0-1,1 0 1,0 0-1,0 1 0,1-1 1,0 1-1,0-1 0,-1 8 1,0 8 94,0 1 0,2 36 1,1-47-159,0-8-44,0 1 0,1-1 0,-1 1 0,1-1 0,0 1 0,0-1 0,0 1 1,1-1-1,-1 0 0,1 0 0,0 0 0,0 0 0,1 0 0,-1 0 0,1 0 0,0-1 0,0 0 0,0 1 0,1-1 0,-1 0 0,1 0 0,-1-1 0,1 1 1,0-1-1,0 0 0,0 0 0,6 2 0,1 0 24,1-1 1,-1 0 0,1-1-1,0 0 1,-1-1-1,1-1 1,0 1-1,0-2 1,19-2 0,-24 1-85,-1 1 1,1-1 0,-1-1-1,1 1 1,-1-1 0,0 0-1,0 0 1,0-1-1,-1 0 1,1 0 0,-1 0-1,0-1 1,0 1 0,0-1-1,-1 0 1,0-1 0,7-10-1,-5 7-195,-1-1 1,0 1-1,-1-1 0,0-1 0,-1 1 0,0 0 0,0-1 0,-1 0 1,-1 1-1,1-18 0,-2-94-740,0 121 955,0 0 1,0-1-1,0 1 1,0 0 0,0 0-1,0 0 1,1-1-1,-1 1 1,0 0 0,1 0-1,-1 0 1,1 0-1,-1 0 1,1 0 0,0 0-1,-1 0 1,1 0-1,0 0 1,0 0 0,0 0-1,0 0 1,0 1-1,0-1 1,0 0 0,0 0-1,0 1 1,0-1-1,0 1 1,0-1-1,0 1 1,0 0 0,0-1-1,1 1 1,-1 0-1,0 0 1,0 0 0,0 0-1,1 0 1,-1 0-1,2 0 1,0 1 16,0-1-1,0 0 1,-1 1 0,1 0-1,0 0 1,-1 0 0,1 0-1,-1 0 1,1 0 0,-1 1-1,0-1 1,1 1 0,-1-1-1,0 1 1,0 0 0,0 0-1,2 3 1,18 36 77,-2 0 0,22 70-1,-19-48 25,-11-33 202,-2 1 0,8 34 0,-13-10-6157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1:19.2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16 9154,'0'0'9722,"100"-12"-9658,-58 9-64,9 3-1112,-9 0-1073,-11 0-2336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1:19.6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75 195 9306,'0'0'6443,"31"19"-6327,97 58 177,-124-74-260,1-1 0,-1 0-1,1 0 1,0 0 0,0 0-1,0-1 1,0 1 0,5-1-1,-9 0-13,0-1-1,0 0 0,1 0 0,-1 0 0,0-1 0,0 1 0,0 0 0,0 0 0,0 0 0,0-1 0,0 1 0,0-1 0,0 1 0,0-1 0,0 1 0,-1-1 0,1 1 0,0-1 1,0 0-1,0 1 0,-1-1 0,1 0 0,0-1 0,1-1 44,-1-1-1,0 0 1,0 0 0,0 0 0,0 0 0,-1 0 0,0 1 0,0-1-1,0 0 1,0 0 0,-1-7 0,0-2 2,1-2-105,-1 0 0,0 0 0,-1 0 0,0 0 0,-1 0 0,-8-22 0,9 31 24,-1-1 0,0 1 0,-1 0 1,1 0-1,-1 0 0,-1 1 0,1 0 0,-1-1 0,1 1 0,-1 1 1,-1-1-1,1 1 0,-1 0 0,0 0 0,0 1 0,-11-6 0,10 6-88,0 1 1,0 0-1,-1 0 0,1 0 0,-1 1 0,1 0 0,-1 1 0,1 0 0,-1 0 0,0 0 0,1 1 0,-1 0 1,-13 4-1,16-3-130,0 0 1,0 0-1,0 0 0,0 0 1,0 1-1,1 0 1,-1 0-1,1 0 1,0 1-1,0-1 0,0 1 1,0 0-1,0 0 1,1 0-1,0 1 1,0-1-1,0 1 0,1 0 1,-5 9-1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1:20.0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324 22 14107,'0'0'5185,"176"-22"-5185,-159 22-640</inkml:trace>
  <inkml:trace contextRef="#ctx0" brushRef="#br0" timeOffset="1">48 637 10266,'0'0'12067,"-31"174"-12659,31-146-1449,-17-3-2392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1:24.38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139 0 3809,'0'0'13592,"-11"12"-13347,-3 4-231,1 0-1,0 1 1,2 0-1,0 1 1,1 0-1,0 1 1,-10 30-1,11-4-23,2-1-1,1 1 1,2 0-1,4 72 0,1-69 10,0-6-6,2 1 1,3 0 0,1-1-1,22 73 1,72 156-142,-36-108-30,-51-121-281,-2 0 0,-1 1 0,-3 0 0,-1 1 0,-2-1-1,-2 62 1,-3-91 406,-1 1-1,0-1 0,-1 1 0,-1-1 0,0 0 1,-1 0-1,0 0 0,-10 18 0,10-23 0,-1 0 0,-1 0-1,1-1 1,-1 0 0,-1 0-1,0 0 1,0-1 0,0 0 0,-1-1-1,0 1 1,0-2 0,0 1-1,-10 4 1,8-6-272,0 0 1,0-1-1,0 0 1,0-1-1,0 0 1,-14 1-1,-11-2-3189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1:26.59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210 10 3273,'0'0'10598,"3"-7"-8208,-3 7-2360,0 0 1,0 0-1,0 0 1,0 0-1,0 0 0,0 0 1,0 0-1,0 0 1,0 0-1,-1 0 1,1 1-1,0-1 0,0 0 1,0-1-1,0 1 1,0 0-1,0 0 0,0 0 1,-1 0-1,1 0 1,0 0-1,0 0 1,0 0-1,0 0 0,0 0 1,0 0-1,0 0 1,0 0-1,0 0 0,0 0 1,-1 0-1,1 0 1,0 0-1,0 0 1,0-1-1,0 1 0,0 0 1,0 0-1,0 0 1,0 0-1,0 0 1,0 0-1,0 0 0,0 0 1,0-1-1,0 1 1,0 0-1,0 0 0,0 0 1,0 0-1,0 0 1,0 0-1,0 0 1,0 0-1,0-1 0,0 1 1,0 0-1,-9 6 155,1 0 1,0 1-1,0-1 0,1 2 0,-1-1 1,2 1-1,-10 13 0,-2 5 150,-18 37-1,20-30-273,2 1 0,2 0-1,1 1 1,2 0 0,1 0-1,1 1 1,2 0 0,2 0-1,2 59 1,3-59-136,1-1 0,2 0 0,1 0 0,2 0 0,1 0 1,2-2-1,1 1 0,2-1 0,1-1 0,28 43 0,151 205-6437,-113-181-310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1:29.25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28 0 1040,'0'0'10208,"31"0"-9780,97 6-89,-125-6-329,0 1 0,0-1 1,0 1-1,0 0 1,-1 0-1,1 0 1,0 0-1,-1 1 0,1-1 1,0 1-1,-1-1 1,0 1-1,1 0 1,-1 0-1,0 0 0,0 0 1,0 0-1,0 1 1,0-1-1,-1 0 1,1 1-1,-1 0 0,1-1 1,-1 1-1,0 0 1,0 0-1,0-1 1,-1 1-1,1 0 0,-1 0 1,1 5-1,1 5 39,5 27 108,-2 0-1,-2 0 1,-2 1-1,-5 58 1,3-63 99,-2-3-74,-1 1-1,-2-1 1,-1 0-1,-1-1 1,-2 0-1,-1 0 1,-2-1-1,-1 0 1,-26 41-1,36-66-166,0 0 0,-1 0 0,1-1 0,-1 0 0,0 0 0,-9 7 0,13-11-27,0 0 0,-1 0-1,1 0 1,0 0 0,0-1-1,-1 1 1,1 0 0,-1-1-1,1 1 1,0-1 0,-1 0-1,1 1 1,-1-1 0,1 0-1,-1 0 1,1 0-1,-1 0 1,1 0 0,-1 0-1,1 0 1,-1-1 0,1 1-1,-1 0 1,1-1 0,0 1-1,-1-1 1,1 0 0,0 1-1,-1-1 1,1 0 0,0 0-1,0 0 1,0 0 0,-1 0-1,1 0 1,0 0 0,-1-2-1,-4-7-85,0 0 0,1 0 0,0 0-1,0-1 1,1 0 0,1 0 0,0 0 0,-3-20-1,1-2-166,1-60-1,4 91 265,0 1 0,0 0 0,0 0 0,0-1 0,1 1 0,-1 0 0,0 0 0,1-1 0,-1 1 0,1 0 0,-1 0 0,1 0 0,0 0 0,-1 0 0,1 0 0,0 0 0,0 0 0,0 0 1,-1 0-1,1 0 0,0 1 0,2-2 0,-1 1 10,1-1 0,0 1 1,0 0-1,0 0 1,1 0-1,-1 0 1,0 0-1,5 0 0,2 1 29,1-1 1,-1 2-1,0 0 0,0 0 0,10 3 0,-11-2-28,-1 1 0,0 1 0,1 0 0,-1 0 1,-1 0-1,1 1 0,-1 0 0,1 1 0,6 6 0,11 13-1,24 29-1,5 5-121,-8-21-2267,-33-27-1662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1:29.67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3081,'0'0'11306,"7"0"-12170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1:30.30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9 904,'0'0'12387,"8"-2"-12206,25-4-35,-32 6-139,-1 0 0,1 0 1,-1 0-1,1 0 0,0 0 1,-1 0-1,1 0 0,0 0 1,-1 0-1,1 0 0,-1 0 1,1 1-1,0-1 0,-1 0 1,1 1-1,-1-1 0,1 0 1,-1 1-1,1-1 0,-1 0 1,1 1-1,-1-1 0,1 1 1,-1-1-1,0 1 0,1-1 1,-1 1-1,0 0 0,1-1 1,-1 1-1,0-1 0,0 1 1,1 0-1,-1-1 0,0 1 1,0-1-1,0 1 0,0 0 1,0-1-1,0 1 0,0 0 1,0-1-1,0 1 0,-1 0 1,2 2 39,2 43 181,-3 88-1,-2-52-570,2-27-3675,0-38-1310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1:30.64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5265,'0'0'7890,"25"158"-7810,-22-114-72,0 2 16,-3 1-24,0 2 0,0-2-784,0-10-785,0-3-1335,-13-15-3818,2-10 5434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1:31.01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37 5625,'0'0'9138,"225"-28"-9042,-167 22-96,4 3-88,21 3-1048,-14 0-760,-14 0-729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1:31.37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9554,'0'0'8722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1:32.13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 1 2088,'0'0'12811,"-4"80"-12763,4-30 56,0 6-96,0 3 0,0 3 56,0-3-56,0-13-16,0-8-48,0-13-480,0-7-2168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1:32.66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42 8130,'0'0'7315,"30"-9"-7082,92-22-76,-119 30-156,0 1-1,0 0 1,-1-1 0,1 1-1,0 0 1,0 0-1,0 0 1,0 1-1,0-1 1,-1 1-1,1-1 1,0 1-1,0 0 1,-1 0-1,1 1 1,0-1-1,-1 0 1,1 1 0,-1-1-1,0 1 1,1 0-1,-1 0 1,0 0-1,0 0 1,0 0-1,-1 0 1,1 1-1,0-1 1,1 4-1,3 3-12,-1 0-14,0 0 0,0 0 0,-1 1 0,0 0 0,0 0 0,-1 0 0,-1 0 0,0 1 0,0-1 0,-1 1-1,0-1 1,-1 1 0,0-1 0,-1 1 0,-2 14 0,1-18-22,0 0 0,-1 0 0,0-1 0,0 1 0,0-1 0,0 0 0,-1 0 0,0 0 0,-1 0 0,1-1-1,-1 1 1,0-1 0,-1 0 0,1-1 0,-1 1 0,-8 4 0,5-3-51,0-1-1,0 0 0,0 0 0,-1-1 1,1 0-1,-1-1 0,0 0 0,0 0 1,0-1-1,-18 1 0,-9-3 1282,44 0-855,1 0-301,1 1 0,-1-1 0,0 2 1,0-1-1,0 1 0,0 0 0,0 1 1,-1 0-1,1 0 0,-1 1 0,1 0 1,-1 0-1,-1 0 0,1 1 0,0 0 1,-1 1-1,0-1 0,5 8 0,18 20-7,-1 2 0,37 62-1,23 30 162,-85-125-153,0 1-1,-1 0 0,2 0 0,-1-1 0,0 0 1,0 0-1,1 0 0,-1 0 0,7 2 0,-8-3-100,0 0 0,0-1 0,-1 1 0,1-1-1,0 1 1,0-1 0,0 0 0,0 0 0,-1 0 0,1 0-1,0 0 1,0 0 0,0 0 0,0-1 0,-1 1-1,1-1 1,0 1 0,0-1 0,-1 0 0,1 1-1,0-1 1,2-2 0,4-11-3807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1:33.27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9538,'0'0'7444,"29"33"-7146,92 107-208,-110-127-80,0 0 0,-1 0 0,-1 1 0,0 0 0,-1 1 0,-1 0 0,9 22 0,-10-20-3,5 13-3,-3 0 1,0 1-1,-2-1 1,4 49-1,-7-30-88,-3 1 0,-6 56 1,3-87 35,0 0 1,-2 0 0,0-1-1,-1 0 1,-1 0 0,0 0-1,-15 23 1,6-14-1248,-2 0-1,-1-1 1,-35 36 0,25-35-4220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1:35.28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241 622 1136,'0'0'13187,"0"-4"-12195,0 3-892,0 1-1,0-1 1,0 0 0,0 0-1,0 0 1,-1 0-1,1 0 1,0 0 0,-1 0-1,1 0 1,-1 0-1,1 1 1,-1-1 0,1 0-1,-1 0 1,0 1-1,1-1 1,-1 0 0,0 1-1,1-1 1,-1 0-1,0 1 1,-1-1 0,-28-7 865,20 7-919,1 1-1,0 0 0,-1 1 0,1 0 1,-13 3-1,16-2-42,-1 1 0,0 0 1,1 0-1,-1 1 1,1-1-1,0 1 0,0 0 1,0 1-1,1 0 0,-1 0 1,1 0-1,1 0 0,-1 1 1,-4 7-1,4-5-3,0 0-1,0 0 0,1 1 1,0 0-1,1 0 1,0 0-1,0 0 0,1 0 1,0 1-1,-1 13 1,3-17-1,2 54 1,-2-56-3,1 1 1,0-1-1,1 1 1,-1-1-1,1 0 1,0 0-1,0 1 1,0-1-1,0-1 1,1 1 0,3 4-1,1-1-7,-1-1 1,1 0-1,0-1 1,0 0-1,0 0 0,1 0 1,0-1-1,0 0 1,0 0-1,0-1 0,15 4 1,-17-6-4,1 1-1,0-1 1,0 0 0,-1-1 0,1 0-1,0 0 1,0 0 0,-1-1 0,1 0 0,0 0-1,-1-1 1,1 1 0,-1-2 0,1 1-1,-1-1 1,10-5 0,-4-2 10,0 1 0,0-2 0,-2 0 1,1 0-1,-1-1 0,-1 0 0,0-1 0,-1 1 0,8-18 0,0-3 4,-1-1 0,18-63-1,-22 49-7,-2 0-1,-2-1 0,-3 0 0,-1 0 0,-9-97 1,4 122-369,-1 1 1,-1 0 0,-2 1 0,0-1-1,-1 1 1,-1 0 0,-1 0-1,-1 1 1,-21-33 0,31 54 326,0 0 0,0 0 0,0 0 1,0 0-1,0 1 0,0-1 0,0 0 0,0 0 0,0 0 1,0 1-1,0-1 0,0 0 0,0 0 0,0 0 0,0 0 1,0 1-1,0-1 0,0 0 0,0 0 0,0 0 0,0 0 1,0 1-1,0-1 0,0 0 0,0 0 0,-1 0 0,1 0 1,0 1-1,0-1 0,0 0 0,0 0 0,0 0 0,0 0 1,-1 0-1,1 0 0,0 0 0,0 1 0,0-1 0,0 0 1,-1 0-1,1 0 0,0 0 0,0 0 0,0 0 0,0 0 1,-1 0-1,1 0 0,0 0 0,0 0 0,0 0 1,-1 0-1,1 0 0,0 0 0,0 0 0,0 0 0,0 0 1,-1 0-1,1-1 0,0 1 0,0 0 0,0 0 0,0 0 1,-1 0-1,1 0 0,0 0 0,0 0 0,0-1 0,-1 19-196,9 342 343,-2-273 531,5 0 0,23 96 0,-30-164-414,2 0 0,0 0 0,1 0 0,17 31-1,-22-46-280,0 0 0,0-1 0,1 1 0,-1-1 0,1 0 0,-1 0 0,1 0 0,0 0 1,0 0-1,1 0 0,-1-1 0,0 0 0,1 1 0,-1-1 0,1-1 0,0 1 0,0 0 0,0-1 0,0 0 0,0 0 0,0 0 0,0 0 0,0-1 0,0 0 0,0 0 0,1 0 0,-1 0 0,0 0 0,6-2 0,-1-4-2460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1:35.93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221 1 464,'0'0'14163,"-90"0"-14235,66 9-832,-14 1-816,0-4-4386,7 0 353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1:44.23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1 576,'0'0'11058,"0"0"-10963,0 0 0,1 0 0,-1 0 0,0 0 0,0 0 0,1 0 0,-1 0 0,0 0 0,1 0 0,-1 0 0,0 0 0,0 0 0,3 2 950,-3-2-950,0 1 0,0-1 0,0 0 0,1 0 0,-1 1 0,0-1 0,0 0 0,0 0 0,0 1-1,0-1 1,0 0 0,0 0 0,0 1 0,0-1 0,0 0 0,0 1 0,0-1 0,0 0 0,0 0 0,0 1 0,0-1 0,0 1 0,6 41 353,0 86 0,-5-86-390,3 336-2948,-4-425-11272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1:44.82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58 8170,'0'0'6570,"31"-9"-6269,98-27-179,-116 33-109,0 0 0,0 0 0,0 1 0,0 1-1,0 0 1,17 2 0,-3 0 20,-26-1-31,1 0-1,-1 0 1,1 0-1,-1 0 1,0 1 0,1-1-1,-1 0 1,0 1-1,1-1 1,-1 1 0,0-1-1,0 1 1,1 0 0,-1 0-1,0-1 1,0 1-1,0 0 1,0 0 0,0 0-1,0 0 1,0 0-1,0 0 1,-1 1 0,1-1-1,0 0 1,-1 0 0,1 1-1,0-1 1,-1 0-1,1 3 1,0 4 4,1 0 0,-2-1 0,1 1 0,-2 12-1,1-7 4,-1-6-9,0 1 0,0-1 1,-1 0-1,0 1 0,0-1 0,-1 0 0,0 0 1,0-1-1,-1 1 0,0-1 0,0 1 1,-1-1-1,1 0 0,-1-1 0,0 1 0,-1-1 1,-8 7-1,-5 3 2,-1 0-1,-1-2 1,0 0-1,-24 10 1,39-19 156,-1-1 1,0-1-1,1 1 0,-1-1 1,-1 0-1,1 0 1,-11 0-1,19 6 290,9-1-396,1 0-1,-1-1 1,1 1-1,11 3 1,29 18 14,-22-6-65,-2 1 0,0 2 0,-2 0-1,-1 2 1,32 45 0,-22-27 71,47 46-1,-77-88-26,-1 1 0,0-1 0,1 0 0,0 0 0,-1-1 0,1 1 0,0-1 0,8 4 1,9-3-2938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1:45.47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75 5153,'0'0'15323,"179"-40"-15275,-134 27-48,-4 1-352,1 6-680,2 3-968,-9 3-825,-11 0-2360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1:45.94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19 864,'0'0'20509,"100"-10"-20253,-55 10-88,3 0-168,11 0-120,20 0-817,-10 0-1415,-13-9-3385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1:50.20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78 464,'11'-7'16911,"-11"7"-16849,0 589 808,0-583-855,-1-2-22,1-1 0,0 0 1,0 0-1,0 1 1,0-1-1,1 0 1,-1 0-1,1 0 0,2 6 1,-1-8 58,-1-1 20,-5-8-299,2-6 223,-1-1 0,2 1 0,0-1 1,1 0-1,2-21 0,0-9 3,-2-271 49,1 306-47,0 0-1,0 0 0,1 0 0,1 0 1,0 0-1,0 0 0,1 1 1,0 0-1,1-1 0,6-9 1,-3 6-3,1 0 1,0 1 0,1 0 0,1 1-1,-1 0 1,15-10 0,-20 18 17,1 0 0,0 1-1,-1 0 1,1 0 0,0 1 0,0 0 0,0 0 0,0 0-1,0 1 1,0-1 0,0 2 0,0-1 0,7 1 0,8 0 19,-19-1-32,1 0 1,-1 0-1,0 1 0,0-1 0,0 0 0,0 1 0,0 0 0,0-1 0,0 1 1,-1 0-1,1 0 0,0 0 0,0 0 0,-1 0 0,1 0 0,0 1 1,-1-1-1,1 1 0,2 2 0,-2 0 10,0-1 1,0 1-1,0 0 0,0 0 0,0 1 1,-1-1-1,1 0 0,0 9 1,0 3 28,0 1 0,-2-1 0,-3 33 0,2-39-41,-1 0 0,-1 0 0,0-1 0,0 1 0,-1-1-1,0 0 1,-1 0 0,0 0 0,0-1 0,-7 9 0,-9 8 10,-40 40 0,59-62-3,0-1 1,0 0-1,0 0 0,-1-1 1,1 1-1,-1 0 0,1-1 1,-1 1-1,0-1 0,1 0 1,-1 0-1,0 0 0,0 0 0,0-1 1,0 1-1,0-1 0,0 0 1,0 1-1,0-1 0,-3-1 1,6 1 15,2 22 117,1-18-133,1 0 0,0-1 0,0 1 0,1-1 0,-1 0 0,1 0-1,-1-1 1,1 1 0,0-1 0,0 0 0,10 2 0,10 6 8,-12-4 73,0 1 1,-1 1-1,0 0 0,0 0 1,-1 1-1,0 1 1,-1 0-1,0 0 1,13 18-1,-10-9 89,-1 1-1,-1 0 1,-1 1 0,-1 0-1,9 28 1,-9-20 77,-4-11-22,1 0 0,15 31 0,-21-48-190,1 0 1,-1 0-1,1-1 1,-1 1-1,1 0 1,0 0 0,-1-1-1,1 1 1,0 0-1,-1-1 1,1 1-1,0-1 1,0 1-1,0-1 1,-1 1-1,1-1 1,0 1 0,0-1-1,0 0 1,0 1-1,0-1 1,0 0-1,0 0 1,0 0-1,0 0 1,0 0-1,1 0 1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1:51.93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0 257 304,'0'0'1531,"0"-20"1886,1-63-843,-1 77-2136,0 1 0,1 0 0,-1-1 0,1 1 0,0 0 0,1 0 0,7-26 7953,1 98-8226,2 99 0,-12 74-250,-2-96-15,-2-75-83,4-69-11,0-8-228,-15-253 436,-1-7-37,17 256 35,0-1-1,0 0 1,2 1 0,-1 0 0,2-1 0,-1 1-1,2 0 1,8-18 0,-9 22 23,1-1 0,0 1 1,1 0-1,-1 1 0,1 0 0,1-1 1,-1 2-1,1-1 0,0 1 0,1 0 1,0 1-1,10-7 0,-16 11-22,1 0-1,-1 0 0,0 0 1,1 0-1,-1 0 1,1 0-1,-1 1 0,1-1 1,-1 1-1,1-1 1,-1 1-1,1 0 0,-1 0 1,1 1-1,-1-1 1,1 0-1,0 1 0,-1-1 1,0 1-1,1 0 1,-1 0-1,1 0 0,-1 0 1,0 0-1,0 1 1,0-1-1,1 1 0,-1-1 1,-1 1-1,1 0 1,0 0-1,0 0 0,-1 0 1,1 0-1,-1 0 1,1 0-1,-1 0 0,0 1 1,0-1-1,1 4 1,2 5 46,0 1 0,0 0 0,-1 0 1,-1 0-1,0 0 0,0 0 1,-1 17-1,-1-16-52,0 1 0,-1 0 1,-3 18-1,2-26-4,0 0 0,0 0-1,-1-1 1,1 0 0,-1 1 0,0-1 0,0 0 0,-1 0-1,0 0 1,-5 4 0,-27 25-3,33-32 0,0 0 0,0 0 0,0 0 0,0 0 0,0 0-1,-1-1 1,1 0 0,0 0 0,-1 0 0,1 0 0,-8 1 0,11-2-48,22 0 133,-17 1-69,-1 1 0,1-1 0,0 1 0,0-1-1,0 1 1,-1 0 0,1 1 0,-1-1 0,0 1 0,0 0 0,0 0 0,7 7-1,44 52 73,-45-50-89,26 32-12,-4-2 367,2-2 0,2-1-1,67 56 1,-100-92-167,0 0 0,-1 1 0,1-1 0,-1 0 0,1 1 0,-1 0 0,-1 0 0,1 0 0,0 0 0,-1 0 0,0 0 1,0 0-1,0 0 0,0 0 0,-1 0 0,1 1 0,-1-1 0,0 0 0,-1 7 0,1-10-143,0-1 0,1 1 0,-1-1 0,0 1 1,1-1-1,-1 1 0,1-1 0,-1 0 0,1 1 0,-1-1 0,1 0 1,-1 1-1,1-1 0,0 0 0,-1 1 0,1-1 0,-1 0 1,1 0-1,0 0 0,-1 0 0,1 0 0,0 0 0,-1 0 0,1 0 1,-1 0-1,1 0 0,0 0 0,-1 0 0,1 0 0,0 0 0,-1-1 1,1 1-1,0 0 0,0 28-9614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1:57.60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59 99 360,'0'0'1888,"10"-41"3779,-10-7-2649,0 39-1298,1 32-779,7 37-547,-4-27-323,1 38 1,-1 1 337,-5-71-405,0-1-1,1 1 0,-1-1 0,1 1 0,-1-1 0,0 1 0,1-1 0,-1 0 1,0 1-1,0-1 0,1 0 0,-1 0 0,0 1 0,0-1 0,1 0 1,-1 0-1,0 0 0,0 0 0,0 0 0,1 0 0,-3 0 0,-24 0 71,23 0-37,-37 0 1545,76 0-700,81-6-1753,-116 6 799,1 0 0,-1 0 1,0 0-1,0 0 0,0 0 1,1 0-1,-1 0 0,0 1 1,0-1-1,0 0 0,1 0 1,-1 0-1,0 0 0,0 0 1,0 1-1,0-1 0,1 0 1,-1 0-1,0 0 0,0 0 1,0 1-1,0-1 0,0 0 1,0 0-1,1 0 0,-1 1 1,0-1-1,0 0 0,0 0 1,0 1-1,0-1 0,0 0 1,0 0-1,0 0 0,0 1 1,0-1-1,0 0 0,0 0 1,0 1-1,0-1 0,-1 0 1,1 0-1,0 1 0,0 2-912,0 14-4310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1:58.28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72 304,'4'2'15563,"30"-71"-14848,-34 69-729,0-1 1,0 1-1,0 0 0,0 0 0,0 0 0,0 0 0,0 0 1,0 0-1,0-1 0,0 1 0,0 0 0,0 0 1,0 0-1,0 0 0,0 0 0,0-1 0,0 1 0,0 0 1,0 0-1,1 0 0,-1 0 0,0 0 0,0 0 0,0 0 1,0 0-1,0-1 0,0 1 0,0 0 0,0 0 0,1 0 1,-1 0-1,0 0 0,0 0 0,0 0 0,0 0 1,0 0-1,0 0 0,1 0 0,-1 0 0,0 0 0,0 0 1,0 0-1,0 0 0,0 0 0,0 0 0,1 0 0,-1 0 1,0 0-1,0 0 0,0 0 0,0 0 0,0 0 1,1 0-1,-1 0 0,0 0 0,0 0 0,0 0 0,0 0 1,0 1-1,0-1 0,0 0 0,0 0 0,1 0 0,-1 0 1,1 8-1696,-1 4-1224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3:17.42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39 0 11042,'0'0'3721,"34"4"-3581,106 16-14,-136-19-119,0 0 1,0 0-1,0 0 1,-1 1 0,1-1-1,0 1 1,-1 0-1,0 0 1,1 0 0,-1 0-1,0 0 1,0 1-1,0 0 1,0-1 0,-1 1-1,1 0 1,-1 0 0,1 1-1,-1-1 1,0 0-1,0 1 1,-1 0 0,1-1-1,-1 1 1,0 0-1,0-1 1,1 8 0,1 0 33,3 18-5,-2 1-1,-1-1 0,-1 0 1,-1 1-1,-4 35 1,2-35-27,-2 2-49,-1 1 0,-2-1 0,-1 1 0,-1-2 0,-2 1 0,-1-1 0,-1-1 0,-2 0 0,-1-1 0,-2 0 0,-22 31 0,34-54-31,1 0 0,-1-1 0,0 1 1,-1-1-1,-8 8 0,10-11 12,1 0 1,0 0-1,-1-1 1,1 1-1,-1-1 0,1 0 1,-1 0-1,0 0 0,1 0 1,-1-1-1,0 0 0,-5 1 1,7-2 7,1 1 1,-1 0 0,0 0 0,0-1 0,1 1 0,-1-1 0,0 1-1,1-1 1,-1 0 0,1 1 0,-1-1 0,0 0 0,1 0 0,0 0-1,-1-1 1,1 1 0,0 0 0,-1 0 0,-1-3 0,0-1-46,1 1 1,-1-1 0,1 0-1,-1 0 1,1 0 0,-2-8-1,0-7-110,0 0 0,-1-33 0,4 36 180,1-1 0,0 1 0,1-1 0,1 1 0,0-1 0,2 1 0,6-23 0,-8 34 26,1 1 0,-1-1-1,1 1 1,0-1-1,0 1 1,1 0-1,-1 0 1,1 0 0,0 1-1,1-1 1,-1 1-1,1 0 1,0 0-1,0 1 1,0-1-1,0 1 1,1 0 0,-1 0-1,1 1 1,0 0-1,-1 0 1,1 0-1,0 1 1,9-1-1,-10 0 2,0 1-1,1 1 0,-1-1 0,0 1 0,1 0 0,-1 0 0,1 0 0,-1 1 0,0 0 0,1 0 1,-1 0-1,0 1 0,0 0 0,0 0 0,0 0 0,0 0 0,0 1 0,-1 0 0,1 0 1,-1 0-1,0 1 0,0-1 0,0 1 0,6 7 0,5 12 32,0 1 0,-2 0 0,19 48 1,-17-36 1,20 35 0,-32-66-149,0 0 0,1 1-1,-1-1 1,1 0 0,0-1 0,0 1-1,0-1 1,1 1 0,0-1-1,-1 0 1,2-1 0,-1 0-1,0 1 1,1-2 0,-1 1-1,1 0 1,0-1 0,0 0-1,-1-1 1,8 2 0,13-2-6305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3:18.06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8874,'0'0'6897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3:18.58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0 488,'0'0'12275,"38"50"-12115,-31-19-56,-3 3-96,-1 9 48,-3 4-56,0 3 0,0-1-224,0-2-656,0 6-609,0-13-951,0-9-3081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3:19.01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0 744,'0'0'11483,"31"87"-11083,-24-53-208,0 6-120,0 4-64,-7-1 48,0 4-48,0 0-8,0-7-152,0 6-312,-4-14-689,-3-8-1575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3:19.43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16 1656,'0'0'11867,"180"-15"-11603,-132 15-96,-3 0-96,3 0 0,-6 6-72,-8 3-432,1 4-664,-11-1-705,-7-6-4136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3:19.85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11987,'0'0'6849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3:35.55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48 69 328,'0'0'5781,"1"-11"-5011,2-46 3260,-3 71-3451,15 92 643,-7-55-1060,3 81-1,-11-131-157,0 0 0,-1-1 0,1 1-1,-1-1 1,1 1 0,-1-1-1,1 0 1,-1 1 0,1-1 0,-1 1-1,0-1 1,1 0 0,-1 0 0,1 1-1,-1-1 1,0 0 0,1 0-1,-1 0 1,0 1 0,1-1 0,-1 0-1,0 0 1,1 0 0,-1 0-1,0 0 1,0-1 0,-26 1 64,22 0-46,-32 0 21,36 0-6,7 0-200,35-2 106,38 1 0,-73 2-409,0-1 0,0 1-1,0 0 1,0 1 0,9 3 0,4 7-5395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3:36.03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1112,'0'0'9490,"3"3"-8714,0 22-391,-1 1-1,-4 49 0,0-15-375,2 22-1660,0-29-5923,0-36 4259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3:36.46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3 7386,'0'0'5273,"165"0"-5553,-127 0-1049,-7-3-3304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3:36.86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90 14 2208,'0'0'9507,"0"-13"-9338,0 42 290,-1 3-385,1-1 0,2 1 0,1-1 0,10 40 0,-9-33-1129,-13-37 698,-93-1 796,124 0 606,87 13-710,-65-2-3312,-29-4-3765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3:25.74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37 808,'0'0'9078,"1"-7"-8394,-1 2-1055,4-20 3861,-2 39-3085,15 148-182,4 94-3920,-21-164-3229,0-48 3440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3:26.13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1 416,'0'0'872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3:26.49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0 776,'0'0'12319,"32"2"-12062,102 8-138,-128-9-116,-1-1 0,1 1-1,-1 0 1,1 1 0,-1-1 0,0 1 0,0 0 0,0 1 0,0-1 0,0 1-1,0 0 1,-1 0 0,0 0 0,1 1 0,-1-1 0,0 1 0,-1 0 0,1 1-1,-1-1 1,1 0 0,-1 1 0,-1 0 0,4 5 0,-2-3-3,0 1 7,-1 0-1,1 0 1,-1 0-1,-1 1 1,0-1-1,0 1 1,0-1 0,-1 1-1,-1 0 1,1 13-1,-2-16 1,1 0 0,0 0-1,-1 0 1,-1 0 0,1 0 0,-1 0-1,0 0 1,0 0 0,0 0 0,-1-1-1,0 1 1,0-1 0,0 0 0,-1 0 0,-5 6-1,0-2-236,-1-1 1,1 0-1,-2-1 0,1 0 0,-1-1 0,0 0 0,0-1 1,0 0-1,-1 0 0,0-1 0,0-1 0,0 0 1,0-1-1,-24 2 0,36-4 462,25 1 1302,-20 0-1438,0 0 1,0 0 0,-1 1 0,1-1 0,0 1 0,-1 1-1,1-1 1,-1 1 0,0-1 0,0 1 0,0 0 0,0 1 0,6 5-1,6 9-7,22 31-1,-27-35-43,67 110-40,-4-5 317,-72-115-304,1-1 0,-1 1-1,1-1 1,0 0 0,-1 0 0,1 0 0,1-1 0,-1 1-1,0-1 1,6 3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3:37.54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1 312,'0'0'14291,"148"0"-13779,-79 0-360,7 0-80,10 0-72,4 0 0,0 0-408,-4 6-400,14 12-600,-21 1-1369,-20-7-4816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3:38.42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40 173 912,'0'0'9956,"4"-17"-9714,3-18 174,-1 1 0,1-52-1,3 704 1287,-10-618-1706,-1 1 0,1-1 0,-1 1-1,1-1 1,-1 0 0,1 1 0,-1-1 0,0 1 0,1-1 0,-1 0-1,0 0 1,1 1 0,-1-1 0,0 0 0,1 0 0,-1 0 0,0 0-1,0 0 1,1 0 0,-1 0 0,0 0 0,0 0 0,-23-1-145,20 1 122,-21-6 17,20 2 8,15 2-58,147-4-248,-90-4-3030,-31 1-3059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3:38.84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1 704,'0'0'10570,"10"133"-10522,-6-96-40,-1 7-8,1-1 0,-4-2 0,0-7-48,0 0-1848,0-9-4113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3:39.23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1 616,'0'0'13267,"159"15"-13267,-90-15-672,-14 0-1033,-6 0-2551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3:39.67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83 21 928,'0'0'11349,"0"-5"-10695,0-11-206,0 30 30,0 37-88,3 304-387,-5-354 2,0 0 1,0 0 0,-1 0 0,1-1 0,-1 1-1,1-1 1,0 0 0,-1 1 0,1-1 0,-1 0-1,1-1 1,-6 0 0,3 1 11,2 1-16,-1-1 0,1 0 0,-1-1 0,1 1 0,0 0 0,-1-1 1,1 0-1,0 0 0,-1 0 0,1 0 0,-4-2 0,29 3 62,0 0 0,41-7 0,-55 6-65,69-7-1455,-46 7-1202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3:41.69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13 1216,'0'0'13576,"0"-12"-10746,56 272-1589,-23-88-6584,-26-126 761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3:42.09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41 624,'0'0'15828,"45"-38"-15556,-18 35-192,8 3-80,10 0-96,17 0-1345,-10 0-1655,-4 0-8443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3:42.46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336 35 696,'0'0'12269,"-9"-6"-11711,2 2-456,2 1-48,0 0-1,0 0 1,0 1-1,0-1 1,-1 1-1,1 0 1,-1 1-1,1-1 1,-1 1-1,0 0 1,-9 0-1,8 0 32,-1 1-1,0 1 1,1-1-1,-1 1 1,0 0-1,1 1 1,-1 0-1,1 0 1,0 1-1,0 0 1,0 0-1,0 0 1,0 1-1,1 0 1,-1 0-1,1 1 1,0 0-1,-10 10 1,5-2 37,1-1 1,0 1 0,1 1-1,0 0 1,1 0 0,1 1 0,0 0-1,1 0 1,0 0 0,2 1-1,0 0 1,0 0 0,2 0-1,0 0 1,0 1 0,2-1 0,2 30-1,-2-42-112,1 1 0,0 0 0,-1-1 0,2 1 0,-1-1-1,0 0 1,1 1 0,0-1 0,0 0 0,0 0 0,0 0 0,1 0-1,0-1 1,0 1 0,4 4 0,-2-4 9,1 0 0,-1 1 0,1-2 0,0 1 0,0-1 0,1 0 0,-1 0 1,1 0-1,7 1 0,12 1 32,0 0 1,1-2 0,0-1 0,30-2 0,-52 0-50,21 0-233,-1-2 0,39-6 0,8-13-3973,-31 5-4701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3:42.94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22 9130,'0'0'9946,"104"0"-9882,-70-3-56,1 0-16,-1-3-64,-6-1-496,-1 4-1048,-6 3-1113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3:43.32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7 3569,'0'0'16083,"131"9"-16083,-76-18-184,11 3-1432,-18 6-2241,-7 0-4897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3:43.69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280 1 10818,'0'0'4388,"28"30"-4287,83 98-59,-107-123-38,0-1 1,-1 1 0,1 0 0,-1 0 0,0 0-1,-1 0 1,1 0 0,-1 1 0,0-1 0,-1 1 0,1-1-1,-1 1 1,0 0 0,0 0 0,-1 0 0,0-1-1,0 1 1,-1 9 0,0 8 9,-1-7-6,1-1 0,-2 0-1,0 0 1,-1 0 0,0 0 0,-1 0-1,-1-1 1,-1 0 0,0 0 0,0-1-1,-1 0 1,-1 0 0,-10 11 0,-1 0-37,0-2 1,-2 0 0,-1-1-1,0-1 1,-42 27 0,54-40-186,-1-1 0,1 0 0,-1-1 1,-1 0-1,-15 4 0,25-8 118,-1 0-1,1 0 1,0-1-1,0 1 1,-1-1-1,1 1 1,0-1 0,0 0-1,-1 0 1,1-1-1,0 1 1,0-1-1,-1 1 1,1-1-1,0 0 1,0 0 0,0-1-1,0 1 1,0-1-1,0 1 1,0-1-1,1 0 1,-1 0-1,1 0 1,-5-5-1,4 2-17,0 0 0,0-1-1,1 1 1,0-1 0,0 1-1,0-1 1,1 0 0,-1-11-1,-1-50-401,3 62 494,0 1 16,0-1 0,0 0 0,1 0 0,0 0 0,0 1 0,0-1-1,0 0 1,1 1 0,0-1 0,0 1 0,0-1 0,0 1 0,1 0-1,0 0 1,0 0 0,4-4 0,-2 3 48,0 1 1,1 0 0,0 0-1,0 0 1,0 0-1,0 1 1,0 0-1,1 0 1,-1 1 0,11-3-1,-5 3 32,0 0-1,0 0 1,1 1-1,-1 0 1,0 1-1,1 1 1,-1 0-1,0 1 0,0 0 1,0 1-1,0 0 1,21 9-1,93 58-126,-101-55-260,14 8-1641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3:44.14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4785,'0'0'16548,"10"0"-17749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3:44.67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10842,'0'0'5537,"59"115"-6481,-59-78 344,0 3 232,0-6 24,0-6-440,0-6-408,0-16-633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3:45.16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376 84 544,'0'0'8250,"52"199"-8210,-45-162-40,0-3-320,-7-6-504,0-9-1089</inkml:trace>
  <inkml:trace contextRef="#ctx0" brushRef="#br0" timeOffset="1">0 28 1832,'0'0'13507,"183"-18"-13283,-128 18-96,7 0-128,14-3-200,-14 0-1144,-13-1-2921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3:45.53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11931,'0'0'4769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3:47.55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3065,'0'0'13260,"1"3"-12952,3 5-271,-1-1 0,-1 1 0,1 0 0,-1 0 1,-1 0-1,2 12 0,1 56 0,-4-68-27,2 304-1151,-3-168-6652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3:48.07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9674,'0'0'5837,"32"6"-5745,101 23-85,-129-28-21,0 0 1,-1 0-1,1 0 1,-1 0-1,0 1 1,1 0-1,-1-1 1,0 1-1,0 0 0,0 1 1,0-1-1,0 1 1,-1-1-1,1 1 1,-1 0-1,1 0 0,-1 0 1,0 0-1,0 0 1,0 0-1,-1 1 1,1-1-1,-1 0 1,0 1-1,0 0 0,1 4 1,1 2-122,1 8-248,-1 1 1,-1-1 0,0 1 0,-2 34 0,0-32-1,0-13 238,-1-1 1,0 1 0,0-1 0,-1 1-1,0-1 1,0 0 0,0 0-1,-1 0 1,-1 0 0,1 0-1,-1-1 1,0 1 0,0-1 0,-1 0-1,0 0 1,0-1 0,0 1-1,-10 6 1,7-5-307,0-1 0,-1-1 0,0 0 1,0 0-1,0-1 0,-1 0 0,1 0 0,-1-1 0,0 0 0,0-1 0,0 0 1,0-1-1,-13 8 5836,23-9-5297,19 18 1425,27 17-1046,-44-34-443,34 24 236,0 3 1,62 61 0,-88-78-154,-1 0 0,0 1 0,-1 0 0,0 0 0,-1 1 0,0 0 0,-1 0 0,-1 1 0,0-1 0,-1 1 0,0 1 1,-1-1-1,2 19 0,-3 6-70,-2-23-2444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3:48.66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12 9634,'0'0'5233,"28"-3"-4950,85-5-14,-112 8-255,1 0-1,0-1 0,-1 1 1,1 0-1,0 1 0,-1-1 1,1 0-1,0 0 1,-1 1-1,1-1 0,0 1 1,-1-1-1,1 1 0,-1 0 1,1 0-1,-1-1 0,0 1 1,1 0-1,-1 0 0,0 1 1,1-1-1,-1 0 1,0 0-1,0 0 0,0 1 1,0-1-1,0 1 0,0-1 1,-1 1-1,1-1 0,0 1 1,-1-1-1,1 1 0,-1 0 1,0-1-1,1 1 1,-1 0-1,0-1 0,0 1 1,0 0-1,-1 2 0,2 5 45,2 14 4,-1 1 1,-1 0-1,0 0 0,-2 0 0,-6 35 0,5-48-112,-1-1 0,0 1 0,0 0 0,-1-1 0,0 0 0,-1 0 0,0 0 0,-1 0 0,0-1 0,0 0 0,-1 0 0,0-1 0,-17 15 0,23-21-101,0-1-1,-1 1 1,0-1-1,1 0 1,-1 1-1,0-1 0,0 0 1,1 0-1,-1 0 1,0-1-1,0 1 1,0 0-1,0-1 0,0 1 1,0-1-1,0 0 1,-1 1-1,1-1 1,0 0-1,0 0 0,0-1 1,0 1-1,0 0 1,0-1-1,0 1 1,0-1-1,0 0 0,0 1 1,0-1-1,0 0 1,0 0-1,-3-3 1,2 1-89,0-1 1,0 1 0,0-1 0,0 0-1,1 0 1,-1 0 0,1 0 0,0 0-1,0 0 1,1-1 0,-1 1 0,1-1-1,-1-6 1,1 0 182,0 0-1,0 0 0,1 0 1,2-15-1,-2 24 84,1 1 0,0 0 0,-1 0 1,1 0-1,0 0 0,0 0 0,0 0 0,-1 0 0,1 0 0,0 0 0,0 0 0,1 1 0,-1-1 0,0 0 0,0 0 1,0 1-1,0-1 0,0 1 0,1 0 0,-1-1 0,0 1 0,1 0 0,-1-1 0,0 1 0,0 0 0,1 0 0,-1 0 1,0 0-1,2 1 0,43 2 1166,-41-2-1109,0 0 0,0 1 0,0-1 0,0 1 0,-1 0 0,1 1 0,0-1 0,-1 1 0,7 5 0,36 36 123,-21-19-140,-16-16-112,14 13-653,24 26 1,-33-31-2151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3:49.27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1 680,'0'0'16244,"187"0"-15860,-129 9-272,8 0-8,3 1-96,3-4-16,1 0-400,-1-6-473,-6 0-551,3 0-424,-18 0-617,-16-6-2736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3:49.95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1 640,'0'0'14766,"30"4"-14545,97 17-155,-123-20-62,0-1 1,0 1 0,0 0-1,0 0 1,0 1 0,-1-1-1,1 1 1,0 0 0,-1 0 0,1 0-1,-1 0 1,0 0 0,0 1-1,0 0 1,0 0 0,0 0-1,-1 0 1,1 0 0,-1 0-1,0 0 1,4 8 0,-1-2-6,0 1 19,0 1 0,-1-1-1,0 1 1,0 0 0,-1 0-1,-1 0 1,2 14 0,0 82 288,-4-91-259,-1 4-29,-1 1 0,-1 0 0,-1-1 0,-1 0 0,0 0-1,-2 0 1,0 0 0,-1-1 0,-1-1 0,-1 1 0,-1-1 0,0-1-1,-1 0 1,-17 18 0,26-31-127,0 0 0,0-1 0,-1 1 0,1-1 0,-1 1 0,0-1 1,0 0-1,0-1 0,0 1 0,0-1 0,-1 1 0,1-1 0,-1-1 0,0 1 0,1-1 0,-1 0 0,0 0 0,0 0 0,-6 0 0,10-1 47,-1 0 0,0-1 0,1 1 0,-1-1 1,1 1-1,-1-1 0,0 0 0,1 0 0,-1 1 0,1-1 0,0 0 0,-1 0 0,1-1 1,0 1-1,0 0 0,-1 0 0,1 0 0,0-1 0,0 1 0,0-1 0,1 1 0,-1-1 0,0 1 1,0-1-1,1 1 0,-1-1 0,1 0 0,0 1 0,-1-1 0,1-2 0,-2-9 52,0 1 0,1 0-1,1-14 1,0 20-38,0-3 46,0 0 1,1 0-1,0 0 0,0 0 1,1 0-1,0 0 1,4-12-1,-5 18 7,1 0-1,0 0 1,0 0 0,0 0-1,0 1 1,0-1-1,0 0 1,1 1 0,-1-1-1,1 1 1,0 0-1,0 0 1,0 0 0,0 0-1,0 1 1,0-1-1,0 1 1,0 0 0,1 0-1,-1 0 1,0 0-1,7 0 1,-2-1 37,0 1 0,1 1 0,-1 0 0,0 0 0,0 0 0,1 1 0,-1 0 0,0 1 0,0 0 0,0 0 0,-1 1 0,1 0 0,0 0 0,-1 0 0,13 10 0,5 4-66,-5-1 115,40 22 0,-53-34-179,1 0 0,0-1 0,0 0 0,0-1 0,0 1 0,1-1 0,-1-1 0,0 0 1,12 0-1,3-1-1899,-7 0-2424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3:52.18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0 720,'0'0'9842,"7"16"-8641,-7 18-353,0 6-312,0 10-352,0 3-32,0-1-152,0-2 0,0-7-144,7-5-1016,-7-7-1577,0-13-5049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3:52.55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41 624,'0'0'14363,"107"-41"-14363,-73 41 24,4 0-24,17 16-304,-13 2-1032,-4 1-3673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3:52.93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348 5 56,'0'0'12523,"-17"-1"-12246,-58-3-62,65 4-130,1 1 1,-1 0-1,1 0 1,-1 1 0,1 0-1,0 1 1,0 0-1,0 0 1,0 1-1,0 0 1,-15 11-1,12-7 73,1 1 0,0 0 0,1 0 0,0 1-1,0 1 1,-12 18 0,15-17-75,1-1 0,1 1 0,0 0 0,0 1 0,1-1 0,1 1 0,0 0 0,1 0-1,0 0 1,1 0 0,1 0 0,0 0 0,0 0 0,5 22 0,-3-28-79,-1-1 0,1 1-1,1-1 1,-1 0 0,1 0 0,0 0 0,0-1-1,1 1 1,0-1 0,0 1 0,0-1-1,0 0 1,1-1 0,0 1 0,0-1-1,0 0 1,1 0 0,-1-1 0,1 1-1,0-1 1,0-1 0,0 1 0,9 2-1,6 1-37,1 0 0,0-2 0,0 0 0,0-2 0,40 1-1,-41-3-850,1-1 0,-1 0 0,1-2-1,26-6 1,4-8-7539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3:53.31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12363,'0'0'7481,"158"3"-7481,-116-3-760,-8 0-1200,8 0 7,-18 0 937,-4 0-3737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3:53.73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29 6385,'0'0'14083,"42"24"-13811,-4-24-256,3 0-16,11 0-312,13-12-1176,-13-10-2617,-7 4-4505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3:57.359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556 0 2537,'0'0'13414,"-1"11"-12964,-4 22-396,-2-1 0,-1 0 0,-1 0 0,-16 34 0,-67 134 114,68-149-158,-307 670-5427,278-601 482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3:59.251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70 115 1296,'0'0'10352,"-5"-19"-10211,-16-57-117,16 57 2,5 30 402,2 25-265,2 1 1,2-1 0,15 55 0,7 44-233,-27-76-617,-3-58 672,-1 0 0,1 0 1,0 0-1,-1-1 1,1 1-1,-1-1 1,1 0-1,0 1 0,-1-1 1,1 0-1,-1 0 1,1-1-1,-3 0 1,-1 1-47,-51 0 200,56 0-29,11 0-50,148 10-594,-116-7-1305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3:58.116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560 1 8906,'0'0'5265,"-80"177"-5153,39-94 24,-7 17-128,-14 8 8,-4 4-16,-38 28-232,22-28-1680,6-25-3738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4:00.283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35 78 256,'0'0'14919,"0"-12"-14844,0-54 118,-9 87 1142,7 21-1750,2 0 0,1 1 0,3-1 0,12 60 0,-12-41-1236,-6-60 1649,-1 0 1,0 0-1,0 0 0,1-1 0,-1 0 0,0 1 1,0-1-1,0 0 0,-5-1 0,7 1 13,-14 0 1034,32 0-812,32 0-1004,-24 0-1179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4:05.65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34 1 5417,'0'0'5548,"31"10"-5359,99 34 1,-127-42-177,1-1 0,0 1 1,-1 0-1,1 0 0,-1 0 1,1 0-1,-1 1 0,0-1 0,0 1 1,0 0-1,3 5 0,-5-6 10,1 0-1,-1 0 1,-1 0 0,1 1-1,0-1 1,-1 1-1,1-1 1,-1 0-1,1 1 1,-1 4-1,0 2 71,2 4 3,-1 1-1,-1 0 1,-1 0 0,0 0 0,-3 16-1,2-22-55,0 0 0,-1 0 0,0-1 0,0 1 1,-1-1-1,0 1 0,0-1 0,0 0 0,-11 11 0,2-4-673,1-1 1,-2 0 0,-15 11 0,24-20 358,-1 0 0,1 0 1,-1-1-1,0 0 0,0 0 1,0-1-1,0 0 0,-1 0 1,1 0-1,-1-1 0,1 0 1,-9 1-1,13-2 169,1-1 0,0 1 0,-1 0 0,1 0 1,0-1-1,-1 1 0,1 0 0,0-1 0,-1 1 0,1-1 0,0 0 0,0 1 0,-1-1 0,1 0 0,0 0 1,0 0-1,0 0 0,0 0 0,0 0 0,0 0 0,1 0 0,-2-2 0,0-1 32,0 0 0,0 0-1,1 0 1,-1 0 0,1 0-1,0-1 1,-1-5 0,1-5 319,0 0 0,1 0 0,2-23 0,-1 37-179,-1-1 1,1 1-1,-1 0 0,1 0 0,0 0 1,-1 0-1,1 0 0,0 0 0,0 0 0,0 0 1,0 0-1,0 0 0,0 0 0,0 0 1,0 1-1,0-1 0,0 0 0,0 1 1,1-1-1,-1 1 0,0-1 0,0 1 1,1 0-1,-1-1 0,0 1 0,1 0 1,-1 0-1,0 0 0,3 0 0,42 3 1561,-40-2-1543,0 1-1,0 0 1,0 0 0,0 1 0,0 0 0,-1 0 0,1 0-1,-1 0 1,0 1 0,0 0 0,9 9 0,4 7-48,25 32 0,-25-29-18,36 49-2425,-35-48-2693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4:02.32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1 520,'0'0'5129,"38"165"-5617,-35-128 488,-3-3 0,4-6 32,-4-6-32,0-13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4:02.77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0 304,'0'0'10018,"117"152"-9962,-99-114 16,-4 2-56,-4 0-32,-3 1 72,-7-4-112,0 7-152,0-13-800,-4-7-2169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4:03.20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35 1112,'0'0'11579,"200"-28"-11427,-152 25-80,4 0-72,0 3 0,3 0-736,-17 0-1121,-7 6-3024</inkml:trace>
  <inkml:trace contextRef="#ctx0" brushRef="#br0" timeOffset="1">770 485 4457,'0'0'12851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4:04.60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1 576,'0'0'13451,"25"149"-13403,-15-90-40,-7 3 0,4 6 48,-3-6 16,-1-6 8,-3-10-64,4-11-32,3-14-40,-4-8-760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4:05.07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9 520,'0'0'11995,"31"-2"-11659,99-5-184,-124 7-149,1 0 0,-1 1 1,0-1-1,1 1 0,-1 0 1,0 1-1,1-1 0,-1 1 0,11 6 1,-13-6-5,-1 0 1,0 0 0,0 1-1,0-1 1,0 1 0,0 0-1,0 0 1,-1 0 0,1 0-1,-1 0 1,0 0 0,2 5-1,0 2-64,-1 1 0,0-1 0,-1 0 0,0 1-1,0 0 1,-1-1 0,-1 1 0,-1 12 0,1-22 48,0 7-75,-1 0 1,-1 0-1,0 0 0,0 0 1,0-1-1,-1 1 0,0-1 1,-1 0-1,1 0 0,-1 0 1,-1 0-1,1-1 0,-1 1 1,-1-1-1,1-1 1,-9 8-1,7-6-277,0-1 1,0-1-1,0 1 1,-1-1-1,0-1 1,0 1-1,0-2 1,-1 1-1,1-1 1,-1 0-1,0 0 1,1-1-1,-1-1 1,-12 2-1,20-3 459,0 0 0,0 0 0,0 0 0,0 0 0,0-1 0,1 1 0,-1 0-1,0 0 1,0 0 0,0-1 0,1 1 0,-1 0 0,0-1 0,0 1 0,1-1-1,-1 1 1,0-1 0,1 1 0,-1-1 0,1 1 0,-1-1 0,1 0 0,-1 1-1,1-1 1,-1 0 0,1 0 0,-1 1 0,1-1 0,0 0 0,-1 0 0,1 1-1,0-1 1,0 0 0,0 0 0,0 0 0,0 0 0,0 1 0,0-1 0,0 0-1,0 0 1,0 0 0,0 0 0,0 1 0,0-1 0,1 0 0,-1 0 0,0 0-1,1 1 1,-1-1 0,1-1 0,2 1 62,0 0 0,0 0 1,0 0-1,0 1 0,0-1 0,0 1 0,0 0 0,0 0 0,0 0 1,1 0-1,-1 0 0,5 2 0,-4-1 0,4 0-72,1 2 1,-1-1-1,0 1 0,0 1 1,0-1-1,0 1 1,-1 1-1,1-1 0,-1 2 1,0-1-1,9 9 0,11 12-81,29 36 0,-51-56 30,26 33 53,34 57-1,-21-28 37,-29-53-59,-15-15-106,0 0-1,1 1 0,-1-1 1,1 0-1,-1 1 1,0-1-1,1 0 0,-1 0 1,1 1-1,-1-1 1,0 0-1,1 0 0,-1 0 1,1 0-1,-1 0 1,1 1-1,-1-1 0,1 0 1,-1 0-1,1 0 1,-1 0-1,1 0 0,-1-1 1,1 1-1,-1 0 1,1 0-1,-1 0 1,0 0-1,1 0 0,-1-1 1,1 1-1,-1 0 1,1 0-1,-1-1 0,0 1 1,1 0-1,-1-1 1,0 1-1,1 0 0,-1-1 1,2-15-4412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4:06.08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6785,'0'0'7034,"48"183"-7042,-41-133-160,-7 3 160,0-3-96,0-1-320,0-8-736,0-10-545,0-22-2216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4:06.47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3817,'0'0'13795,"134"12"-13715,-89-12-80,21 0-624,-11 0-1537,-7 0-2400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4:06.85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212 1 4121,'0'0'10926,"-23"10"-10638,-73 39-70,92-47-206,0 0 0,0 0 0,0 0 0,1 1 0,-1 0 1,1 0-1,-1 0 0,1 0 0,0 1 0,0-1 0,1 1 0,-1-1 1,1 1-1,-1 0 0,1 0 0,-2 7 0,-1 1 31,-2 6 102,1 1 0,0 0-1,2 0 1,0 0 0,2 0 0,0 1-1,1-1 1,1 23 0,0-35-115,0-1-1,0 1 1,1 0-1,0-1 1,0 1 0,1-1-1,0 1 1,0-1 0,0 0-1,1 1 1,0-1-1,0 0 1,1-1 0,-1 1-1,1-1 1,0 0-1,1 1 1,-1-2 0,1 1-1,0-1 1,0 1 0,1-1-1,-1-1 1,1 1-1,0-1 1,0 0 0,0 0-1,9 2 1,8 2-274,1-2 1,0-1-1,1 0 1,-1-2 0,0-1-1,1-1 1,-1-1-1,40-6 1,-8-9-3169,-12 0-3892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4:13.66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91 0 520,'0'0'14937,"-15"26"-14732,3-8-179,4-6-18,0 1 1,1-1-1,0 1 0,1 1 0,1-1 1,0 1-1,0 0 0,2 0 0,0 1 1,0-1-1,1 1 0,1 14 0,1-9-4,4 202 56,0-168-56,2 0 0,15 59 0,84 237 5,-9-34-16,-88-280-123,-2 1 0,-1-1 0,-2 1 0,-2 38 0,-1-67 87,-1 1-1,1 0 0,-1 0 1,0 0-1,-1-1 0,-3 10 0,3-13-14,0 0 0,-1 0-1,1-1 1,-1 1-1,0-1 1,0 0-1,0 0 1,-1 0-1,0 0 1,1-1 0,-1 1-1,-6 2 1,-2 3-855,-2-1 1,1-1-1,-1 0 1,-26 8-1,-5-4-4945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4:08.80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18 0 832,'0'0'14763,"38"196"-14755,-24-128 0,-1 4-8,-6 5 0,-7 1 0,0-4-32,0-5 16,0-7-312,-14-10-376,-13-21-1056,3-12-2113,0-19-5025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4:09.22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0 208,'0'0'12255,"30"3"-12137,91 15-124,-117-17-10,0 0 0,0 0 0,0 0 0,0 1 0,0 0 0,-1-1 0,1 1 0,-1 1 0,0-1 0,1 0 0,-1 1 0,0 0 0,0-1 0,0 1 0,-1 0 0,1 1 0,-1-1 0,0 0 0,0 1 0,0-1 0,3 7 0,-3-1-33,0 0 0,0 0 0,0 1 0,-1-1 0,-1 0 0,0 13 0,0-17 46,0 4 4,1-3 2,0 1-1,-1 0 1,-1-1 0,1 1 0,-1 0 0,0-1-1,0 1 1,-1-1 0,0 0 0,0 1 0,0-1-1,-1 0 1,0 0 0,-6 9 0,0-3-79,-2 0 0,1-1 0,-1 0 0,-18 13 0,24-20 56,-1 0 0,0-1 0,0 1 0,0-1 0,0-1 0,0 1 0,-1-1 0,1 0 0,-1 0 0,1-1 0,-1 1 0,-9-1 0,15-1 284,3 0-152,53-3 198,-44 1-280,0 1 0,0 0 0,0 0 0,0 2 0,1-1 0,-1 1 0,0 1 0,0 0 1,-1 0-1,1 1 0,12 5 0,-3 4-77,-1 1 0,0 1 0,-1 0 0,-1 1 0,0 1 0,-1 1 0,-1 0 1,0 1-1,-1 0 0,-1 2 0,-1-1 0,15 35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4:09.61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0 856,'0'0'12954,"3"31"-12840,10 98-15,-12-119-30,1-1 1,-1 0-1,2 0 0,-1 0 0,1 0 1,1 0-1,0 0 0,0-1 1,6 10-1,-6-13 64,0 0-1,0 0 1,1-1 0,-1 1 0,1-1-1,0 0 1,0-1 0,0 1 0,1-1-1,10 5 1,0-3-100,1 0 0,0-1 0,0-1 0,0-1 0,0-1 0,1 0 0,21-2 0,-19 1-650,1-1-1694,-9-7-1823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4:09.97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59 261 4137,'0'0'11994,"28"-12"-11874,-4 12-120,3 0-416,-3 0-1112,-3 0-1537</inkml:trace>
  <inkml:trace contextRef="#ctx0" brushRef="#br0" timeOffset="1">0 7 1320,'0'0'11971,"190"-4"-13259,-145 4-1881,-11-3-5665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4:10.38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52 0 1216,'0'0'13849,"-5"10"-13689,0-2-133,1 0 0,0 1 0,1 0 0,0-1 0,0 1 0,1 0 0,0 1 1,0-1-1,1 0 0,1 0 0,0 16 0,0-24-26,1 0 0,-1 0-1,1 0 1,-1 0 0,1 0 0,-1 0 0,1 0 0,0 0-1,-1 0 1,1-1 0,0 1 0,0 0 0,0-1 0,-1 1-1,1 0 1,0-1 0,0 1 0,0-1 0,0 1 0,0-1-1,0 0 1,0 1 0,1-1 0,32 7 20,-18-5-17,-7 0-157,0 1 0,0 0-1,0 0 1,0 1 0,0 0-1,-1 0 1,0 1-1,10 7 1,-14-9 84,-1 0 0,0 0 0,0 1 0,0-1 0,0 1 0,0-1 0,-1 1 0,0 0 0,0 0 0,0 0 0,0 1 0,0-1 0,-1 0 0,0 1 0,0-1 0,0 1 0,-1-1 0,1 1 0,-1 5 0,0-9 75,0 1 1,0-1 0,-1 1 0,1-1-1,0 1 1,-1-1 0,1 1 0,-1-1-1,1 0 1,-1 1 0,0-1-1,1 1 1,-1-1 0,0 0 0,0 0-1,0 0 1,0 1 0,0-1 0,-2 1-1,-1 0 5,1 0 0,0 0 0,-1 0 0,1 0 0,-1-1 0,1 0 0,-8 2-1,-4 0-5,-1-1 0,-30-1-1,44-1-7,-12 0-94,8 1-219,-1-1 1,1 0-1,0 0 1,0-1-1,0 0 0,0 0 1,-9-3-1,1-2-3592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4:10.73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0 254 4257,'0'0'11324,"11"26"-11123,34 82-50,-42-101-143,0-1 0,0 1 0,-1 0 0,0 0 0,0 0 0,-1 0 0,0 0 0,0 0 0,-1 1 0,1-1 0,-2 8 0,0 6 16,1-21-32,0 0-1,-1 0 1,1 0 0,0 0 0,0-1 0,0 1 0,0 0 0,0 0-1,0 0 1,-1 0 0,1 0 0,0 0 0,0 0 0,0 0 0,0 0-1,0 0 1,-1 0 0,1 0 0,0 0 0,0 0 0,0 0 0,0 0-1,-1 0 1,1 0 0,0 0 0,0 0 0,0 0 0,0 0 0,0 0-1,-1 0 1,1 0 0,0 0 0,0 0 0,0 0 0,0 0 0,0 0-1,0 1 1,-1-1 0,1 0 0,0 0 0,0 0 0,0 0 0,0 0-1,0 0 1,0 0 0,0 1 0,0-1 0,0 0 0,-1 0 0,1 0-1,-7-14-97,-1-11-192,1-1 0,1 0 0,1-1 0,-2-40-1,6-110-1472,2 169 1745,-1 1 0,2-1 0,-1 1 0,1-1 0,0 1 0,1 0 0,-1 0 0,1 0-1,1 0 1,0 0 0,-1 1 0,10-11 0,-11 14 33,1 0-1,0 0 1,0 0-1,0 0 1,0 1-1,0 0 1,1-1-1,-1 1 1,1 0-1,-1 0 1,1 1-1,0-1 1,0 1 0,-1 0-1,1 0 1,0 0-1,0 1 1,0-1-1,0 1 1,0 0-1,1 0 1,-1 0-1,0 1 1,0-1-1,7 3 1,-8-1-3,1 0 1,-1 0-1,1 0 1,-1 1-1,0-1 1,0 1-1,0 0 0,0 0 1,-1 0-1,1 0 1,-1 0-1,0 1 1,0-1-1,0 1 1,0-1-1,-1 1 0,1 0 1,-1-1-1,0 1 1,1 7-1,2 6 30,-1 0-1,-1 0 0,0 26 1,-2-39-5,0 1 0,0-1 0,0 1 1,-1-1-1,0 0 0,0 1 1,0-1-1,0 0 0,-1 0 1,1 0-1,-1 1 0,0-2 0,-1 1 1,-3 5-1,3-5-9,-1 0 0,-1-1 0,1 1 0,0-1 0,-1 0 0,0 0 0,1-1 0,-1 0 0,0 1 0,0-2-1,-8 3 1,2-2-281,-1 0-1,1 0 1,-1-1-1,0-1 0,1 0 1,-13-2-1,12 2-722,-14-3-3581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4:11.20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8 165 440,'0'0'13146,"2"17"-12384,12 52-152,-13-66-573,0 0 0,1 0 0,-1 0-1,1 0 1,0 0 0,0-1 0,0 1 0,0-1 0,1 1 0,-1-1 0,1 0-1,-1 0 1,1 0 0,0 0 0,0-1 0,3 2 0,2 1 88,1-1 0,-1 0 0,16 3 1,-22-5-94,12 1 135,1 0-1,-1-1 1,20-2 0,-15 1-128,-16 0-47,0 0 0,1-1 0,-1 1 0,0-1 0,1 0 0,-1 0 1,0 0-1,0 0 0,0 0 0,0-1 0,0 0 0,0 1 0,0-1 1,-1 0-1,1-1 0,-1 1 0,1 0 0,-1-1 0,0 1 0,0-1 1,0 0-1,0 1 0,0-1 0,-1 0 0,1 0 0,-1 0 0,0-1 0,2-4 1,0-6-241,0 1 0,0 0-1,-1 0 1,-1-1 0,-1 1 0,0-15 0,-1 23 165,1-1 0,-1 0 0,0 1 0,0-1 0,-1 1 0,0 0 0,0-1 0,0 1 0,0 0 0,-1 0 0,0 0 0,0 1 0,0-1 0,-1 1 0,1 0 0,-1-1-1,0 2 1,0-1 0,-1 0 0,-9-5 0,4 3-176,-1 1 0,0 0 0,0 0 0,0 1 0,0 1 0,-1 0 0,0 0 0,0 1 0,-13 0 0,20 1 49,1 1 0,-1 0 0,0 0 0,0 0 0,0 1 0,1 0 0,-1 0 0,0 0 0,1 0-1,-1 1 1,1 0 0,-1 0 0,1 0 0,0 0 0,-7 6 0,-15 18-2673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4:11.65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42 1 1256,'0'0'12659,"-7"10"-12520,-18 34-86,24-41-8,-1 0 0,1 0 1,0 0-1,0 0 0,0 1 0,0-1 0,1 0 0,-1 1 1,1-1-1,0 0 0,0 1 0,0-1 0,1 6 1,0-7-4,-1 0 0,1 0 0,0 0 1,-1-1-1,1 1 0,0 0 1,0 0-1,0-1 0,0 1 1,0-1-1,1 1 0,-1-1 0,0 0 1,1 1-1,-1-1 0,1 0 1,-1 0-1,3 2 0,14 4-16,0-1-1,1 0 1,0-1 0,32 4-1,33 8-1568,-83-17 1514,1 0 0,-1 1 1,0-1-1,1 0 0,-1 1 0,1 0 0,-1-1 0,0 1 0,0 0 0,1-1 0,-1 1 0,0 0 0,0 0 0,0 0 0,0 0 1,0 0-1,0 0 0,0 1 0,0-1 0,0 0 0,-1 0 0,1 1 0,-1-1 0,1 0 0,-1 1 0,1-1 0,-1 1 0,1-1 0,-1 0 1,0 1-1,0-1 0,0 1 0,0 2 0,-1-1 33,1-1 0,-1 1 0,0-1 0,0 1 0,-1-1 0,1 1 0,0-1 0,-1 0 0,1 1-1,-1-1 1,0 0 0,0 0 0,1 0 0,-2-1 0,1 1 0,-4 2 0,-22 14 105,-54 23 0,70-35-814,-1-1 0,0-1 1,-1 0-1,1-1 0,-1-1 0,-25 2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4:12.05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34 9658,'0'0'9626,"186"7"-9626,-148-10-8,0-4-640,0 4-416,7-6-393,-11 0-1287,-10-1-3682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4:12.38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32 1 808,'0'0'16405,"-2"5"-16257,-21 176 123,20-157-287,-1 80-3438,5-81 386,-1 0-4993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4:12.83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1 272 1608,'0'0'12672,"12"-7"-12136,38-26-78,-45 28-426,-1 0 1,0 0-1,0 0 0,0 0 1,0-1-1,-1 0 0,0 0 1,0 0-1,-1 0 0,0 0 1,0 0-1,2-10 0,4-10 4,-6 19-6,3-6 96,0-1 0,1 1 0,1 0 0,12-19 0,-18 30-119,0-1 1,1 1-1,-1 0 1,1 0-1,0 0 1,0 1-1,-1-1 1,1 0-1,0 1 0,0-1 1,1 1-1,-1 0 1,0 0-1,0 0 1,1 0-1,-1 0 1,0 0-1,1 0 1,-1 1-1,1-1 1,-1 1-1,1 0 1,0 0-1,-1 0 1,1 0-1,-1 0 1,1 0-1,-1 1 1,1-1-1,-1 1 1,0 0-1,1 0 1,-1 0-1,4 2 1,-3-1-4,1 1 1,-1 0 0,0-1-1,0 2 1,0-1 0,0 0-1,-1 1 1,1-1 0,-1 1-1,0 0 1,3 5 0,19 54 32,-15-40-25,9 24 11,-2-9-308,17 65-1,-31-80-2349</inkml:trace>
  <inkml:trace contextRef="#ctx0" brushRef="#br0" timeOffset="1">108 179 5881,'0'0'13723,"110"0"-14363,-82 0-2401,-4-6-7113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4:15.05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6 3929,'0'0'10346,"7"-6"-10674,-4 6-528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4:15.43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0 600,'0'0'10690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4:16.05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75 51 360,'0'0'11884,"-3"-9"-10714,-11-24 70,14 33-1207,0-1 1,0 1-1,-1-1 1,1 1 0,0-1-1,-1 1 1,1-1-1,0 1 1,-1-1-1,1 1 1,-1-1-1,1 1 1,0 0-1,-1-1 1,1 1 0,-1 0-1,1 0 1,-1-1-1,1 1 1,-1 0-1,1 0 1,-1 0-1,1-1 1,-1 1-1,0 0 1,1 0-1,-1 0 1,1 0 0,-1 0-1,1 0 1,-1 0-1,0 0 1,1 0-1,-1 1 1,1-1-1,-1 0 1,1 0-1,-1 0 1,1 1 0,-1-1-1,1 0 1,-1 1-1,1-1 1,-1 0-1,1 1 1,0-1-1,-1 0 1,1 1-1,0-1 1,-1 1 0,1-1-1,0 1 1,-1-1-1,1 1 1,0 0-1,-14 28 271,8 0-281,0 2 0,2-1 1,2 0-1,0 1 1,4 33-1,-2-15-17,1-25-10,0 0 0,2-1 0,1 0 0,0 1 0,2-2 0,0 1 0,13 27 1,-5-19-782,2 0-1,1-2 1,2 0 0,29 36 0,-6-13-3758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4:16.52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51 1 8858,'0'0'4231,"31"12"-3976,94 44-20,-119-54-209,0 1-1,-1 1 1,0-1 0,0 1-1,0-1 1,0 1 0,-1 1-1,6 6 1,-7-7-11,-1 0-1,0-1 0,0 1 1,0 0-1,-1 1 1,1-1-1,0 5 1,0 0 1,2 6-57,-1 0 1,-1 0 0,0 1 0,-1-1-1,-1 0 1,-1 1 0,0-1-1,-1 0 1,0 1 0,-1-1 0,-1 0-1,0-1 1,-1 1 0,-1-1-1,0 0 1,-1 0 0,-1-1 0,0 1-1,-1-2 1,0 1 0,0-1-1,-2-1 1,1 0 0,-2 0 0,1-1-1,-1-1 1,-1 0 0,-22 13-1,31-20-60,0-1-1,0 1 0,0-1 0,0 1 0,0-1 1,0 0-1,0-1 0,-1 1 0,1-1 1,0 1-1,0-1 0,-8-1 0,10 0 74,0 0 0,0 1 0,0-1 0,0 0-1,1 0 1,-1 0 0,0 0 0,1 0 0,-1-1 0,1 1 0,-1 0 0,1-1-1,-1 1 1,1-1 0,0 0 0,0 1 0,0-1 0,0 0 0,0 0-1,0 1 1,0-1 0,1 0 0,-1 0 0,1 0 0,-1 0 0,1 0-1,0-4 1,-2-6 23,0 0 1,1-1-1,1 1 0,0-1 0,1 1 0,4-22 0,-4 30 7,0 0-1,0 0 1,1 1-1,-1-1 1,1 0-1,0 0 1,0 1-1,1-1 1,-1 1-1,1-1 1,-1 1-1,1 0 0,0 0 1,0 0-1,0 1 1,1-1-1,-1 1 1,1 0-1,-1 0 1,1 0-1,0 0 1,0 1-1,6-3 1,-2 2 0,0 0 0,0 0 0,1 0 0,-1 1 0,1 0 1,-1 1-1,1 0 0,-1 0 0,1 1 0,-1 0 0,0 0 0,1 1 1,-1 0-1,0 1 0,0-1 0,0 2 0,0-1 0,-1 1 1,1 0-1,-1 1 0,0-1 0,-1 2 0,1-1 0,-1 1 0,10 10 1,41 52-38,-35-39-775,32 30 0,-28-36-2950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4:16.98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7738,'0'0'5265,"100"173"-5225,-100-138-40,0-7-240,0-16-953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4:17.32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321 94 5521,'0'0'4073,"59"174"-4073,-38-125-312,-4-5-408,-3-4-1209,-14-9-2368,0-9 2553</inkml:trace>
  <inkml:trace contextRef="#ctx0" brushRef="#br0" timeOffset="1">1 29 2889,'0'0'12058,"186"-10"-11658,-127 4-304,-1 0-32,1 0-64,3 6-376,-14 0-1352,-13 15-2185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4:17.72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8954,'0'0'6441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4:18.11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11322,'0'0'6602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4:18.51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2777,'0'0'15171,"28"180"-15187,-25-121-128,-3 0-576,0 13-777,-3-20-399,-14-14-2297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4:18.86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17 1224,'0'0'11707,"32"-4"-11607,99-8-164,-128 12 32,0 0 0,0 0 0,0 0 1,-1 0-1,1 1 0,0-1 0,0 1 0,0-1 1,0 1-1,0 0 0,0 0 0,-1 0 0,1 1 1,0-1-1,-1 1 0,1 0 0,-1-1 1,0 1-1,1 0 0,-1 0 0,0 0 0,0 1 1,0-1-1,-1 0 0,1 1 0,-1-1 0,1 1 1,1 5-1,2 1-161,-1 0 81,-1 0 0,1 1-1,-2 0 1,1 0 0,-1 0 0,-1 0 0,0 0 0,0 0 0,-1 0 0,0 0-1,-1 0 1,-2 13 0,1-18 131,0 0 1,0 0-1,0 0 0,0-1 0,-1 1 1,0-1-1,0 1 0,0-1 0,0 0 1,-1-1-1,0 1 0,0 0 0,0-1 0,0 0 1,0 0-1,-1 0 0,-6 3 0,-1 0 9,1-1 0,0 0 0,-1 0 0,0-1 0,0-1 0,-16 3 0,7-4 150,20-2-126,1 0 1,0 0 0,-1 0 0,1 0 0,-1 0 0,1 0 0,-1 0 0,1 0 0,-1 0 0,1 0 0,0 0-1,-1 0 1,1 0 0,-1 0 0,1 0 0,0 0 0,-1 0 0,1 0 0,-1-1 0,1 1 0,0 0 0,-1 0-1,1 0 1,-1-1 0,1 1 0,0 0 0,0-1 0,-1 1 0,1 0 0,0-1 0,-1 1 0,1 0 0,0-1-1,0 1 1,0-1 0,-1 1 0,1-1 0,1 0-29,0 0 1,-1 1-1,1-1 0,0 0 0,0 1 1,0-1-1,0 1 0,0-1 0,0 1 1,0 0-1,0-1 0,0 1 0,0 0 0,0 0 1,0-1-1,0 1 0,0 0 0,0 0 1,0 0-1,0 0 0,1 0 0,-1 1 1,0-1-1,1 0 0,3 1 78,6-2-56,0 1 0,-1 0 1,1 1-1,0 0 0,0 1 0,-1 0 0,1 1 0,-1 0 0,0 1 0,0 0 0,0 0 1,-1 1-1,18 12 0,114 99-688,-29-22-2274,-82-73-690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4:19.22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5673,'0'0'7978,"169"193"-7962,-128-137 40,1 9 16,-11 0-80,-14 3 16,-14 4-16,-3-1-192,-7 1 104,-51 8-760,3-15-521,-1-18-3456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4:19.89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293 423 1816,'0'0'9137,"-10"2"-9060,-47 7 31,-28 6 331,76-13-321,1 0 1,-1 1-1,0 0 1,1 1 0,0 0-1,0 0 1,-10 8-1,12-8-49,1 1 0,0 0 0,0 0 0,0 0 0,1 0-1,0 1 1,0 0 0,0 0 0,1 0 0,0 0 0,0 1-1,0-1 1,1 1 0,0 0 0,0 0 0,1 0 0,-1-1-1,2 1 1,-1 1 0,1 6 0,0-11-56,0 0-1,1-1 1,-1 1-1,0 0 1,1 0 0,0 0-1,0-1 1,0 1 0,0 0-1,0-1 1,0 1-1,1-1 1,-1 1 0,1-1-1,0 0 1,0 1 0,0-1-1,2 2 1,1 0 22,0-1 0,0 0 0,0 0-1,0 0 1,0-1 0,0 1 0,1-1 0,9 2 0,-1-1 14,0-1 0,0 0-1,0-1 1,0-1 0,0 0 0,0-1-1,15-2 1,-23 1-59,-1 0 0,1 0-1,0-1 1,-1 1 0,0-1 0,1 0-1,-1-1 1,0 1 0,-1-1 0,1 0-1,-1 0 1,0-1 0,0 1 0,0-1-1,0 0 1,-1 0 0,0 0 0,0 0-1,0-1 1,3-10 0,1-2-36,-1 0 0,-1-1 0,0 0 0,-2 0 0,2-25 0,-1 0 16,-2-1-1,-3 0 0,-1 1 1,-2-1-1,-2 1 0,-13-49 1,-15-18 64,34 111-34,0 0 0,0 0-1,0 0 1,0 0 0,0 1-1,0-1 1,0 0 0,0 0-1,0 0 1,0 0 0,0 0-1,0 0 1,-1 0 0,1 0-1,0 0 1,0 0 0,0 0-1,0 0 1,0 0 0,0 0-1,0 0 1,0 0 0,0 0-1,0 0 1,-1 0 0,1 1-1,0-1 1,0 0 0,0 0-1,0 0 1,0-1 0,0 1-1,0 0 1,0 0 0,-1 0-1,1 0 1,0 0 0,0 0-1,0 0 1,0 0 0,0 0-1,-1 14-7,6 55 7,2 0-1,26 104 1,-19-105 2,-7-34 7,2 14-14,26 79 0,-31-115-83,1 1 1,0-1-1,1 0 1,1 0-1,0-1 1,0 0 0,1 0-1,1-1 1,0 0-1,0 0 1,11 8-1,12 1-3270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4:20.35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14 0 4561,'0'0'11698,"-14"146"-11457,24-93-193,-3 3 40,0 3-40,-7-4-48,4-5-40,-4-10-1169,0-12-1583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4:20.73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37 6785,'0'0'6742,"30"-7"-6469,97-20-194,-122 26-77,-1 0 1,0 1-1,0-1 0,1 1 0,-1 0 1,0 1-1,1-1 0,-1 1 1,0 0-1,8 2 0,-10-2 1,0 0 0,0 1 0,0-1 0,0 0 0,0 1 0,0 0-1,-1-1 1,1 1 0,-1 0 0,3 4 0,2 1 7,-1 1-19,0-1 0,0 1 0,-1 0 0,0 0 0,0 0 0,-1 1 0,0-1 0,-1 1 0,0 0 0,0 0 1,1 11-1,-3-13-11,1 0 0,-1 0 0,0-1 0,-1 1 0,0 0 0,0 0 0,0-1 0,-1 1 0,1 0 0,-2-1 0,1 0 0,-1 1 0,0-1 0,0 0 0,-6 7 0,-1 0-51,-2-1 0,1-1 0,-2 1 0,-25 17 1,31-25 55,0 1 0,-1-1-1,0 0 1,1-1 0,-1 0 0,-1 0 0,1 0 0,0-1 0,-1-1 0,1 1 0,-11-1 0,19-1 48,-1-1 0,1 1 0,-1-1 0,1 1-1,0-1 1,-1 1 0,1-1 0,0 1 0,-1-1 0,1 1 0,0-1 0,0 1-1,-1-1 1,1 0 0,0 1 0,0-1 0,0 1 0,0-1 0,0 0-1,0 1 1,0-1 0,0 1 0,0-1 0,0 0 0,0 1 0,1-1 0,-1 1-1,0-1 1,0 0 0,1 1 0,-1-1 0,0 1 0,1-1 0,-1 1-1,0-1 1,1 1 0,-1-1 0,1 1 0,-1 0 0,1-1 0,-1 1 0,1-1-1,-1 1 1,1 0 0,-1 0 0,1-1 0,0 1 0,7-2 9,0 0 1,0 1-1,0 0 1,0 1 0,0 0-1,0 0 1,0 1-1,1-1 1,-1 2-1,-1-1 1,1 1-1,0 1 1,0-1 0,-1 1-1,1 1 1,-1-1-1,0 1 1,7 5-1,14 11 182,-1 1-1,-1 1 1,24 28-1,-12-13-134,-22-22-161,44 38-1386,-55-50 1099,0 1 0,1-1 0,-1 0 0,1 0 1,0 0-1,0-1 0,0 0 0,0 0 0,12 2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4:21.14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6081,'0'0'16580,"138"47"-16588,-104-47-72,-3 0-880,4 0-1121,-11 0-1712,-7 0-2264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4:21.52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12379,'0'0'9442,"169"6"-9442,-114-6-1289,-10 0-2415,-11-3-3898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4:22.83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7 496,'0'0'15747,"11"-7"-15402,-8 17 111,1 14 136,-1 11-328,4 8-112,0 1-152,0 2-48,0-6-656,-4-2-1001,-3-7-2208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4:23.17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0 160,'0'0'12979,"27"3"-12523,-20 19-24,0 6-336,0 12 32,-4 10-128,-3 3 48,0 3-48,0-1-224,0 1-744,0-12-1457,0-10-5288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4:23.60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38 536,'0'0'14683,"200"-37"-14507,-152 37-176,-3 0-120,10 9-1208,-10 10-904,-14-4-2345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4:23.97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11002,'0'0'8954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4:24.42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3265,'0'0'12058,"3"3"-11879,0 0-162,1 1 0,-2-1 1,1 1-1,0 0 0,-1 0 0,1 0 1,-1 0-1,0 1 0,-1-1 0,1 0 1,-1 1-1,0-1 0,1 6 0,9 74 22,-8-58-15,7 251-2479,-10-252 1089,0-8-2251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4:24.82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24,'0'0'16258,"35"9"-16023,110 35-96,-138-42-138,-1 0 0,1 0 0,-1 1 0,1 0 1,-1 0-1,0 0 0,-1 1 0,1 0 0,0 0 1,-1 1-1,9 9 0,-5-4-23,-4-6-101,-1 1 1,0 0 0,0 1 0,0-1 0,-1 1 0,0-1 0,0 1 0,0 0 0,-1 0-1,0 0 1,0 0 0,0 1 0,-1-1 0,0 0 0,0 1 0,-1-1 0,0 1-1,0-1 1,0 1 0,-1-1 0,0 1 0,0-1 0,-1 0 0,1 0 0,-1 1 0,-1-1-1,1 0 1,-1-1 0,0 1 0,-1 0 0,1-1 0,-1 0 0,0 0 0,0 0-1,-1 0 1,-9 7 0,-2 2-856,-1-1 0,-28 17 1,40-27 981,0 0 1,0 0 0,0-1-1,-1 0 1,0 0 0,1 0-1,-1-1 1,0 1 0,0-1 0,1-1-1,-1 1 1,0-1 0,0 0-1,-8-1 1,13 0 79,1-1-1,-1 1 1,0 0-1,1-1 1,-1 1-1,1-1 1,-1 1 0,1-1-1,0 1 1,0-1-1,0 1 1,0-1-1,0 1 1,0-1 0,0 1-1,0-1 1,0 1-1,1-1 1,-1 1-1,2-3 1,-1 2-46,1 0 0,-1 1-1,1-1 1,-1 1 0,1 0 0,0-1 0,-1 1-1,1 0 1,0 0 0,0 0 0,0 0 0,0 0-1,0 0 1,0 1 0,0-1 0,0 1 0,1-1-1,-1 1 1,0 0 0,3 0 0,48 2 472,-46 0-491,-1 0-1,1 0 0,0 1 1,-1 0-1,1 0 0,-1 0 0,0 1 1,0 0-1,0 0 0,-1 0 1,1 1-1,8 10 0,7 9-1,28 41-1,-32-42-11,-6-7 8,19 24 12,-1 1 0,-2 1 0,36 79-1,-52-85-1393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4:25.37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73 1 72,'0'0'9007,"22"28"-8384,69 95-256,-87-116-321,0-1 1,0 1-1,0 0 0,-1 0 1,0 0-1,0 1 0,-1-1 1,0 1-1,-1-1 0,1 1 1,-1 0-1,-1-1 1,0 10-1,1 3 44,0-3-16,1 6 12,-2 38 0,-1-56-86,1 0 0,-1 1-1,0-1 1,0 0 0,-1 1-1,0-1 1,1 0 0,-2 0 0,1 0-1,-1-1 1,1 1 0,-6 6-1,2-4-116,-1-1 0,0 1-1,0-1 1,0-1-1,0 0 1,-1 0 0,-12 6-1,15-9-428,0 0 0,0 0 0,-1 0 0,1-1 0,0 0 0,-1 0 0,1 0 0,-1-1 0,1 1 0,-1-1 0,1-1 0,-1 1 0,-8-3 0,11 2 465,1 0 1,0 0-1,0 0 0,-1 0 0,1-1 0,0 1 0,0-1 1,0 1-1,1-1 0,-1 0 0,0 0 0,1 0 1,-1 0-1,1 0 0,-1 0 0,1 0 0,0-1 0,0 1 1,0 0-1,0-1 0,0 1 0,1-1 0,-1 1 0,1-4 1,-2-8 732,0 0-1,1 0 1,1-15 0,0 17 85,0 10-646,0 1 0,0-1 0,0 1 0,1-1-1,-1 0 1,0 1 0,1-1 0,-1 1 0,1 0-1,-1-1 1,1 1 0,0-1 0,-1 1 0,1 0-1,0-1 1,0 1 0,0 0 0,0 0 0,0 0-1,0 0 1,1 0 0,1-2 0,0 2 112,0 0 0,0-1 0,0 1 0,0 0 0,0 0 0,0 1 0,0-1 0,0 1 0,1 0 0,5 0 0,-2 0 16,0 1 0,1 0 0,-1 0 0,0 1 0,0-1 0,1 2 0,-1-1 0,-1 1 0,11 6 1,-2 1-129,-1 2 0,0 0 1,-1 1-1,0 0 0,20 28 1,-13-11-631,32 63 0,-29-43-2762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4:25.82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1 328,'0'0'16420,"35"121"-16292,-25-77 0,-3 8-120,0 7 0,-7 3-8,4-3-296,-4 0-785,6-9-311,1-13-736,-3-18-3986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4:26.28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13 9402,'0'0'8586,"186"-13"-8522,-138 23-64,21 5-496,-10-2-1945,-11-4-4544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4:26.65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305 7 11346,'0'0'7629,"-21"-1"-7567,4-1-43,10 1-13,0 0 0,-1 0 0,1 0 0,0 1 0,0 0 0,-1 1 0,1 0 0,0 0 0,0 0 0,0 1 0,0 0 0,0 0 0,0 1 0,0 0 0,1 0-1,-8 5 1,2 1 67,1 0 0,0 0 0,1 1 0,0 0 0,1 0 0,0 1 0,1 1 0,0-1 0,1 1 0,0 1 0,0-1 0,2 1 0,0 1 0,0-1 0,1 0 0,1 1 0,0 0 0,1 0 0,0 0 0,1 0 0,1 0 0,2 22 0,-1-24-45,1-1 0,0 1-1,1-1 1,0 0 0,1 0-1,1 0 1,-1 0 0,2-1-1,-1 0 1,1 0 0,1 0-1,0-1 1,0 0 0,1 0-1,0 0 1,1-1 0,-1-1-1,11 7 1,-3-2-22,0-2-1,0 0 1,1-1 0,1 0-1,-1-2 1,1 0 0,1-1-1,-1-1 1,1 0 0,26 2 0,-26-5-350,0 0 1,0-2 0,0 0-1,0-1 1,1-1 0,-1-1-1,-1 0 1,1-2-1,0 0 1,33-15 0,3-11-5158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4:30.1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21 312 3593,'0'0'13469,"-4"17"-12842,1-3-492,0-3-37,0 0 1,0 0-1,1 0 1,1 1-1,0-1 1,0 1-1,2-1 0,-1 1 1,1-1-1,3 14 1,0-14-60,0-1 0,1 1 1,0-1-1,0 0 1,1-1-1,0 0 0,1 0 1,0 0-1,13 12 0,-14-15-23,1-1 0,-1 0 0,1 0 0,1-1 0,-1 0 0,1 0 0,-1-1 0,1 0 0,0 0 0,0-1 0,0 0 0,1 0 0,12 0 0,-14-1-14,0 0 0,0-1 0,0-1 0,0 1 0,0-1 0,0 0 0,-1 0 0,1-1 0,0 0 0,0 0 0,10-6 0,-10 4-10,-1-1 0,0 1 0,-1-1 1,1 0-1,-1-1 0,0 1 0,0-1 1,-1 0-1,0 0 0,0-1 1,3-6-1,0-2-89,0-1 0,-1 1-1,-1-1 1,0 0 0,-1-1 0,3-26 0,-1-102-198,-6 143 291,0-14-33,-1 0 1,-1 0-1,0 1 1,-1-1-1,-1 0 1,0 1-1,-1 0 1,-10-22-1,12 30 0,-1 1-1,0-1 0,0 0 0,-1 1 0,0 0 0,0 0 0,0 1 0,0-1 0,-1 1 0,0 0 0,0 0 0,-1 1 0,1 0 1,-1 0-1,0 1 0,0-1 0,0 2 0,-1-1 0,-9-2 0,11 4-57,-1-1 0,0 1 0,0 1 0,0-1 0,0 1 0,0 0 0,0 1-1,0 0 1,0 0 0,0 0 0,1 1 0,-1 0 0,0 0 0,1 1 0,-1-1 0,1 1 0,0 1 0,0 0 0,0-1 0,-7 8-1,7-4-44,-1 0 0,1 1-1,0 0 1,1 0 0,0 1-1,0 0 1,1 0-1,0 0 1,1 0 0,0 0-1,0 1 1,1-1 0,0 1-1,-1 18 1,2-10-62,1 0-1,0 0 1,1 0 0,1 0 0,1 0 0,1 0 0,0-1-1,1 0 1,10 22 0,25 44-2413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4:30.9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9210,'0'0'8562,"11"44"-8322,2-13-144,-2 3-96,-8 6 32,1 4-32,-4 2-448,0-2-744,0-10-505,0-6-943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4:31.4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8306,'0'0'4114,"24"11"-4219,74 36-265,-95-46 343,0 0-1,-1 0 1,0 0 0,1 0-1,-1 1 1,0-1-1,0 1 1,1 0-1,-1 0 1,0-1 0,-1 1-1,1 0 1,0 1-1,-1-1 1,1 0-1,-1 0 1,1 1 0,-1-1-1,0 1 1,0-1-1,0 1 1,-1-1 0,1 1-1,-1 0 1,1-1-1,-1 1 1,0 0-1,0-1 1,0 1 0,0 0-1,0 0 1,-2 3-1,1 8 56,0-9-23,0-1 0,0 0 0,0 1 0,-1-1 0,1 0 0,-1 0 0,0 0 0,0 0 0,-1-1 0,1 1 0,-1 0 0,0-1 0,0 0 0,0 0 0,0 0 0,-1 0 0,1 0 1,-1 0-1,0-1 0,1 0 0,-1 0 0,-5 2 0,5-3 56,4-3-57,0 0 1,0 0-1,0 1 0,1-1 1,-1 0-1,1 0 0,0 0 1,-1 1-1,1-1 0,0 0 1,2-2-1,-1 2-3,0-1-1,1 1 0,-1 0 1,1 1-1,-1-1 1,1 0-1,0 1 1,0 0-1,-1-1 1,1 1-1,0 0 1,0 1-1,0-1 0,0 0 1,1 1-1,-1 0 1,0 0-1,0 0 1,0 0-1,0 0 1,0 0-1,0 1 1,0 0-1,0-1 1,0 1-1,0 0 0,0 1 1,0-1-1,0 0 1,-1 1-1,1 0 1,-1-1-1,1 1 1,3 3-1,2 6-4,0 1-1,0 0 1,-1 0 0,-1 1 0,0 0-1,0 0 1,-1 0 0,-1 0-1,0 1 1,-1 0 0,-1 0 0,0 0-1,-1 0 1,0 0 0,-1 0-1,-1 0 1,-2 15 0,2-26 23,0-1 1,0 0 0,0 0-1,0 1 1,0-1-1,0 0 1,-1 0 0,1 0-1,-1 0 1,1 0 0,-1 0-1,0-1 1,0 1-1,0-1 1,0 1 0,0-1-1,0 1 1,0-1 0,0 0-1,0 0 1,-1 0-1,1-1 1,-1 1 0,1 0-1,-5 0 1,-6 1 37,-1-1-1,1 0 1,-20-1 0,20 0-59,6 1 33,1-1 1,-1-1 0,0 1-1,0-1 1,1 0 0,-11-4-1,15 5-129,0-1 0,1 0-1,-1 0 1,0 0 0,1 0 0,-1-1-1,1 1 1,0 0 0,-1-1-1,1 1 1,0 0 0,0-1-1,0 0 1,0 1 0,0-1-1,0 0 1,0 1 0,1-1-1,-1 0 1,1 0 0,-1 0-1,1 1 1,0-1 0,0 0-1,-1 0 1,1 0 0,1-3-1,-1-8-4939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4:31.8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135 0 6305,'0'0'5796,"-11"5"-5424,4-3-328,-2 1 77,0 1-1,-1 0 1,-13 9-1,20-12-30,1 1-1,-1 0 1,1-1-1,0 1 0,0 0 1,0 0-1,0 0 1,0 0-1,0 1 0,1-1 1,-1 1-1,1-1 0,-1 1 1,1-1-1,0 1 1,0-1-1,0 1 0,0 0 1,1 0-1,-1 0 0,1 2 1,0-3-78,0-1 1,0 0 0,1 1-1,-1-1 1,1 0 0,-1 0-1,1 1 1,-1-1-1,1 0 1,0 0 0,-1 0-1,1 0 1,0 0 0,0 0-1,0 0 1,0 0-1,0 0 1,0 0 0,0 0-1,2 1 1,31 15 70,-15-8-43,-11-6-59,0 2 0,0-1 1,-1 1-1,1 0 0,-1 1 1,-1-1-1,1 1 0,-1 1 0,0-1 1,0 1-1,-1 0 0,0 1 1,0-1-1,-1 1 0,0 0 0,0 0 1,-1 0-1,0 0 0,0 1 0,-1 0 1,0-1-1,-1 1 0,0 0 1,0 10-1,-1-16 21,1 5 6,-1 1 0,-1-1 1,1 0-1,-1 1 0,-3 9 0,3-14-1,-1-1 1,0 0-1,1 0 0,-1 0 0,0 0 0,0-1 0,0 1 0,-1 0 0,1-1 0,-1 1 1,1-1-1,-1 0 0,0 0 0,0 0 0,-4 2 0,-4 1 28,0-1-1,-1 0 1,1-1 0,-1 0-1,0-1 1,1 0-1,-1-1 1,0 0 0,0-1-1,-14-1 1,17 1-41,9 0-1,-1 0 0,0 0 1,0 0-1,0 0 0,0 0 1,0 0-1,0 0 0,0 0 0,0 0 1,1-1-1,-1 1 0,0 0 0,0-1 1,0 1-1,1 0 0,-1-1 0,0 1 1,0-1-1,1 1 0,-1-1 1,0 0-1,1 1 0,-1-1 0,1 0 1,-1 1-1,1-1 0,-2-1 0,0-27-1241,2 22 730,0-20-1727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4:32.3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10746,'0'0'3140,"0"25"-3084,2 80-36,-2-95 50,1 1 1,0-1-1,1 0 1,0 1 0,0-1-1,1 0 1,0 0-1,1-1 1,8 17-1,-9-19 27,2 0-10,-1 0 1,1 0-1,0-1 0,1 1 0,-1-1 0,1 0 0,1-1 0,-1 1 0,1-1 0,0 0 0,0-1 0,0 0 0,9 4 0,-13-6-125,1-1-1,0 1 1,0-1 0,0 1 0,0-1 0,0 0 0,0-1 0,0 1 0,0-1-1,1 1 1,-1-1 0,0-1 0,0 1 0,0 0 0,0-1 0,0 0 0,0 0-1,0 0 1,0-1 0,0 1 0,0-1 0,0 0 0,-1 0 0,1 0 0,-1-1-1,1 1 1,3-5 0,16-24-1884,-7 5-973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4:32.6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80 158 7418,'0'0'10306,"72"0"-10322,-41-12-1152,-10 3-1385,-4-7-3112</inkml:trace>
  <inkml:trace contextRef="#ctx0" brushRef="#br0" timeOffset="1">80 158 11210,'-79'-152'7354,"89"152"-7082,18 0-64,6 0-88,1 0-120,16 0-624,-13 0-2041,-3-6-3256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4:33.1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3385,'0'0'14515,"3"189"-14499,-3-151-16,0-4-224,0-13-1008,0-5-969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4:33.5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1 5281,'0'0'10053,"18"1"-9952,54 6-85,-70-6-23,-1-1 0,1 1 0,-1 0 0,1-1-1,-1 1 1,1 0 0,-1 0 0,1 0 0,-1 0-1,0 0 1,1 1 0,-1-1 0,0 0 0,0 0-1,0 1 1,0-1 0,0 1 0,-1-1 0,1 1-1,0-1 1,0 1 0,-1-1 0,1 1 0,-1 0-1,0-1 1,1 1 0,-1 3 0,0 1-7,0 0 0,0-1 0,0 1 0,-1 0 0,-2 9 0,0-8 5,-1 0 1,0 0 0,0 0-1,0-1 1,0 1-1,-1-1 1,-1 0 0,1-1-1,-1 1 1,1-1-1,-1 0 1,-1 0-1,1-1 1,-1 0 0,0 0-1,0-1 1,0 0-1,-14 5 1,23-9 144,5 0-61,1-1 0,0 1 0,0 1 0,0-1 0,0 2 1,0-1-1,-1 1 0,1 0 0,0 0 0,0 1 0,11 4 0,-9 1-75,0 0-1,0 1 0,-1 0 0,0 0 0,0 1 0,8 12 0,42 63-347,-55-77-142,-1-1 1,0 1 0,0 0 0,0 0-1,-1 0 1,0 0 0,2 12 0,-3-8-4012</inkml:trace>
  <inkml:trace contextRef="#ctx0" brushRef="#br0" timeOffset="1">330 125 7682,'0'0'6474,"10"32"-6350,32 105-42,-32-105 143,23 49 0,-21-54 158,-11-26-360,19 36 491,-19-36-495,0 0 0,1 1 0,-1-1 0,0 0 0,1 0 0,-1 0 0,1 0 0,-1 0-1,1 0 1,0 0 0,-1 0 0,1 0 0,0-1 0,-1 1 0,1-1 0,0 0-1,0 1 1,0-1 0,2 0 0,-3 0 12,0 0 1,0-1-1,0 1 0,0 0 1,0-1-1,-1 1 0,1-1 1,0 1-1,0-1 0,0 1 1,-1-1-1,1 0 0,0 1 1,-1-1-1,1 0 0,0 0 1,-1 1-1,1-1 0,-1 0 1,1 0-1,-1 0 0,0 0 1,1 0-1,-1 1 0,0-1 1,0 0-1,1-2 0,4-32 389,-4 28-362,11-137 226,5-36-4550,-7 125 137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4:33.9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1 375 3081,'0'0'12349,"1"-3"-11878,12-25-294,-1-1 1,-1-1-1,-2 0 1,8-46 0,17-51-1384,-32 122 1076,0-1-1,1 0 1,0 1-1,0 0 1,6-8-1,-9 12 116,0 0 0,1 1 0,-1-1 0,1 0-1,0 0 1,-1 1 0,1-1 0,0 1 0,-1-1 0,1 0-1,0 1 1,0-1 0,-1 1 0,1 0 0,0-1-1,0 1 1,0 0 0,-1-1 0,1 1 0,0 0 0,0 0-1,0 0 1,0 0 0,0 0 0,0 0 0,0 0 0,0 0-1,-1 0 1,1 0 0,0 0 0,0 0 0,0 1-1,0-1 1,0 0 0,-1 1 0,1-1 0,0 1 0,0-1-1,0 1 1,-1-1 0,1 1 0,0-1 0,-1 1 0,1 0-1,-1-1 1,2 2 0,4 9-213,0-1 1,-1 1-1,0 0 1,-1 0-1,0 1 1,2 15-1,2 0-86,64 220 190,-64-202 73,-8-24-2605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4:34.3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29 9354,'0'0'9474,"79"0"-9474,-27 0-968,-7-16-2785,0 4-832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4:34.8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200 1 2865,'0'0'9855,"-20"5"-9579,-65 23-18,79-26-149,1 0 0,-1 1 0,1 0 0,-1 0 0,1 1 1,0 0-1,1 0 0,-1 0 0,1 0 0,-1 0 0,1 1 1,1 0-1,-1 0 0,1 0 0,-6 11 0,6-7 153,0 0 0,0 0 0,1 1 0,0-1 0,1 1 0,0-1 0,0 18 0,1-22-237,1 0 0,0 1 0,0-1 0,0 0 1,1 0-1,0 1 0,0-1 0,0-1 0,0 1 1,1 0-1,0 0 0,0-1 0,0 0 0,1 1 0,-1-1 1,1-1-1,0 1 0,0 0 0,0-1 0,1 0 1,-1 0-1,1 0 0,-1-1 0,1 1 0,0-1 1,7 2-1,-2 0-62,2 0 0,-1-1-1,0-1 1,1 0 0,-1 0 0,1-1 0,-1 0 0,1-1 0,0-1 0,-1 1-1,19-5 1,-26 3-57,1 1 1,-1-1-1,0-1 0,0 1 0,0 0 0,0-1 0,0 0 0,0 0 0,-1 0 0,1 0 1,-1-1-1,0 0 0,0 1 0,0-1 0,-1 0 0,1 0 0,1-6 0,6-10-783,-2 0 1,9-31-1,-9 25-25,-4 15 576,-1-1 39,2 0 0,-1 0 0,10-15 0,-13 25 288,0 0 0,0 0 1,1-1-1,-1 1 0,1 1 0,0-1 1,0 0-1,-1 0 0,1 1 0,0-1 1,1 1-1,-1-1 0,0 1 0,0 0 0,0 0 1,1 0-1,-1 0 0,1 0 0,-1 0 1,1 1-1,-1-1 0,4 1 0,-3 0 65,0 0-1,-1 0 0,1 0 1,0 0-1,-1 1 1,1-1-1,-1 1 0,1 0 1,-1 0-1,1 0 1,-1 0-1,1 0 0,-1 0 1,0 1-1,0-1 0,3 3 1,-1 1 18,0 0 0,0 0 0,0 0 0,-1 1 0,5 10 1,56 127 454,-57-124-1133,-1 1 0,-1-1 0,-1 1 0,-1 0 0,2 35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4:35.1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56 9282,'0'0'7346,"114"-16"-7346,-66 4-144,-10 0-1457,-7-4-3448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4:35.5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287 373 4977,'0'0'12209,"24"20"-11997,80 64-90,-98-80-111,0 0 0,-1 0 0,1 0 0,1-1 0,7 3 0,11-4 16,-13-3-24,-9 1-1,0 0 0,0 0 0,0-1 0,-1 1 1,1-1-1,0 0 0,-1 0 0,1 0 0,0 0 1,-1 0-1,1 0 0,-1-1 0,0 1 0,1-1 0,-1 0 1,0 1-1,0-1 0,0 0 0,0 0 0,0-1 0,0 1 1,-1 0-1,1 0 0,-1-1 0,0 1 0,0-1 1,0 0-1,2-4 0,0-4-1,-1 0-1,0 1 1,-1-1 0,0 0-1,0 0 1,-2-15 0,1 22 0,-1 1 0,0-1 0,1 0 0,-1 0 0,0 1 0,-1-1 0,1 1 0,-1-1 0,1 1 1,-1-1-1,0 1 0,0 0 0,0 0 0,-1 0 0,-3-3 0,1 1 3,-1 0 0,0 1 0,0 0 0,0 0 0,0 0 1,-1 1-1,-10-4 0,-4 0 5,-1 2 0,0 0 0,0 1 1,-28-1-1,44 5-16,-9-2-345,0 2 0,-27 1 0,38 0 201,0-1-1,0 1 1,1 0-1,-1 0 1,0 0-1,0 1 0,1-1 1,-1 1-1,1 0 1,0 0-1,-1 0 1,1 0-1,0 1 1,0-1-1,-4 5 0,-1 4-3506</inkml:trace>
  <inkml:trace contextRef="#ctx0" brushRef="#br0" timeOffset="1">0 84 6145,'0'0'14795,"142"-72"-14691,-111 66-104,-14 0-416,-10 6-1528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4:35.9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35 1 14963,'0'0'6538,"-7"202"-6538,0-140-368,-4-12-1393,1-10-3032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4:47.30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0 491 9618,'0'0'2945,"12"-32"-2856,37-105 8,-45 127-86,-1 0-1,0 0 1,-1-1-1,0 1 1,-1-1-1,0 0 1,0 1-1,-2-12 1,0-1 38,1-107 516,0 130-564,1 0 0,-1 0 1,0 0-1,0 0 0,0-1 1,0 1-1,1 0 1,-1 0-1,0 0 0,0 0 1,0 0-1,1 0 1,-1-1-1,0 1 0,0 0 1,1 0-1,-1 0 0,0 0 1,0 0-1,1 0 1,-1 0-1,0 0 0,0 0 1,0 0-1,1 0 0,-1 0 1,0 0-1,0 0 1,1 0-1,-1 0 0,0 1 1,0-1-1,0 0 1,1 0-1,-1 0 0,1 0-1,2 2 2,0-1-1,0 0 1,0 1 0,0 0 0,0-1 0,-1 1-1,1 0 1,-1 1 0,1-1 0,-1 0-1,4 6 1,24 36 46,-17-24-21,27 40 15,83 114-8,-96-140-43,1-2 0,1-1 1,35 28-1,-62-57 7,-1-1 0,1 0 1,-1 0-1,1 1 0,-1-1 0,1 0 0,0 0 0,-1-1 0,1 1 0,0 0 0,0 0 0,0-1 0,3 1 1,-3-5-15,-7-257 498,1 129-1428,3 1-3465,1 100-1227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4:47.66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4 250 40,'0'0'12988,"5"4"-12767,0 1-198,0 1-10,1-1 0,0 0-1,0 0 1,0 0 0,0-1 0,0 0-1,1 0 1,0 0 0,0-1 0,0 0-1,0-1 1,0 1 0,1-1 0,-1-1-1,13 2 1,-14-3-6,0 0 0,0 0 0,-1 0 0,1-1 0,0 0 0,0 0 0,-1-1 0,1 1 0,6-4 0,-8 2 1,-1 1 0,1-1-1,-1 1 1,0-1 0,0 0 0,-1 0 0,1-1-1,0 1 1,-1 0 0,0-1 0,0 0 0,0 1-1,0-1 1,1-4 0,0-1 1,0-1 0,0 0 0,-1 1 0,0-1 0,0 0 0,-1 0 0,-1 0 0,0 0 0,0 0 0,-1 0 0,0 0 0,-3-9 0,3 13-24,-1 0-1,1 0 1,-1 0-1,-1 1 1,1-1 0,-1 1-1,0-1 1,0 1-1,-1 0 1,1 0-1,-1 0 1,0 1 0,-1-1-1,1 1 1,-1 0-1,1 1 1,-1-1-1,-1 1 1,1 0 0,-7-4-1,4 4-141,0 1 0,0-1 0,0 1 1,0 1-1,0-1 0,0 1 0,0 1 0,0 0 0,0 0 0,-10 1 0,15 0-33,0-1-1,-1 1 1,1 0 0,0 0-1,0 0 1,0 1 0,0-1-1,0 1 1,0-1-1,1 1 1,-1 0 0,1 0-1,-1 0 1,1 0 0,-1 1-1,1-1 1,0 1 0,0-1-1,0 1 1,1 0 0,-1 0-1,1 0 1,-1 0-1,1 0 1,0 0 0,0 0-1,-1 5 1,0 38-2773,2 3 94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4:48.08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97 41 9522,'0'0'3545,"31"220"-3561,-17-142-264,-4 3-640,-3-7-1241,-7-12 393,0-6-577</inkml:trace>
  <inkml:trace contextRef="#ctx0" brushRef="#br0" timeOffset="1">1 1 7954,'0'0'5265,"169"59"-8290,-145-44-2896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4:48.45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1 203 176,'0'0'12228,"25"-22"-12193,79-68-117,-100 86 36,0 1-1,0-1 0,-1 0 1,0 0-1,1 0 0,-2-1 1,4-4-1,-6 8 13,0 0 1,1 0-1,-1 0 0,0 0 1,0 0-1,1 0 0,-1 0 1,0-1-1,0 1 0,0 0 1,0 0-1,-1 0 0,1 0 1,-1-2-1,0-4-193,1 5 203,0 1 0,0 0-1,0 0 1,0 0 0,-1 0 0,1 0 0,-1 0 0,1 0 0,0 0 0,-1 0 0,1 0 0,-1 0 0,0 0-1,1 0 1,-1 0 0,0 0 0,0 0 0,0 0 0,1 1 0,-1-1 0,0 0 0,0 1 0,0-1 0,0 1-1,0-1 1,0 1 0,0-1 0,0 1 0,-1 0 0,1-1 0,-2 1 0,-38-2 58,31 2-61,4 0 41,-1 0 0,1 0 0,-1 1 1,1 0-1,-13 3 0,17-4-6,1 1-1,-1 0 1,0 0-1,1 0 1,-1 0 0,0 0-1,1 1 1,0-1-1,-1 0 1,1 1-1,0-1 1,0 1 0,-1-1-1,1 1 1,1-1-1,-1 1 1,0 0-1,0 0 1,0-1-1,1 1 1,-1 0 0,1 0-1,0 0 1,-1 3-1,0-1 30,1 0-1,0 0 1,0 1-1,0-1 1,0 0-1,0 0 1,1 0-1,0 1 0,0-1 1,0 0-1,0 0 1,1 0-1,0 0 1,-1-1-1,1 1 1,5 6-1,-1-3 50,1 0-1,0 0 1,1 0-1,0-1 1,0 0 0,10 6-1,11 5-211,0-2 0,0-1 0,2-1-1,0-1 1,0-2 0,1-1 0,0-2 0,1-1-1,-1-1 1,52 0 0,-3-4-4186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4:48.90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225 1 9482,'0'0'8759,"-21"6"-8549,-7 2-152,-34 16 1,56-21-56,1 0 1,0 0-1,0 0 1,0 1-1,1 0 0,-1 0 1,1 0-1,0 1 0,0-1 1,0 1-1,1 0 1,0 0-1,0 0 0,0 1 1,-3 7-1,0-1 6,-1 3-13,1 0 0,0 1 0,1-1 1,1 1-1,1 1 0,0-1 0,1 0 1,0 1-1,1 0 0,3 27 0,-2-41-13,1 0-1,0 0 1,0 0-1,0 0 1,0 0-1,0 0 0,1 0 1,-1 0-1,1 0 1,-1-1-1,1 1 1,0-1-1,0 1 1,1-1-1,-1 0 0,0 0 1,1 0-1,-1 0 1,1 0-1,0-1 1,-1 1-1,1-1 1,0 1-1,0-1 1,0 0-1,0 0 0,4 0 1,-2 0-69,0 0 1,0 0-1,0 0 0,0-1 1,0 0-1,0 0 1,0 0-1,0-1 0,0 0 1,0 0-1,0 0 1,0 0-1,0-1 0,0 0 1,-1 0-1,1 0 0,5-4 1,-2-2-138,0 0 1,0 0-1,-1-1 1,0 1 0,-1-2-1,0 1 1,0-1-1,-1 0 1,0 0-1,-1-1 1,5-15-1,-3 7 360,-1-1 0,0 0 0,-2 0-1,3-35 1,-6 666 40,-1-591-380,0-14-6,1 1 0,-1-1-1,1 0 1,0 1 0,1-1-1,0 0 1,0 0 0,0 1-1,1-1 1,-1 0 0,2 0-1,3 8 1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4:49.64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39 96,'0'0'16316,"6"24"-16294,22 80 10,-24-86-25,1-1-1,1 0 0,1 0 1,1 0-1,9 15 0,-15-28-1,0-1-14,0 1-1,1-1 1,-1 0 0,1 0 0,-1-1 0,1 1-1,0 0 1,0-1 0,0 0 0,1 0 0,-1 0-1,1 0 1,-1 0 0,1 0 0,-1-1-1,1 0 1,0 0 0,0 0 0,-1 0 0,1-1-1,0 1 1,0-1 0,0 0 0,0 0 0,0 0-1,0-1 1,-1 0 0,1 1 0,0-1 0,0 0-1,4-3 1,-1 0-140,-1-1 1,-1 0-1,1 0 0,-1 0 1,1-1-1,-2 0 0,1 0 1,-1 0-1,0-1 1,0 0-1,5-12 0,-2 2-401,0 0-1,-2 0 0,0 0 1,2-20-1,-3-26 682,-4 83 257,1-9-375,0 0-1,0-1 1,1 1-1,1-1 1,0 1-1,0-1 1,1 0-1,0 0 1,0 0 0,12 17-1,-13-22-11,1 0-1,-1 0 1,1 0-1,0-1 1,0 1-1,1-1 0,-1 0 1,1 0-1,0-1 1,0 1-1,0-1 1,1 0-1,-1-1 1,1 1-1,0-1 1,-1 0-1,1 0 1,0-1-1,0 0 1,11 1-1,-13-2-8,-1-1 0,0 0 1,1 0-1,-1 0 0,0 0 0,0-1 0,0 1 1,0-1-1,0 0 0,0 0 0,0 0 0,0 0 1,-1 0-1,1-1 0,-1 1 0,0-1 0,0 0 1,0 1-1,0-1 0,0 0 0,0 0 0,-1-1 1,0 1-1,2-5 0,1-2-8,0 0 1,-1-1-1,0 1 0,-1-1 0,0 0 0,1-21 591,4 41 572,6 23-1043,-6-14-44,0-1 0,1-1 0,13 20-1,-17-31-52,0 0 0,-1 0-1,2-1 1,-1 0 0,0 0-1,1 0 1,0 0 0,0 0-1,0-1 1,0 0-1,0 0 1,1-1 0,0 0-1,7 3 1,-7-3-4,1-1 0,-1 1 0,1-1 0,-1-1 0,1 1 0,-1-1 0,1 0 0,0 0-1,-1-1 1,1 0 0,-1 0 0,1-1 0,-1 0 0,0 0 0,11-5 0,-9 2 2,0 0 1,0-1-1,-1 0 0,1 0 1,-1-1-1,-1 0 0,1 0 0,-1-1 1,10-15-1,-7 9-2,-1 0 0,0 0 0,-1 0 1,0-1-1,-2 0 0,1-1 0,-2 1 0,0-1 0,-1 0 0,-1 0 0,1-25 0,-3 40 0,0-1 0,0 1-1,-1-1 1,1 1-1,-1-1 1,0 1-1,1-1 1,-1 1-1,0-1 1,0 1 0,0 0-1,0-1 1,0 1-1,0 0 1,0 0-1,0 0 1,-1 0 0,1 0-1,0 0 1,-1 0-1,1 0 1,-1 0-1,1 1 1,-1-1 0,1 0-1,-1 1 1,1 0-1,-1-1 1,1 1-1,-1 0 1,-2 0 0,1-1 3,0 1 0,0-1 0,0 1 1,-1 0-1,1 0 0,0 1 1,0-1-1,0 1 0,0-1 1,0 1-1,0 0 0,0 0 1,0 0-1,0 1 0,0-1 0,-3 3 1,2 0-2,1 1 0,-1-1 0,1 1-1,0-1 1,0 1 0,1 0 0,0 0 0,0 1 0,0-1 0,0 0 0,1 1 0,-2 5 0,-5 69 346,8-80-349,-1 17 170,1 0 0,0 0 0,1 0-1,4 24 1,-3-36-159,-1 1 1,1-1 0,0 0-1,0-1 1,1 1-1,-1 0 1,1-1-1,0 1 1,0-1-1,1 0 1,-1 0 0,1 0-1,0-1 1,0 1-1,0-1 1,1 0-1,-1 0 1,5 2-1,2 0-9,-1-1-1,0 0 0,1 0 0,0-1 0,0-1 0,0 0 0,0 0 0,12-1 0,-16 0-20,0-1-1,0 0 1,0-1-1,0 1 0,0-1 1,0-1-1,-1 1 0,1-1 1,0 0-1,-1-1 1,1 0-1,-1 0 0,10-6 1,-8 2-238,-1 0 0,0 0 0,0-1 0,-1 1 0,8-13 0,9-24-3672,-15 15-2868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4:50.70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0 720,'0'0'16664,"6"35"-16587,5 24-62,19 135-6,-19-102-13,-3 98 0,-6-242-6344,-4 26 4115,-2 1-1,-10-42 1,-6-10-1972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4:51.04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26 163 456,'0'0'107,"-1"1"0,1-1 0,-1 0 0,1 1 0,-1-1 0,1 0 0,-1 0 0,0 1 0,1-1 0,-1 0 0,1 0 0,-1 0 0,1 0 0,-1 0 0,0 0-1,1 0 1,-1 0 0,0 0 0,1 0 0,-1 0 0,1-1 0,-1 1 0,1 0 0,-1 0 0,0-1 0,1 1 0,-1 0 0,1-1 0,-1 1 0,0-1 0,0 0 84,0-1 0,1 1 0,-1-1 0,0 1 0,0-1 0,1 0 0,-1 1 0,1-1 0,0 0 0,-1 1 0,1-3 0,2-58 3242,-2 53-2881,0 7-414,1-1 1,-1 0-1,1 0 0,-1 0 1,1 0-1,0 0 0,0 0 1,0 1-1,0-1 1,0 0-1,1 1 0,-1-1 1,1 1-1,0 0 1,0-1-1,0 1 0,0 0 1,0 0-1,0 0 0,0 0 1,1 1-1,-1-1 1,1 0-1,-1 1 0,1 0 1,0 0-1,0 0 0,3-1 1,4 0 25,0 0 0,0 1 0,0 0 1,0 1-1,0 0 0,18 3 0,-23-2-146,0 0-1,1 0 1,-1 1-1,0-1 0,0 1 1,0 0-1,-1 0 1,1 1-1,0 0 0,-1 0 1,0 0-1,0 0 1,0 0-1,0 1 1,0 0-1,-1 0 0,1 0 1,-1 0-1,0 0 1,4 10-1,-2-5 15,-1 2 1,0-1-1,0 0 1,-1 1-1,-1 0 0,0-1 1,0 1-1,-1 0 0,-1 11 1,0-18 17,0-1 0,0 0-1,-1 0 1,0 0 0,1 0 0,-1 0 0,0 0 0,-1 0 0,1 0 0,0 0 0,-1-1 0,0 1 0,1 0 0,-1-1 0,0 0-1,-4 4 1,0-1 14,0 0 0,0 0-1,0-1 1,-1 0 0,1 0-1,-12 4 1,-1-1-45,1-1-1,-1 0 1,1-2-1,-35 4 1,47-7-89,-25-1-612,30 0 560,0 0 1,1 0 0,-1 0-1,0-1 1,0 1 0,0 0-1,0 0 1,0-1-1,1 1 1,-1-1 0,0 1-1,0-1 1,1 1 0,-1-1-1,0 1 1,1-1 0,-1 0-1,0 1 1,1-1-1,-1 0 1,1 1 0,-1-1-1,1 0 1,0 0 0,-1 0-1,0-1 1,0-11-4264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4:51.45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174 66 11530,'0'0'4361,"-22"-8"-4331,-2 0-29,-44-10 0,66 17-1,0 1 0,1 0 0,-1 0 0,1 0 0,-1 0 0,1 0 0,-1 0 0,1 0 0,-1 1 0,1-1-1,-1 0 1,1 1 0,-1 0 0,1-1 0,-1 1 0,1 0 0,0-1 0,-1 1 0,1 0 0,0 0 0,0 0-1,0 0 1,0 0 0,-2 2 0,2 0 0,-1 0-1,0 1 1,1-1 0,-1 0-1,1 1 1,0-1 0,0 5-1,-1 0 1,0 1 2,-1 0 1,2 1-1,-1-1 0,1 1 1,1-1-1,0 1 0,0-1 0,2 13 1,-1-18-3,0 0 1,0-1 0,1 1 0,-1 0-1,1-1 1,0 1 0,0-1 0,0 1-1,0-1 1,0 0 0,1 0-1,0 0 1,-1 0 0,1 0 0,0-1-1,0 1 1,1-1 0,-1 0 0,0 0-1,1 0 1,0 0 0,5 2-1,-2-2-12,1 1 0,-1-1 0,1 0-1,-1-1 1,1 1 0,0-2-1,0 1 1,-1-1 0,1 0 0,0-1-1,0 0 1,-1 0 0,1 0-1,8-4 1,-10 3-82,0-1 1,0 0-1,0 0 0,-1-1 1,1 0-1,-1 0 0,0 0 0,0 0 1,0-1-1,-1 0 0,0 0 0,1 0 1,-2-1-1,1 1 0,-1-1 0,5-10 1,-2 2-162,-1 0 0,0-1 0,-1 1 0,0-1 0,-1 0 0,-1 0 0,1-18 1,-3 33 272,0 0 1,0 0 0,1 0 0,-1 0 0,0 0 0,0 0-1,1 0 1,-1 0 0,0 0 0,0 0 0,1 0-1,-1 0 1,0 0 0,0 0 0,1 0 0,-1 0 0,0 0-1,0 0 1,1 0 0,-1 0 0,0 1 0,0-1-1,0 0 1,1 0 0,-1 0 0,0 0 0,0 1 0,0-1-1,1 0 1,-1 0 0,0 0 0,0 1 0,0-1-1,0 0 1,0 0 0,0 1 0,0-1 0,1 0 0,-1 0-1,0 1 1,0-1 0,0 0 0,0 0 0,0 1-1,1 2 29,15 33 281,23 37 1,-33-63-322,0 0 0,1-1 0,1 1 0,0-1 0,0-1 0,0 0 0,1 0 0,14 9 0,-21-15-4,1-1-1,-1 1 0,0-1 1,1 0-1,-1 0 1,0 0-1,1-1 0,-1 1 1,1 0-1,-1-1 0,1 0 1,-1 1-1,1-1 1,0 0-1,-1 0 0,1-1 1,-1 1-1,1 0 0,-1-1 1,1 0-1,-1 0 1,1 1-1,-1-1 0,0-1 1,1 1-1,-1 0 0,0 0 1,0-1-1,0 1 1,0-1-1,0 0 0,0 0 1,0 0-1,-1 0 0,1 0 1,-1 0-1,1 0 1,-1 0-1,0-1 0,2-2 1,13-42 39,-6 20 1,16-34 0,-23 54-40,0 1 1,1-1-1,0 1 1,1 0-1,-1 1 1,1-1-1,0 1 1,1 0-1,-1 0 1,8-5-1,-11 8-1,0 1 0,0 0 0,0-1 0,0 1 1,0 0-1,1 0 0,-1 1 0,0-1 0,0 0 0,0 1 0,1-1 0,-1 1 0,0 0 0,1 0 0,-1 0 0,0 0 0,1 0 0,-1 0 0,0 1 0,1-1 0,-1 1 0,0-1 0,0 1 0,1 0 0,-1 0 0,0 0 0,0 0 0,0 0 1,0 1-1,0-1 0,-1 1 0,1-1 0,0 1 0,-1 0 0,1-1 0,1 3 0,5 8 18,-1 0 1,-1 0-1,0 0 1,0 1-1,4 15 0,4 8-20,-12-31-112,29 51 450,-29-53-511,0 0-1,0 0 1,0-1 0,1 1-1,-1-1 1,1 0 0,0 1-1,-1-1 1,1 0 0,0-1-1,0 1 1,0 0 0,1-1-1,-1 0 1,5 2-1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4:51.85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143 44 2897,'0'0'12081,"-6"-4"-12608,1 0 482,-2-1 50,-1-1 0,-1 1 1,1 0-1,-12-4 0,18 8 25,0 0 1,0 0-1,0 1 1,1-1-1,-1 1 0,0-1 1,0 1-1,0 0 1,0 0-1,0-1 0,0 1 1,0 1-1,0-1 0,0 0 1,0 0-1,1 1 1,-1-1-1,0 1 0,0 0 1,0-1-1,1 1 1,-1 0-1,0 0 0,1 0 1,-1 0-1,0 1 1,1-1-1,0 0 0,-1 1 1,1-1-1,-2 2 1,0 3 27,1-1 0,-1 0 0,1 1 0,0-1 0,0 1 0,0 0 1,1 0-1,-1 11 0,0 52 562,2-45-399,0-21-205,0 0 0,0 1 0,0-1 1,1 1-1,-1-1 0,1 1 0,0-1 0,0 0 0,0 1 1,0-1-1,1 0 0,0 0 0,-1 0 0,1 0 0,0 0 1,0 0-1,0 0 0,1-1 0,-1 1 0,1-1 0,-1 0 1,1 0-1,0 0 0,3 2 0,2 0 4,-1-1 0,1-1 0,0 1 0,-1-1-1,1-1 1,0 1 0,0-1 0,0-1 0,11 0 0,-15 0-15,1-1 0,-1 0 0,0 0 0,1 0 0,-1 0 0,0-1 0,0 1 0,0-1 0,0 0 0,-1 0 0,1-1 0,0 1 0,-1-1 0,1 0 0,-1 0 0,0 0 0,0 0 0,0 0 0,-1-1 0,1 1 1,-1-1-1,0 0 0,3-5 0,4-11-152,0 0 0,-2-1 1,7-28-1,-11 39-11,8-38-184,-11 47 354,1 11 51,1 5-223,0-1 0,1 1 0,1-1 0,1 0 0,0 0 0,7 14 0,-1-6-2302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4:52.33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202 16 800,'0'0'13620,"-12"-4"-12925,-41-7-37,51 11-601,-1 0 1,0-1-1,0 2 0,0-1 1,1 0-1,-1 1 1,0-1-1,0 1 1,1 0-1,-1-1 1,0 1-1,1 1 1,-1-1-1,1 0 0,-1 1 1,1-1-1,-4 4 1,0 1 58,1 0 0,-1 0 0,1 0 1,-5 9-1,7-10-35,-4 6 44,1 0 0,0 1-1,1 0 1,0 0 0,1 0 0,0 0-1,1 1 1,-2 14 0,2-4 170,1 0 1,2 0-1,2 36 1,-1-52-250,0 0 0,0-1 0,1 1 0,-1-1 1,1 1-1,1-1 0,-1 0 0,1 0 0,0 0 1,1 0-1,-1-1 0,1 1 0,0-1 0,8 8 0,-4-7-1,0 1 0,0-1-1,0 0 1,1-1 0,0 0-1,0-1 1,0 0 0,18 6-1,-3-4 3,1-1-1,0-1 0,0-1 1,0-2-1,0 0 0,49-5 1,-59 1-181,0 0 0,0 0 0,-1-2 0,1 0 0,-1 0 0,0-2 1,19-10-1,-14 5-2214,1-1 0,18-17 1,-8 2-8404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4:52.67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10586,'0'0'11139,"135"7"-11139,-111-1-16,-3-6-312,0 0-545,-1 0-575,1 0-976,-7 0-713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4:53.06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35 776,'0'0'19932,"20"-34"-19435,5 34-313,2 0-16,4 6-168,4 9-360,13 1-1017,-7 2-1639,-10-11-3634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4:53.49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1 298 568,'0'0'13543,"15"16"-12575,7 6-485,-9-10 53,-1 1 0,0 0-1,21 30 1,-28-36-328,0 0 0,0-1-1,1 0 1,0 0 0,0-1 0,1 0 0,-1 0-1,1 0 1,0-1 0,0 0 0,1 0 0,-1-1-1,14 5 1,-8-5-92,0 0-1,0-1 1,0-1-1,1 0 1,-1 0-1,0-2 0,26-2 1,-35 2-114,-1 0 0,1 0 0,-1 0 0,1 0 0,-1 0 0,1-1-1,-1 1 1,0-1 0,0 0 0,1 0 0,-1 0 0,-1-1 0,1 1 0,0-1 0,3-4 0,-1 1 1,-2 0 0,1 0 1,0 0-1,-1-1 0,0 1 1,-1-1-1,4-12 0,-3 2 2,0-1-1,-1 0 0,-1 0 0,0 0 0,-4-34 1,1 41-37,-1 0 1,0 0-1,-1 0 1,0 0 0,-1 1-1,0-1 1,-1 1-1,0 0 1,-11-14 0,-5-3-273,-48-46 1,65 68 219,0 1 0,0 0-1,-1 0 1,1 1-1,-1-1 1,0 1-1,0 0 1,0 1-1,0 0 1,0 0 0,-1 0-1,1 0 1,-1 1-1,1 0 1,-1 1-1,1-1 1,-1 1 0,-8 1-1,11 0 16,1-1-1,0 1 0,-1 0 1,1 0-1,0 0 1,0 0-1,0 0 1,0 1-1,0 0 1,0-1-1,0 1 1,1 0-1,-1 0 1,1 1-1,-3 2 1,0 0-83,0 1 0,0 1 0,1-1 0,0 1 0,1-1 0,-4 11 0,-1 3-324,2 0 0,1 0 0,-5 39 1,4 16-1810,6-11-2517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4:55.01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132 1 13555,'0'0'4457,"-21"170"-5209,4-132-1009,-31 8-1367,3-9-8203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4:56.76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78 568,'0'0'10266,"0"-15"-9159,0-8-623,1-5 277,-2 16 2573,38 242-2492,-8-68-2051,-23-114-1535,1 65-1,-7-74-1182,0-10-1266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4:57.15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44 4081,'0'0'13235,"52"-12"-12867,-4 9-320,4 3-48,10-13-16,17 4-960,-13 3-1897,-18 6-5889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4:57.53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172 242 3649,'0'0'9995,"9"-28"-9783,28-87-120,-36 113-103,0-1 0,0 1-1,0-1 1,0 0-1,-1 1 1,1-1 0,-1 0-1,0 0 1,0 1-1,0-1 1,0 0 0,0 0-1,0 1 1,-1-1-1,0 0 1,1 1 0,-1-1-1,0 0 1,0 1-1,0-1 1,-1 1 0,-2-4-1,2 3-54,-1 1-1,0 0 0,0 0 1,0 0-1,-1 1 1,1-1-1,0 1 1,-1 0-1,1 0 0,-1 0 1,-3-1-1,-6-1-228,0-1 56,0 2-1,0-1 1,0 2-1,0-1 1,-27 3 0,38-1 245,0 0 1,0 0 0,1 0 0,-1 1-1,0-1 1,0 1 0,0 0-1,0 0 1,0-1 0,1 1-1,-1 0 1,0 0 0,1 1 0,-1-1-1,1 0 1,-1 0 0,1 1-1,0-1 1,-1 1 0,0 1 0,0 1 56,0 0 1,0 0-1,0 0 0,0 0 1,1 0-1,0 0 1,0 1-1,0-1 1,0 5-1,0-1 69,1 1 0,0-1-1,0 1 1,1-1 0,0 1-1,1-1 1,0 1 0,0-1-1,6 13 1,-3-11-87,1 0 0,1-1 0,0 0-1,0 0 1,1-1 0,0 0 0,1 0-1,-1-1 1,1 0 0,1 0 0,14 7 0,-12-8-141,0 0 1,1 0 0,-1-1-1,1-1 1,0 0 0,0-1-1,1-1 1,-1 0-1,17 0 1,15-2-2911,-15 0-5388</inkml:trace>
  <inkml:trace contextRef="#ctx0" brushRef="#br0" timeOffset="1">172 242 4081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4:58.34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1 302 4081,'205'-174'3287,"-157"138"-459,-43 35-2641,0 0 0,1 1 0,-1-1 0,0 1 0,0 0 0,0 1 0,1 0 0,-1 0 0,0 0 0,0 0 0,0 1 0,0-1 1,0 1-1,0 1 0,-1-1 0,1 1 0,7 5 0,-6-2-181,0 0 1,-1 0-1,0 0 1,0 1-1,0 0 1,-1-1-1,0 2 0,0-1 1,-1 0-1,0 1 1,2 9-1,1 5 19,-2 0-1,0 0 1,-2 0-1,0 35 1,-2-92 37,-1 7-16,5-49 1,-3 68-48,1 1 1,0 0-1,0 0 1,0 0-1,1 0 1,1 0-1,-1 0 1,1 1-1,0 0 1,8-11-1,-10 16-5,0 0 0,-1 0-1,1 0 1,0 0 0,1 0-1,-1 0 1,0 0-1,0 1 1,1-1 0,-1 1-1,1 0 1,-1-1 0,1 1-1,-1 0 1,1 1 0,0-1-1,0 0 1,-1 1-1,1 0 1,0-1 0,0 1-1,0 0 1,-1 0 0,1 1-1,0-1 1,0 1 0,0-1-1,2 2 1,0 0 3,1 1 0,-1-1 1,0 1-1,-1 0 0,1 1 0,0-1 1,-1 1-1,0 0 0,0 0 0,0 0 1,0 0-1,4 7 0,1 2 85,-1 1-1,0 0 1,0 0-1,-2 0 1,0 1-1,0 0 1,-1 0-1,-1 0 1,-1 1-1,3 25 607,-6-63-364,1 11-331,0 0-1,1 0 0,0 0 1,1 0-1,0 0 1,1 1-1,0 0 0,0-1 1,2 1-1,-1 1 0,14-18 1,-10 15-78,0 0 0,1 1-1,0 0 1,1 1 0,0 0 0,1 1 0,0 0 0,18-10 0,-23 16 41,1 0 1,0 0-1,-1 1 1,1 0-1,11-1 1,-17 2 40,0 1 1,1-1-1,-1 1 0,1 0 0,-1 0 1,0 0-1,1 0 0,-1 0 0,0 1 0,1-1 1,-1 1-1,0 0 0,0-1 0,1 1 1,-1 0-1,0 0 0,0 0 0,0 1 1,0-1-1,0 0 0,0 1 0,3 2 1,1 9 25,0 1 1,-1-1 0,0 1-1,-1 0 1,-1 0-1,0 0 1,1 15-1,11 44 222,-14-72-242,-1 0-1,0 0 1,1 0 0,-1 0-1,1 0 1,-1-1-1,1 1 1,-1 0 0,1 0-1,-1 0 1,1-1 0,0 1-1,0 0 1,-1-1-1,1 1 1,0-1 0,0 1-1,0-1 1,0 1 0,0-1-1,-1 1 1,1-1-1,0 0 1,0 0 0,0 1-1,0-1 1,0 0-1,0 0 1,0 0 0,0 0-1,0 0 1,0 0 0,0 0-1,0-1 1,0 1-1,0 0 1,2-1 0,0 0-5,1-1 0,-1 1 0,1-1 0,-1 0 0,0 1 0,1-1 1,-1-1-1,4-3 0,5-6-118,-9 8 103,1 0 0,0 0 0,1 0 0,-1 0 0,0 1 0,1 0 0,8-5 0,-11 7 18,0 1 1,0-1 0,1 1 0,-1 0-1,0-1 1,0 1 0,0 0 0,1 1-1,-1-1 1,0 0 0,0 0 0,0 1-1,0 0 1,0-1 0,0 1 0,0 0-1,0 0 1,0 0 0,0 0 0,0 0-1,0 0 1,0 1 0,-1-1 0,1 1-1,1 1 1,23 21 50,-13-10-45,1-2 1,0 1-1,20 11 0,-29-21-14,0 0-1,-1-1 1,1 1 0,0-1-1,0-1 1,0 1 0,0-1-1,1 1 1,-1-2 0,0 1-1,1 0 1,-1-1-1,0 0 1,0 0 0,1-1-1,6-1 1,-9 1-35,-1 0 0,1 0 0,-1 0 1,0 0-1,0 0 0,0-1 0,0 1 0,0-1 0,0 1 0,0-1 0,0 0 1,0 0-1,-1 0 0,1 0 0,-1 0 0,1 0 0,-1 0 0,0-1 0,0 1 1,0 0-1,0-1 0,0 1 0,-1-1 0,2-4 0,0-6-254,-1-1 0,0 0 0,-1-20 0,0 18 72,0 8 213,-1 0 0,0 1 0,0-1 0,0 0 0,-1 0 0,0 1 0,-1-1 0,1 1 0,-1 0 0,-1-1 0,0 1 0,0 1 0,0-1 0,-1 1 0,1-1 0,-2 1 0,1 1 0,-1-1 0,0 1 0,0 0 0,0 0 0,-1 1 0,1 0 0,-1 0 0,0 0 0,0 1 0,-1 0 0,1 0 0,-1 1 0,1 0 0,-1 1 0,0-1 0,-12 1 1,18 0 19,-4 1 36,-1 0 0,0 0 1,0 0-1,0 0 0,-13 4 0,18-3-36,0-1 0,0 1 0,0 0 0,0 0 0,1 0 0,-1 1 0,0-1 0,1 0 0,-1 1 0,1-1 0,-1 1 0,1-1 0,0 1 0,0-1 0,0 1 0,-1 0 0,2 0 0,-1 0 0,0-1 0,0 1 0,1 0 0,-1 0 0,1 0 0,-1 3 0,0 0 36,0 0 1,1 0-1,-1 0 1,1 0-1,1 9 0,-1-13-22,0 1 1,0-1-1,1 0 0,-1 0 0,1 1 0,-1-1 0,1 0 0,-1 0 0,1 0 0,-1 1 1,1-1-1,0 0 0,0 0 0,0 0 0,-1 0 0,1 0 0,0 0 0,0-1 0,0 1 0,0 0 1,1 0-1,-1-1 0,0 1 0,0-1 0,0 1 0,2 0 0,5 1 61,1-1-1,-1 0 0,1 0 1,-1-1-1,1 0 1,-1 0-1,1-1 1,-1 0-1,17-4 0,-1-3 27,46-21-1,-55 21-237,1 0 1,1 2-1,-1 0 0,1 1 0,0 0 1,23-2-1,-29 6 19,5 0-107,-1 0 0,1 1 0,28 3 0,-39-2 200,-1 0 0,1 0 0,-1 1 0,1-1-1,-1 1 1,1 0 0,-1 0 0,0 1 0,0-1 0,0 1 0,0 0 0,-1 0-1,1 0 1,-1 1 0,0-1 0,6 8 0,-5-3 144,1 0 0,-1 1 0,-1-1 0,0 0 0,0 1 0,0 0 0,-1 0-1,-1 0 1,0 0 0,0 0 0,0 0 0,-1 0 0,0 0 0,-1 0 0,-3 16 0,2-20-111,0-1-1,-1 0 1,1 0-1,-1 0 1,0-1-1,0 1 1,0-1-1,0 1 1,-1-1-1,0 0 1,-6 4-1,-45 27-1885,30-25-2693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5:02.28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94 1 12499,'0'0'7224,"18"8"-7163,57 30-29,-70-35-31,0 1 0,-1-1 0,1 1 0,-1 0 0,0 0 0,0 1 0,0-1 0,-1 1 0,1 0 0,-1 0 0,0 0 0,0 0 0,-1 0 0,0 1 0,0 0 0,0-1 0,1 11 0,0-7 1,2 13 7,-1 0-1,-1 0 1,-1 0-1,-1 33 1,-8-56-256,0-2 76,0 0 0,0-1-1,0 1 1,0-1 0,0-1 0,1 1 0,-6-6-1,4 3 51,0 1 0,0 1-1,0 0 1,-17-8 0,18 10 53,1 1 1,-1 0-1,1 0 1,-1 1-1,0 0 1,0 0-1,1 1 1,-1 0-1,0 0 1,0 0-1,-8 2 1,12-1 53,0 0 0,1 0 0,-1 0 1,0 0-1,1 0 0,-1 1 0,1-1 0,-1 1 1,1 0-1,0 0 0,-1 0 0,1 0 0,0 0 1,1 0-1,-1 1 0,0-1 0,0 0 0,1 1 1,0 0-1,-1-1 0,1 1 0,0 0 0,0-1 1,1 1-1,-1 0 0,0 0 0,1 3 1,-1-2 13,0 0 0,1 0 0,0 0 0,-1 0 0,2 0 1,-1 0-1,0 0 0,1 0 0,-1 0 0,1-1 1,0 1-1,1 0 0,-1 0 0,1 0 0,-1-1 0,1 1 1,0-1-1,1 0 0,2 4 0,1-1 1,-1-1 0,2 0 1,-1-1-1,0 0 0,1 0 0,0 0 0,0-1 0,0 0 0,8 3 0,4-1-258,-1-1 0,1 0 0,0-2-1,0 0 1,0-1 0,30-2 0,-15 1-1804,18 0-4647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5:03.21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1 237 12899,'0'0'8810,"55"-180"-8882,-24 145-1457,-3 14-2856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5:02.78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141 1 12963,'0'0'7676,"16"9"-7581,51 35-58,-65-42-33,0 0-1,0 0 1,0 1 0,-1-1-1,1 0 1,-1 1-1,1 0 1,-1-1 0,0 1-1,0 0 1,0-1 0,-1 1-1,1 0 1,0 0-1,-1 0 1,0 0 0,0-1-1,0 1 1,0 0 0,0 0-1,0 0 1,-1 0-1,0 0 1,0 3 0,-1 1-12,1-4-13,0 1-1,-1 0 1,1 0 0,-1 0 0,0-1 0,0 1 0,-1-1-1,1 1 1,-1-1 0,0 0 0,0 0 0,0 0-1,0-1 1,0 1 0,0-1 0,-1 0 0,1 1-1,-1-1 1,0-1 0,0 1 0,1-1 0,-8 3 0,-3 0-249,0 0 0,0-1 1,0-1-1,-1 0 1,-18 0-1,-32-2-1139,66 12 1314,3-5 100,1 0 0,-1 1 1,1-2-1,0 1 0,0 0 0,1-1 0,0 0 0,0-1 1,1 1-1,-1-1 0,1 0 0,0-1 0,1 0 1,-1 0-1,1 0 0,-1-1 0,13 3 0,-13-3-27,0-1 0,1 0 0,-1-1 0,0 1-1,1-1 1,0-1 0,-1 0 0,1 0-1,-1 0 1,1-1 0,-1 0 0,1 0 0,-1-1-1,0 0 1,0 0 0,0-1 0,0 0 0,0 0-1,11-8 1,-6 0-628,0 0 0,-1-1-1,-1 0 1,0-1 0,0 0-1,-2 0 1,14-28 0,-9 11-4233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5:03.64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65 364 6025,'0'0'12947,"-1"-3"-12403,-14-40-458,1 0 0,3-1-1,-9-65 1,19 102-101,0-3 14,0-1 1,1 1-1,0 0 0,2-13 1,-2 21 1,0 0 0,1 0 0,-1 0-1,1 0 1,0 0 0,-1 0 0,1 0 0,0 0 0,0 0 0,0 0 0,1 0 0,-1 1 0,0-1-1,1 0 1,-1 1 0,1-1 0,-1 1 0,1-1 0,0 1 0,0 0 0,-1 0 0,1 0 0,0 0-1,0 0 1,4-1 0,6 0-151,1-1 0,0 2-1,0 0 1,0 0 0,0 1-1,25 3 1,-20 0-3068,37 10 0,-17 0-5365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5:04.03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214 11 12115,'0'0'6786,"-7"-1"-6566,-4-2-272,-1 0 0,0 2 0,-1-1 0,1 2 0,0 0 0,-17 1-1,25 0 37,-1-1-1,1 1 0,0 0 1,-1 0-1,1 0 0,0 0 0,-1 1 1,1 0-1,0 0 0,0 0 1,0 1-1,1-1 0,-1 1 0,1 0 1,-1 0-1,1 0 0,0 0 0,0 0 1,0 1-1,-4 6 0,3-1 32,0 1 0,1 0 0,0 0-1,1 0 1,0 0 0,0 0 0,1 1 0,0 17-1,1-22-2,0 0 0,1 0 0,-1 1 0,1-1 0,1 0 0,-1 0 0,1 0 1,0 0-1,0-1 0,1 1 0,-1 0 0,1-1 0,1 0 0,-1 0 0,7 8 0,-2-6-6,0-1 1,0 1 0,0-1 0,1-1 0,0 0-1,0 0 1,0-1 0,1 0 0,0-1 0,-1 0 0,12 2-1,8 0-99,0-2-1,48-2 1,-71-1-106,0 0 0,0 0-1,0-1 1,0 0 0,0 0 0,-1 0 0,1-1-1,0 0 1,-1 0 0,8-4 0,-8 3-662,0-1 1,0 0-1,0 0 0,0 0 1,8-10-1</inkml:trace>
  <inkml:trace contextRef="#ctx0" brushRef="#br0" timeOffset="1">145 206 9338,'0'0'9490,"203"-56"-20060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5:04.45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122 1 11947,'0'0'6612,"18"29"-6439,54 92-122,-65-108-42,1 0 0,-2 0 1,0 1-1,0 0 0,-1 0 1,-1 0-1,0 0 1,-1 1-1,-1 0 0,0-1 1,-1 1-1,-1 0 0,-1 20 1,0 5 8,1-39-32,-1 0 0,1-1 0,0 1 0,0-1 0,-1 1 0,1-1 0,0 0-1,-1 1 1,1-1 0,0 1 0,-1-1 0,1 1 0,-1-1 0,1 0 0,-1 1 0,1-1 0,-1 0 0,1 0 0,-1 1 0,1-1 0,-1 0-1,1 0 1,-1 0 0,0 0 0,1 0 0,-1 0 0,1 0 0,-1 0 0,1 0 0,-1 0 0,0 0 0,1 0 0,-1 0 0,1 0-1,-1 0 1,1 0 0,-1-1 0,0 1 0,-25-9-811,16 1 719,1 0-1,0 0 1,-11-13-1,11 11 114,0 0 1,-18-14-1,24 21 1,-1 1 1,1 0 0,-1 0 0,0 0 0,0 0-1,1 1 1,-1-1 0,0 1 0,0 0-1,0 0 1,-1 1 0,-7-1 0,9 0 15,0 1 0,-1 0 0,1 0 1,0 1-1,-1-1 0,1 1 0,0 0 1,-1-1-1,-3 3 0,5-2-12,0 1-1,1-1 1,0 1 0,-1-1-1,1 1 1,0 0-1,-1 0 1,1-1 0,0 1-1,0 0 1,1 0-1,-1 0 1,0 0 0,1 0-1,-1 2 1,-3 7 67,2-1 0,-1 0 0,2 1 0,-1-1 0,1 1 0,1 0 0,1 13 0,-1-21-68,0 0 0,1 0 0,-1 0 0,1-1 0,0 1 0,0 0 0,0 0 1,0 0-1,0 0 0,0-1 0,1 1 0,0-1 0,-1 1 0,1-1 0,0 1 1,0-1-1,0 0 0,1 0 0,-1 0 0,0 0 0,1-1 0,-1 1 0,1-1 1,0 1-1,-1-1 0,1 0 0,0 0 0,0 0 0,5 1 0,3 0-63,1-1 0,-1-1 0,1 0 0,-1 0-1,1-1 1,-1 0 0,0-1 0,0-1 0,0 0 0,19-7 0,2-5-2062,0-1 0,34-23 1,4-5-6697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5:05.10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342 499 1872,'0'0'9722,"-36"15"-8725,-113 51-54,139-63-800,1 2 0,1-1 1,-1 1-1,1 0 1,0 1-1,0-1 0,0 2 1,1-1-1,0 1 1,-7 8-1,6-5 120,2-3-60,1 0 0,-1 0-1,1 1 1,1 0 0,-1 0 0,2 0-1,-1 0 1,1 1 0,0 0 0,1-1 0,-1 1-1,2 0 1,0 0 0,0 0 0,0 0 0,2 15-1,-1-21-184,1 0-1,-1 0 0,1 0 1,0 0-1,0 0 0,0 0 0,0-1 1,1 1-1,-1 0 0,1-1 1,-1 1-1,1 0 0,0-1 0,0 0 1,0 0-1,1 1 0,-1-1 1,0 0-1,1-1 0,-1 1 0,1 0 1,0-1-1,0 0 0,-1 1 1,1-1-1,0 0 0,5 1 1,1 0-8,0 0 0,0 0 0,0-1 0,1-1 0,-1 1 0,0-1 0,1-1 0,9-1 0,-14 1-13,-1-1 0,1 0-1,-1 0 1,0 0 0,0 0 0,0 0-1,0-1 1,-1 0 0,1 0-1,-1 0 1,1 0 0,-1 0 0,0-1-1,0 0 1,0 1 0,-1-1 0,1 0-1,-1 0 1,0 0 0,2-6 0,5-13-138,-1 1 0,8-39 1,-15 54 91,16-77-1118,-5-2 0,3-90 0,-10-142-1983,-5 281 3096,-1 158 377,3 145 260,1-212-261,2 0 0,25 100 0,-26-136-226,2-1 0,0 1-1,1-1 1,1 0 0,13 21 0,-18-34-122,0 1 0,0 0 1,1-1-1,0 0 1,-1 0-1,2 0 0,-1 0 1,0-1-1,1 0 0,-1 1 1,1-2-1,0 1 1,0 0-1,0-1 0,1 0 1,-1 0-1,0-1 0,1 1 1,-1-1-1,1-1 1,7 1-1,-11 0-28,0-1 0,-1 0 1,1 0-1,0-1 0,-1 1 0,1 0 0,0 0 1,-1-1-1,1 1 0,0-1 0,-1 0 1,1 1-1,-1-1 0,1 0 0,-1 0 0,1 0 1,-1 0-1,0 0 0,3-2 0,-3 1 17,0-1-1,0 1 1,0-1-1,0 1 1,0-1-1,0 1 1,0-1-1,-1 1 1,0-1-1,1 0 1,-1 1-1,0-6 1,2-15 264,-1 23-182,-1-1 0,0 1 0,0 0 0,0-1 1,0 1-1,1-1 0,-1 1 0,0 0 1,0-1-1,1 1 0,-1 0 0,0 0 1,0-1-1,1 1 0,-1 0 0,0 0 0,1-1 1,-1 1-1,0 0 0,1 0 0,-1 0 1,1-1-1,-1 1 0,0 0 0,1 0 1,0 0-1,2 1 78,1 0 0,-1 0 0,1 0 0,-1 1 0,0-1 0,0 1 0,0 0 0,6 5 0,-9-7-143,14 7 41,0 0 0,0-1-1,1 0 1,0-1 0,0-1 0,0-1-1,0 0 1,1-1 0,-1 0-1,1-1 1,0-1 0,25-3 0,-39 3-21,0-1 0,0 1 0,-1-1 0,1 0 0,0 1 0,0-1 1,-1 0-1,1 0 0,-1 0 0,1-1 0,-1 1 0,1 0 0,-1 0 0,1-1 1,-1 1-1,0-1 0,0 1 0,0-1 0,0 0 0,0 1 0,0-1 0,-1 0 1,1 0-1,0 0 0,-1 0 0,1 1 0,-1-1 0,0 0 0,0 0 1,0 0-1,0-3 0,1-2 12,-1 0-1,0 1 1,-1-1 0,1 0 0,-1 1 0,-1-1 0,1 1-1,-5-11 1,2 10-8,0 0-1,0 0 1,-1 1 0,0 0-1,0-1 1,-1 2-1,1-1 1,-1 1 0,-1 0-1,1 0 1,-1 1-1,0-1 1,0 1 0,0 1-1,0 0 1,-1 0-1,1 0 1,-1 1 0,0 0-1,0 0 1,0 1-1,-14 0 1,19 1-13,0 0 0,1 0 0,-1 1-1,0 0 1,0-1 0,0 1 0,0 0 0,1 0 0,-1 1-1,0-1 1,1 1 0,-1-1 0,1 1 0,0 0 0,-1 0-1,1 0 1,0 0 0,0 0 0,0 0 0,-1 3 0,-4 6-290,0 0 0,1 1-1,-7 16 1,7-15-335,-15 37-3107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5:05.64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125 0 5145,'0'0'11065,"-15"8"-11034,-50 29-29,61-35 1,1 1 0,0 0-1,0 0 1,0 0 0,1 0-1,-1 0 1,1 1 0,-1-1-1,1 1 1,0 0 0,0-1-1,1 1 1,-3 8 0,2-1 39,0-1 0,1 1 1,0 17-1,1-15 28,-1-11-54,1 10 106,-1 0-1,2-1 1,-1 1-1,1 0 1,4 12-1,-4-20-96,0-1 0,0 1-1,1-1 1,0 1 0,0-1 0,0 1-1,0-1 1,0 0 0,1 0-1,-1 0 1,1 0 0,0-1 0,0 1-1,0-1 1,0 0 0,0 1 0,1-1-1,-1-1 1,6 3 0,-2-1-68,-1 0 0,1 0 0,-1-1 0,1 0 1,0-1-1,0 1 0,-1-1 0,1-1 0,0 1 0,0-1 1,0-1-1,0 1 0,0-1 0,0 0 0,0-1 0,0 1 1,-1-1-1,1-1 0,-1 1 0,1-1 0,-1 0 0,0-1 1,0 1-1,8-8 0,2-4-613,-1-2-1,-1 0 1,0-1-1,-2 0 1,0-1 0,0 0-1,-2-1 1,-1 0-1,0 0 1,9-38 0,-15 79 4217,20 55-2853,-12-46-676,3-1 1,0 0-1,19 28 1,7-3-3307,-25-39-2287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5:06.02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1 143 12219,'0'0'6857,"158"-143"-16163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5:06.45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1 342 9450,'0'0'5536,"6"9"-5432,18 24-39,-15-27 282,-4-11 14,-4-16 228,-1 20-524,-1-96 444,2-107 290,-1 201-803,1 1 0,-1-1-1,1 1 1,-1-1 0,1 0-1,0 1 1,-1-1 0,1 1 0,1 0-1,-1-1 1,0 1 0,1 0-1,-1 0 1,1 0 0,-1 0 0,1 0-1,0 0 1,0 0 0,0 0 0,0 1-1,0-1 1,0 1 0,1-1-1,-1 1 1,0 0 0,1 0 0,-1 0-1,1 0 1,-1 1 0,1-1-1,2 0 1,7 0-92,-1 0-1,0 1 1,1 0-1,-1 0 1,1 1-1,11 3 1,50 16-3844,-47-8-339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5:07.56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147 658 280,'0'0'14306,"-15"7"-14065,-50 27-114,61-31-83,0 1 1,-1-1-1,2 1 1,-1 0-1,0 0 1,1 1-1,-1-1 1,1 1-1,0 0 0,1 0 1,-1 0-1,1 0 1,0 0-1,1 0 1,-3 10-1,1-4 212,0-1 24,0 1 1,1-1-1,0 0 1,1 1 0,0-1-1,0 1 1,2 16-1,0-24-257,-1 1 0,1-1 0,0 1 0,0-1 0,0 0 0,0 1 0,0-1 0,1 0 0,0 0 0,-1 0 0,1 0 0,0 0 0,0 0 0,1-1 0,-1 1 0,1-1 0,-1 1 0,1-1 0,0 0 0,0 0 0,0 0 0,0-1 0,0 1 0,0-1 0,6 3 0,0-2-24,1 1 0,0-1 0,-1 0 0,1-1 0,0 0 0,0-1 1,18-1-1,-22 0-49,-1 0 0,0 0 1,0 0-1,0-1 0,0 1 0,0-1 1,-1-1-1,1 1 0,0 0 1,-1-1-1,0 0 0,1 0 0,-1-1 1,-1 1-1,1-1 0,4-5 0,7-12-465,-2-1-1,0-1 0,-2-1 0,0 1 0,-2-2 0,0 1 0,-2-1 0,8-47 0,-9 83 2846,6 20-1928,-5-11-56,-3-10-254,1 0 1,0 0-1,0 0 0,1-1 1,0 0-1,10 12 0,-13-18-88,0 1 0,1-1 0,-1 0-1,1 0 1,0 0 0,0-1 0,0 1 0,0-1-1,0 0 1,0 0 0,1 0 0,-1-1 0,1 1-1,-1-1 1,1 0 0,0-1 0,6 1 0,0-1-53,-9 1-2,1-1 1,-1 1 0,1-1 0,0 0 0,-1 0 0,1 0 0,-1 0 0,1-1-1,-1 1 1,1-1 0,-1 0 0,1 1 0,-1-1 0,0 0 0,1 0 0,-1 0-1,0-1 1,0 1 0,0-1 0,0 1 0,0-1 0,0 0 0,0 1 0,0-1-1,2-4 1,11-39-1531,-8 26 2809,-5 28-1173,1-1 0,1 0 0,0 0 0,0 0 0,1 0 0,-1-1 1,2 0-1,-1 0 0,1 0 0,0 0 0,0-1 0,1 0 0,0-1 0,0 1 0,0-1 0,1-1 0,0 1 0,10 3 0,-11-5-64,0 0 0,0 0 0,1-1 0,-1 0 0,0-1 0,1 0 0,0 0 0,-1 0 0,14-2 0,-16 1 7,0-1 0,0 0 0,0 0 0,-1 0 0,1-1 0,0 0 0,0 0 0,-1 0-1,0 0 1,1-1 0,-1 0 0,0 0 0,0 0 0,0 0 0,4-6 0,5-7-9,-1 0-1,0-1 1,-1-1 0,-1 0 0,-1 0-1,-1-1 1,0 0 0,6-28 0,-4 10-3,-3 0 0,-1 0 1,2-65-1,-7 63 5,0-119-122,-2 129 108,-2 0-1,-1-1 0,-9-33 0,8 44 29,-18-53 35,22 69-19,0 1 0,-1 0-1,1 0 1,0 1-1,-1-1 1,1 0-1,-1 0 1,1 1-1,-1-1 1,-2-1 0,3 3-3,1-1 0,-1 1 0,1 0 0,-1-1 0,0 1 0,1 0 0,-1-1 0,0 1 1,1 0-1,-1 0 0,0 0 0,1 0 0,-1 0 0,0 0 0,1 0 0,-1 0 1,0 0-1,1 0 0,-1 0 0,0 0 0,1 0 0,-1 1 0,1-1 0,-1 0 1,0 0-1,1 1 0,-1-1 0,1 1 0,-1-1 0,0 0 0,1 1 0,-1-1 0,1 1 1,0-1-1,-1 1 0,1-1 0,-1 1 0,1-1 0,-1 2 0,-5 11 61,1 1-1,0 0 1,1 0-1,-4 23 1,6-26-33,-10 63 443,3-1-1,2 145 1,7-190-367,2-1-1,1 1 1,2-1 0,0 1 0,2-1 0,1-1-1,1 1 1,14 26 0,-15-35-103,1-1 0,1 0 0,1 0 0,1-1 0,0-1 0,1 0 1,0 0-1,1-1 0,1-1 0,0-1 0,1 0 0,20 12 0,-30-21-77,-1-1 0,1 1-1,0-1 1,0 0 0,0 0 0,0-1-1,0 0 1,0 0 0,7 0 0,-11-1-9,0 0 1,0 0-1,0 0 1,-1 0-1,1 0 0,0-1 1,0 1-1,0-1 1,-1 1-1,1-1 1,0 0-1,0 1 1,-1-1-1,1 0 1,-1 0-1,1 0 1,-1-1-1,1 1 1,-1 0-1,0 0 1,1-1-1,-1 1 0,0-1 1,0 1-1,0-1 1,0 0-1,0 1 1,-1-1-1,1 0 1,0 1-1,0-4 1,1-7-481,-1 0 0,0-1 0,-1-19 1,0 10 2503,12 38-864,-4-10-1005,-1 0 1,0-1 0,1 0 0,0 0 0,0-1 0,1 0 0,-1 0 0,1-1 0,0 0 0,16 3 0,0-2-25,0-1 1,44 1 0,-65-4-60,-1 0 1,0 0-1,1-1 0,-1 1 1,0-1-1,0 1 0,1-1 1,-1 0-1,0 0 1,0-1-1,0 1 0,0-1 1,0 1-1,-1-1 0,1 0 1,0 0-1,-1 0 1,4-4-1,-3 2-7,0 0-1,-1 0 1,0 0-1,0 0 1,0 0-1,0-1 1,-1 1-1,1-1 1,-1 1 0,0-1-1,-1 1 1,1-1-1,-1-4 1,1 0-91,-1-1-1,0 1 1,0 0 0,-1 0-1,0 0 1,0 0 0,-1 0-1,-1 0 1,1 0 0,-1 0 0,-1 1-1,0-1 1,0 1 0,0 0-1,-1 1 1,0-1 0,-1 1-1,0 0 1,0 0 0,0 0 0,-1 1-1,0 0 1,-14-9 0,11 8-186,-1 1 0,0 0 0,0 1 0,0 0 1,-1 1-1,1 0 0,-1 1 0,0 0 0,0 1 0,0 0 1,-1 1-1,1 0 0,-22 2 0,30-1 251,0 1-1,-1-1 1,1 1-1,0 1 1,0-1-1,0 0 1,0 1-1,0 0 1,0 0-1,0 0 1,0 0-1,1 1 1,-1 0-1,1-1 1,0 1-1,-1 0 1,2 1-1,-1-1 1,-4 6-1,4-4 224,0-1 1,0 2-1,1-1 0,0 0 0,0 0 0,0 1 0,0-1 1,1 1-1,0-1 0,0 1 0,0 0 0,1 0 1,0-1-1,0 8 0,1-12-116,-1 0 0,1 0 1,-1 0-1,1 0 0,-1 0 0,1 0 1,0 0-1,0 0 0,-1-1 0,1 1 0,0 0 1,0 0-1,0-1 0,0 1 0,0-1 0,0 1 1,0-1-1,0 1 0,0-1 0,0 0 0,0 1 1,0-1-1,0 0 0,0 0 0,0 0 1,0 1-1,2-2 0,36 3 583,-31-3-404,1 2-141,0-1 0,1 0 0,-1 0 0,0-1 0,0 0 0,0-1 0,1 0 0,-2 0 0,1-1 0,0-1 0,13-6 0,-7 1-229,-1 0 0,25-22 1,-34 27-696,-1-1 1,0 1 0,-1-1 0,1 0 0,-1 0 0,0 0 0,3-6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5:10.16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0 626 464,'0'0'12321,"2"7"-11132,1-1-797,-2-3-145,0-1-1,0 0 0,-1 1 1,1-1-1,0 1 0,-1-1 1,0 1-1,1 5 827,89-310-1518,-79 256-99,2 0-1,2 2 1,2-1 0,2 2-1,35-59 1,-28 71 555,-26 30-8,1 1 1,0-1 0,0 0 0,0 1 0,-1-1 0,1 0-1,0 1 1,0-1 0,0 1 0,0 0 0,0-1-1,0 1 1,0 0 0,0 0 0,1-1 0,-1 1-1,0 0 1,0 0 0,0 0 0,0 0 0,0 0-1,0 1 1,0-1 0,0 0 0,0 0 0,0 1-1,0-1 1,0 1 0,0-1 0,0 1 0,0-1 0,0 1-1,0-1 1,1 2 0,4 6 9,0 0 1,0 0-1,-1 1 1,0 0-1,-1 0 1,0 0-1,0 0 1,3 14-1,1-2 1,198 581 2215,-171-508-2011,-2-4-4355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5:10.57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34 232,'0'0'18324,"38"-24"-18004,-10 21-136,10-1-96,7 4-80,10-3-16,0 3-192,14 0-1032,-17 0-1425,-14 0-2560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5:11.15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8634,'0'0'9338,"107"0"-9282,-62 0-56,3 0-8,1 6-368,-1-6-320,4 0-1081,-15 0-999,-12 0-3770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5:11.54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1 464,'0'0'19804,"127"0"-19708,-78 12 32,-5-2-128,1 8-8,-3-8-272,-1-4-1048,-10-3-2801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5:12.18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4489,'0'0'13436,"12"22"-13416,38 75-51,-46-86 16,0-1-1,0 1 0,-1-1 0,-1 1 0,1 0 0,-2 0 0,0 0 0,0 1 0,-1-1 1,-1 13-1,0 6-7,1 5-96,-1-1 0,-1 0 0,-8 38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5:12.58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9618,'0'0'3961,"55"192"-4161,-44-136-112,-4 0 120,-4 0 192,-3-10 0,0 1 0,0-16-600,-10-12-1713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5:12.98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0 672,'0'0'17828,"190"0"-17404,-124 0-328,3 0-48,3 0-48,-6 0-464,16 7-1632,-16 5-1841,-14-3-3193</inkml:trace>
  <inkml:trace contextRef="#ctx0" brushRef="#br0" timeOffset="1">728 547 17236,'0'0'4929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5:14.24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23 1224,'0'0'11877,"9"-5"-11458,29-12 11,-37 17-419,-1 0 0,1 0 0,-1 0 0,1-1 0,-1 1 0,1 0 0,-1 0 0,1 0 0,-1 0 1,1 0-1,0 0 0,-1 1 0,1-1 0,-1 0 0,1 0 0,-1 0 0,1 0 0,-1 1 0,1-1 0,-1 0 1,1 0-1,-1 1 0,1-1 0,-1 0 0,0 1 0,1-1 0,-1 1 0,1-1 0,-1 0 0,0 1 0,1-1 0,-1 1 1,0-1-1,0 1 0,1 0 0,3 20 132,-4-17-88,27 319 379,-25-184-4303,-2-122-3370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5:14.85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26 464,'0'0'18089,"36"-4"-17602,113-13-236,-137 15-223,0 1 0,1 0 1,-1 1-1,1 0 0,-1 1 1,19 3-1,-27-2-27,-1-1-1,1 1 1,-1 0-1,0 0 1,0 0-1,0 0 1,0 1-1,0-1 1,0 1-1,-1 0 1,1 0-1,-1 0 1,0 0-1,0 0 1,0 0-1,3 7 1,-2-2-10,-1 0 1,1 0-1,-1 0 1,0 1-1,-1-1 1,0 1-1,0-1 1,-1 1-1,0 0 1,-2 12-1,1-3-11,0-9-45,-1 0 0,0 0 0,0 0 0,0-1 0,-1 1 0,-1-1 0,1 1-1,-2-1 1,1 0 0,-1-1 0,0 1 0,0-1 0,-1 0 0,0 0 0,-11 10 0,10-11-263,-1 1 0,1-2 1,-1 1-1,0-1 0,0 0 0,-1 0 1,0-1-1,0 0 0,0-1 0,0 0 1,0 0-1,0-1 0,-1 0 1,-14 1-1,22-3 315,1 0 1,-1 0-1,1 0 1,-1-1-1,1 1 1,-1 0-1,1 0 1,-1-1-1,1 1 0,0-1 1,-1 1-1,1-1 1,0 0-1,-1 0 1,1 1-1,0-1 1,0 0-1,0 0 1,-1 0-1,1 0 0,0 0 1,0-1-1,1 1 1,-1 0-1,0 0 1,0-1-1,1 1 1,-1 0-1,0-1 1,1 1-1,0 0 1,-1-1-1,1 1 0,0-1 1,-1 1-1,1-1 1,0 1-1,0-1 1,0 1-1,1-1 1,-1-2-1,10 3 1105,-5 2-957,0-1-1,0 1 0,0 0 1,0 0-1,0 1 0,0-1 1,-1 1-1,1 0 0,6 4 1,43 31 308,-23-15-285,93 60 641,153 132-1,-269-207-291,0 0-1,0 1 0,-1 0 1,0 1-1,0 0 0,-1 0 0,9 18 1,-9-23-1778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5:15.45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171 1 7306,'0'0'5421,"30"17"-5207,91 60-119,-115-73-73,0 0 1,-1 0-1,1 0 0,-1 0 0,0 1 1,-1 0-1,1 0 0,-1 0 0,0 0 1,0 1-1,-1 0 0,0 0 0,0 0 1,5 12-1,-4-6 84,3 9 225,-2 0 0,0 0 0,-2 1 0,0 0 0,-1-1 0,-2 1 0,0 0 0,-4 29 1,2-37-246,-1-1 1,0 0 0,-1 0 0,0-1 0,-1 1 0,0-1 0,-1 0 0,-1 0 0,0 0 0,0-1 0,-1 0 0,-1-1 0,1 0 0,-20 17 0,20-20-297,0 0 0,0-1 0,-1 1 1,0-2-1,0 1 0,0-1 0,-1-1 0,0 0 0,0 0 0,0-1 1,0 0-1,0 0 0,-1-1 0,1-1 0,-1 0 0,0 0 0,1-1 1,-1-1-1,-14-1 0,20 0 121,-1 0 0,1 0-1,0 0 1,0-1 0,0 1 0,1-1 0,-1 0-1,1-1 1,-1 1 0,1-1 0,0 0 0,1 0 0,-1 0-1,1 0 1,-1 0 0,1-1 0,0 0 0,1 0 0,-4-7-1,3 4 42,0 0-1,0 0 1,1 0-1,0 0 0,0-1 1,1 1-1,0 0 1,1-1-1,0 1 0,0-1 1,0 1-1,3-11 1,-2 17 75,0 0 0,0 0 0,0-1 0,1 1 0,-1 0 0,1 0 0,-1 0 0,1 0 0,0 1 0,0-1 0,0 0 0,0 1 0,0-1 0,0 1 1,0 0-1,0-1 0,0 1 0,1 0 0,-1 0 0,1 1 0,-1-1 0,0 0 0,4 0 0,9-1 406,-1 0-1,24-1 1,-37 3-416,19-1 240,0 1 0,-1 1 0,23 4 0,-32-3-223,-1 0 0,1 1 0,-1 1 0,1-1 0,-1 1 1,0 1-1,-1 0 0,10 6 0,15 15 44,-2 1 1,37 40-1,-25-23-29,-38-39-78,-1 0 1,1-1-1,0 1 0,1-1 0,-1-1 1,1 1-1,0-1 0,0 0 0,0 0 1,0 0-1,0-1 0,12 3 0,25-2-3435,-21-3-4036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5:19.55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1894 30 232,'0'0'7574,"-24"0"-7276,-75-3 110,89 3-102,1-1-1,0 0 0,-1 0 0,1-1 0,0 0 0,-15-6 1,20 6-53,-1 0 1,1 1-1,-1-1 1,0 1 0,0 1-1,0-1 1,-8 0-1,-33 1 1111,2-1-191,-76 8-1,103-4-977,-51 7 474,-91 26 1,-60 22 968,-154 53 1285,363-107-2895,1 0 1,0 1-1,0 1 1,1 0-1,-1 0 1,1 0-1,1 1 1,-1 0 0,-9 12-1,-4 9-17,-26 45-1,-4 4 8,-60 46 47,16-19-30,80-87-28,2 2-1,0-1 1,2 2 0,-13 25-1,5 3 10,2 1 0,1 0 0,-14 86 0,20-59 13,-2 139 1,14-117-24,5 0 0,3 0 0,40 162 0,81 188 142,-84-306-173,-19-54 35,49 106 1,-64-167-11,1-2 0,1 0 1,1 0-1,1-2 0,1 0 1,1-1-1,1-1 0,28 24 1,41 26 21,81 86 1,-132-116-18,114 107 23,-136-134 25,2-1-1,0 0 0,1-2 0,0 0 0,0-1 0,1-1 1,33 11-1,106 14 590,23 8-331,84 29-87,-210-60-198,1-2-1,101 1 0,150-21 573,-103 5-564,-91 2-6,-54 4 13,79-12 1,-90 4-27,-1-3 0,0-1 1,-1-3-1,0-1 0,-1-3 0,-1-1 0,-1-3 0,44-29 0,-46 23-10,2 1-1,50-22 1,-64 35 3,-1 0 1,0-2 0,-1-1 0,42-36 0,30-42-20,-84 80 14,0 0 1,-2-1-1,0-1 1,-1 0 0,0-1-1,-2 0 1,16-35-1,-3-5 18,22-89 1,-37 108-22,-1 1 0,5-70 0,-10-82 60,0 17-2,-3-121-19,-40-12 352,11 133-49,26 150-307,-1 0-1,-2 1 0,0-1 1,-2 1-1,0 0 0,-21-39 0,10 24 34,-22-63-1,29 65 132,-3 1 0,-30-55 1,2 18-83,-49-75 8,74 123-88,-1 1 0,0 0-1,-42-36 1,-105-87 84,92 87 108,-3 3 0,-144-80 0,197 125-182,-1 1 0,-1 2 0,-41-10 0,44 13-12,1 0 1,1-2-1,-1 0 1,1-2-1,-37-20 0,44 21-35,0 1 0,0 0 0,0 1 0,0 1 0,-19-5-1,-81-13 2,26 6 3,32 4-73,-1 2 0,0 3-1,-81-1 1,0 15-1324,121-4 604,0 1-1,1 1 1,-1 0 0,1 2 0,-32 13 0,-2 11-5268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5:26.05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539 1 2497,'0'0'9690,"-45"220"-8194,-3-114-128,-14 15-240,-11 12-655,-3 1-297,7-10-88,7-9-88,10 3-56,18-34-1513,17-16-3424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5:26.47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949 0 128,'0'0'17364,"-159"212"-17212,107-129-88,-27 42 16,-31 48 40,-28 54 80,-4 15-104,18-12-96,41-53 0,38-62-392,32-22-1361,9-43-815,4-10-4530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5:26.82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1160 1 8306,'0'0'5672,"-4"28"-5464,1 3-159,0 0 47,-1 0 1,-1 0-1,-18 54 0,2-27 747,-3-1-1,-2-1 0,-42 65 0,-118 154 1253,-7-8-1176,-255 374-264,417-593-800,2 1-1,-28 67 1,49-93-696,2 0 0,0 0 0,1 1 0,1-1-1,2 1 1,0 46 0,1-58 106,1 48-4614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5:27.20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1339 0 7242,'0'0'4000,"-145"276"-2431,27-46-409,-27 40-392,-10 0-400,-7-9 0,3-19 176,8-12-151,23-38-249,42-52-136,37-47-8,22-28-345,17 4-559,6-20-1560,4-8-7362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5:27.58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1625 1 5553,'0'0'6339,"-20"39"-4161,2-1-1655,-12 24 418,-3-2-1,-58 81 0,-196 227 1803,100-133-2072,-214 295-111,31 17-465,324-475-255,-66 145-1,107-205 36,0 0 0,1 0 1,0 0-1,1 1 0,0-1 0,1 1 0,0 0 1,1 15-1,1-26 42,0 0-1,0 1 1,0-1 0,0 0-1,1 0 1,-1 0 0,1 0-1,0 0 1,0 0 0,-1 0-1,1 0 1,0 0-1,1-1 1,-1 1 0,0 0-1,0-1 1,1 1 0,-1-1-1,1 1 1,-1-1 0,1 1-1,0-1 1,0 0 0,-1 0-1,1 0 1,0 0 0,0 0-1,0 0 1,0-1 0,0 1-1,0-1 1,3 1 0,9 1-749,-1-1 0,1 0 0,0 0 0,16-3 0,-15 1-201,66-4-4918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5:27.93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1818 0 11226,'0'0'5160,"-11"28"-5072,0 2-67,-2 8 7,-2 0-1,-34 58 0,0-15 939,-68 85 0,-74 69 1025,85-109-1575,67-78-298,-470 585 664,39 32-700,459-647-89,-46 71-355,-86 182 0,137-256 247,0 1-1,-4 21 1,9-33 49,0 1 0,0-1 0,0 0 0,1 1 0,0-1 0,0 1 0,0-1 0,0 0 0,1 1 0,-1-1 0,1 0 0,3 9 0,6-5-490,15-9-222,-2-7 87,1-1-1,-1 0 0,0-2 1,-1-1-1,0-1 0,-1 0 1,21-19-1,64-57-5034</inkml:trace>
  <inkml:trace contextRef="#ctx0" brushRef="#br0" timeOffset="1">2052 273 11859,'0'0'3403,"-20"34"-2157,-262 415 166,144-242-888,-266 339 290,-32-9-395,-7 11-189,214-238-350,223-300 74,-29 49-208,34-57 216,0 1-1,0-1 1,0 0 0,0 0 0,0 0 0,0 1-1,1-1 1,-1 0 0,1 1 0,-1-1 0,1 1-1,0-1 1,0 0 0,0 1 0,1-1 0,-1 1-1,0-1 1,1 0 0,1 4 0,-1-5-54,1 0 1,-1 0-1,1 0 1,-1 0-1,1 0 0,0 0 1,0 0-1,-1-1 1,1 1-1,0-1 1,0 0-1,0 1 1,-1-1-1,1 0 1,0 0-1,0 0 1,3-1-1,40-2-2072,-38 2 1620,63-12-4141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5:28.27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1859 0 8130,'0'0'6361,"-18"29"-5214,6-8-885,-122 181 2198,-221 214 990,210-258-2887,-412 512 561,60 49-963,472-678-234,0-1-312,1 0 1,-31 74-1,53-108 256,0 0 0,0 0-1,1 0 1,-1 0-1,1 0 1,1 1-1,-1-1 1,1 0-1,0 0 1,0 1-1,1-1 1,0 0-1,1 7 1,0-8-125,0-1 1,0 1-1,0-1 1,1 0-1,0 0 1,0 0-1,0 0 1,0 0-1,0 0 0,1-1 1,-1 0-1,1 0 1,0 0-1,0 0 1,6 3-1,47 21-4826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5:28.67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1778 1 13171,'0'0'3362,"-14"31"-2243,-2 5-993,-174 357 1505,74-194-874,-279 375 850,-37-16-748,215-281-693,50-54-128,162-216-38,-182 270-2,179-262-39,-16 33-10,22-46-24,1 1-1,0 0 1,0 0-1,1 0 1,-1 0-1,1 0 1,-1 1-1,1-1 1,0 0-1,0 0 1,1 0-1,0 5 1,-1-7-37,1 0 1,-1 1 0,1-1 0,-1 0-1,1 0 1,0 0 0,0 0 0,-1 0-1,1 0 1,0 0 0,0 0-1,0-1 1,0 1 0,0 0 0,0 0-1,0-1 1,0 1 0,1-1 0,-1 1-1,0-1 1,0 1 0,2-1 0,29 5-2843,-26-5 2199,48 1-5304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5:29.05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1732 0 9354,'0'0'6723,"-15"33"-5576,-5 14-742,-72 155 1506,47-118-642,-87 121-1,-82 77-241,-200 222 72,-98 125-447,447-543-640,-96 165 0,151-234-130,1 0 1,1 0 0,0 1-1,2 0 1,0 0 0,-7 36-1,13-52 52,-1 0 0,1 0 0,0 0 0,0 0 0,0 1 0,0-1 0,0 0 0,0 0 0,0 0 0,1 0 0,-1 0 0,1 0 0,0 0 0,0 0 0,-1 0 0,1 0 0,0 0-1,1 0 1,-1-1 0,0 1 0,0 0 0,1-1 0,-1 1 0,1-1 0,-1 1 0,1-1 0,0 0 0,0 0 0,0 1 0,-1-1 0,1-1 0,0 1 0,3 1 0,7 1-661,-1-1 1,1-1-1,0 0 1,-1 0-1,17-2 1,-10 1-540,69-2-4599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5:29.41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1578 0 13867,'0'0'5394,"-20"35"-4548,-265 472 1673,-531 786-148,485-789-2593,320-487 156,-15 22-458,2 0 1,-31 70-1,53-105 405,1 0 0,-1-1 0,1 1 0,0 0 1,0 0-1,0 0 0,1 0 0,-1 0 0,1 0 0,0 0 0,1 7 0,-1-10 33,1 0 0,-1 0 0,0 0 0,1 0-1,-1 0 1,1 0 0,-1-1 0,1 1 0,0 0 0,-1 0 0,1-1 0,0 1 0,-1-1-1,1 1 1,0 0 0,0-1 0,0 1 0,-1-1 0,1 1 0,0-1 0,0 0 0,0 1 0,0-1-1,0 0 1,0 0 0,0 0 0,0 0 0,0 0 0,1 0 0,6-1-680,0 0 0,0-1 0,-1 0 0,1-1 0,-1 0 0,1 0 0,-1 0 0,0-1 0,12-8 0,58-46-9382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5:29.82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1032 1 11042,'0'0'7666,"-8"29"-6198,0-1-1055,1-1 30,-1 0 1,-1 0 0,-2-1 0,0 0 0,-23 35 0,-229 342 3246,-57 94-2473,139-167-860,135-235-885,-53 156 1,93-227-209,0-1 1,1 2-1,1-1 1,1 0-1,1 37 1,2-56 486,0-3 105,0 0 1,0 0 0,0 0 0,0 0 0,0 0 0,0 0 0,0 0-1,1-1 1,-1 1 0,1 0 0,-1 0 0,2 2 0,-1-3 50,0-1 1,1 1 0,-1-1 0,0 1 0,0-1 0,0 0 0,0 1 0,1-1 0,-1 0-1,0 0 1,0 0 0,1 0 0,-1 0 0,0 0 0,0 0 0,0 0 0,1 0 0,-1-1-1,0 1 1,0 0 0,0-1 0,1 1 0,-1-1 0,0 1 0,1-2 0,16-7-765,-1 0 0,-1-1 0,0-1 0,0 0 0,-1-1 1,-1-1-1,18-19 0,43-50-7294</inkml:trace>
  <inkml:trace contextRef="#ctx0" brushRef="#br0" timeOffset="1">1146 147 8370,'0'0'10518,"-1"10"-10202,-3 7-72,-1 1 0,-1-1 0,0 0-1,-15 28 1,-50 75 1730,39-67-1327,-184 299 1513,-146 252-1448,346-575-711,-3 3-11,2 0 0,2 1 0,-13 38 1,20-43-489,0 0 0,3 0 0,0 0 1,-2 59-1,7-81 234,0-3-20,-1-1 0,1 1-1,0 0 1,0-1 0,0 1 0,0 0-1,0-1 1,1 1 0,-1 0 0,1-1-1,0 1 1,-1 0 0,1-1 0,0 1 0,1-1-1,-1 0 1,0 1 0,1-1 0,-1 0-1,1 0 1,0 0 0,0 0 0,3 3-1,22 4-5352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5:30.16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599 0 12379,'0'0'7153,"-4"27"-6019,2-17-1029,-4 24 228,-1-1-1,-1 1 0,-2-1 1,-21 45-1,-170 327 1852,-26 56-1542,202-408-1551,3 1 0,-27 103-1,42-109-1603,11-23-3797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5:30.55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218 0 11242,'0'0'8666,"-20"162"-7802,2-78-351,-2 18-33,-1 4-144,-3 8-64,-4-8-72,-6 18-200,6-34-888,4-28-4474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5:30.92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118 1 15243,'0'0'8378,"-10"192"-8122,-4-148-256,0 2 0,-17 1-1008,7-13-2041,0-12-5961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5:33.678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54 80 9634,'0'0'7359,"-3"12"-7258,-9 37-11,12-48-78,-1 0 0,1 0-1,0 0 1,0 0 0,0 0 0,0 0 0,0 0 0,0 0 0,0 0 0,1 0 0,-1 1 0,0-1 0,0 0 0,1 0 0,-1 0-1,1 0 1,-1-1 0,1 1 0,-1 0 0,1 0 0,0 0 0,-1 0 0,1 0 0,0-1 0,0 1 0,0 0 0,-1-1 0,1 1 0,0-1-1,0 1 1,0-1 0,0 1 0,2 0 0,1 0 141,1 0-1,-1-1 1,0 1 0,1-1-1,-1 0 1,6-1 0,-3 1 280,-6 0-411,0-1 0,-1 1 0,1 0 0,-1-1 0,1 1 0,0 0 0,-1-1 1,1 1-1,-1-1 0,1 1 0,-1-1 0,1 1 0,-1-1 0,1 0 0,-1 1 0,0-1 0,1 0 0,-1 1 1,0-1-1,1 0 0,-1 1 0,0-1 0,0 0 0,0 1 0,0-1 0,0 0 0,0 0 0,0 1 1,0-1-1,0-1 0,0-31 33,0 23 16,0 8-62,0 0 0,0 0 0,0 0 0,-1 0 0,1-1 0,0 1 0,-1 0 0,0 0 0,1 0 0,-1 0 0,0 0 0,0 0 0,0 0 0,0 1 0,0-1 0,-1 0 0,1 0 0,0 1 0,-1-1 0,1 1 0,-1-1 0,-2-1 0,0 1 56,1 1-1,-1-1 1,0 1-1,0-1 1,0 1 0,0 1-1,0-1 1,0 0-1,0 1 1,-7 0-1,10 0-47,0 0 0,0 0-1,0 0 1,1 1 0,-1-1-1,0 0 1,0 1 0,0-1-1,1 0 1,-1 1 0,0-1-1,1 1 1,-1-1 0,0 1 0,1 0-1,-1-1 1,1 1 0,-1-1-1,1 1 1,-1 0 0,1-1-1,-1 1 1,1 0 0,-1 1-1,-6 27 219,7-26-212,-1 0 0,1 1-1,0-1 1,0 0 0,0 1-1,1-1 1,-1 0 0,1 1-1,0-1 1,0 0 0,0 0-1,0 0 1,1 0 0,2 6-1,-2-7-17,1 0-1,-1 0 1,1-1 0,-1 1-1,1 0 1,-1-1-1,1 0 1,0 0 0,0 0-1,0 0 1,0 0-1,0 0 1,0-1 0,0 1-1,0-1 1,0 0-1,0 0 1,0 0-1,0 0 1,0 0 0,0-1-1,0 0 1,0 1-1,0-1 1,0 0 0,0-1-1,-1 1 1,1 0-1,0-1 1,-1 1-1,1-1 1,-1 0 0,1 0-1,-1 0 1,0 0-1,0 0 1,0-1 0,0 1-1,0-1 1,-1 1-1,1-1 1,-1 0-1,1 1 1,-1-1 0,0 0-1,0 0 1,1-6-1,-1 2 8,0-1 0,0 0 0,-1 0 0,0 0 0,-1 1 0,-2-15 0,2 19-7,1 1-1,-1 0 1,0 0-1,0 0 1,0 0-1,0 0 1,0 0 0,0 0-1,-1 0 1,1 1-1,-1-1 1,1 0-1,-1 1 1,0-1-1,0 1 1,1 0-1,-1 0 1,0-1-1,0 1 1,0 0-1,0 1 1,-1-1-1,1 0 1,0 1 0,0-1-1,0 1 1,-3-1-1,1 0 23,0 1-1,0-1 1,0 1 0,0 0-1,-1 0 1,1 0-1,0 0 1,0 1 0,0 0-1,0 0 1,0 0-1,0 0 1,-5 3 0,6-2-15,1 0 1,-1 0-1,1 0 1,0 0-1,0 1 1,0-1-1,1 1 0,-1-1 1,0 1-1,1 0 1,0 0-1,-1-1 1,1 1-1,0 0 1,1 0-1,-1 0 1,0 0-1,1 6 1,-1-4-4,0 0 1,0 0-1,1 0 1,0 0-1,0 0 1,0 1 0,1-1-1,-1 0 1,3 7-1,-2-10-7,0 0 1,0-1-1,0 1 0,1 0 0,-1-1 1,0 1-1,1 0 0,-1-1 0,1 0 0,-1 1 1,1-1-1,0 0 0,-1 0 0,1 0 1,0 0-1,0 0 0,0 0 0,0-1 0,0 1 1,0 0-1,0-1 0,0 0 0,0 1 0,0-1 1,3 0-1,-1 0-26,-1 0 1,1 0-1,-1 0 0,0 0 0,1 0 1,-1-1-1,0 1 0,1-1 1,-1 0-1,0 0 0,0 0 1,0 0-1,0-1 0,0 1 0,0-1 1,0 0-1,3-3 0,22-29-5181,-17 18-1470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5:34.497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0 113 8730,'0'0'15416,"22"0"-13495,57 0-276,89-12 0,108-16-525,-197 24-764,-49 4-229,41-7 0,-25-1-126,23-4 171,1 2 0,73 1 0,425 12 359,-598-11-4379,22 5 2467,-22-11-4737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5:34.912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11 0 4625,'0'0'16620,"-11"137"-16380,11-87-160,0 5 24,0 1-88,0-9-16,0-7-120,0-12-1513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5:35.368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0 71 4609,'0'0'16734,"24"-12"-16171,75-35-184,-95 45-358,0 0 1,0 1 0,0-1 0,0 1-1,1 0 1,-1 0 0,0 1 0,1-1-1,-1 1 1,1 0 0,4 1 0,-5-1-8,-1 1 1,1 0 0,-1 1 0,0-1-1,0 1 1,0-1 0,0 1 0,4 3 0,4 2 28,-6-4-30,0 0-1,-1 0 1,1 0-1,-1 1 1,0-1-1,0 1 1,0 0-1,0 1 1,-1-1-1,0 0 1,0 1-1,0 0 1,0 0-1,-1 0 1,0 0-1,0 0 1,0 0-1,-1 0 1,2 10 0,-2-7-7,-1-1 0,0 0 1,0 0-1,-1 0 1,0 0-1,-1 0 1,1 0-1,-1 0 0,0 0 1,-1 0-1,0-1 1,0 1-1,0-1 1,-8 10-1,-8 11-66,-1 0-1,-1-2 1,-28 26 0,43-47 44,5-4 24,28-20 457,-22 18-436,-1 0 0,1 1 0,-1-1 0,1 1 0,0 0 0,0 1 0,-1-1 1,1 1-1,0 0 0,0 0 0,-1 1 0,1-1 0,0 1 0,0 0 0,-1 0 0,1 1 0,-1-1 0,1 1 0,-1 0 0,0 0 1,1 0-1,-1 1 0,0 0 0,4 4 0,14 13 38,12 11 277,1-2 0,42 28 0,-65-49-317,1-1 1,-1-1-1,1 0 1,1 0-1,-1-1 0,1-1 1,0 0-1,0-1 1,0-1-1,0 0 1,15 0-1,19-2-3488,-33 0-2547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5:42.14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14307,'0'0'4857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7:35.78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22 8 9554,'0'0'8035,"-3"-2"-7872,2 2-162,1-1 0,0 1 0,0 0 0,0-1 0,-1 1 0,1 0 0,0-1 0,0 1 0,-1 0 0,1 0 0,0-1 0,-1 1 0,1 0 0,0 0 0,-1 0 0,1-1 0,0 1 0,-1 0 0,1 0 1,0 0-1,-1 0 0,1 0 0,-1 0 0,1 0 0,0 0 0,-1 0 0,1 0 0,-1 0 0,1 0 0,0 0 0,-1 0 0,1 0 0,0 0 0,-1 0 0,1 0 0,0 1 0,-1-1 0,1 0 0,0 0 0,-1 0 0,1 1 0,0-1 0,-1 0 0,1 0 0,0 1 0,0-1 1,-1 0-1,1 1 0,0-1 0,0 0 0,-1 1 0,1-1 0,0 0 0,0 1 0,-1 31 102,1-14-19,0 542 363,0-541-450,1-1 1,0 1 0,1-1-1,8 32 1,-9-45-10,1 0-1,0 0 1,0 0-1,0 0 1,0-1-1,1 1 1,0-1-1,0 0 1,0 0 0,0 0-1,1 0 1,-1 0-1,1-1 1,0 1-1,0-1 1,0 0-1,1 0 1,-1-1 0,1 1-1,0-1 1,7 3-1,8-1-337,0-1 0,0-1 0,1-1 0,-1 0-1,0-2 1,27-3 0,-36 2-214,0-1 0,-1 0 0,1-1 0,-1 0 0,0 0 0,0-1 0,-1 0 0,0-1 0,1 0 0,-2-1 0,13-10 0,8-9-5045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7:36.21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 7 8586,'0'0'10930,"-4"-7"-10882,39 7-48,6 0-72,4 0-808,7 0-1048,-14 0-937,-11 0-3224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7:36.59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81 9514,'0'0'6569,"189"-81"-6569,-99 81-424,-18 6-1512,-9 10-4105</inkml:trace>
  <inkml:trace contextRef="#ctx0" brushRef="#br0" timeOffset="1">660 944 9690,'0'0'6994,"58"-205"-6786,-27 149-208,0 3 0,0 7-545,-3 9-487,-14 6-608,-4 9-625,-10 6-3352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7:36.97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9026,'0'0'9514,"183"177"-9498,-117-127-16,-1 2-416,-3-5-776,7 0-665,-17-13-223,-14-13-2761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7:38.72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21 38 7538,'0'0'8661,"0"6"-7908,-3 283 963,2-284-1711,1-1 1,0 1-1,1 0 1,-1 0-1,1 0 1,0 0-1,0 0 1,1-1-1,0 1 1,-1 0-1,1-1 0,1 1 1,-1-1-1,1 0 1,-1 0-1,1 0 1,1 0-1,-1 0 1,0-1-1,1 0 1,0 1-1,0-1 0,0 0 1,0-1-1,0 1 1,0-1-1,1 0 1,-1 0-1,1 0 1,0-1-1,-1 1 1,9 0-1,-4 0-144,0 0 1,0-1-1,0 0 0,0-1 1,0 0-1,0 0 0,0-1 0,0 0 1,0-1-1,-1 0 0,1 0 1,0-1-1,-1 0 0,1-1 1,-1 1-1,0-2 0,-1 1 0,15-12 1,26-23-4778</inkml:trace>
  <inkml:trace contextRef="#ctx0" brushRef="#br0" timeOffset="1">11 228 10306,'0'0'10738,"13"-7"-10786,22 7 24,-1 0-472,1 0-632,-1 0-976,-6 0-1009,-11 0-2104</inkml:trace>
  <inkml:trace contextRef="#ctx0" brushRef="#br0" timeOffset="2">11 228 10666,'-11'-205'8298,"29"198"-8194,19 4-104,8-3-112,24 0-1608,-10 6-2313,-4 0-4081</inkml:trace>
  <inkml:trace contextRef="#ctx0" brushRef="#br0" timeOffset="3">473 473 10658,'0'0'8626,"-3"-10"-8457,-37-146 116,36 134-323,1-1 0,0 1-1,2-1 1,1 1 0,3-38-1,-2 59 7,-1-1-1,1 1 0,0-1 1,0 1-1,0-1 1,0 1-1,0-1 0,0 1 1,0-1-1,0 1 1,0 0-1,1 0 0,-1 0 1,0 0-1,1 0 1,-1 0-1,1 0 0,-1 0 1,1 1-1,0-1 1,-1 0-1,1 1 0,0-1 1,-1 1-1,1 0 1,0 0-1,0-1 0,-1 1 1,1 0-1,2 1 1,1-1-28,-1 0 0,1 0 1,-1 0-1,0 1 1,1 0-1,-1 0 0,1 0 1,-1 1-1,0-1 1,0 1-1,6 3 0,-2 2 12,0 0-1,-1 1 0,1 0 0,-2 0 0,1 1 0,-1-1 0,-1 1 0,8 15 1,-6-9 71,0 0 1,-1 1 0,-1 0-1,6 28 1,-12-55 35,1 0 0,1-1-1,0 1 1,1 0 0,0 0 0,1 0 0,5-13-1,-6 16-22,1 0-1,0 0 0,0 0 0,1 0 0,0 1 0,1-1 0,0 1 0,0 0 0,0 1 1,1-1-1,0 1 0,10-8 0,-14 12-36,0 0 0,1 1 0,-1-1 0,1 1 0,-1 0 0,1 0-1,0 0 1,-1 0 0,1 0 0,0 1 0,0-1 0,0 1 0,-1 0 0,1 0 0,0 0 0,0 0 0,0 0 0,-1 0 0,1 1 0,0-1 0,0 1 0,-1 0-1,1 0 1,0 0 0,-1 0 0,1 1 0,-1-1 0,1 1 0,-1-1 0,0 1 0,0 0 0,0 0 0,0 0 0,0 0 0,0 0 0,0 0 0,-1 1-1,1-1 1,1 4 0,6 10-4,-1 0 0,-1 0 0,0 1 0,7 31-1,-14-47 7,24 112 124,-10-42-1096</inkml:trace>
  <inkml:trace contextRef="#ctx0" brushRef="#br0" timeOffset="4">1039 231 7986,'0'0'6473,"17"177"-6113,-10-149-264,-7-10-96,0-5-88,0-10-912,-11-3-1225,-9-16-2728</inkml:trace>
  <inkml:trace contextRef="#ctx0" brushRef="#br0" timeOffset="5">1039 231 2881,'-52'-74'2368,"51"72"-2184,-1 1-1,1-1 1,0 0-1,0 0 0,0 0 1,0 0-1,1 0 1,-1 0-1,0 0 1,1 0-1,-1-1 1,1 1-1,0 0 1,0 0-1,0 0 1,0 0-1,0-1 0,1 1 1,-1 0-1,0 0 1,1 0-1,0 0 1,-1 0-1,1 0 1,0 0-1,0 0 1,0 0-1,0 0 0,1 0 1,-1 1-1,0-1 1,1 0-1,-1 1 1,1-1-1,0 1 1,2-2-1,1 0 188,0 0 0,0 0 0,1 0 0,0 1 0,-1 0 0,1 0 0,0 0 0,0 1 0,11-2 0,-11 3-168,0-1-1,0 1 0,-1 0 0,1 0 0,0 1 1,0 0-1,0 0 0,7 2 0,-11-2-177,0 1 0,0-1 0,0 0 0,0 1-1,-1-1 1,1 1 0,0-1 0,-1 1 0,1 0 0,-1 0 0,0 0 0,1 0-1,-1 0 1,0 0 0,0 0 0,-1 0 0,1 0 0,0 0 0,-1 1-1,1-1 1,-1 0 0,1 0 0,-1 5 0,1-1-33,-1 1 0,0 0 0,0-1 0,0 1 0,-1-1 0,0 1 0,0-1 0,-1 1 0,0-1 0,0 0 0,0 1 0,-1-1 0,0 0 0,0-1 0,-5 9-1,-2-2-313,0-1 0,-1 0 0,0 0 0,-1-1-1,-19 13 1,26-19 177,-1 0 17,0 1 0,1-1 0,-2 0-1,1 0 1,0-1 0,-1 1 0,0-2 0,1 1 0,-1-1-1,0 0 1,-10 2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7:39.10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32 0 7314,'0'0'10725,"-5"5"-10616,2-3-98,1 0 1,0 1-1,0-1 1,0 1 0,1-1-1,-1 1 1,0 0-1,1-1 1,0 1-1,0 0 1,0 0-1,0 0 1,-1 4-1,-1 51 76,3 188 61,0-245-144,0 0 0,0 1-1,1-1 1,-1 0 0,0 1 0,1-1 0,-1 0-1,1 0 1,-1 0 0,1 1 0,0-1 0,0 0-1,-1 0 1,1 0 0,0 0 0,0 0 0,0 0-1,0 0 1,0-1 0,0 1 0,0 0 0,1-1-1,-1 1 1,0 0 0,0-1 0,1 1 0,-1-1-1,0 0 1,0 1 0,1-1 0,-1 0 0,0 0 0,1 0-1,1 0 1,8 1-36,0-1 1,1 0-1,12-3 1,-14 2-43,2-1-417,-1-1-1,1 0 1,-1-1-1,1 0 1,-1-1-1,12-7 0,14-5-2644,-12 9-650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7:39.53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18 162 8874,'0'0'9103,"14"14"-8963,5 5-105,-5-5-10,-1 0 0,2-1 0,32 21 0,-38-29-14,1 0-1,0-1 1,0 0 0,0 0 0,0-1 0,1-1-1,0 0 1,-1 0 0,1-1 0,0 0-1,0-1 1,11-1 0,-20 1-2,0 0 0,0 0-1,0-1 1,0 1 0,1 0 0,-1-1 0,0 0 0,-1 1 0,1-1-1,0 0 1,0 0 0,0 0 0,0 0 0,-1 0 0,1-1-1,0 1 1,-1 0 0,1-1 0,-1 1 0,0-1 0,2-3 0,0 1 32,-1-1 0,1 1 1,-1-1-1,-1 0 1,1 0-1,-1 0 1,0 0-1,1-10 1,-1 5 7,-1 1 0,0-1 0,0 0 0,-1 0 0,0 0 0,-1 0 1,0 1-1,-1-1 0,-5-14 0,3 16-41,1 1 0,-1 0 0,0 0 0,0 0 0,-1 1 1,0 0-1,0 0 0,0 0 0,-1 1 0,0 0 0,0 0 0,-14-7 0,9 7-61,1 1-1,-1 0 0,1 1 0,-1 0 0,0 0 1,-1 1-1,1 1 0,-16 0 0,24 1-16,1 0 0,-1 0 0,1 1-1,-1-1 1,1 1 0,-1 0 0,1 0 0,-1 0 0,1 1 0,0-1-1,0 1 1,0-1 0,0 1 0,0 0 0,0 1 0,0-1-1,1 0 1,-1 1 0,-3 3 0,0 3-420,1 0-1,0 0 1,0 0 0,1 0-1,-6 17 1,-3 21-3579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7:39.86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13 2985,'0'0'20364,"83"-3"-20612,-45 0-600,-4 0-777,-3 3-1079,-7-3-1401,-10 3-720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7:40.23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67 0 8002,'-20'11'1153,"14"-8"-458,0 0 0,1 1 0,-1 0 0,1 0 0,-6 4 1,10-7-423,1 1 1,-1-1 0,0 0-1,0 0 1,1 0 0,-1 0-1,0 1 1,1-1 0,0 0-1,-1 1 1,1-1 0,0 0 0,-1 3-1,1 36 174,1-25 9,0 74 832,-1-87-1262,1-1 0,-1 1 0,1-1 1,0 1-1,-1 0 0,1-1 0,0 1 0,0-1 0,0 0 0,0 1 0,0-1 0,0 0 0,0 0 0,1 1 1,-1-1-1,0 0 0,1 0 0,-1 0 0,1-1 0,-1 1 0,1 0 0,-1 0 0,1-1 0,0 1 1,-1-1-1,1 0 0,0 1 0,-1-1 0,4 0 0,8 2 75,0-2 1,25 0-1,-19-1-44,43 0 3,-18-1-451,61 7 1,-99-4 306,0 0 1,0 0-1,0 1 0,0 0 1,-1 0-1,1 1 0,-1-1 1,0 1-1,1 0 1,-1 0-1,-1 1 0,1 0 1,0-1-1,-1 2 0,0-1 1,0 0-1,0 1 0,0 0 1,-1 0-1,0 0 0,0 0 1,0 1-1,3 9 1,-1 1-15,0-1 0,-2 1 0,0 0 0,0 0 0,-2 0 0,0 0 0,-2 29 0,0-36 119,0 0 1,-2 0 0,1 0-1,-1 0 1,0-1-1,0 1 1,-1-1 0,-1 0-1,1 0 1,-1 0 0,0-1-1,-1 0 1,0 0-1,-8 8 1,0-2 31,0-1 0,-1 0 0,0-1 0,0-1 1,-1 0-1,-18 7 0,26-13-125,-1 0 0,-1-1 0,1-1 1,0 1-1,-1-1 0,-12 0 0,14-1-770,1-1 0,0-1 0,0 1-1,0-1 1,-10-2 0,-8-10-6725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47:41.23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52 1311 9026,'0'0'8986,"2"-28"-8633,12-198 277,-12-84-293,-2 172-280,-6 26 32,-5 0 0,-26-113 0,26 161-38,7 31 1664,23 33-955,214-16 587,-63 1-1252,-89 11-86,729-23-181,-809 27 291,-1 23-29,24 513-60,10-295-86,21 208-252,-54-320 203,-1-74 130,-1-54-20,0-1 1,1 1 0,-1-1-1,0 1 1,0-1 0,0 0 0,1 1-1,-1-1 1,0 0 0,0 1-1,0-1 1,0 0 0,0 0-1,0 0 1,0 0 0,0 0-1,1 0 1,-1 0 0,0 0 0,0 0-1,-2-1 1,2 1 9,-10 0 25,-107 0 673,-158 19 1,-6 33-227,148-24-576,-248 18 0,361-45-173,1-2-1,-23-2 1,36 2-116,-1-1 0,1 1 0,-1-2 0,1 1-1,0-1 1,0 0 0,0 0 0,-9-7 0,-26-26-6665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0:29.61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11 202 232,'0'0'12981,"-1"-30"-11519,-3-9-932,-1-94 2717,8 172-2891,2 0 1,20 74-1,3 20-2572,-7 59-3615,-20-112 310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0:30.00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44 576,'0'0'18084,"62"-28"-18012,3 25-72,11 0 0,7 0-48,27 3-968,-20-3-1425,-21 0-2200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0:30.39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35 2937,'0'0'14779,"24"-34"-14651,17 34-120,18 0 56,10 0-64,35 0-280,-15 0-1953,-13 0-2808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0:30.83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47 1712,'0'0'9697,"16"28"-9215,50 92-210,-62-111-255,0 0 0,0 1 0,-1-1 0,0 1 0,-1 0 0,0 0 0,2 17 0,-2-3 8,3 10 186,1 51 570,-2-105 601,11-35-1302,37-92 0,-43 124-312,2 0-1,1 1 1,1 1 0,0 0 0,2 1-1,26-29 1,-37 46 187,-1-1 0,2 1 0,-1 0 0,0 0 0,1 0 0,-1 1 0,8-4 0,-11 6 39,1-1 0,0 0 0,-1 1 0,1 0 0,-1-1 0,1 1 0,0 0 0,-1 0 0,1 0 0,0 0 0,-1 0 0,1 0 0,0 0 0,-1 0 0,1 1 0,-1-1 0,1 1 0,0-1 0,-1 1 1,1 0-1,-1 0 0,0-1 0,1 1 0,-1 0 0,0 0 0,1 0 0,-1 1 0,2 1 0,2 7 5,0 0 1,-1 0 0,0 1 0,0 0-1,-1-1 1,-1 1 0,3 19 0,-2-12 0,11 66 0,-8-39-2,2-1 0,2 0 0,21 57 0,-28-95 0,-1 0-1,1 0 0,0 0 1,1 0-1,-1 0 0,9 9 0,-9-13-10,-1 0 0,0 0 0,1 0 0,-1-1 0,1 1 0,0-1 0,-1 1 0,1-1 0,0 0 0,0 0 0,0 0 0,0-1 0,0 1 0,0-1 0,0 1 0,6-1 0,-7 0-16,-1 0-1,1 0 0,0 0 0,0 0 1,-1 0-1,1-1 0,0 1 0,-1 0 0,1-1 1,0 0-1,-1 1 0,1-1 0,-1 0 1,1 0-1,-1 0 0,1 1 0,-1-2 1,0 1-1,1 0 0,-1 0 0,1-2 1,12-19-955,-1-1 1,-1-1 0,-1 0 0,13-43 0,4-25-5088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0:31.18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314 35 496,'0'0'11207,"0"-7"-10794,0 5-365,0 7 52,6 86 1181,22 126 0,3 11-145,-24-60-1337,-6-97-2857</inkml:trace>
  <inkml:trace contextRef="#ctx0" brushRef="#br0" timeOffset="0.99">1 1 1296,'0'0'12291,"200"25"-11827,-121-19-264,4-3-200,34-3-184,-24 0-1904,-17 3-5370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0:31.59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4 273 2817,'0'0'11555,"35"-14"-11445,110-45-86,-139 57-25,-1 0 0,1-1 0,-1 0 0,0 0 0,0-1 0,0 1 0,0-1 0,-1 0 0,1 0 0,-1-1 0,5-6 0,-7 8-3,-1-1-1,1 0 1,-1 1-1,0-1 1,0 0-1,0 0 1,0 0-1,-1 0 1,1 0 0,-1-5-1,0 0-6,0 6-27,0-1-1,0 1 1,0-1 0,0 1 0,-1-1-1,1 1 1,-1-1 0,0 1 0,0 0-1,0-1 1,-1 1 0,1 0 0,-1 0 0,0 0-1,0 0 1,0 0 0,0 0 0,0 0-1,-1 1 1,1-1 0,-1 1 0,1 0 0,-1 0-1,0 0 1,0 0 0,0 0 0,0 0-1,-6-1 1,1 0-37,0 1-1,-1 0 1,1 0-1,0 1 1,-1 0 0,1 1-1,-1 0 1,1 0-1,0 0 1,-1 1-1,-10 3 1,14-3 92,0 1-1,1 0 1,-1 0-1,1 0 1,-1 0-1,1 1 1,0 0-1,0 0 1,0 0-1,0 0 1,1 1 0,-1-1-1,1 1 1,0 0-1,0 0 1,0 0-1,1 0 1,-1 1-1,1-1 1,0 1-1,0-1 1,-2 9 0,1 0 130,0 0 0,1 0-1,0 0 1,1 0 0,0 0 0,1 0 0,3 23 0,-2-31-126,0 0 0,0 1-1,1-1 1,-1 0 0,1 0 0,0 0-1,1 0 1,-1 0 0,1-1-1,0 1 1,0-1 0,0 1 0,8 6-1,-4-5-17,-1-1-1,1 0 1,0-1-1,0 1 1,1-1-1,0-1 1,-1 1-1,11 2 1,4-1-236,0 0 0,0-1 0,1-1 1,0-2-1,34 0 0,-33-2-1044,42-7 0,15-17-4892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0:32.00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269 53 10490,'0'0'6111,"-16"-9"-6030,-57-26-65,69 33-17,0 1-1,-1-1 1,1 1-1,-1 0 1,0 0-1,1 1 0,-1-1 1,0 1-1,1 0 1,-1 1-1,0-1 1,1 1-1,-1-1 1,0 1-1,1 1 0,0-1 1,-1 1-1,1 0 1,0 0-1,-1 0 1,1 0-1,0 1 1,1-1-1,-1 1 1,0 0-1,1 1 0,0-1 1,0 0-1,-6 8 1,3-2 1,0 0 0,1 0 0,0 0 1,0 1-1,1 0 0,1 0 0,-1 0 0,2 0 1,-1 0-1,1 1 0,0 11 0,1-13-10,1 0-1,0 0 0,1 0 1,0 0-1,2 9 1,-2-15 6,0 0 1,0 0 0,0 0 0,1 0-1,-1-1 1,1 1 0,-1-1 0,1 1-1,0-1 1,0 1 0,0-1 0,0 0-1,1 0 1,-1 0 0,1 0 0,-1-1-1,1 1 1,3 1 0,3 1-71,1 0-1,-1-1 1,1 0-1,0-1 1,0 0 0,0-1-1,0 0 1,0 0 0,16-2-1,-18 1-54,0-1 0,-1 0 0,1-1 0,-1 1 0,1-2 0,-1 1 0,1-1 0,-1 0 0,0 0 0,0-1 0,-1 0 0,12-8 0,-10 4-6,-1 0 0,0-1 0,8-12 0,-11 14 123,1 0 0,0 0 0,0 1 0,1 0 0,9-9 0,-14 15 15,-1-1 0,0 1 0,1 0-1,-1 0 1,0 0 0,1-1 0,-1 1 0,1 0 0,-1 0-1,0 0 1,1 0 0,-1 0 0,1-1 0,-1 1-1,1 0 1,-1 0 0,1 0 0,-1 0 0,0 0 0,1 1-1,-1-1 1,1 0 0,-1 0 0,1 0 0,-1 0-1,0 0 1,1 1 0,-1-1 0,1 0 0,-1 0-1,0 0 1,1 1 0,-1-1 0,0 0 0,1 1 0,-1-1-1,0 0 1,0 1 0,1-1 0,-1 0 0,0 1-1,0-1 1,0 1 0,1 0 0,6 21 96,-7-20-85,10 59 33,-3 1-1,-2 0 1,-7 104 0,0-54 152,2-74 162,-10 74 1,7-97-216,0 0 0,-1 1 0,-1-1 0,0-1 1,-1 1-1,-1-1 0,-12 20 0,17-30-110,-1-1 0,0 1 0,0-1 0,0 0 0,0 1 1,0-2-1,-1 1 0,1 0 0,-1 0 0,0-1 0,0 0 0,0 0 0,0 0 0,0 0 0,-5 0 0,5-1-37,1 0-1,0-1 1,0 0-1,0 0 1,0 0-1,0 0 0,0 0 1,0-1-1,0 1 1,0-1-1,0 0 1,0 0-1,0 0 1,0 0-1,0 0 1,1-1-1,-1 1 0,0-1 1,1 0-1,0 0 1,-1 0-1,1 0 1,-2-2-1,-5-7-145,2 1 0,-1-1 0,1 0 0,1-1 0,0 1 0,1-1 0,-5-14 0,1-3-344,1 0 0,-5-35 1,7 8-967,2-85 1,4 128 1221,0-2-319,0-1 0,1 1-1,0 0 1,1 0 0,1 0-1,0 0 1,1 0 0,1 0 0,0 1-1,13-26 1,41-45-3931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0:32.38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0 382 336,'0'0'9447,"1"-22"-9077,2-133-130,-3 145-290,1 0 1,0 0-1,1 1 0,0-1 1,0 0-1,1 1 0,1-1 0,-1 1 1,2 0-1,-1 0 0,1 0 1,9-12-1,-9 15 6,-1 1 0,1-1 0,0 1 0,0 0 0,1 0 0,0 1 0,0 0 0,0 0 0,0 0-1,0 0 1,1 1 0,0 0 0,-1 1 0,1-1 0,0 2 0,0-1 0,0 0 0,8 1 0,-4 1 83,0 0 0,1 2-1,-1-1 1,0 1 0,0 1 0,0 0 0,-1 0 0,1 1 0,-1 1-1,0 0 1,0 0 0,0 1 0,-1 0 0,1 0 0,-2 1-1,1 1 1,-1-1 0,0 1 0,0 1 0,-1-1 0,-1 1 0,9 14-1,-11-13 455,-1 1-1,0-1 0,0 1 0,-1-1 0,0 1 0,-1 0 0,-1 0 0,0 17 0,-29-28 787,-19-12-1223,37 9-51,-1 0 0,1 0-1,-24-2 1,31 4-14,0 1 0,-1 0-1,1 0 1,0 0 0,-1 0 0,1 1 0,0-1-1,0 1 1,-1 0 0,1 1 0,0-1 0,0 1-1,0-1 1,0 1 0,1 0 0,-1 1 0,0-1-1,1 1 1,0 0 0,-1-1 0,1 1 0,0 1 0,0-1-1,1 0 1,-1 1 0,1-1 0,0 1 0,0 0-1,0 0 1,0 0 0,0 0 0,1 0 0,0 0-1,0 0 1,0 1 0,1-1 0,-1 9 0,0-8-13,0 0 1,1 0 0,0 0-1,0 0 1,0 0-1,1 0 1,0 0 0,-1 0-1,2 0 1,-1 0 0,4 8-1,-4-11-35,1 1 0,0-1 0,1 1-1,-1-1 1,0 0 0,1 0 0,-1 0 0,1 0-1,-1 0 1,1-1 0,0 1 0,0-1 0,0 0-1,0 0 1,0 0 0,0 0 0,0 0 0,0-1-1,0 1 1,6-1 0,12 2-820,0-1 0,0 0 0,0-2 0,26-4 0,-1-11-3901,-35 11 3395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0:32.82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15 177 1384,'0'0'7695,"0"31"-6964,0 95-380,4-57-115,-4-68-108,0-11 909,-9-113 212,0-7-458,9 113-781,0 8 8,0 0 0,0 0 0,0 0 0,2 0 1,3-17-1,-4 23-52,0 0 1,1 0 0,-1 1-1,1-1 1,-1 0-1,1 1 1,0-1-1,0 1 1,0 0 0,0 0-1,1 0 1,-1 0-1,0 0 1,1 0-1,0 1 1,-1-1 0,1 1-1,0 0 1,0-1-1,0 1 1,0 1 0,3-2-1,10-1-1205,0 1-1,0 1 1,28 0-1,-29 1-1169,24 0-3152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0:41.18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44 63 6689,'0'0'10531,"11"-11"-10089,37-30-20,-46 40-401,0 0 0,-1 0 0,1 0 0,0 0 0,0 0 0,0 0 0,0 0 0,0 1 0,0-1 0,0 1 0,0-1 0,0 1-1,0 0 1,0 0 0,0 0 0,0 0 0,0 0 0,0 0 0,0 1 0,0-1 0,0 1 0,0 0 0,0-1 0,0 1 0,3 2 0,0 0 17,0 1 0,-1 0-1,1 0 1,-1 0 0,0 0-1,5 8 1,-9-12-35,21 30 16,-2 0-1,-2 2 1,0 0 0,-2 0-1,-2 2 1,-1 0 0,-1 0-1,11 65 1,-21-74-666,-12-24-249,-10-2 324,1-2-1,0 0 0,0-1 1,-27-9-1,26 6 289,1 2 0,-2 0 0,1 1 0,-31-1-1,45 5 249,2 0 21,0 0-1,1 0 1,-1 0-1,0 1 1,1-1-1,-1 1 1,-6 2-1,10-2 22,0 0 0,0 0-1,0-1 1,0 1 0,0 0-1,0 0 1,0 0 0,0 0-1,1 0 1,-1 0-1,0 0 1,1 0 0,-1 0-1,1 0 1,-1 0 0,1 1-1,0-1 1,-1 0 0,1 0-1,0 0 1,0 1 0,0-1-1,0 0 1,0 0 0,0 1-1,0-1 1,0 0 0,0 0-1,1 0 1,-1 1 0,1-1-1,-1 0 1,1 2 0,0-1 37,0 0 1,1 0-1,-1 0 1,0 0 0,0 0-1,1 0 1,0 0 0,-1 0-1,1-1 1,0 1 0,-1-1-1,1 1 1,0-1-1,0 1 1,0-1 0,1 0-1,3 1 1,43 14 397,-42-15-386,15 5 29,2-2 0,-1-1 0,0 0 0,29-2 0,-38-1-504,0-1 0,0-1 0,0 0 1,0-1-1,-1 0 0,1-1 1,-1 0-1,16-9 0,18-14-7284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0:48.80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57 34 744,'5'-5'15026,"13"-14"-13308,-17 18-1619,0 0 0,0 0 1,0 0-1,0 1 1,0-1-1,1 0 0,-1 1 1,0-1-1,0 0 0,1 1 1,-1 0-1,0-1 0,1 1 1,-1 0-1,0 0 0,1-1 1,-1 1-1,0 0 1,1 0-1,-1 1 0,0-1 1,1 0-1,-1 0 0,0 1 1,1-1-1,-1 0 0,0 1 1,2 0-1,29 19 3,-31-19-54,18 14-25,0 1-1,-1 1 1,-1 1-1,-1 1 1,-1 0-1,0 1 1,-1 0-1,-1 1 1,12 27-1,-25-48-41,1 1-1,-1-1 0,1 1 1,-1 0-1,0-1 0,1 1 1,-1 0-1,0-1 0,1 1 1,-1 0-1,0 0 0,0-1 0,0 1 1,0 0-1,0 0 0,0-1 1,0 1-1,0 0 0,0 0 1,0-1-1,0 1 0,0 0 1,0 0-1,0-1 0,-1 1 0,1 0 1,0 0-1,-1-1 0,1 1 1,0 0-1,-1-1 0,1 1 1,-1-1-1,1 1 0,-1 0 1,1-1-1,-1 1 0,0-1 0,0 1 1,-3 0-143,0 0-1,1-1 1,-1 1 0,1-1-1,-1 0 1,0 0 0,-4-1-1,-6 1 72,-101-10-1031,1 1 851,112 9 271,1 0 1,-1 0-1,1-1 0,-1 2 0,1-1 0,-1 0 0,0 0 0,1 0 1,-1 1-1,1-1 0,-1 1 0,1-1 0,-1 1 0,1 0 0,0-1 1,-1 1-1,1 0 0,0 0 0,-1 0 0,1 0 0,0 0 0,0 0 1,0 1-1,-1 1 0,1 0 4,0 0 0,0 0 1,1 0-1,-1 0 1,1 0-1,0 0 0,0 1 1,0-1-1,0 0 0,0 0 1,1 0-1,1 4 0,-1-1 8,1 0-1,1-1 0,-1 1 1,1-1-1,0 1 0,0-1 1,1 0-1,0 0 1,-1 0-1,2-1 0,-1 1 1,7 4-1,4 4 18,1-1 0,28 16 0,-32-21-40,0-2 0,0 1 0,1-1-1,0-1 1,0-1 0,25 5 0,-31-7-95,0 0-1,0-1 1,0 0 0,0 0-1,0-1 1,0 1 0,0-1 0,-1-1-1,1 1 1,0-1 0,-1-1-1,1 1 1,-1-1 0,1 0-1,10-8 1,-1-4-684,0-2 1,-1 0-1,-1 0 0,-1-1 0,13-23 1,10-24-3490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0:49.21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11 215 624,'0'0'16412,"-10"-171"-15996,27 146-416,21 13-784,-7 6-1929,-3 6-3776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0:49.58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77 503 5633,'0'0'10510,"0"-11"-10386,-4-30-106,-1 1 0,-2 0 0,-13-41 0,-10-56-11,26 109-43,-2-50 0,6 77 31,1 0-1,-1 0 1,0 0 0,1 1-1,0-1 1,-1 0 0,1 0-1,-1 0 1,1 0 0,0 1-1,0-1 1,-1 0 0,1 1-1,0-1 1,0 0-1,0 1 1,0-1 0,0 1-1,0 0 1,0-1 0,0 1-1,0 0 1,0-1 0,1 1-1,34-7-66,-28 5 27,53-7-784,68-2 0,-1 9-3583,-65 2-732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0:49.97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322 4 3065,'0'0'9978,"-3"1"-9462,-1 0-456,-1 0-1,1 0 1,-1-1 0,0 0 0,1 0 0,-1 0-1,0 0 1,1-1 0,-9-1 0,-21-2 107,25 4-117,-9 0 61,-36 4 1,48-3-105,0 0-1,-1 1 1,1 0 0,1 0-1,-1 0 1,0 1-1,0 0 1,1 0 0,-8 6-1,6-4 41,0 1-1,1 0 1,0 0 0,0 0-1,0 1 1,1 0-1,0 0 1,0 0 0,0 1-1,-3 8 1,4-5 51,1 0 0,0 0 0,1 0 0,0 0 0,0 1 1,1-1-1,1 15 0,0-21-86,0-1 0,1 0 1,-1 1-1,1-1 0,0 0 1,0 1-1,1-1 0,-1 0 1,1 0-1,0 0 0,0 0 1,0 0-1,0-1 0,5 6 1,-2-3-5,0-1 1,1-1 0,-1 1 0,1-1 0,0 0-1,0 0 1,0-1 0,10 4 0,1 0-6,0-1-1,1-1 1,0-1 0,0-1-1,0 0 1,25-1-1,-17-1-222,0-1 0,31-5-1,-46 4-545,-1-2-1,0 1 0,0-1 1,17-8-1,-7-1-4141</inkml:trace>
  <inkml:trace contextRef="#ctx0" brushRef="#br0" timeOffset="1">198 358 6369,'0'0'9874,"82"-152"-9866,-44 115-8,11-7-696,-11 10-1456,-7 6-2553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0:50.37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74 1 10426,'0'0'6651,"22"25"-6544,68 80-37,-80-93-64,0-1-1,-1 1 1,11 20-1,-18-28 2,-1 0 0,1 0 0,-1 0 0,0 0 0,-1 0 0,1 1 0,-1-1 0,1 0 0,-2 6 0,1-9 109,-25-1-32,14-2-105,-1 0-1,1 0 0,0-1 0,-12-5 0,12 4-27,-1 1 0,0-1 0,-18-1 0,19 4 30,5 0-4,0 0 1,-1 1-1,1 0 0,0 0 1,0 1-1,-10 1 0,15-2 20,0 1-1,0-1 0,0 1 1,-1 0-1,1-1 0,0 1 1,0 0-1,0 0 1,0-1-1,0 1 0,0 0 1,1 0-1,-1 0 1,0 0-1,0 1 0,1-1 1,-1 0-1,0 0 0,1 0 1,-1 1-1,1-1 1,0 0-1,-1 0 0,1 1 1,0-1-1,0 0 0,0 1 1,0-1-1,0 0 1,0 1-1,0-1 0,0 0 1,1 0-1,-1 1 1,1 0-1,-1 0-3,1 0 1,0 0-1,0 0 1,0 0-1,0 0 1,0 0-1,0 0 1,0 0-1,1-1 0,-1 1 1,0-1-1,1 1 1,0-1-1,-1 1 1,1-1-1,0 0 1,0 0-1,-1 0 0,1 0 1,0 0-1,0 0 1,0 0-1,0-1 1,0 1-1,3 0 1,9 2-151,0-1 1,25 1-1,-37-3 133,52 3-2383,87-8 1,-47-13-2177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0:58.48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243 491 1120,'0'0'14391,"-19"3"-13569,10-2-715,-1 0 0,1 0-1,-1 1 1,1 1 0,0-1 0,-1 1 0,1 1 0,1 0 0,-1 0-1,1 1 1,-1-1 0,1 2 0,1 0 0,-1 0 0,-11 11-1,12-10-95,0 1-1,1-1 1,0 1-1,0 0 1,0 1-1,1 0 0,0 0 1,1 0-1,0 0 1,1 1-1,0-1 0,0 1 1,1 0-1,-2 16 1,4-25-11,-1 5 1,1 0-1,0 0 1,0 0 0,1 0 0,2 11 0,-3-15-1,1-1-1,0 1 1,0 0-1,0-1 1,0 1 0,0 0-1,0-1 1,0 1 0,1-1-1,-1 0 1,0 1 0,1-1-1,-1 0 1,1 0-1,0 0 1,-1 0 0,1 0-1,0 0 1,-1 0 0,1-1-1,3 2 1,3 0-1,1 0 0,-1 0 0,0 0 1,0-1-1,1-1 0,-1 1 0,0-1 0,1-1 0,-1 1 1,0-2-1,15-3 0,-16 3 4,-1 0 0,0-1 0,0 0-1,0-1 1,0 1 0,-1-1 0,1 0 0,-1-1 0,0 1 0,0-1 0,0 0 0,-1 0-1,0-1 1,7-10 0,-3 2 1,-1-2-1,0 1 1,-1-1-1,-1 1 0,-1-2 1,0 1-1,0 0 1,0-22-1,-1-20-3,-4-61 0,0 39-35,0-4-185,2-99-500,-1 177 698,0 6 20,0-1-1,0 0 0,-1 0 0,1 0 1,0 0-1,0 1 0,0-1 0,0 0 1,0 0-1,0 0 0,0 0 1,0 1-1,1-1 0,-1 0 0,0 0 1,0 0-1,1 1 0,-1-1 0,0 0 1,1 0-1,-1 1 0,1-1 1,-1 0-1,1 1 0,-1-1 0,1 0 1,0 1-1,-1-1 0,1 1 0,0-1 1,-1 1-1,1-1 0,0 1 1,0 0-1,-1-1 0,2 1 0,-1 0 2,-1 0 0,1 0 0,-1 0-1,0 0 1,1 0 0,-1 0 0,1 0 0,-1 0-1,0 0 1,1 0 0,-1 1 0,0-1-1,1 0 1,-1 0 0,0 0 0,1 1 0,-1-1-1,0 0 1,1 0 0,-1 1 0,0-1-1,0 0 1,1 1 0,-1-1 0,0 0 0,0 1-1,0-1 1,1 0 0,-1 1 0,0-1-1,0 1 1,0-1 0,0 0 0,0 1 0,0 0-1,8 32 8,-2 1-1,3 68 0,-4-36 17,-1-32-20,4 67-7,5-1 1,30 112 0,-40-198-118,2-1 0,0 1 0,0-2 0,1 1 0,1 0 0,0-1 0,13 16 0,-14-21-481,1 1-1,0-2 1,0 1-1,1-1 1,-1 0 0,18 9-1,17 1-5436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0:58.91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128 1 6689,'0'0'8326,"12"26"-8183,58 134-63,-63-148-73,-5-9-2,0 1 0,0-1-1,0 1 1,-1-1 0,1 1-1,-1 0 1,0 0 0,1 4-1,-6-8 70,-7-2-119,0-1 0,0 0 1,1-1-1,-12-5 1,13 4-35,-1 1 0,-1 1 0,1-1 0,0 1 0,-1 1-1,-10-1 1,8 2-2,7 0 48,0 1 0,0-1 1,1 2-1,-1-1 0,0 0 0,-5 2 0,9-1 31,1-1 1,0 1-1,0-1 0,0 1 1,-1 0-1,1-1 0,0 1 1,0 0-1,0 0 0,0 0 1,0 0-1,1 0 0,-1 0 1,0 0-1,0 0 0,0 0 1,1 0-1,-1 0 1,1 0-1,-1 0 0,1 1 1,-1-1-1,1 0 0,0 0 1,0 1-1,-1-1 0,1 0 1,0 1-1,0-1 0,1 2 1,-2 2 10,1 0 1,1 0-1,-1 0 1,1 0-1,0 0 1,0 0-1,0-1 1,1 1-1,-1 0 1,1-1-1,0 1 1,5 7-1,-5-10-3,1 1 1,-1-1-1,1 1 0,0-1 0,0 0 1,-1 0-1,1 0 0,1 0 1,-1-1-1,0 1 0,0-1 0,1 0 1,-1 0-1,0 0 0,1 0 1,-1-1-1,1 1 0,5-1 0,-2 1-110,0-1 0,-1 0-1,1-1 1,0 1 0,0-1-1,0-1 1,-1 1 0,1-1-1,-1 0 1,1-1 0,8-4-1,-7 2-303,0-1-1,0 0 0,0 0 1,-1-1-1,0 0 1,0 0-1,6-10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1:00.93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177 19 7874,'0'0'8197,"-1"-3"-7748,1 3-437,0-1 1,0 0 0,0 1 0,0-1-1,-1 0 1,1 1 0,0-1 0,0 0 0,-1 1-1,1-1 1,0 1 0,-1-1 0,1 0 0,-1 1-1,1-1 1,-1 1 0,1-1 0,-1 1 0,1 0-1,-1-1 1,1 1 0,-1 0 0,0-1 0,0 1-1,-21-2 313,16 2-281,1 0-38,0 0 1,0 1-1,0 0 1,0 0-1,0 1 1,0-1-1,1 1 1,-1 0-1,0 0 1,1 0-1,-1 1 1,1 0-1,0 0 1,0 0-1,0 0 1,0 0-1,1 1 1,-1 0-1,1 0 1,0 0-1,0 0 1,0 0-1,1 1 1,0-1-1,-1 1 1,1-1-1,1 1 1,-1 0-1,1 0 1,0 0-1,-1 8 1,2-11-11,0 0 0,1 0 0,-1 0 0,1 0 0,-1 0 0,1 0 0,0 0 0,-1 0 0,1 0 0,0-1 0,0 1 0,0 0 0,1-1 0,-1 1 0,0-1 0,1 1 0,-1-1 0,1 0 0,-1 1 0,1-1 0,-1 0 0,1 0 0,0 0 0,2 1 0,6 2-13,1 0-1,-1 0 1,16 2 0,-7-1-6,-18-5 32,20 6-276,0 1 1,0 0-1,-1 2 1,25 13-1,-41-20 179,1 1-1,-1 0 0,0 0 1,0 0-1,0 0 0,-1 1 1,1 0-1,-1-1 0,0 1 0,0 1 1,0-1-1,0 0 0,-1 1 1,1-1-1,-1 1 0,-1 0 1,1 0-1,-1-1 0,1 1 0,-1 0 1,-1 1-1,1-1 0,-1 0 1,0 6-1,0-8 82,-1-1 0,1 1 0,-1-1 0,1 1 0,-1-1 0,0 1 0,0-1 0,-1 1 0,1-1 0,0 0 0,-1 1 0,1-1 0,-1 0 0,0 0 0,1 0 0,-3 1 0,-2 2-11,1-1 0,-1-1 0,1 1 0,-1-1 0,0 0 0,-8 3 0,-1 0-280,-1-2 0,0 0 0,-1 0 0,-25 1 0,33-4-11,0 0 1,-1-1-1,1-1 0,-1 1 1,1-1-1,-13-4 0,18 4-49,1-1 0,-1 1 0,1-1-1,-1 0 1,1 0 0,-1 0-1,1-1 1,0 1 0,0-1-1,0 1 1,1-1 0,-1 0 0,1 0-1,-1-1 1,1 1 0,0 0-1,-2-6 1,-8-22-2972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1:01.67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1 227 5929,'0'0'8611,"3"13"-8560,0-1-44,-3-7-6,1 0-1,0 0 1,1 0-1,-1 0 0,1 0 1,0 0-1,0-1 1,0 1-1,1-1 0,-1 1 1,1-1-1,0 0 1,0 0-1,6 5 0,0-2 3,-1-1 0,1 0 0,0-1-1,0 0 1,1 0 0,0-1 0,0 0-1,0-1 1,0 0 0,0-1 0,0 0-1,1 0 1,-1-1 0,1 0 0,-1-1-1,1-1 1,-1 1 0,12-3-1,-19 2-5,1 0 0,0 0 0,-1-1 0,0 1 0,1-1 0,-1 0 0,0 1 0,0-1 0,0-1 0,0 1 0,0 0 0,0-1 0,0 0 0,-1 1 0,0-1-1,1 0 1,-1 0 0,0 0 0,-1-1 0,4-4 0,-2 0-4,0 0 1,0 0-1,-1-1 0,0 1 0,0-1 0,-1 1 1,1-17-1,0 23-147,2 7 117,4 8 36,-5-8-20,0 0 0,0 0 0,1 0 0,0 0 0,-1-1 0,2 1 0,-1-1 0,0 0 0,1 0 0,0 0 0,0-1 0,0 0 0,0 0 0,1 0 0,-1 0 0,8 1 0,2 0-131,-1-1 1,1 0-1,0-1 1,0-1 0,21 0-1,-31-1 94,0-1 1,0 1-1,1-1 1,-1-1-1,0 1 0,0 0 1,0-1-1,0 0 0,0-1 1,-1 1-1,1-1 0,0 0 1,-1 0-1,0 0 0,0 0 1,0-1-1,0 0 0,6-8 1,-5 6 54,-1 0 1,0 0-1,0-1 1,-1 0-1,0 1 1,0-1-1,-1-1 1,1 1-1,-2 0 0,1 0 1,-1-1-1,1-15 801,-2 38 164,2 12-943,2 0 1,1 0-1,1 0 1,1-1-1,12 30 1,7 26-168,-11-21 148,-2 1 1,-3 0 0,-3 1-1,0 67 1,-7-128 103,-1-9 101,-6-44-260,-16-56-1,2 10-297,3-11-18,6 0 0,0-137 1,12 235 374,0 1 1,1-1 0,0 1 0,0-1-1,1 1 1,0-1 0,5-13 0,-5 20-3,-1 1-1,0-1 1,1 1 0,0-1 0,0 1 0,-1 0 0,2-1-1,-1 1 1,0 0 0,0 0 0,0 0 0,1 1 0,-1-1 0,1 1-1,0-1 1,-1 1 0,1 0 0,0 0 0,0 0 0,0 0 0,0 0-1,0 1 1,0 0 0,0-1 0,0 1 0,4 0 0,-3 1-2,0-1 1,0 1 0,-1 0 0,1 0-1,0 0 1,0 1 0,0-1 0,-1 1 0,1 0-1,-1 0 1,0 0 0,1 1 0,-1-1-1,0 1 1,0 0 0,0 0 0,-1 0-1,1 0 1,-1 0 0,0 0 0,0 1 0,0-1-1,0 1 1,3 7 0,0 2-8,0 1 1,-1 0-1,0 0 1,-1 0-1,2 27 1,-4-32-12,0 7-71,0 0-1,-1 0 0,0 0 0,-4 18 0,3-30 81,0 1 0,0 0 0,-1-1 0,0 1 1,1-1-1,-2 0 0,1 0 0,0 0 0,-1 0 0,0 0 0,0 0 0,0 0 0,0-1 0,-1 0 0,1 0 0,-1 0 0,0 0 0,-4 2 1,2-1 24,1-2 0,-1 1 1,0-1-1,0 1 0,0-2 1,0 1-1,-10 1 0,13-3-73,0 1 0,0-1-1,-1 0 1,1 0 0,0 0 0,0-1-1,0 1 1,0-1 0,-1 0 0,1 0-1,0 0 1,0 0 0,0-1-1,0 1 1,1-1 0,-5-2 0,-15-19-2485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1:02.07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243 0 928,'0'0'6991,"-28"4"-6552,-87 15 121,111-18-492,0 0 0,0 0 1,1 0-1,-1 0 0,0 1 0,1-1 0,-1 1 1,1 0-1,-1 0 0,1 1 0,0-1 0,0 0 1,0 1-1,0 0 0,0 0 0,1 0 0,-1 0 1,1 0-1,0 1 0,-2 3 0,-1 2 158,1-2-6,0 0 1,1 1 0,0-1 0,0 1 0,1 0-1,0 0 1,0 0 0,0 15 0,1-19-150,1 1-1,0 0 1,0 0 0,0-1 0,1 1-1,-1 0 1,1-1 0,0 1 0,1 0-1,-1-1 1,1 1 0,0-1 0,0 0-1,0 0 1,1 0 0,4 6 0,-1-4-43,1-1 0,0 0 0,0-1 0,0 0 0,0 0 0,1 0 0,0-1 0,-1 0 0,1 0 1,0-1-1,1 0 0,-1-1 0,10 1 0,5 0-241,0-1 1,1-1-1,35-5 0,-26-3-979,-32 8 987,1-1 0,-1 1 1,0 0-1,0-1 0,0 1 0,0-1 1,0 1-1,-1-1 0,1 0 0,0 1 0,0-1 1,0 0-1,0 1 0,-1-1 0,1 0 1,0 0-1,-1 0 0,1 0 0,-1 0 1,1 0-1,-1 0 0,1 0 0,-1 0 1,0 0-1,1-2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1:02.49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1 187 10402,'0'0'5529,"179"-130"-5793,-124 102-1696,-13 0-2497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1:02.87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1 159 960,'0'0'10402,"10"22"-10306,30 68-49,-24-59 1714,-16-34-813,-7-211 1331,7 211-2279,0 0 0,0-1 0,0 1 0,1 0 0,-1 0 0,1 0 0,0 0 0,0 0 0,0 0 0,1 0 0,-1 0 0,1 0 0,-1 0 0,1 1 0,0-1 1,0 1-1,0-1 0,0 1 0,1 0 0,-1-1 0,1 1 0,-1 1 0,1-1 0,0 0 0,-1 1 0,1-1 0,0 1 0,0 0 0,0 0 0,5-1 0,8-2-448,0 2 0,1 0 0,-1 0 0,29 3 0,-26-1-682,20 0-2920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1:03.26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252 21 784,'0'0'12696,"-32"-5"-11980,-98-10-337,127 14-370,0 1 0,1 0-1,-1 0 1,0 0 0,1 1-1,-1-1 1,0 1 0,1 0 0,-1-1-1,1 1 1,-1 0 0,1 0-1,-1 1 1,1-1 0,0 0 0,0 1-1,-1-1 1,1 1 0,0 0-1,0 0 1,1 0 0,-1 0 0,0 0-1,1 0 1,-1 0 0,1 1-1,0-1 1,0 1 0,0-1 0,0 1-1,0-1 1,0 1 0,0 4-1,-2 2 24,-2 9 13,1-1-1,0 1 1,1 0 0,0 36-1,8 74 10,-5-118-52,7 49-34,26 107 0,-5-35-1735,-22-99-188,-2 1 1,-1 33-1,-3-66 1955,0 1-44,0-1 0,0 0-1,0 0 1,0 0 0,0 0 0,0 1-1,0-1 1,0 0 0,0 0 0,0 0 0,0 0-1,0 1 1,0-1 0,0 0 0,0 0 0,0 0-1,0 0 1,0 0 0,0 1 0,0-1 0,0 0-1,0 0 1,0 0 0,0 0 0,-1 0 0,1 1-1,0-1 1,0 0 0,0 0 0,0 0-1,0 0 1,0 0 0,-1 0 0,1 0 0,0 0-1,0 0 1,0 0 0,0 0 0,0 1 0,-1-1-1,1 0 1,0 0 0,0 0 0,0 0 0,0 0-1,-1 0 1,-19 0-2852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1:03.65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0 594 864,'0'0'8854,"7"-16"-7718,-1 2-820,1 0 0,13-20 1,-19 32-277,1 1 0,0-1 0,0 0 0,0 1 0,0-1 0,0 1 0,1 0 0,-1 0 1,0 0-1,1 0 0,-1 0 0,0 0 0,1 1 0,-1-1 0,1 1 0,-1 0 0,1 0 0,0 0 1,-1 0-1,1 0 0,-1 0 0,1 0 0,2 2 0,8-1 60,8-1-70,0-1 0,0-1 0,0-1 0,-1 0-1,1-2 1,21-7 0,-32 8-131,-1 0-1,1 0 1,-1-1 0,0 0-1,-1-1 1,0 0 0,1 0 0,-2 0-1,1-1 1,-1-1 0,0 1-1,-1-1 1,1 0 0,7-15-1,-13 21 88,0 0-1,0-1 1,0 1-1,0 0 1,0-1-1,-1 1 1,1 0-1,-1-1 0,1 1 1,-1-1-1,0-3 1184,0 10-521,0 9-448,0 0-1,1 0 1,0 0 0,1 0 0,1 0 0,5 17-1,-5-24-191,0 0 0,0 0 0,0 0 1,1 0-1,0 0 0,0-1 0,0 0 0,1 0 0,0 0 0,0 0 0,0-1 0,0 0 0,1 0 0,10 5 0,-10-6-40,0 0 1,0-1-1,0 1 1,1-1-1,-1-1 1,1 1 0,7 0-1,-11-2-87,-1 1 0,1-1 0,0 0 0,-1 0 1,1-1-1,-1 1 0,1 0 0,0-1 0,-1 1 0,1-1 0,-1 0 0,1 0 0,-1 0 1,0 0-1,1 0 0,-1-1 0,0 1 0,0-1 0,0 0 0,3-2 0,10-22-3388</inkml:trace>
  <inkml:trace contextRef="#ctx0" brushRef="#br0" timeOffset="1">528 140 9010,'0'0'10506,"131"-114"-12722,-97 89-1849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1:04.05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73 1 56,'0'0'11146,"-7"6"-11044,4-4-147,-2 2 209,0 0 0,0 1 1,0-1-1,1 1 1,-1 0-1,1 0 0,1 0 1,-1 1-1,1-1 1,-1 1-1,2 0 0,-1 0 1,1 0-1,-1 0 1,2 1-1,-1-1 0,-1 10 1,4-12-121,-1 0 1,0-1-1,1 1 1,-1 0-1,1-1 1,0 1-1,0 0 1,0-1-1,1 0 1,-1 1-1,1-1 1,0 0-1,0 1 1,0-1-1,1 0 1,3 4-1,-1-3-19,1 1 0,-1-1 0,1 0 0,-1-1 0,1 0-1,0 0 1,1 0 0,10 3 0,1-1-58,-1-1-1,1-1 0,1-1 1,-1 0-1,0-1 1,24-3-1,-35 1-142,0 0-1,1-1 1,-1 0-1,0-1 1,0 1 0,0-2-1,0 1 1,-1-1-1,1 0 1,-1 0-1,0 0 1,0-1-1,-1 0 1,1 0 0,-1-1-1,0 1 1,0-1-1,5-9 1,0-1-73,-1 1 0,-1-1 1,0 0-1,-1-1 0,-1 0 1,7-29-1,-14 54 558,1 0-1,0-1 1,0 1-1,0 0 1,1-1 0,0 1-1,1-1 1,0 1-1,0-1 1,0 0 0,1 0-1,0 0 1,1 0-1,5 9 1,-6-10-331,1 0-1,0-1 1,0 1-1,0-1 1,1 0-1,0 0 1,0 0-1,0-1 1,1 1 0,-1-1-1,1-1 1,0 1-1,0-1 1,0 0-1,1 0 1,-1-1-1,8 3 1,-7-4-241,-1 0-1,1-1 1,0 1 0,-1-1-1,1-1 1,0 1 0,-1-1-1,8-1 1,8-14-4501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1:04.45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1296,'0'0'8066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1:04.86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193 25 7410,'0'0'7632,"-4"-3"-7495,1 0-124,-1 1-1,1-1 1,-1 1-1,0 0 1,0 1-1,0-1 1,0 1-1,0-1 1,0 1-1,0 0 0,0 0 1,0 1-1,0 0 1,-1-1-1,1 1 1,0 1-1,0-1 1,-1 1-1,1-1 1,0 1-1,-7 3 1,5-2 16,0 1 0,1 0 0,0 0-1,-1 0 1,1 1 0,0 0 0,1 0 0,-1 0 0,1 0 0,0 1 0,0-1 0,0 1 0,0 0 0,1 1 0,-3 6 0,3-7 28,0 1 1,1 0-1,0 1 1,0-1-1,0 0 1,1 0-1,0 1 1,0-1-1,0 1 1,1-1-1,0 1 0,1-1 1,-1 1-1,1-1 1,2 9-1,-1-10-44,0 0-1,0 0 1,1 0-1,-1 0 1,1 0 0,0-1-1,0 1 1,1-1-1,-1 0 1,1 0-1,0 0 1,0 0-1,0-1 1,1 0-1,-1 0 1,1 0-1,0 0 1,5 2-1,2 0-67,1-1 0,0 0 0,0 0-1,0-1 1,1-1 0,-1-1 0,16 1-1,-20-2-271,-1 0 0,1 0-1,-1-1 1,1-1 0,-1 1 0,0-1-1,1-1 1,-1 1 0,0-1-1,0-1 1,-1 1 0,9-6-1,13-16-4431</inkml:trace>
  <inkml:trace contextRef="#ctx0" brushRef="#br0" timeOffset="1">193 25 4017</inkml:trace>
  <inkml:trace contextRef="#ctx0" brushRef="#br0" timeOffset="2">193 25 4017,'-79'171'10226,"79"-178"-9154,0-2-304,24-6-488,10-7-280,25-15-72,-7 2-1776,-11 4-2625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1:06.31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214 1 7042,'0'0'3611,"-14"5"-3480,9-4-131,-7 3 164,-1 1-1,1 0 1,0 1 0,1 0 0,-1 1-1,1 0 1,1 1 0,-20 17-1,22-16-39,1 0 0,-1 1 0,2 0 0,0 0 0,0 1 0,0 0 0,2 0 0,-1 0 0,1 0 0,1 1 0,0-1 0,1 1 0,0 0 0,1 0 0,0 0-1,2 23 1,-1-30-117,1-1-1,0 1 0,1 0 0,-1-1 0,1 1 0,0-1 0,0 0 0,0 1 1,1-1-1,-1 0 0,1 0 0,0-1 0,0 1 0,0 0 0,1-1 0,-1 0 1,1 0-1,0 0 0,0 0 0,0-1 0,0 1 0,0-1 0,1 0 0,4 1 1,6 3-71,1 0 0,-1-2 1,1 0-1,0 0 1,0-2-1,18 1 0,-21-2-162,20 1-1062,-1-1-1,55-6 1,-56-5-2932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1:06.69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0 264 912,'0'0'12971,"221"-211"-14219,-183 158-3913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1:07.01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190 1 1088,'0'0'12234,"-9"6"-11940,-25 17-174,-44 29 143,70-46-89,0 0 0,1 1 0,0 0 0,0 0 1,0 1-1,-10 15 0,16-22-152,0 1 0,0-1 0,1 1 0,-1-1 0,0 1 0,1-1 0,-1 1 0,1 0 0,-1-1 0,1 1 0,0 0-1,0 0 1,0-1 0,0 1 0,0 0 0,0-1 0,0 1 0,1 2 0,-1-3-15,1 0-1,0 0 1,0 1-1,-1-1 0,1 0 1,0 0-1,0 0 1,0 0-1,0 0 0,0-1 1,1 1-1,-1 0 1,0 0-1,0-1 1,0 1-1,1-1 0,2 2 1,6 0-30,0 0 0,0-1 0,0 0 0,0 0 0,11-2 1,-4 1 10,52-1-347,-51-1 3,0 2-1,0-1 1,1 2 0,-1 1-1,0 0 1,0 1-1,22 7 1,-37-9 322,0 1 0,0-1 0,0 1 0,0 0 0,-1 0 0,1-1 0,-1 2 0,1-1 0,-1 0 0,0 0 0,0 1 0,0-1 0,0 1 0,0 0 0,-1 0 0,1 0 0,-1-1 0,0 1 0,1 0 0,-1 1 0,-1-1 0,1 0 0,0 0 0,-1 0 0,0 0 0,0 1 0,0-1 0,0 0 0,0 0 0,0 1 0,-1-1 0,0 0 0,0 0 0,0 0 0,0 0 0,0 0 0,0 0 0,-1 0 0,1 0 0,-1-1 0,0 1 0,0 0 0,0-1 0,0 1 0,0-1 0,-1 0 0,-3 3 0,-13 7-2,-1 0-1,0-2 1,-1 0 0,0-1 0,-1-1 0,0-1 0,0-1 0,-1-1 0,1-1 0,-1-1-1,0-1 1,-28-1 0,49-1-167,0 0 1,0 0-1,0 0 0,0 0 1,1 0-1,-1 0 0,0-1 1,0 1-1,0 0 0,0-1 0,0 0 1,1 0-1,-1 1 0,0-1 1,1 0-1,-1 0 0,0 0 0,1-1 1,-1 1-1,1 0 0,0-1 1,-1 1-1,1-1 0,0 1 0,0-1 1,0 1-1,0-1 0,0 0 1,0 0-1,0-2 0,-5-27-3331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1:07.42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187 1 784,'0'0'14843,"-121"217"-14763,131-136-32,21 9-48,0 9 8,4 4-8,-4 2 0,-4-9-488,-9-9-904,-18-6-416,0-25-401,0-19-5120</inkml:trace>
  <inkml:trace contextRef="#ctx0" brushRef="#br0" timeOffset="1">0 563 704,'0'0'14155,"200"-19"-14155,-148 13-176,-11-4-1328,-6 4-2913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1:07.82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194 0 1096,'0'0'12175,"-20"3"-11727,-67 11-24,82-13-376,0 1 1,1 0-1,-1-1 0,1 2 1,-1-1-1,1 0 1,0 1-1,0 0 0,0 0 1,0 0-1,0 1 0,1-1 1,0 1-1,-1 0 0,1 0 1,1 0-1,-1 0 0,1 0 1,-1 1-1,1-1 0,0 1 1,1-1-1,-1 1 1,1 0-1,0 0 0,0 0 1,0 0-1,1 0 0,0 0 1,0 7-1,0-5-21,0 0 0,0 0 0,1 0-1,0 0 1,0 0 0,1 0 0,4 10 0,-4-12-23,1 0 0,-1-1 0,1 0 0,1 0 0,-1 0 0,0 0 1,1 0-1,0-1 0,0 1 0,0-1 0,5 3 0,2 1-10,0-1 0,0 0 0,0-1-1,1 0 1,0 0 0,0-1 0,24 4 0,-6-4-1179,1-2 1,31 0 0,-39-2-1734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1:08.17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0 308 568,'0'0'14067,"145"-162"-14067,-114 106-96,-7 7-1544,-10 8-4137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1:08.57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10882,'0'0'5353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1:08.92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9 311 1480,'0'0'12091,"-1"5"-12050,-1 8 107,1-17 441,1-30 589,0 13-1407,-2-32 242,1 34-13,0-1 0,1 0 0,1 1 0,5-28 0,-5 43-1,0 1 0,0-1 0,1 0 0,-1 1-1,1-1 1,0 1 0,0 0 0,0 0 0,0 0 0,1 0-1,-1 0 1,1 0 0,0 0 0,0 1 0,0 0 0,0-1 0,0 1-1,1 0 1,-1 1 0,1-1 0,4-1 0,6-2-203,1 2 0,0-1 1,0 2-1,18-1 0,10-2-3007,-18-1-2644</inkml:trace>
  <inkml:trace contextRef="#ctx0" brushRef="#br0" timeOffset="1">385 47 832,'0'0'13443,"17"162"-13387,-3-131-32,-4-6-16,1-3-8,-1-19-1088,-3-3-1145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1:09.35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0 326 464,'0'0'15227,"104"-161"-15131,-66 120-96,3-11-8,-10 11-1576,-10 10-3937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1:09.80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12019,'0'0'4064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1:10.25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147 4 1384,'0'0'10711,"-9"0"-10479,1-1-208,5 0 30,-1 1 1,1-1-1,-1 1 0,0 0 1,1 0-1,-1 0 0,1 0 1,-1 0-1,1 1 0,-1 0 1,1 0-1,-1 0 0,1 0 1,0 0-1,-1 1 1,1-1-1,0 1 0,0 0 1,0 0-1,-3 3 0,0 3 243,-1 1-1,2 0 1,-1 1-1,1-1 0,0 1 1,1 0-1,0 0 1,1 0-1,-3 15 1,5-19-234,-1-1 1,2 0 0,-1 0 0,1 1-1,-1-1 1,1 0 0,1 1 0,-1-1-1,1 0 1,0 0 0,0 1 0,1-1 0,-1 0-1,1 0 1,0 0 0,1 0 0,-1-1-1,1 1 1,0-1 0,6 8 0,-1-6-73,0 0 0,0-1 1,0 0-1,1 0 0,-1-1 0,1 0 1,0 0-1,1-1 0,-1-1 1,0 0-1,1 0 0,0 0 0,-1-1 1,1-1-1,0 0 0,9-1 1,-10 1-242,-1-1 0,1 0 1,0-1-1,-1 0 1,0 0-1,0-1 0,1 0 1,-2-1-1,1 1 1,0-1-1,9-7 0,0-4-2133,0-1 0,-1-1 0,16-21 0,-4 3-2737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1:10.63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82 1 368,'0'0'16242,"20"14"-15898,60 44-128,-76-55-177,1-1-1,-1 1 0,0 0 1,-1 0-1,1 1 0,-1-1 1,1 1-1,-1 0 0,0 0 1,4 7-1,-3-4-5,-4-6 151,-32-2-11,13 0-205,-1 1 0,1 1 0,0 0 0,-20 5 0,35-6 12,0 1 1,0 0 0,0 1-1,0-1 1,0 1 0,0 0-1,0 0 1,1 0 0,-1 0-1,1 0 1,-1 1-1,1 0 1,0 0 0,0 0-1,0 0 1,1 0 0,-1 0-1,1 1 1,-1-1 0,1 1-1,0 0 1,1 0-1,-4 7 1,5-9 19,-1 0 0,0 0 0,1 0-1,-1 0 1,1 0 0,-1 0 0,1 0 0,0 0 0,0 0-1,0 0 1,0 0 0,0 0 0,1 0 0,-1 0 0,1 0-1,-1 0 1,1 0 0,0 0 0,0 0 0,-1 0 0,1 0-1,1 0 1,-1-1 0,0 1 0,0 0 0,1-1 0,-1 1-1,0-1 1,1 0 0,0 1 0,-1-1 0,1 0 0,0 0-1,0 0 1,-1 0 0,1 0 0,0 0 0,0-1 0,3 1-1,8 2 3,0-1 0,1 0-1,-1-2 1,0 1 0,16-3-1,-5 2-17,-20 0-21,1-1-1,0 1 1,-1-1 0,1 0 0,-1 0 0,1-1 0,-1 1 0,1-1-1,-1 0 1,0 0 0,0 0 0,8-6 0,-1-1-583,0-1 0,17-20-1,6-5-2967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1:14.09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1010 576,'0'0'12580,"8"-17"-9545,329-897-3339,-329 894 192,-4 9-4,1 0 0,12-21 0,-17 32 109,1 0 0,-1 0-1,0-1 1,0 1-1,0 0 1,0-1 0,1 1-1,-1 0 1,0 0-1,0 0 1,0-1 0,1 1-1,-1 0 1,0 0-1,0 0 1,1-1 0,-1 1-1,0 0 1,1 0-1,-1 0 1,0 0 0,0 0-1,1 0 1,-1 0 0,0 0-1,1 0 1,-1 0-1,0 0 1,1 0 0,-1 0-1,0 0 1,1 0-1,-1 0 1,0 0 0,0 0-1,1 0 1,-1 0-1,0 1 1,1-1 0,-1 0-1,0 0 1,0 0-1,1 0 1,-1 1 0,0-1-1,0 0 1,0 0 0,1 1-1,-1-1 1,0 0-1,0 0 1,0 1 0,0-1-1,1 0 1,-1 0-1,0 1 1,0-1 0,0 1-1,7 27-83,5 51-1,-2-13 103,23 101 16,8-2 0,76 198-1,-96-311-90,24 73-93,-39-107-535,-2 0-1,0 1 1,-1-1-1,2 32 1,-5-18-3088,0-8-3248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1:14.58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25 544,'0'0'19964,"3"-9"-19700,18 5-128,10 1-48,14 0 81,7 0-97,6 0-72,4 3-32,0 0-817,-3 0-1271,-14 0-2153,-17 0-3193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1:21.34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76 41 368,'0'0'14869,"20"-3"-14305,6 0-409,9-2 396,51-12-1,-70 12-244,11-2 746,-42 7-718,4 0-331,0 0 0,0 1 0,0 0 0,0 0-1,1 2 1,-1-1 0,-15 7 0,22-7-3,0 0 0,0 0 0,0 0 0,1 1 0,-1-1 0,1 1 0,0 0 0,-1 0 0,1 0 0,1 1 0,-1-1 0,0 1 0,1-1 0,0 1 0,0 0 0,0 0 0,0 0 0,0 0 0,1 0 0,0 1 0,0-1 0,-1 7 0,1-2-3,0 1 0,0-1 0,1 0 0,0 0 0,1 0 0,2 14 0,-2-19 1,0 0 1,0 0 0,1-1 0,-1 1-1,1 0 1,0 0 0,0-1 0,1 0-1,-1 1 1,1-1 0,0 0 0,-1 0-1,1 0 1,1 0 0,-1-1 0,6 4-1,78 39-381,-61-34-21,-1 1 0,45 31 0,-63-38 336,-1 1-1,1-1 0,-1 1 0,0 1 0,-1-1 1,0 1-1,0 0 0,0 0 0,-1 0 1,1 1-1,-2 0 0,1-1 0,4 17 0,-7-18-33,1 1 0,-1-1 0,-1 0-1,1 1 1,-1-1 0,0 0 0,0 1-1,-2 9 1,1-13 88,0 1 0,0-1-1,0 0 1,0 0-1,-1 0 1,1 0 0,-1-1-1,0 1 1,1 0 0,-1-1-1,-1 1 1,1-1-1,0 0 1,-1 1 0,1-1-1,-1 0 1,-4 2 0,-6 3 13,0-1 0,-1 0 0,1-1 1,-1-1-1,0 0 0,0-1 1,-16 1-1,-101 2-27,116-6 16,10 0-68,-1 0 0,1-1 0,0 1 1,-1-1-1,1 0 0,0-1 0,-1 1 0,1-1 0,0 0 0,0-1 0,0 1 0,1-1 0,-1 0 1,1 0-1,-1 0 0,1 0 0,0-1 0,0 0 0,0 0 0,1 0 0,0 0 0,-1-1 0,-2-5 0,-13-21-2715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1:21.89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41 38 232,'0'0'13176,"0"-6"-12380,0-26 1035,0 39-1198,-1 18-422,-2 0 1,-1 1 0,-8 28-1,-2 13-1454,7 1-5385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1:22.56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3 208,'0'0'10238,"21"-3"-6232,-16 8-3932,0-1 0,-1 1 0,0 0 0,0 0-1,0 0 1,0 1 0,-1-1 0,0 1 0,0 0-1,3 7 1,15 26 1,-2-11-40,-10-13-24,1-1 0,1 0 0,18 18 0,-25-22-2316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0:41.60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611 32 11931,'0'0'2599,"-31"-5"-460,2 0-1700,-15-3 191,-1 2 0,-70-1-1,97 7-524,-5 0 23,0 1 0,-25 3-1,40-2-108,0 0 0,1 0-1,-1 0 1,1 1 0,0 0-1,0 0 1,0 1 0,0 0 0,-12 9-1,6-1-11,1 0 0,0 1 0,1 0 0,1 0 0,0 1 0,0 1 0,2-1 0,0 2 0,0-1 0,1 1 0,1 0 0,1 1 0,1-1 0,-4 20 0,0 25-13,2 0 0,3 98 0,3-120 6,2 32 2,3-1 0,17 84 0,44 135-720,-58-256 476,-2-8-353,21 92-1381,-16-37-3362,-10-45-1269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0:42.09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1 262 2761,'0'0'14068,"28"-4"-13663,182-24-179,-190 26-241,105-17-34,-111 17-155,-1-2 0,1 0 0,-1 0 0,0-1 1,-1-1-1,24-13 0,-33 17 135,-1-1 0,1 0 0,0 1-1,-1-1 1,1 0 0,-1 0 0,0 0 0,0 0 0,0-1 0,0 1 0,2-7 0,-4 9 76,0 0 1,1 0-1,-1 0 1,0 1-1,0-1 1,0 0-1,1 0 1,-1 0 0,0 0-1,0 0 1,0 0-1,0 1 1,-1-1-1,1 0 1,0 0-1,0 0 1,0 0-1,-1 0 1,1 1-1,0-1 1,-1 0-1,1 0 1,-1 0-1,1 1 1,-1-1-1,1 0 1,-1 1-1,0-1 1,1 0-1,-1 1 1,0-1-1,0 1 1,1-1-1,-1 1 1,0-1-1,0 1 1,1 0-1,-1-1 1,0 1-1,0 0 1,0 0-1,0 0 1,0 0-1,0-1 1,1 1-1,-1 0 1,0 0-1,0 1 1,-1-1-1,1 0 7,1 0 1,-1 0-1,1 0 0,-1 0 0,1 0 0,0 1 0,-1-1 0,1 0 0,0 0 0,-1 0 0,1 1 1,0-1-1,-1 0 0,1 0 0,0 1 0,-1-1 0,1 0 0,0 1 0,-1-1 0,1 0 0,0 1 1,0-1-1,0 0 0,-1 1 0,1-1 0,0 0 0,0 1 0,0-1 0,0 1 0,0-1 0,0 1 1,0-1-1,0 0 0,0 1 0,0 18-88,1-13 110,0-2-38,0 1 0,0 0 0,0 0-1,1-1 1,-1 1 0,1-1-1,0 1 1,1-1 0,-1 0 0,1 0-1,0 0 1,0 0 0,0 0 0,0-1-1,1 1 1,0-1 0,-1 0-1,1 0 1,0-1 0,0 1 0,1-1-1,-1 1 1,6 1 0,-1 0-99,1-1 0,-1 0-1,1 0 1,0-1 0,0 0 0,0-1 0,0 0 0,0 0 0,0-1 0,15-2-1,-21 2 90,-1-1 0,1-1-1,-1 1 1,0 0 0,1-1-1,-1 0 1,0 0 0,0 0-1,0 0 1,0 0 0,-1 0-1,1-1 1,0 1 0,-1-1-1,0 0 1,0 0 0,1 0-1,-2 0 1,1 0 0,0 0-1,-1-1 1,1 1 0,-1-1-1,0 1 1,0-1 0,0-6-1,3-11 18,-2-1 0,0 1-1,-2-31 1,0 30 20,-1-3 119,0 24 39,1 5 22,0 1-166,0 0-1,1 1 1,0-1 0,0 1 0,0-1-1,3 6 1,1 0-26,0 0-1,1-1 1,0 0 0,1 0 0,0-1-1,0 0 1,15 14 0,-17-18-149,1 0-1,0 0 1,0-1 0,0 0 0,0 0 0,1 0 0,0-1 0,0 0-1,0-1 1,0 1 0,0-1 0,0 0 0,9 0 0,18-1-3065,-8-1-2879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0:42.52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3121,'0'0'9419,"11"21"-9108,74 152 129,-79-160-398,-4-8-28,1 0 0,-1 0 0,0 0 0,-1 1 0,1-1 0,-1 1 0,1 8 1009,-2-37 14,0 6-1013,-1 3-12,1 1 1,1-1-1,0 1 0,1-1 0,5-18 0,-6 28-12,0 1 0,1-1 1,-1 1-1,1-1 0,0 1 1,0 0-1,0 0 0,1 0 0,-1 0 1,1 1-1,-1-1 0,1 0 1,0 1-1,0 0 0,0 0 0,0 0 1,0 0-1,1 0 0,-1 1 1,1-1-1,-1 1 0,1 0 0,-1 0 1,1 0-1,4 0 0,-4 0 0,0 1 0,1-1-1,-1 1 1,0 0-1,1 0 1,-1 0 0,1 1-1,-1 0 1,0 0-1,1 0 1,-1 0-1,0 0 1,0 1 0,0 0-1,0 0 1,0 0-1,0 0 1,4 4 0,-1 1 3,0 0 1,-1 0 0,0 1 0,0 0 0,-1 0-1,0 0 1,5 12 0,44 105 86,-46-104-84,-7-20-14,-1 0 0,0 0 0,1 0 0,-1 0 0,1 0 0,-1 0 0,1 0 0,-1 0 0,1 0 0,-1-1 0,1 1 0,0 0 0,0 0 0,-1 0 0,1-1-1,2 2 1,10-1-2816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0:42.92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318 1 8026,'0'0'7735,"-22"1"-7653,-7 2-60,-80 2 22,103-5-42,0 1-1,0-1 1,0 1 0,0 1 0,1-1 0,-1 1-1,0 0 1,1 0 0,-1 1 0,1 0 0,0 0-1,0 0 1,0 1 0,0-1 0,0 1 0,1 0-1,-1 0 1,1 1 0,0-1 0,1 1 0,-1 0-1,-4 9 1,2-3 17,1 1 0,-1 0 0,2 0 0,0 0 0,0 0 0,2 1 0,-1 0 0,1-1 0,0 24-1,2-32-14,0 0 0,1 1 0,-1-1 0,1 0 0,0 1 0,0-1 0,0 0 0,1 0 0,0 0 0,-1 0 0,1 0 0,1-1 0,-1 1 0,0 0 0,1-1 0,0 0 0,0 1 0,3 2 0,1-1-2,0 0 0,0 0 0,0-1 0,1 0 0,-1-1 1,1 1-1,0-1 0,15 3 0,-1-1-199,0-2-1,0-1 1,1 0 0,-1-2-1,0 0 1,26-5 0,-33 3-276,0-2 1,-1 0-1,19-7 1,35-19-3201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0:43.37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188 0 8674,'0'0'7556,"21"21"-7277,63 69-99,-80-87-162,-1 0 1,0 1-1,0 0 0,0-1 1,0 1-1,0 0 0,-1 1 1,0-1-1,0 0 0,0 1 1,0-1-1,-1 1 0,0-1 1,0 1-1,0 0 0,0-1 1,-1 1-1,0 0 0,0 9 1,-1 1 55,1-14-80,-1 0-1,1-1 1,-1 1-1,0 0 0,1 0 1,-1 0-1,0-1 1,0 1-1,1-1 1,-1 1-1,0 0 1,0-1-1,0 1 0,0-1 1,0 0-1,0 1 1,1-1-1,-1 0 1,0 0-1,0 1 0,0-1 1,0 0-1,0 0 1,0 0-1,0 0 1,0 0-1,0 0 0,-2-1 1,-34-2-797,15-3 582,0-1 103,-1 2 1,1 1-1,-27-2 0,43 5 116,1 1-1,-1 0 0,1 0 1,-1 1-1,1 0 0,-1 0 1,1 0-1,0 0 1,-1 1-1,1 0 0,0 0 1,0 0-1,0 1 0,0 0 1,1 0-1,-1 0 1,1 0-1,-6 7 0,7-7 5,0 0-1,1 0 0,0 1 0,0 0 1,0-1-1,0 1 0,0 0 1,1 0-1,0 0 0,-1 0 1,0 7-1,2-9-3,0 0 0,0 0-1,0 0 1,0 0 0,0 0 0,0 1 0,0-1 0,1 0 0,-1 0-1,1 0 1,-1 0 0,1 0 0,0 0 0,0-1 0,0 1 0,0 0 0,0 0-1,0 0 1,1-1 0,-1 1 0,1-1 0,-1 1 0,1-1 0,-1 1-1,3 0 1,6 3-44,-1-1-1,1-1 0,0 1 0,0-2 1,0 0-1,1 0 0,-1 0 1,0-1-1,12-1 0,-3 0-471,1-1 0,-1 0 0,0-2-1,20-4 1,-28 3-199,1 0 1,-1-1-1,18-9 0,24-17-2288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0:43.79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1139 482 7866,'0'0'5846,"8"30"-5306,32 96-129,-39-122-390,1-1 0,-1 1 0,0-1 1,1 0-1,0 1 0,-1-1 0,1 0 0,1 0 0,-1 0 0,0 0 0,1-1 1,-1 1-1,1-1 0,0 1 0,0-1 0,0 0 0,0 0 0,0 0 0,0-1 0,1 1 1,-1-1-1,1 1 0,-1-1 0,1 0 0,6 0 0,0 2 64,3 0 21,0-1 1,0 0 0,0-1-1,0 0 1,0-1 0,0 0-1,0-1 1,19-4 0,-23 3-93,0-1 0,0 0 0,0-1 0,-1 0 0,1 0 0,-1-1 0,0 1 0,0-2 0,-1 1 0,1-1 0,-1-1 0,7-8 1,-8 8-53,0 0 0,0-1 1,-1 0-1,0 0 0,-1 0 1,0-1-1,0 0 1,0 1-1,-1-1 0,-1-1 1,0 1-1,0 0 1,-1 0-1,0-1 0,0 1 1,-1-1-1,0 1 1,-1-1-1,-2-11 0,2 16 23,0 1-1,0-1 0,-1 1 1,1 0-1,-1 0 0,0 0 1,0 0-1,0 0 0,-1 0 0,1 0 1,-1 1-1,0-1 0,-6-4 1,3 2-6,-1 1 1,0 0-1,0 1 1,0 0-1,-1 0 1,-14-6-1,3 5-86,0-1 1,0 2-1,0 1 1,-1 0-1,-31 0 0,-62 3-3233,90 0-370</inkml:trace>
  <inkml:trace contextRef="#ctx0" brushRef="#br0" timeOffset="1">980 93 2657,'0'0'15371,"103"-93"-15371,-99 93-760,-4 22-6866</inkml:trace>
  <inkml:trace contextRef="#ctx0" brushRef="#br0" timeOffset="2">231 922 11090,'0'0'6114,"-193"134"-4882,166-100-448,16-6-384,11 3-320,4 3-80,23-6-1480,-3-6-3977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1:25.82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50 408,'0'0'10988,"4"0"-10413,23 0 1514,23 1-1377,-1-3 1,69-10-1,18-15-3631,-82 17-1029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1:26.46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50 640,'0'0'16596,"3"-12"-16468,32 6-64,10 0-8,6-4-56,5 1 0,2 3-56,15 6-912,-18 0-601,-17 0-2400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1:29.19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222 1 6417,'0'0'5987,"0"4"-5860,-1 10-102,-1 1 0,0-1 0,-1 1 0,0-1 0,-1 0 0,-1 0 0,0-1 0,-10 18 0,-66 105 26,68-117-25,-15 20-4,18-26 17,1 0 0,0 0 0,1 0 0,1 1 0,-8 18 0,15-31-29,0-1 0,0 1 0,-1 0 0,1-1-1,0 1 1,0 0 0,0-1 0,0 1-1,0 0 1,0-1 0,0 1 0,0 0-1,0-1 1,0 1 0,1 0 0,-1-1-1,0 1 1,0 0 0,0-1 0,1 1-1,-1-1 1,0 1 0,1 0 0,-1-1 0,1 1-1,-1-1 1,1 1 0,-1-1 0,1 1-1,-1-1 1,1 0 0,-1 1 0,1-1-1,0 0 1,-1 1 0,1-1 0,-1 0-1,1 1 1,0-1 0,-1 0 0,1 0 0,0 0-1,0 0 1,39 1 277,-19-1-214,-9 3-65,-1-1 0,1 2 0,-1-1 0,0 2 0,0-1 0,-1 2 0,1-1 0,-1 1 0,0 1 0,-1 0 0,14 13 0,43 27-548,-66-46 535,1-1 0,-1 0 0,0 0 0,1 0-1,-1 1 1,0-1 0,1 0 0,-1 0 0,0 0 0,1 0 0,-1 0 0,1 0 0,-1 1 0,0-1 0,1 0-1,-1 0 1,1 0 0,-1 0 0,0-1 0,1 1 0,-1 0 0,0 0 0,1 0 0,-1 0 0,1 0 0,-1 0-1,0 0 1,1-1 0,-1 1 0,0 0 0,1 0 0,-1-1 0,0 1 0,0 0 0,1 0 0,-1-1 0,0 1-1,0 0 1,1-1 0,-1 1 0,0 0 0,0-1 0,0 1 0,0 0 0,1-1 0,-1 1 0,0-1 0,0 1-1,0 0 1,0-1 0,0 1 0,0 0 0,0-1 0,0 1 0,0-1 0,0-31 151,-1 20-183,1-83-31,0 354 580,1-245-567,0 0-1,2-1 1,-1 1-1,2 0 1,0-1-1,0 0 1,8 15 0,1 4-1592,-9-15-1324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1:36.22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1 104,'0'0'12219,"7"0"-13172,3 0-791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1:36.95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1 568,'0'0'12667,"1"7"-12588,12 401-204,-13-407 60,0 11-148,0-1 0,1 1 0,4 21 0,-4-31 16,-1-1 0,0 1 0,1 0 0,-1 0 1,1 0-1,0-1 0,0 1 0,0 0 0,0-1 0,0 1 0,0-1 1,0 1-1,0-1 0,0 1 0,1-1 0,-1 0 0,1 0 0,-1 1 1,1-1-1,-1 0 0,1-1 0,0 1 0,-1 0 0,1 0 0,0-1 1,0 1-1,-1-1 0,1 1 0,0-1 0,3 0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1:37.41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1 624,'0'0'12710,"0"0"-12687,0 0 1,0 0-1,0 0 1,0 0 0,0 0-1,0 0 1,0 0 0,0 0-1,0 1 1,0-1 0,0 0-1,0 0 1,0 0 0,0 0-1,0 0 1,0 0-1,0 0 1,0 0 0,0 1-1,0-1 1,0 0 0,0 0-1,0 0 1,0 0 0,0 0-1,0 0 1,0 0 0,0 0-1,0 1 1,0-1-1,0 0 1,0 0 0,0 0-1,0 0 1,1 0 0,-1 0-1,0 0 1,0 0 0,0 0-1,0 0 1,0 0 0,0 0-1,0 0 1,0 0-1,0 0 1,1 0 0,-1 1-1,0-1 1,0 0 0,0 0-1,0 0 1,0 0 0,0 0-1,0 0 1,0 0 0,1 0-1,-1 0 1,0-1-1,0 1 1,0 0 0,0 0-1,0 0 1,0 0 0,0 0-1,0 0 1,0 0 0,1 0-1,-1 0 1,0 0 0,22 257 311,-13-179-362,5 26-2739,-11-87-99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1:37.88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73 472,'0'0'11608,"10"-9"-11017,-4 4-515,-2 0-32,1 1 0,0-1 0,0 1 0,1 1 0,-1-1-1,1 1 1,0-1 0,0 2 0,0-1 0,0 1 0,0 0 0,9-2 0,96-9 219,-98 13-321,0 0 0,0 1 0,1 0 1,-1 0-1,0 2 0,17 5 0,-11-2-1161,0 0-1,0-1 0,23 4 1,-16-8-3670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1:38.22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 7 4017,'0'0'13715,"-3"0"-14219,6-6-1249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1:38.69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1 776,'0'0'12301,"2"5"-12108,13 49-37,-2 0 1,-3 1 0,-2 0 0,2 94 0,-9-97-139,5 87-8,1-112-58,-7-27-100,1 1 1,-1 0-1,1 0 1,0-1-1,-1 1 0,1-1 1,0 1-1,0 0 1,-1-1-1,1 0 0,0 1 1,0-1-1,0 1 1,0-1-1,-1 0 0,1 0 1,0 1-1,0-1 1,0 0-1,0 0 0,0 0 1,0 0-1,1 0 1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1:39.23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80 824,'0'0'14131,"6"-12"-13569,-2 3-468,-3 6-76,0 0 1,0 0-1,0 0 1,0 0-1,1 0 1,-1 0-1,1 0 1,0 1-1,0-1 1,0 1-1,0-1 1,1 1-1,-1 0 1,1 0-1,-1 0 1,1 0-1,0 0 1,0 0-1,-1 1 0,1 0 1,0-1-1,0 1 1,1 0-1,-1 0 1,5 0-1,2 1 16,9-2 13,0 2-1,0 0 0,0 1 1,19 4-1,-32-3-42,0-1 0,0 1 1,-1 0-1,1 1 0,-1-1 0,1 1 0,-1 0 0,0 0 0,0 1 1,0 0-1,0 0 0,-1 0 0,0 0 0,0 0 0,0 1 0,6 9 1,-6-7 2,0 1 0,0-1 0,-1 1 1,0 0-1,-1-1 0,1 1 0,-1 1 1,-1-1-1,0 0 0,0 0 0,-1 0 1,0 1-1,0-1 0,-1 0 1,0 1-1,0-1 0,-1 0 0,0 0 1,0 0-1,-1 0 0,0-1 0,-1 1 1,1-1-1,-1 0 0,-1 0 1,0 0-1,0 0 0,0-1 0,0 0 1,-13 11-1,9-10-90,1 0 0,-1 0 0,0-1 0,0 0 1,-1-1-1,0 0 0,0-1 0,0 0 0,-1 0 0,1-1 0,-1 0 0,0-1 1,-19 1-1,27-4 267,7-1 105,10 1-88,-7 2-170,-1 2 0,0-1 0,1 1 0,-1 0 0,0 0 0,-1 1 0,1-1 0,7 7 0,45 43 46,-39-34-67,250 250-21,-260-264 60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1:40.05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37 14 1200,'0'0'11385,"20"-3"-10907,64-7-217,-81 10-250,0 0 1,0 0-1,0 1 0,0-1 1,0 1-1,0 0 0,0 0 1,-1 0-1,1 0 0,0 0 0,0 1 1,-1-1-1,1 1 0,-1 0 1,1 0-1,-1 0 0,0 0 0,0 0 1,0 0-1,0 0 0,0 1 1,0-1-1,-1 1 0,1 0 0,-1-1 1,0 1-1,0 0 0,0 0 1,0 0-1,1 3 0,0 0 25,3 14 18,0 0 0,-2 0 0,0 1 0,-1-1 0,-1 1 0,-1-1 0,-1 1 0,-5 29 0,4-38-44,-2 0 1,1 0-1,-1-1 0,-1 0 0,0 1 0,-1-1 0,0-1 0,-9 13 0,12-18-33,0-1-1,0 1 0,-1-1 1,0 1-1,0-1 1,0 0-1,-1 0 0,1-1 1,-1 0-1,0 1 1,0-1-1,0-1 0,0 1 1,-1-1-1,1 0 0,-1 0 1,1-1-1,-1 1 1,-6-1-1,10-1-39,0 0 0,-1 0 0,1 0 0,0-1 0,0 1 0,-1-1 0,1 0 0,0 0 0,0 0 0,0 0 0,0 0 0,0 0 0,0 0 0,0-1 0,1 1 0,-1-1 0,0 1 0,-1-3 0,0 0 1,-1-1 0,1 1-1,1-1 1,-1 0 0,1 0 0,0 0-1,-3-8 1,2 2 55,1 1 1,0-1-1,1 1 0,0-1 1,0 0-1,1 1 0,2-20 1,-1 27 23,0 1 0,0-1 1,0 1-1,1 0 0,-1-1 1,1 1-1,-1 0 0,1 0 1,0 0-1,-1 0 1,1 0-1,0 1 0,0-1 1,1 0-1,-1 1 0,0 0 1,0-1-1,1 1 0,-1 0 1,1 0-1,-1 0 1,1 1-1,-1-1 0,1 1 1,-1-1-1,6 1 0,8-2 185,0 1 0,32 2-1,-45-1-188,3 1 5,-1 0-1,0 0 1,1 0-1,-1 1 1,0 0-1,0 0 1,0 1-1,0-1 1,0 1-1,-1 0 1,1 1-1,-1-1 1,0 1-1,5 4 1,7 9-9,28 38 0,-39-47-11,0-1-297,-1 0 0,1 0 0,-2 0 0,1 1 0,-1 0 0,0 0 0,2 11 0,-1 0-3355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1:42.17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0 744,'0'0'14411,"0"9"-16563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1:54.60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542 336 728,'0'0'8294,"-8"0"-8083,-28 4-14,33-4-74,-1 1 0,1 0 0,0 0 0,0 1-1,0-1 1,0 1 0,0 0 0,0-1 0,0 1 0,0 0 0,1 1 0,-4 2 0,-2 2 130,-25 19 284,9-8-107,1 1 0,1 0 0,0 2 0,-33 42 0,22-19-375,2 2-1,2 1 1,2 2-1,3 1 1,-21 58-1,24-47-40,8-30 3,3 1-1,0-1 1,2 2 0,2-1 0,-5 65 0,11 715 1898,3-736-1377,21 114 1,-10-96-475,-1 3 429,4-2-1,4 1 0,5-2 0,63 152 0,37-5 117,-35-76 352,-71-129-735,2-1 1,1-1 0,1-2-1,49 52 1,-46-53 295,34 51 0,-39-50 523,51 56 0,-14-30-565,92 69-1,-86-81-128,-27-19-338,36 31 0,-43-35-10,0 0 1,2-2-1,1-2 0,57 25 0,-32-16-1,175 74-29,-184-86 21,0-1-1,99 14 0,-134-27 6,366 54 47,-304-45-107,1-4-1,99-3 1,-46-3 76,35 5-14,161 3-146,-292-8 144,-1-3 0,1 0 1,0-2-1,52-14 0,35-22-69,119-57-1,-134 51-561,-87 36 621,-1-1 0,0-1 1,-1-1-1,0-1 0,-1 0 0,0-1 1,-2-1-1,15-18 0,-4 6-114,41-35 0,-50 47 125,0-1-1,-1 0 1,-1-2 0,0 1-1,21-40 1,24-29 6,-31 45 11,-2-1 0,-2-1 0,-2-1-1,18-50 1,-33 78-16,36-76 1,-25 56 1,-2 0 0,23-72 0,28-109 34,12-49 9,-45 17 45,-32 221-88,9-73 8,7-125 185,-19 211-181,1-33 172,-2-1-1,-3 1 1,-13-69-1,2 45-158,7 31-16,-2 1 0,-2 0 0,-25-61 0,-22-37-149,-6-12-155,52 124 248,-1 1-1,-2 1 1,-27-35 0,1 8-38,5 6-266,-71-68 0,84 88 345,0-1 0,2-1 0,1-1 0,-20-35 0,28 43-31,-97-156-1174,0 29 738,90 125 389,0 1 0,-2 1 1,-1 1-1,-27-19 0,30 25 72,-147-96-389,129 87 316,4 1 11,-1 2-1,-1 1 1,-42-15-1,6 10-124,-2 2 0,0 4 0,-1 3 0,-123-9 0,-24 0 1,129 12 35,-102-1 0,-153 10-609,323 4 736,-39 7 0,40-4 18,-40 1 0,8-4 21,0 3 1,-90 16 0,-53 21-442,55 5-84,94-28 407,6-4 83,40-12 31,-33 2-83,18 2 37,-1 0-1,1 2 0,0 0 1,-19 12-1,34-18 46,-1 0 0,1 0-1,-1-1 1,1 1-1,-1-1 1,-7 1-1,7-2-5,1 1-1,-1 0 0,1 0 1,0 0-1,0 1 0,-7 3 0,3-2 4,0 0-1,-1 0 0,1-1 1,-1 0-1,-11 1 0,6-1-1,-106 26-70,108-25-69,-1 1 1,1 1 0,0 0 0,1 1-1,-1 0 1,1 1 0,-12 10 0,-4 1-15,-132 82-1392,74-50-2007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1:55.96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386 0 624,'0'0'8646,"-7"6"-8479,0 1-155,0-1 1,0-1 0,-1 0-1,1 0 1,-1 0 0,-1-1-1,-14 6 1,6-6 449,0 0 0,-22 1 0,26-4-53,0 0 0,1 1-1,0 1 1,-1 0 0,1 0 0,-19 9 0,17-3-597,0 0 0,1 1 0,0 0 0,0 1 0,2 0 0,-18 21 0,12-14-2136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1:56.37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277 1 6721,'0'0'5506,"-114"136"-5498,93-111-8,4-6-96,10-4-401</inkml:trace>
  <inkml:trace contextRef="#ctx0" brushRef="#br0" timeOffset="1">277 1 224,'-7'74'8802,"0"-74"-7786,-17 6-760,-7 16-80,-4 6-160,1 3 40,-4 0-48,3 3 0,4-3 48,14-3-48,7-3-16,3-9-400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1:59.81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0 164 616,'0'0'7759,"1"3"-7731,5 10 2241,24 2-2040,-21-2 229,0 0 0,0-1-1,17 16 1,15 19 658,-30-35-963,1 0 0,0-1 0,0 0 0,1-1 0,1-1 0,-1 0 0,2 0 0,-1-2 0,24 10 0,-10-4 204,38 25 1,-3-1 1030,-44-27-1108,-1 1 1,0 0-1,0 1 0,22 21 1,-8 10 569,-27-36-703,0 1 0,1-1 0,-1 0 0,1 0 0,1-1 0,10 9 0,-9-7-67,9 3-3,38 13 42,103 23 48,-26-10-153,15-2 80,-74-20 47,-33-8 54,75 2 1,-11 0-11,92 1 109,-54-5-128,294 5-115,-339-11-46,119 17 24,-113-16-23,393-16-69,-157-28-1,-286 36 6,-1-2-1,0-3 1,50-20 0,174-76 154,-258 100-148,-1 0 1,-1-1 0,1-1 0,16-15-1,-15 12-14,1 1-1,28-16 1,-20 12 79,0-1 0,-2 0 0,0-2 0,23-24 0,-24 22-1,11-15 14,10-8 4,-34 36-24,0 0 0,-1-1 0,0 0 0,-1-1 0,0 0 0,-1 0 0,0-1 0,0 0 0,-2-1-1,11-24 1,-12 26-10,1 1 0,0 0 0,1 0 0,-1 1 0,17-16 0,4-9-20,-12 14-3,-4 4-90,1 0 1,25-25-1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2:00.79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1 184 360,'0'0'11306,"0"-84"-10889,7 75-209,0-1-192,3 1-16,4 0-617,-4-13-1527,0 0-4001,-3 4 2816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2:01.17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0 292 496,'0'0'8154,"94"-90"-9891,-74 68-1175</inkml:trace>
  <inkml:trace contextRef="#ctx0" brushRef="#br0" timeOffset="1">276 87 496,'0'0'8602,"80"-59"-8602,-53 44-320,-2 2-1977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2:01.59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0 155 120,'0'0'9786,"73"-43"-11026,-52 34-3849</inkml:trace>
  <inkml:trace contextRef="#ctx0" brushRef="#br0" timeOffset="1">345 56 680,'0'0'3881</inkml:trace>
  <inkml:trace contextRef="#ctx0" brushRef="#br0" timeOffset="2">614 3 80,'0'0'9074,"52"0"-9074,-38 0-808,17 0-1449,-7-3-3832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2:02.17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4 592,'0'0'15848,"12"0"-17285,137-1-6755,78 0 12047,0 0-792,-152 1-6153,0 0-3463,-62 0 6278,1 0 0,0 2-1,25 5 1,13 11 7300,-34-14-2773,15-6-3249,-10 1-906,57 2-1150,147 17-10200,-135-1 9431,-89-16 2058,0-1 0,0 1-1,0 0 1,-1 0 0,1 0 0,0 0 0,0 0 0,-1 1 0,1-1 0,-1 1 0,4 2 0,-5-2 388,0 0-1,0-1 0,0 1 1,0 0-1,0 0 1,-1 0-1,1 0 1,-1 0-1,1 0 1,-1 0-1,0 0 1,1 0-1,-1 0 0,0 0 1,-1 3-1,27-4-13,-15-1-710,40-1-2756,1 3-1,51 8 1,-63-3-3125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2:02.60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0 336,'0'0'11146,"42"44"-11146,-18-41-704,21-3-3953,-4 0-232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2:02.96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0 680,'0'0'14867,"8"3"-14585,8 2-563,0-2 1,1 0 0,-1-1-1,33 0 1,-32-1-584,-1 1-190,0 0 1,0 1-1,0 1 0,0 0 1,27 12-1,27 18-240,-26-9 6337,-41-23-4552,1-1-1,-1 1 1,1-1-1,0 0 1,-1 0-1,1 0 1,6 0-1,50-1-1659,-30-1-343,82 1-6200,-111 0 7781,0 0 0,0 0 0,0 0 0,0 0 0,0 0 0,0 1 0,0-1 0,0 0 0,0 1 0,0-1 0,0 1 0,0-1 0,0 1 0,-1-1 0,1 1 0,0-1-1,0 1 1,0 0 0,-1-1 0,1 1 0,0 0 0,0 1 0,9 23 4062,-10-22-3914,0-1 0,1 1 0,-1-1-1,1 0 1,0 0 0,0 1-1,0-1 1,0 0 0,0 0-1,0 0 1,0 0 0,1 0 0,-1 0-1,1 0 1,0 0 0,-1-1-1,1 1 1,0-1 0,0 1-1,0-1 1,3 2 0,5-1-175,1 0 1,0 0-1,0-1 0,0-1 1,0 0-1,19-2 0,7 0 51,-35 2-121,-1 0-1,0-1 1,0 1-1,0 0 1,1 1-1,-1-1 1,0 0-1,0 0 1,0 0-1,0 1 1,0-1-1,1 1 1,-1-1-1,1 1 1,1 17-3978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2:06.00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25 96 912,'1'2'15287,"10"7"-15485,-4-7 168,1-1 1,0-1 0,-1 0-1,1 0 1,10-1 0,-17 1 30,1 0 1,-1-1 0,1 1-1,-1 0 1,1-1 0,-1 1 0,1-1-1,-1 1 1,0-1 0,0 0-1,1 0 1,-1 1 0,0-1-1,0 0 1,0 0 0,0 0-1,1 0 1,-2-1 0,1 1-1,0 0 1,0 0 0,0-1 0,0 1-1,-1 0 1,1-1 0,-1 1-1,1 0 1,-1-1 0,0 1-1,1-1 1,-1 1 0,0-1-1,0-1 1,0-5 43,1 4-36,-1 0 0,0 0 0,0 0 0,-1 1 0,1-1 0,-1 0 0,0 0 0,0 1 0,-1-5 0,1 7-16,-1-1 0,1 1 0,0 0-1,0-1 1,-1 1 0,1 0 0,-1 0 0,1 0-1,-1 1 1,1-1 0,-1 0 0,0 0 0,1 1 0,-1-1-1,0 1 1,0 0 0,1-1 0,-1 1 0,0 0-1,0 0 1,0 0 0,1 0 0,-3 1 0,2-2 11,1 1-1,-1 0 1,1 0 0,-1 0 0,1 0 0,-1 0-1,1 0 1,-1 1 0,1-1 0,-1 0 0,1 1-1,-1-1 1,1 1 0,0 0 0,-1-1 0,1 1-1,0 0 1,-1 0 0,1 0 0,0 0 0,0 0-1,0 0 1,0 0 0,0 0 0,-1 2 0,1 1 15,0 1 1,0-1-1,0 1 1,0-1 0,1 1-1,0-1 1,0 9 0,0-12-13,1 0 1,-1 0-1,1 1 1,-1-1-1,1 0 1,0 0-1,0 0 1,-1 0 0,1 0-1,0 0 1,0 0-1,0 0 1,0 0-1,0 0 1,0 0-1,0-1 1,1 1-1,-1 0 1,0-1-1,0 1 1,0-1-1,1 1 1,-1-1-1,0 0 1,1 1-1,-1-1 1,0 0 0,1 0-1,2 0 1,1 1-14,0-1 0,1 0 1,0 0-1,-1 0 1,1-1-1,6-1 0,-11 2 9,0-1 0,0 1-1,-1-1 1,1 1-1,0-1 1,0 0 0,-1 1-1,1-1 1,-1 0-1,1 0 1,0 0 0,-1 1-1,1-1 1,-1 0-1,0 0 1,1 0 0,-1 0-1,0 0 1,1 0-1,-1 0 1,0 0 0,0 0-1,0 0 1,0-1-1,0-28-13,0 21 11,-1 7-2,0 1 0,0-1-1,1 1 1,-1-1 0,0 1 0,0 0 0,-1-1 0,1 1-1,0 0 1,0 0 0,-1 0 0,1 0 0,0 0 0,-1 0 0,1 0-1,-1 0 1,1 0 0,-1 1 0,1-1 0,-1 1 0,0-1-1,1 1 1,-1 0 0,0-1 0,0 1 0,-2 0 0,-3-1 10,1 1 1,-1-1 0,1 1-1,-1 0 1,1 0 0,-9 2-1,13 0-5,1-1-1,-1 0 0,1 0 0,-1 1 0,1-1 0,0 1 0,0-1 1,0 1-1,0 0 0,0-1 0,0 1 0,0 0 0,1 0 0,-1 0 0,1-1 1,-1 1-1,1 0 0,0 0 0,-1 0 0,1 0 0,0 3 0,0 2 13,0 1-1,0-1 0,0 0 1,2 13-1,-1-18 0,0 0-1,0-1 1,0 1-1,0 0 1,1 0-1,-1-1 1,0 1-1,1-1 1,-1 1-1,1-1 1,-1 0-1,1 0 1,0 0-1,-1 1 1,1-1-1,0-1 1,0 1-1,0 0 1,0 0-1,0-1 1,0 1-1,0-1 1,0 0-1,0 1 1,3-1-1,3 1 29,1-1-1,-1 0 1,1 0-1,14-3 1,-22 3-40,1-1 0,0 0 0,0 0 1,0 0-1,-1 0 0,1 0 0,-1-1 0,1 1 0,-1 0 1,1-1-1,-1 1 0,0-1 0,0 0 0,0 1 0,0-1 1,0 0-1,0 0 0,0 1 0,0-1 0,-1 0 0,1 0 1,-1 0-1,1 0 0,-1-3 0,1 3-23,-1-1 1,1 1-1,-1-1 0,0 1 0,0-1 1,0 1-1,0-1 0,0 1 1,-1-1-1,1 1 0,-1-1 1,1 1-1,-1-1 0,0 1 0,0 0 1,0-1-1,0 1 0,-1 0 1,-1-3-1,-4 1 58,1 1 0,-1 0-1,0 0 1,0 1 0,0 0 0,0 0 0,0 1 0,0 0-1,-1 0 1,1 1 0,0-1 0,-1 2 0,1-1 0,0 1 0,-10 2-1,16-3-28,0 1 0,0-1 0,0 0-1,0 0 1,1 1 0,-1-1 0,0 0-1,0 1 1,1-1 0,-1 1 0,0-1-1,1 1 1,-1 0 0,0-1 0,1 1-1,-1-1 1,1 1 0,-1 0 0,1 0-1,0-1 1,-1 1 0,1 0 0,-1 0-1,1-1 1,0 1 0,0 0 0,0 0-1,-1 0 1,1 0 0,0 0 0,0-1-1,0 1 1,0 0 0,0 0 0,1 0-1,-1 0 1,0-1 0,0 1 0,1 1 0,-1 0-33,1 0 0,0 0 0,0 0 0,0 0 1,0-1-1,1 1 0,-1 0 0,0-1 1,1 1-1,-1 0 0,1-1 0,-1 0 1,1 1-1,3 1 0,27 9-1579,3-5-2427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2:09.64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1 128 928,'0'0'9465,"4"0"-9326,24 0 175,0-2 1,33-5 0,-36 3 174,0 2 1,28 0-1,-29 2-450,-1-1 0,0-2-1,24-4 1,-6 0 133,1 1 0,1 2-1,57 2 1,18-1 286,-67-3 60,20 0-58,30 8-166,112-5-63,35-23-228,-103 8 59,-82 9 53,84-2 0,-33 23 357,66-12-1637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2:10.38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1456,'0'0'12411,"1"7"-12270,9 395-1588,-10-384 909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2:10.93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0 156 656,'0'0'12268,"5"-21"-11496,16-68-241,-20 87-506,-1 0-1,1 0 1,-1 0 0,1 0-1,0 0 1,0 0 0,0 0 0,0 0-1,0 0 1,1 1 0,-1-1-1,0 0 1,1 1 0,-1-1-1,1 1 1,0-1 0,-1 1-1,1 0 1,0 0 0,0 0 0,0 0-1,0 0 1,0 0 0,0 0-1,0 1 1,0-1 0,0 1-1,0 0 1,1-1 0,-1 1-1,3 0 1,4-1 85,-1 0-75,0 0 1,1 0-1,-1 0 0,0 1 0,1 1 0,-1-1 0,0 1 1,11 3-1,-16-3-33,0 0 1,0 1 0,0-1 0,0 1-1,0 0 1,0-1 0,-1 1-1,1 1 1,-1-1 0,1 0-1,-1 1 1,0-1 0,0 1 0,0-1-1,0 1 1,0 0 0,-1 0-1,1 0 1,-1 0 0,0 0 0,0 0-1,0 1 1,1 3 0,0 5-8,0 0 0,0 0 1,-1 0-1,0 0 1,-1 0-1,-3 22 0,2-27-16,-1 0-1,1-1 1,-1 1-1,-1 0 1,1-1-1,-1 1 1,0-1-1,-1 0 1,1 0-1,-1 0 1,0-1-1,-10 11 1,10-12 17,-1 0 1,1 0 0,-1 0 0,0 0 0,0-1 0,-1 0 0,1 0-1,-12 4 1,7-4-1,0-2 0,0 1 0,0-1 0,0 0 1,-11-1-1,21 0 61,1 2-32,0 0-1,0 0 1,0 0 0,1 0-1,-1 0 1,1 0 0,0 0-1,-1 0 1,1 0 0,0-1-1,0 1 1,0-1 0,0 1-1,1-1 1,2 2 0,3 2 83,152 123 929,-137-107-626,-2 2-1,-1 0 1,-1 1-1,27 44 1,-32-43 258,13 21 831,-26-46-1473,-1 1 0,1-1 0,-1 1 0,1-1 0,0 1 0,-1-1 0,1 0-1,0 1 1,-1-1 0,1 0 0,0 1 0,-1-1 0,1 0 0,0 0-1,0 0 1,-1 0 0,1 0 0,0 0 0,0 0 0,-1 0 0,1 0 0,0 0-1,0 0 1,-1 0 0,1-1 0,0 1 0,-1 0 0,1 0 0,0-1 0,-1 1-1,1 0 1,0-1 0,-1 1 0,1-1 0,-1 1 0,1-1 0,-1 1-1,1-1 1,-1 0 0,1 1 0,-1-1 0,1 1 0,0-2 0,18-28-2427,-19 29 2189,8-18-5018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2:50.5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1 280,'0'0'912,"31"201"8,-20-114-920,-4-9-520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2:51.0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1 291 104,'0'0'5803,"7"-31"-3218,26-101-944,-31 124-1429,1 0 1,-1-1 0,2 1-1,-1 0 1,1 0-1,0 0 1,0 1-1,1 0 1,0 0 0,1 0-1,-1 0 1,10-8-1,-11 13-130,0-1 1,0 1-1,0 0 0,0 0 0,1 0 0,-1 0 0,1 1 0,-1-1 1,1 1-1,-1 0 0,1 1 0,0-1 0,-1 1 0,1 0 0,0 0 1,0 1-1,-1-1 0,1 1 0,4 1 0,-4 0-62,0-1 0,0 1 0,-1 1 0,1-1 0,-1 0 0,1 1 0,-1 0 0,0 0 0,0 0 0,-1 1 0,1-1 1,0 1-1,-1 0 0,0 0 0,0 0 0,0 1 0,-1-1 0,1 0 0,2 10 0,0-2 15,-1 0-1,-1 0 1,0 0 0,0 0 0,-1 1-1,-1-1 1,0 13 0,-1-15-24,-1-1-1,0 0 1,0 0-1,-1-1 1,-1 1 0,1 0-1,-1 0 1,-1-1-1,0 0 1,0 0 0,0 0-1,-1 0 1,-8 10-1,4-8-16,0 0-1,-1 0 1,0-1-1,0-1 1,-1 1-1,0-2 0,0 1 1,-19 7-1,21-11-66,1-1 0,-1 0-1,0-1 1,-1 0 0,1-1-1,0 0 1,0 0-1,-14-1 1,22 0 74,1 0 1,0 0-1,-1 0 0,1-1 0,-1 1 1,1 0-1,0 0 0,-1 0 0,1-1 1,0 1-1,0 0 0,-1-1 0,1 1 0,0 0 1,0-1-1,-1 1 0,1 0 0,0-1 1,0 1-1,0 0 0,0-1 0,-1 1 1,1-1-1,0 1 0,0 0 0,0-1 1,0 1-1,0-1 0,0 1 0,0-1 1,0 1-1,0 0 0,0-1 0,0 1 1,0-1-1,1 1 0,-1 0 0,0-1 0,0 0 6,0 0-1,1 0 0,-1 0 0,0 0 0,1 0 0,-1 0 0,1 0 0,-1 0 0,1 0 0,-1 0 0,1 1 1,-1-1-1,1 0 0,0 0 0,-1 0 0,1 1 0,0-1 0,1 0 0,3-1 17,1 0-1,-1 0 1,1 1-1,0 0 1,-1 0-1,1 0 1,0 1-1,0 0 1,0 0 0,-1 0-1,1 1 1,0 0-1,0 0 1,5 2-1,-3 0-5,0-1-1,0 2 1,-1-1 0,0 1-1,0 0 1,0 0-1,0 1 1,0 0 0,8 9-1,2 4 49,-1 1 1,-1 1-1,-1 0 0,19 38 0,34 93 209,-50-110-211,-17-41-86,1 1 1,-1 0-1,1 0 0,-1-1 1,0 1-1,1-1 0,-1 1 1,1 0-1,0-1 0,-1 1 0,1-1 1,-1 1-1,1-1 0,0 1 1,-1-1-1,1 0 0,0 1 1,-1-1-1,1 0 0,0 0 1,0 1-1,0-1-72,-1 0 1,0 0-1,1 0 0,-1 0 1,0-1-1,1 1 0,-1 0 1,0 0-1,1 0 1,-1 0-1,0 0 0,0 0 1,1-1-1,-1 1 0,0 0 1,0 0-1,1-1 0,-1 1 1,0 0-1,0 0 1,1-1-1,-1 1 0,0 0 1,0 0-1,0-1 0,0 1 1,0 0-1,1-1 0,-1 1 1,0 0-1,0-1 1,0 1-1,0-1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2:51.4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0 128,'0'0'16005,"1"3"-15630,1 13-302,0 0 1,-1-1 0,-2 27-1,0-26 28,1-1-1,0 0 0,6 31 0,-5-41-87,0 1-1,1-1 1,0-1-1,0 1 1,0 0-1,1 0 1,0-1-1,0 1 1,0-1 0,0 0-1,0 0 1,1 0-1,0 0 1,0-1-1,8 6 1,-6-6-73,1-1 1,-1 0 0,1 0-1,-1 0 1,1-1 0,0 0-1,0-1 1,-1 1 0,1-1-1,0-1 1,0 1 0,-1-1-1,1 0 1,0-1 0,-1 1-1,1-1 1,-1-1-1,1 1 1,9-7 0,1-3-2090,26-28 0,-24 17-2993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2:51.8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19 488,'0'0'17140,"13"-3"-17092,15 3-48,3 0-8,7 0-1321,-10-6-1247,-11-4-3801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2:52.1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73 268 10746,'-73'-180'2889,"73"171"-1273,0-4-1112,31-2-264,7 2-240,10-2-8,25 5-632,-14 1-1440,-8 6-3737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2:52.5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208 1 2697,'0'0'13805,"-20"14"-13722,-62 47-58,79-58-22,-1-1 0,1 1-1,0 0 1,0 0 0,1 0-1,-1 0 1,1 1 0,-3 3-1,3 14-13,3-13-48,3-6 42,0-1 1,1 0 0,-1 0-1,1 0 1,-1-1 0,1 1 0,8-1-1,-9 0 12,21 1 96,-9-1-491,0 0 1,0 2-1,-1 0 1,27 7 0,-39-8 251,0 0 0,0 0 0,0 0 0,0 0 0,0 1 0,0 0 0,0-1 1,-1 1-1,1 0 0,-1 0 0,1 0 0,-1 1 0,0-1 0,0 0 0,0 1 0,0 0 0,0-1 1,-1 1-1,1 0 0,-1 0 0,0 0 0,0 0 0,0 0 0,0 0 0,0 0 0,-1 0 1,1 0-1,-1 1 0,0 3 0,0-3 116,-1-1 1,0 1-1,0-1 1,0 1-1,0 0 1,0-1 0,-1 0-1,0 1 1,1-1-1,-1 0 1,0 0-1,-1 0 1,1 0-1,-1 0 1,1 0-1,-1-1 1,0 1-1,0-1 1,0 0 0,0 0-1,0 0 1,0 0-1,-7 2 1,-8 4 197,0-1 1,0-1-1,-22 5 1,39-11-162,-27 6 161,1-2 1,-1-1-1,-39 0 0,67-3-170,0 1-28,0-1 1,-1 0-1,1 0 0,0 0 1,-1 0-1,1 0 0,0 0 1,0 0-1,-1 0 1,1 0-1,0 0 0,0 0 1,-1 0-1,1 0 0,0 0 1,-1 0-1,1 0 0,0 0 1,0 0-1,-1 0 0,1 0 1,0 0-1,0 0 0,-1 0 1,1-1-1,0 1 0,0 0 1,-1 0-1,1 0 0,0 0 1,0-1-1,0 1 1,0 0-1,-1 0 0,1 0 1,0-1-1,0 1 0,0 0 1,0 0-1,0-1 0,-1 1 1,1 0-1,0-1 0,0 1 1,0 0-1,0 0 0,0-1 1,0 1-1,0 0 0,0 0 1,0-1-1,0 1 0,0 0 1,0-1-1,0 1 1,1 0-1,-1-14-4337</inkml:trace>
  <inkml:trace contextRef="#ctx0" brushRef="#br0" timeOffset="1">342 184 9234,'0'0'6197,"19"18"-6103,63 57-40,-79-73-47,0 1-1,0-1 1,1 0-1,-1-1 1,0 1-1,1 0 1,-1-1-1,1 0 1,-1 1-1,1-2 1,0 1-1,-1 0 1,1-1-1,0 1 1,0-1-1,0 0 1,-1-1-1,1 1 1,0 0-1,-1-1 1,1 0-1,6-2 1,-4 0 6,-1 0 0,1 0 1,-1-1-1,0 1 0,0-1 1,0 0-1,0-1 0,-1 1 1,8-11-1,-8 8-13,0 0-1,0 0 1,-1-1 0,0 0-1,0 1 1,0-1 0,-1 0-1,-1-1 1,1 1-1,-1 0 1,-1 0 0,0 0-1,0-1 1,-2-15 0,1 21-39,0 0-1,1 0 1,-2 0 0,1 0 0,0 0 0,-1 0 0,1 0 0,-1 0 0,0 0 0,0 1-1,0-1 1,0 1 0,-1-1 0,1 1 0,0 0 0,-1 0 0,0 0 0,1 0 0,-1 0-1,0 1 1,0-1 0,0 1 0,0 0 0,-6-1 0,3 0-138,0 0 1,0 1 0,-1 0-1,1 0 1,0 0-1,-1 1 1,1 0-1,-1 0 1,1 1 0,0 0-1,0 0 1,-8 2-1,10-1-108,-1 1 0,0-1 0,0 1 0,1 0 0,0 0 0,-1 0 0,-3 5 0,-25 28-3979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2:52.9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0 512,'0'0'11848,"8"4"-11435,-5-3-378,0 0-1,-1 0 0,1 0 0,-1 1 0,1-1 1,-1 1-1,1-1 0,-1 1 0,0 0 1,0 0-1,0 0 0,0 0 0,0 0 0,-1 1 1,1-1-1,0 1 0,-1-1 0,0 1 0,0-1 1,0 1-1,0 0 0,0-1 0,0 1 1,-1 0-1,1 5 0,0 177 554,-2-176-573,0 1 0,-1-1 0,0 0 0,-4 12 0,-1 4 25,7-25-37,0 1-1,0-1 1,0 1 0,0-1 0,0 0 0,0 1 0,0-1-1,0 1 1,0-1 0,0 0 0,0 1 0,0-1 0,0 1-1,0-1 1,0 0 0,0 1 0,1-1 0,-1 1 0,0-1-1,0 0 1,1 1 0,-1-1 0,0 0 0,0 1 0,1-1 0,-1 0-1,0 0 1,1 1 0,-1-1 0,0 0 0,1 0 0,-1 0-1,0 1 1,1-1 0,-1 0 0,1 0 0,-1 0 0,0 0-1,1 0 1,-1 0 0,1 0 0,-1 0 0,1 0 0,-1 0-1,0 0 1,1 0 0,-1 0 0,1 0 0,-1 0 0,0 0-1,1 0 1,-1-1 0,1 1 0,-1 0 6,19-2 0,-1-1 0,0 0-1,0-2 1,31-11 0,-21 7-175,-16 5-268,0 0 1,-1 0 0,1-1-1,13-9 1,-20 10-219,0 0-1,0 0 1,0 0 0,0-1 0,-1 1 0,5-7 0,2-5-5542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2:53.3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1 168 232,'0'0'11604,"1"-6"-10911,8-18-227,-9 24-460,0 0 0,0 0-1,0 1 1,0-1 0,0 0 0,0 0 0,0 0 0,0 0 0,0 0 0,0 1 0,0-1-1,0 0 1,0 0 0,0 0 0,0 0 0,1 0 0,-1 1 0,0-1 0,0 0 0,0 0-1,0 0 1,0 0 0,0 0 0,1 0 0,-1 0 0,0 0 0,0 0 0,0 0 0,0 0 0,1 1-1,-1-1 1,0 0 0,0 0 0,0 0 0,0 0 0,1 0 0,-1 0 0,0 0 0,0 0-1,0-1 1,0 1 0,0 0 0,1 0 0,-1 0 0,0 0 0,0 0 0,0 0 0,0 0-1,1 0 1,-1 0 0,0 0 0,0 0 0,0-1 0,0 1 0,0 0 0,0 0 0,0 0-1,1 0 1,-1 0 0,0 0 0,0-1 0,0 1 0,0 0 0,0 0 0,0 0 0,0-1 0,6 18 142,-1-1 0,0 1 0,2 23 1,-5-27-123,1 1 1,0-1 0,0 0 0,1 1-1,1-2 1,0 1 0,13 21-1,-17-32-8,0 0 0,1 0-1,0 0 1,-1 0-1,1 0 1,0 0 0,0 0-1,0 0 1,0-1 0,1 1-1,-1-1 1,0 0-1,1 1 1,-1-1 0,0 0-1,1 0 1,-1-1 0,1 1-1,0 0 1,-1-1-1,1 0 1,0 1 0,-1-1-1,1 0 1,0-1 0,-1 1-1,1 0 1,0-1-1,-1 1 1,5-3 0,-1 1 3,-1-1-1,1 0 1,-1 0 0,0 0 0,0-1 0,0 0-1,0 0 1,-1 0 0,1-1 0,-1 1 0,6-11 0,-2 3-6,-2 0 0,0 0 0,0-1 0,-1 1 0,-1-1 0,0-1 0,0 1 0,1-15 0,-3 6-229,0 0 1,-2 0-1,0 0 1,-4-29-1,-6 18-1238,-3 9-1130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2:53.7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142 1 784,'0'0'12235,"-8"4"-11894,0 0-272,-1 1-1,1 1 0,0 0 1,1 0-1,-1 0 0,1 1 1,-10 12-1,8-5-4,1-1 0,1 1 0,0 1 0,1-1 0,0 1-1,2 0 1,-1 0 0,2 1 0,0-1 0,1 1 0,1 0 0,0 31 0,1-43-22,0 0 0,1 0 0,-1 0-1,1 1 1,-1-1 0,1 0 0,1 0 0,-1 0 0,0-1 0,1 1 0,0 0 0,0 0 0,0-1 0,0 1-1,1-1 1,-1 0 0,1 0 0,0 0 0,0 0 0,0 0 0,0 0 0,1-1 0,-1 0 0,1 1 0,-1-1-1,1-1 1,0 1 0,0 0 0,0-1 0,0 0 0,0 0 0,5 1 0,7 1 90,0 0 0,0-1 1,0 0-1,22-2 0,-32 0-132,1 0 1,-1-1-1,0 0 0,1 0 0,-1 0 0,0-1 0,0 0 0,0 0 0,0-1 0,-1 1 0,1-1 0,-1 0 1,10-8-1,-7 3-131,-1 1 1,0-2 0,-1 1-1,0-1 1,0 0 0,-1 0-1,0-1 1,0 1 0,4-16-1,-1-3-740,-1-1 0,2-31 0,0 3 247,-8 55 628,-1 0-1,0 1 1,1-1 0,-1 0 0,1 1 0,-1-1 0,1 1 0,0-1 0,0 1 0,0-1 0,0 1-1,0 0 1,0 0 0,0-1 0,0 1 0,1 0 0,-1 0 0,0 0 0,1 0 0,-1 0 0,0 0 0,1 1-1,-1-1 1,1 0 0,0 1 0,-1-1 0,1 1 0,-1-1 0,1 1 0,0 0 0,0 0 0,2 0 0,-2 0 8,1 0 1,0 0 0,0 1 0,-1 0 0,1-1 0,0 1 0,-1 0 0,1 0 0,0 0 0,-1 0 0,0 1 0,1-1 0,-1 1 0,0 0 0,1-1 0,-1 1-1,0 0 1,3 4 0,10 21 53,0 0 0,-1 1 0,-2 1 0,-1 0 0,-2 1-1,0 0 1,4 32 0,-11-45-89,0 0 0,-1 27 0,-2-30-696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2:54.1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11138,'0'0'5786,"124"0"-5906,-93 0-1345,-10 0-1687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2:54.5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401 457 1008,'0'0'14969,"19"27"-14863,64 81-71,-79-103-24,0 0 0,0 0 0,1-1 1,0 1-1,0-1 0,0 0 0,9 5 0,-11-8 6,-1 0-1,1 0 1,-1 0 0,1-1 0,0 1-1,-1-1 1,1 0 0,0 0 0,-1 0-1,5 0 1,4-1 48,-9 1-57,-1 0 0,1 0 1,0 0-1,0 0 1,0 0-1,0-1 1,0 1-1,0-1 1,-1 0-1,1 1 1,0-1-1,0 0 1,-1 0-1,1 0 1,-1 0-1,1 0 1,-1-1-1,1 1 1,-1 0-1,1-1 1,-1 1-1,0-1 1,0 1-1,0-1 1,0 0-1,0 1 1,0-1-1,-1 0 1,1 0-1,0 1 1,0-3-1,0-6 26,1 0 0,-1 0 0,-1 0 0,0-19 1,-1 9 32,0 13-23,0 0 1,0-1 0,-1 1-1,0 0 1,0 0-1,-1 0 1,0 0-1,0 1 1,-1-1-1,0 1 1,0 0-1,0 0 1,-1 0-1,0 0 1,0 1-1,0 0 1,-1 0-1,0 0 1,0 1-1,-10-6 1,4 3-34,1 0 0,-1 1 1,-1 0-1,1 1 0,-1 0 1,0 1-1,0 0 0,-1 1 0,1 1 1,-20-1-1,-7 3-1423,14 0-3400</inkml:trace>
  <inkml:trace contextRef="#ctx0" brushRef="#br0" timeOffset="1">0 85 11258,'0'0'7690,"156"-84"-8154,-136 84-2081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2:54.8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170 1 9978,'0'0'5481,"-138"161"-6865,107-133-7290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2:57.23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246 4 1376,'0'0'11739,"-15"-3"-10794,8 4-866,0 0 0,0 1-1,0-1 1,0 2 0,0-1 0,1 1-1,-1 0 1,1 0 0,0 1 0,0-1-1,0 1 1,0 1 0,1-1-1,0 1 1,0 0 0,-6 8 0,-3 3 26,1 0 0,1 1 0,1 0 0,-15 30 1,18-27-80,0 1-1,2 0 1,0 0 0,1 0 0,1 1 0,-1 34 0,3-2-21,9 83 1,5-63-2,2-2 0,4 0 0,28 72 0,2 10-20,29 164-93,-65-241-112,-2 1 0,-1 91 0,-9-117-110,1-12-84,-1 1 0,-2-1 0,-2 0 0,-12 57 0,15-94 268,1 0 0,-1 0 0,0-1 0,0 1 0,0 0 0,-1 0 0,1-1 0,-1 1 0,1-1 0,-1 1 0,0-1 0,0 1 0,0-1 1,0 0-1,-1 0 0,1 0 0,0-1 0,-1 1 0,1 0 0,-1-1 0,0 1 0,1-1 0,-1 0 0,0 0 0,0 0 0,-3 0 0,-17 1-6319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2:58.26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113 1 392,'0'0'10261,"-15"34"-9566,-47 117 116,54-130-603,2 1 1,1-1-1,0 1 1,2 0-1,0 0 1,1 36-1,1-29-39,-2 56 108,4 0-1,3-1 1,4 1-1,20 88 1,-11-105-800,32 83 0,-38-124-568,1 0 0,2 0 0,0-2 1,2 1-1,29 35 0,0-18-6488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2:59.23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190 69 600,'0'0'12960,"7"-14"-12504,20-41-233,-27 55-220,0 1 1,1-1-1,-1 0 1,0 0-1,0 0 0,0 0 1,0 0-1,0 1 1,0-1-1,0 0 0,0 0 1,0 0-1,1 0 1,-1 0-1,0 0 0,0 1 1,0-1-1,0 0 1,0 0-1,0 0 0,1 0 1,-1 0-1,0 0 1,0 0-1,0 0 0,0 0 1,1 0-1,-1 0 0,0 0 1,0 0-1,0 0 1,0 0-1,1 0 0,-1 0 1,0 0-1,0 0 1,0 0-1,0 0 0,1 0 1,-1 0-1,0 0 1,0 0-1,0 0 0,0 0 1,0-1-1,1 1 1,-2 19 101,-1-7-84,0 0 0,-1 0-1,0-1 1,-1 0 0,-9 19-1,-35 56-4,27-50-48,-101 161-309,118-191 326,3-5 13,0 1 0,0-1 0,1 0 0,-1 1 0,0-1 0,1 1 0,-1-1 0,1 1-1,-1-1 1,1 1 0,0 0 0,-1-1 0,1 3 0,1-4 3,-1 1-1,1-1 1,-1 0 0,1 1-1,-1-1 1,1 0-1,-1 1 1,1-1 0,-1 0-1,1 0 1,-1 1 0,1-1-1,0 0 1,-1 0-1,1 0 1,-1 0 0,1 0-1,0 0 1,-1 0 0,1 0-1,0 0 1,-1 0 0,1 0-1,-1 0 1,2-1-1,2 1 36,56-2 54,46 1 118,-93 2-193,-1 0 1,1 1 0,-1 1 0,0 0 0,0 0 0,14 6 0,2 4-651,48 29 0,-76-42 610,0 1 1,0-1 0,1 0 0,-1 0 0,0 0-1,0 0 1,0 0 0,1 0 0,-1 0 0,0 1-1,0-1 1,0 0 0,1 0 0,-1 0-1,0 0 1,0 0 0,0 0 0,1 0 0,-1 0-1,0 0 1,0 0 0,0 0 0,1 0 0,-1 0-1,0 0 1,0-1 0,0 1 0,1 0 0,-1 0-1,0 0 1,0 0 0,0 0 0,1 0 0,-1 0-1,0-1 1,0 1 0,0 0 0,4-11-275,-4-21 443,-1 23-207,1-58 1132,0 61 526,0 41-909,-1 67-307,3 121 74,-2-221-509,0 0 0,-1 0 0,1 0 0,1 0 0,-1 0 0,0 0 0,0 0-1,1 0 1,-1-1 0,1 1 0,0 0 0,-1 0 0,1 0 0,0-1 0,0 1 0,0 0 0,0-1 0,1 1-1,-1-1 1,0 1 0,1-1 0,-1 0 0,1 1 0,-1-1 0,1 0 0,-1 0 0,1 0 0,0 0 0,0 0-1,-1-1 1,1 1 0,0-1 0,2 1 0,8 0-4153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2:59.69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0 328,'0'0'13507,"20"75"-13355,-20-32 56,4 4-136,-4 2-16,0-2-32,0-1-24,0-8 0,0-14-640,0-8-2185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3:00.10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0 568,'0'0'11315,"35"193"-11155,-32-143-40,-3-4-64,0-2-48,0-4 8,0-9-16,0-6-384,0-13-2033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3:00.47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53 568,'0'0'13195,"176"-28"-13195,-117 19-144,-14 0-1408,-11 2-3441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3:00.86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1 856,'0'0'15419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3:01.23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7866,'0'0'8818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3:01.89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0 472,'0'0'14115,"38"155"-14067,-28-102-32,-3 3-8,0-3 0,-4 3-8,-3-7 0,0-2 0,0-7-472,0-5-736,0-11-817,0-11-2232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3:02.38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96 1240,'0'0'11833,"19"-15"-11139,64-47-279,-80 59-402,0 1 0,0 0 0,1 1 0,-1-1 0,0 0 0,1 1 1,-1 0-1,1-1 0,-1 2 0,1-1 0,-1 0 0,1 1 0,0-1 0,-1 1 1,1 0-1,0 0 0,-1 1 0,1-1 0,0 1 0,-1 0 0,1-1 0,-1 2 1,6 1-1,-4 0 2,-1 0 1,1 1 0,-1-1 0,1 1-1,-1 0 1,0 0 0,-1 0 0,1 1-1,-1 0 1,5 8 0,-3-5-7,-1 2 1,0-1 0,-1 0 0,0 1-1,0-1 1,-1 1 0,0 0-1,-1 0 1,0 18 0,-1-20-10,0 0 0,-1-1 0,1 1 0,-2-1 0,1 1 0,-1-1 1,0 0-1,-1 0 0,0 0 0,0 0 0,0 0 0,-1-1 0,-6 10 0,-3-1-311,-1-1-1,-18 17 0,26-26 188,0-1 0,0 0 0,0 1 0,-1-2 1,1 1-1,-1-1 0,0 0 0,0 0 0,-9 1 1,26-4 346,0 0 1,0 0 0,1 1 0,-1 0-1,0 1 1,0 0 0,0 0 0,18 8-1,-5 8-174,-1 1-1,-1 1 0,-1 1 0,-1 1 0,31 47 0,-30-42-68,1-7-430,-11-12-2467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3:02.90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4 1256,'0'0'10911,"23"-1"-10278,5-1-342,39 2 0,-65 0-261,0 1 1,1-1-1,-1 1 1,0-1-1,0 1 1,0 0-1,1 0 1,-1 0-1,0 0 0,0 0 1,-1 0-1,1 1 1,0-1-1,0 1 1,0-1-1,-1 1 1,1 0-1,-1-1 1,0 1-1,1 0 1,-1 0-1,0 0 1,0 0-1,0 0 1,0 0-1,0 1 1,-1-1-1,1 0 1,-1 0-1,1 1 1,-1 3-1,2 2 87,2 15 78,-1-1 0,-1 1 1,-1 0-1,-2 32 0,0-7-35,1-35-108,0 0 0,-1 0 0,-1 0 0,0-1 0,-1 1 0,0 0 0,-5 12 0,7-22-112,-1 0 1,1 0-1,-1 0 0,1 0 1,-1 0-1,0-1 0,0 1 1,0 0-1,-1-1 1,1 0-1,0 1 0,-1-1 1,0 0-1,1 0 0,-1 0 1,0-1-1,0 1 1,0-1-1,0 0 0,-1 1 1,1-2-1,0 1 0,0 0 1,-1 0-1,1-1 0,0 0 1,-1 0-1,1 0 1,0 0-1,-1 0 0,-5-2 1,7 2-50,0-1 1,0 0-1,0 1 1,0-1 0,0 0-1,0 0 1,0 0 0,1 0-1,-1-1 1,0 1-1,1 0 1,-1-1 0,1 1-1,-1-1 1,1 1-1,0-1 1,0 0 0,0 0-1,0 1 1,0-1-1,0 0 1,0 0 0,1 0-1,-1 0 1,0-4-1,-1-4-116,1 0 0,0-1 0,0-18 0,1 23 190,0 4 44,1 1 1,-1-1 0,1 1-1,-1-1 1,1 1 0,-1 0-1,1 0 1,0-1 0,-1 1-1,1 0 1,0 0 0,0 0-1,0-1 1,0 1 0,0 0-1,0 0 1,0 1 0,1-1-1,-1 0 1,0 0 0,0 1-1,1-1 1,-1 0 0,0 1-1,1-1 1,-1 1 0,1 0-1,-1-1 1,1 1 0,-1 0-1,0 0 1,1 0 0,1 0-1,3 0 115,0 0 0,-1 0 0,1 0 0,0 1 0,-1-1 0,1 1 0,10 4 0,-3 2-81,0 0-1,-1 2 1,0-1 0,-1 1 0,14 15-1,1-1-65,13 9-594,-7-3-1913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3:03.35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3937,'0'0'10055,"24"32"-8944,77 106-495,-80-110-539,-2 2 0,-1 1 0,-2 0 0,-1 1 0,-1 1 0,-2 0 0,12 50 0,-16-33 20,-2 0-1,-1 0 0,-6 101 1,-1-127-366,-1-1 1,-1 1-1,-1-1 1,-1-1-1,-1 1 0,-13 28 1,-71 124-3512,63-126 2693,9-15-3638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3:04.10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218 659 4305,'0'0'9397,"-23"10"-9317,-73 34-23,89-41-34,1 0 0,0 1 0,0 0 0,0 1 0,0-1 0,1 1 1,0 0-1,0 0 0,0 0 0,1 1 0,0 0 0,0 0 0,0 0 0,0 0 0,1 1 0,-3 9 0,2-2 153,1 1-1,1 0 0,0 0 1,1 0-1,1 22 0,0-29-107,0-4-55,1 1 0,-1-1 0,1 0-1,0 1 1,1-1 0,-1 0 0,1 0-1,-1 0 1,1 0 0,0 0 0,1 0-1,-1 0 1,1-1 0,0 1 0,-1-1-1,1 0 1,1 0 0,-1 0 0,0 0-1,1-1 1,0 1 0,-1-1 0,1 0-1,7 3 1,0 0-2,1-1 0,-1 0 0,1 0 0,0-1 0,0-1 0,0 0 0,23 0 0,-31-2-1,0-1-1,0 0 1,1 1-1,-1-1 1,0-1-1,-1 1 1,1 0 0,0-1-1,0 0 1,-1 0-1,1 0 1,-1 0 0,1-1-1,-1 0 1,0 1-1,0-1 1,0 0-1,-1 0 1,1-1 0,-1 1-1,1 0 1,2-8-1,4-7 61,0 0-1,-2-1 0,8-29 0,-5 5 92,-1 0 0,-2-1 0,1-62-1,-13-135 347,-3 170-452,-24-96 0,-1 1-260,33 162-333,-1 74 292,3-1 1,19 113-1,-9-87 196,54 327 108,-60-397-483,1 0-1,1-1 0,2 0 0,0 0 0,17 28 0,-9-24-3852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3:12.38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0 280,'0'0'8670,"6"35"-7883,18 115-196,1 143 313,-18-161-832,-3-59-508,-4-43-2998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3:12.76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0 128,'0'0'0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3:13.24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0 271 496,'0'0'4732,"7"-28"-2545,21-85-589,-27 108-1466,0 0 0,0 0 0,1 1 1,-1-1-1,1 0 0,1 1 0,-1-1 0,0 1 1,1 0-1,0 0 0,0 0 0,0 0 1,1 0-1,-1 1 0,1-1 0,0 1 1,6-5-1,4-1 180,-8 4-238,0 1 1,1-1-1,-1 1 0,1 1 0,0-1 0,1 1 0,-1 0 1,1 1-1,-1 0 0,1 0 0,-1 1 0,1 0 1,0 0-1,0 0 0,10 2 0,-16-1-66,0 0 0,0 1 0,0-1 1,0 1-1,0 0 0,0 0 0,0 0 0,-1 0 0,1 0 0,0 0 0,-1 0 0,1 0 0,-1 1 1,1-1-1,-1 1 0,1-1 0,-1 1 0,0-1 0,0 1 0,0 0 0,0 0 0,0 0 1,0-1-1,0 1 0,-1 0 0,1 0 0,-1 0 0,1 4 0,2 7 45,-1-1 0,0 1 0,0 16 0,-1-2-8,-1 0 0,-6 41 0,4-56-41,-1 0 0,0 0 0,-1 0 0,0 0 0,-1 0 0,0-1 0,-12 18 0,8-15-48,0-1 1,-18 18 0,24-28 18,1 0-1,-1 0 1,0-1 0,-1 1-1,1 0 1,0-1 0,-1 0-1,0 0 1,1 0 0,-1 0-1,0-1 1,0 0 0,0 1-1,0-1 1,-6 0 504,13-7-9,-3 6-465,0 0 0,0-1 1,0 1-1,0 0 0,0-1 0,0 1 0,0 0 0,1 0 0,-1-1 0,0 1 0,0 0 1,0 0-1,0-1 0,1 1 0,-1 0 0,0 0 0,0 0 0,0-1 0,1 1 1,-1 0-1,0 0 0,0 0 0,1 0 0,-1 0 0,0-1 0,0 1 0,1 0 1,-1 0-1,0 0 0,0 0 0,1 0 0,-1 0 0,0 0 0,1 0 0,-1 0 0,0 0 1,1 0-1,-1 0 0,0 0 0,1 0 0,4 0 38,1 0-1,-1 1 1,1 0 0,-1-1-1,0 1 1,1 1-1,-1-1 1,0 1 0,0 0-1,0 0 1,0 1 0,0 0-1,-1-1 1,1 2 0,-1-1-1,1 0 1,-1 1-1,0 0 1,-1 0 0,6 6-1,7 10-22,-1 2-1,25 44 1,-36-58-10,41 88 25,-36-71 372,2-1 0,1 0 1,0-1-1,26 35 0,-34-52 455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3:13.86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7 656,'0'0'18052,"18"-3"-18044,-1 0 56,4 3-48,-1 0 8,4 0-24,1 0-16,-1 0-232,0 0-792,0 0-849,-7 0-1199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3:14.22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24 193 3545</inkml:trace>
  <inkml:trace contextRef="#ctx0" brushRef="#br0" timeOffset="1">24 193 3545,'-24'-155'14507,"48"155"-14499,11 0 48,6-3-56,28-10-96,-10 1-1504,-11 2-2241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3:28.94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28 1 392,'0'0'7572,"-5"13"-7145,-13 43 52,17-55-365,1 0 0,-1 0-1,1 1 1,-1-1 0,1 0 0,0 0 0,0 0 0,-1 0 0,1 0-1,0 1 1,0-1 0,0 0 0,0 0 0,0 0 0,0 1 0,0-1-1,1 0 1,-1 0 0,0 0 0,1 0 0,0 2 0,0-2-79,-1-1 0,1 0 0,0 1 0,0-1 0,0 0 1,0 0-1,-1 0 0,1 0 0,0 0 0,0 0 0,0 0 0,0 0 1,0 0-1,-1 0 0,1 0 0,0 0 0,1-1 0,7 0 253,152 4-286,-99-3-271,-62 0 353,0 1-111,0-1 1,0 1-1,0 0 0,0 0 0,0-1 1,0 1-1,-1 0 0,1 0 1,0-1-1,-1 1 0,1 0 0,0-1 1,-1 1-1,1 0 0,-1-1 1,1 1-1,-1-1 0,1 1 1,-1-1-1,0 1 0,1-1 0,-1 1 1,1-1-1,-1 1 0,0-1 1,0 0-1,1 0 0,-1 1 1,0-1-1,1 0 0,-1 0 0,0 0 1,0 0-1,0 1 0,1-1 1,-1 0-1,0-1 0,0 1 1,1 0-1,-1 0 0,0 0 0,0 0 1,1-1-1,-2 1 0,-7-1-1605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3:29.59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66 274 1112,'0'0'12267,"6"-27"-11715,18-86-180,-21 98-182,1 1 1,0-1-1,1 1 1,12-25-1,-1 3 449,-18 100-319,-4-34-717,-20 58-1,22-79 282,-68 201-4255,38-118-920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3:30.16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0 103 144,'0'0'11312,"0"-17"-10423,0-69 1393,0 89-1904,10 329 516,-3-190-896,-7-141-17,0-1 0,0 0 0,0 0 0,1 1 0,-1-1 0,0 0 1,0 0-1,0 1 0,0-1 0,0 0 0,0 0 0,0 1 0,1-1 0,-1 0 0,0 0 1,0 0-1,0 1 0,1-1 0,-1 0 0,0 0 0,0 0 0,1 0 0,-1 1 1,0-1-1,0 0 0,1 0 0,-1 0 0,0 0 0,0 0 0,1 0 0,-1 0 0,0 0 1,0 0-1,1 0 0,-1 0 0,0 0 0,1 0 0,-1 0 0,0 0 0,0 0 1,1 0-1,-1 0 0,0 0 0,0 0 0,1 0 0,-1-1 0,0 1 0,0 0 1,1 0-1,-1 0 0,0 0 0,0-1 0,1 1 0,11-11-4888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3:30.71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1032,'0'0'13947,"7"50"-13683,0-16-88,-4 3-40,4 4-40,0-4-88,-3-3 0,3-6-8,-4-6-256,4-10-784,-4-6-1120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3:31.18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0 744,'0'0'10714,"17"177"-10457,-13-134-161,3 4-40,-4 0-56,-3-4-56,4-9-48,-4-6-281,0-12-631,0-7-504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3:31.61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62 488,'0'0'13699,"186"-37"-13331,-137 31-216,-8-1-152,7 1-200,-10 3-1144,-14 0-1377</inkml:trace>
  <inkml:trace contextRef="#ctx0" brushRef="#br0" timeOffset="1">511 304 2008,'0'0'8570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3:39.12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1 279 1872,'0'0'7881,"0"-12"-7398,0-33 10,0 9 3888,4 45-4140,13 44-158,-1 0 0,14 105 0,-7 115-209,-17-214-109,-3-52 119,-2-39 123,-3-10-10,-15-79 1,2 20-42,-13-311-170,28 408 224,0 1-1,1-1 1,-1 1-1,1-1 0,0 1 1,0-1-1,0 1 1,1 0-1,-1 0 1,1-1-1,-1 1 1,1 0-1,0 1 0,0-1 1,1 0-1,-1 0 1,0 1-1,1-1 1,0 1-1,3-2 1,-2 0 27,1 2-1,0-1 1,0 0 0,0 1 0,1 0 0,-1 0 0,0 1 0,1-1 0,-1 1 0,1 0 0,11 0 0,-15 1-29,0 1 0,0-1 1,0 1-1,1 0 0,-1 0 1,0 0-1,0 0 0,0 0 1,0 0-1,-1 0 0,1 1 0,0-1 1,0 1-1,-1-1 0,1 1 1,-1 0-1,0-1 0,1 1 1,-1 0-1,0 0 0,0 0 1,0 0-1,1 2 0,18 54 71,-19-56-73,8 41 10,-2 0 0,-2 1 0,-2-1 0,-2 59 0,-1-80-22,-1-17 2,1 1-1,-1 0 1,0-1 0,0 1-1,-1 0 1,1-1-1,-1 0 1,-1 1-1,-3 6 1,5-10 8,0 1 0,-1-1 1,1 0-1,-1 0 0,1 0 1,-1 0-1,0 0 0,0 0 1,0 0-1,0-1 0,0 1 1,0-1-1,0 1 0,-1-1 1,1 0-1,0 0 0,-1 0 0,1 0 1,-1 0-1,0-1 0,1 1 1,-5-1 1023,22 3-996,-11-1-19,1 0 0,-1 1 0,0 0 0,1 0 0,-1 0 0,-1 0 0,1 1 0,0-1 0,3 6 0,31 42 7,-26-33-16,14 20 5,-17-23-4,1-1 0,0 0 0,0-1 0,2 0 1,22 21-1,-25-30-35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3:40.10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10 1216,'0'0'11161,"7"-2"-10561,-3 1-575,47-6 834,-48 7-822,0 0-1,0 0 1,-1 0 0,1 1 0,0-1 0,0 1-1,-1 0 1,1-1 0,0 1 0,-1 0 0,1 1 0,0-1-1,-1 0 1,0 1 0,1-1 0,-1 1 0,0 0 0,3 2-1,4 8-17,-1 0 0,0 0-1,-1 1 1,0-1 0,-1 2-1,0-1 1,-1 1 0,-1 0-1,0 0 1,-1 0 0,0 0-1,-2 1 1,1-1 0,-2 1 0,0 15-1,0-22-13,0 1 0,-1-1-1,0 1 1,0-1 0,0 0 0,-1 0 0,-1 0-1,1 0 1,-1 0 0,-1 0 0,1-1-1,-1 1 1,-1-1 0,1 0 0,-1 0 0,0-1-1,-1 1 1,-10 8 0,15-14-20,0 1 0,-1-1 0,1 0 0,-1 0 0,1 0 0,-1 0-1,1 0 1,-1-1 0,1 1 0,-1 0 0,0-1 0,0 1 0,1-1 0,-1 0 0,0 1 0,0-1 0,1 0 0,-1 0 0,0 0 0,0 0 0,-2-1 0,1 0 2,0 0 0,1 0 1,-1 0-1,0-1 0,1 1 0,-1-1 1,1 0-1,-1 0 0,1 0 1,0 0-1,-4-4 0,0-2 11,0 0 0,1-1-1,0 1 1,0-1-1,1 0 1,-6-17 0,8 22 1,1 0 1,0-1-1,0 1 1,0 0-1,1 0 1,-1-1-1,1 1 1,0 0-1,0-1 1,1 1-1,-1 0 1,1 0-1,2-8 1,-2 10 0,0 0-1,0 0 1,1 1 0,-1-1 0,1 0-1,-1 0 1,1 1 0,0-1 0,0 1-1,-1 0 1,1-1 0,0 1 0,0 0 0,0 0-1,1 0 1,-1 0 0,0 1 0,0-1-1,0 1 1,1-1 0,-1 1 0,0 0-1,0 0 1,1 0 0,-1 0 0,3 0-1,5 0-1,-6 0 8,0-1-1,1 1 0,-1 0 1,1 1-1,-1-1 1,1 1-1,-1 0 0,0 0 1,0 0-1,1 0 1,-1 1-1,0 0 0,0 0 1,5 3-1,3 5 99,-1 1-1,-1 0 0,0 1 1,0 0-1,-1 1 1,-1 0-1,0 0 1,8 18-1,11 18 895,-25-46-930,0 0 0,1 0 1,-1 0-1,1 0 1,0 0-1,0-1 1,0 1-1,0-1 0,0 0 1,1 0-1,-1 0 1,6 2-1,-7-3-121,0-1 0,0 1 1,0 0-1,1-1 0,-1 1 0,0-1 0,0 0 0,0 1 0,0-1 0,0 0 0,0-1 0,1 1 0,-1 0 1,0 0-1,0-1 0,0 0 0,0 1 0,0-1 0,0 0 0,0 0 0,0 0 0,0 0 0,2-2 0,4-6-2143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3:41.15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3 3953,'0'0'10878,"0"-3"-10361,2 10-422,41 268 1058,-2-12-1834,-31-195-4101,-9-48-1342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3:41.77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1 187 624,'0'0'12435,"27"-28"-11878,88-86-247,-109 108-273,1 0 1,-1 0-1,1 1 1,0 0 0,14-7-1,-19 11-20,1 0 0,-1 1 0,0-1 0,1 1 0,-1-1 0,0 1 0,1 0 0,-1 0 0,0 0 0,1 0 0,2 1 0,12 0 94,-14 0-99,0-1 1,0 1 0,0 0 0,0-1-1,0 1 1,0 1 0,0-1 0,-1 0-1,1 1 1,0-1 0,-1 1 0,1 0-1,-1 0 1,1 0 0,-1 0 0,0 0-1,0 1 1,0-1 0,0 1-1,-1-1 1,1 1 0,0 0 0,-1-1-1,0 1 1,1 3 0,3 6 3,-1 0 0,0 1 0,-1-1 0,3 23 0,-3-13-4,-1-1 0,-2 1 0,1-1 0,-2 1 0,-5 27 0,4-41-17,0 0-1,0 0 1,-1-1 0,0 1-1,0-1 1,-1 1 0,0-1-1,0 0 1,-1-1-1,0 1 1,0-1 0,0 0-1,-1 0 1,0 0 0,0-1-1,-14 9 1,15-11-50,1 0 1,-1-1 0,0 0-1,-1 0 1,1 0 0,0-1-1,0 0 1,-1 0 0,1 0-1,0 0 1,-1-1 0,1 0-1,-1 0 1,1-1 0,-10-1-1,15 1 71,-1 1 1,0-1-1,0 0 0,0 1 0,0-1 0,1 0 1,-1 1-1,0-1 0,1 0 0,-1 0 0,1 0 0,-1 0 1,1 0-1,-1 0 0,1 0 0,-1 0 0,1 0 0,0 0 1,0 0-1,-1 0 0,1 0 0,0 0 0,0 0 1,0 0-1,0 0 0,0 0 0,1 0 0,-1 0 0,0 0 1,0 0-1,1 0 0,-1 0 0,0 0 0,1 0 0,-1 0 1,1 0-1,0 0 0,-1 0 0,1 0 0,0 0 1,-1 1-1,1-1 0,0 0 0,0 1 0,0-1 0,-1 0 1,1 1-1,0-1 0,0 1 0,0-1 0,0 1 0,0 0 1,2-1-1,5 0 49,0 0 1,0 0-1,0 1 1,0 1 0,0-1-1,0 1 1,0 0-1,0 1 1,0 0-1,0 0 1,-1 1-1,1 0 1,-1 0 0,1 1-1,-1 0 1,-1 0-1,1 1 1,0-1-1,5 7 1,17 20-31,-1 2 1,-2 0 0,29 48-1,6 9 44,-45-67-6,-2 0-395,-1-9-3114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3:42.49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 1 1400,'0'0'11143,"26"5"-10967,5 1-105,44 15 0,-72-20-61,-1 0 0,1 1 0,0-1 0,-1 1 0,1-1 0,-1 1-1,1 0 1,-1 0 0,0 1 0,0-1 0,0 0 0,0 1 0,0-1-1,0 1 1,-1-1 0,1 1 0,-1 0 0,0 0 0,0 0 0,0 0-1,0 0 1,0 0 0,-1 0 0,1 0 0,-1 0 0,0 0 0,0 4-1,1 5 25,3 22 41,-1 0 0,-2 1 0,-6 59 0,5-89-100,-1 0 1,0 0-1,0 1 0,-1-1 1,1 0-1,-1 0 0,0 0 1,-1 0-1,1-1 0,-1 1 0,0-1 1,0 1-1,0-1 0,0 0 1,-1 0-1,0 0 0,0-1 1,0 1-1,0-1 0,-1 0 1,1 0-1,-1-1 0,1 1 1,-1-1-1,0 0 0,0 0 1,0-1-1,0 1 0,-1-1 1,1 0-1,-9 0 0,12-1-34,0 0 0,0 0 0,0-1 0,0 1 0,0 0 0,0-1 0,0 0 0,0 1 0,0-1 0,0 0 0,1 0 0,-1 0 0,0 0 0,1 0-1,-1-1 1,0 1 0,1 0 0,-2-3 0,0 1 0,1-1 0,-1 0-1,1 1 1,0-1 0,0-1 0,0 1-1,-2-8 1,1-2 45,0-1 0,1 1 0,0-1 1,2-16-1,-1 29 26,1-1 0,0 1 1,1-1-1,-1 1 0,0-1 1,1 1-1,-1 0 0,1-1 1,0 1-1,0 0 0,0 0 1,0-1-1,0 1 0,0 0 1,1 0-1,-1 0 0,1 0 1,-1 0-1,1 1 0,0-1 1,0 0-1,0 1 0,0-1 1,0 1-1,3-2 0,-1 1 61,1 1 0,-1 0-1,0 0 1,1 0 0,-1 0-1,1 1 1,-1 0-1,1 0 1,-1 0 0,1 0-1,-1 1 1,1-1 0,6 3-1,-8-2-49,1 1-1,0 0 0,0 0 0,-1 0 0,1 0 1,-1 0-1,0 0 0,0 1 0,1 0 0,-2 0 1,1 0-1,4 5 0,28 47-4,-24-35 1,8 13-138,25 38-233,-40-65-271,1 0 0,0-1-1,0 0 1,0 0 0,7 5-1,3-2-4139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3:42.91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0 720,'0'0'13787,"11"121"-13619,-4-77-112,-1 5 16,1-2-72,0 0 8,-3-4-8,-1-6-8,1-9-336,-4-9-840,0-7-2025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3:43.28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28 1016,'0'0'15051,"76"-19"-15051,-38 16-144,10 0-872,-6 0-1168,-11 3-4474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3:43.67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50 34 1032,'0'0'12838,"0"-8"-12596,0-15-61,0 20-68,0 19 28,11 188 210,-1 0-505,-14-203 90,1 0 0,-1 0-1,0 0 1,0 0-1,0-1 1,0 0 0,0 0-1,0 0 1,-7-1-1,6 1 32,-15 0 307,31 0 331,32-1 299,45-4-2891,-66 5-922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3:44.26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97 624,'0'0'14210,"38"-4"-13627,127-12-155,305-3 725,-275 17-1577,-172 1-130,1-1 0,-1-1-1,23-6 1,-29 5-1203,-1-1-1,24-12 1,-14 2-4992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3:44.93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34 18 24,'0'0'12331,"22"-4"-12042,6-2-236,32-1 1,-58 7-51,1 0 1,-1 0-1,0 0 0,0 0 1,1 1-1,-1-1 0,0 1 1,0-1-1,0 1 1,0 0-1,0 0 0,0 0 1,0 0-1,0 0 1,0 1-1,0-1 0,0 0 1,-1 1-1,1-1 0,0 1 1,-1 0-1,0 0 1,3 3-1,-1 0-3,-1 1 1,0-1-1,0 1 0,0 0 0,2 12 1,-2-11 0,2 22 27,-1 0 0,-1 0 0,-1 0 0,-5 41 0,3-57-62,-1-1-1,-1 1 1,0-1 0,0 0 0,-1 0 0,-1 0-1,0-1 1,-1 1 0,0-1 0,0 0 0,-1-1 0,-1 0-1,0 0 1,0 0 0,-1-1 0,0 0 0,0-1-1,-12 8 1,19-15-96,-1 1 0,0-1 0,1 0 0,-1 0 0,1 0 0,-1 0 0,0 0 0,0 0-1,0-1 1,1 0 0,-1 1 0,0-1 0,0 0 0,0 0 0,0-1 0,0 1 0,-3-1 0,4 0 95,0 0 0,0 0 0,0 0 0,0 0 0,0 0 0,0-1 0,1 1 0,-1-1 0,1 1 0,-1-1 0,1 1 0,-1-1 0,1 0 0,0 0 0,0 1 0,0-1 0,0 0 0,0 0 0,0 0 0,0 0 0,1-1 0,-1-1 0,-2-6 91,1 0-1,1 0 1,0 0-1,0-1 1,1 1-1,0 0 0,1 0 1,3-19-1,-3 25 29,0 1 0,0 0-1,1-1 1,-1 1-1,0 0 1,1 0 0,0 0-1,0 0 1,0 0 0,0 1-1,0-1 1,1 1 0,-1-1-1,1 1 1,-1 0 0,1 0-1,0 0 1,0 0-1,0 0 1,0 1 0,0-1-1,1 1 1,-1 0 0,0 0-1,1 0 1,-1 0 0,0 1-1,8-1 1,-6 1-14,-1-1 0,1 2-1,0-1 1,0 0 0,0 1 0,0 0 0,0 0-1,-1 0 1,1 1 0,0 0 0,-1 0 0,8 4 0,-2 1-36,0 1-1,0 0 1,14 17 0,-20-21-25,50 50-268,-19-19-2725,-20-19-1424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3:45.32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 2016,'0'0'11795,"11"130"-11611,-4-87-40,-4 1 64,0 6-8,1-4-88,3-2-64,0-4-48,3 3-376,-3-12-1104,-4-6-3385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3:45.76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0 600,'0'0'14491,"90"41"-14483,-63-38-8,1-3-544,6 0-800,-6 0-1217,-4 0-4744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3:46.13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72 1072,'0'0'9680,"0"-11"-8671,1-4-647,0 10 79,-1-1-1,0 0 0,0 0 0,0 0 0,-2-10 0,32 157 293,-14-71-708,-2 1 0,-3 1 0,0 76 0,-38-148-17,23-2 65,-1 1 1,0 0 0,0 0 0,0 1-1,0 0 1,-7 0 0,11 0-34,36-4-76,74-20-3101,-87 21 127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3:48.52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29 928,'0'0'12600,"0"-5"-12464,0-14 10,0 15 190,1 8 274,46 341 389,-33-270-2674,0-26-2248,-7-29-1729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3:48.92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60 544,'0'0'13867,"107"-38"-13739,-59 29-64,4 3-64,24 3-64,-14 0-1256,-14 3-3369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3:49.33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211 4 624,'0'0'15331,"-4"-1"-14618,1 0-668,0 0 0,0 1 0,-1-1 0,1 1 0,0 0 1,-1 0-1,1 0 0,0 1 0,-1-1 0,1 1 0,0 0 1,-1 0-1,1 0 0,0 0 0,-5 3 0,0 0 2,1 1-1,0 0 1,1 0-1,-1 0 0,1 1 1,-7 8-1,1-1 34,1 2-1,1 0 1,0 0-1,1 0 0,-12 30 1,15-27 4,2 0 0,-1 1-1,2-1 1,1 0 0,0 1 0,2 22 0,-1-37-66,2 0 0,-1 1 0,0-1 0,1 1 0,0-1 0,0 0 0,0 0 0,1 1 0,-1-1 0,1 0 0,0 0 0,0 0 0,1-1 1,-1 1-1,1 0 0,5 5 0,-2-4 16,-1-1 1,1 1-1,0-2 0,0 1 1,1 0-1,-1-1 0,1 0 1,-1-1-1,12 3 1,12 1-68,-1-2 1,1 0-1,0-3 1,30-1-1,-37 0-202,36 0-1975,-12 0-2601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3:49.73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13 14723,'0'0'5257,"158"0"-5641,-120-3-680,0 0-544,-7 0-1193,-10 0-2536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3:50.14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50 8162,'0'0'11922,"62"0"-11946,-14 0-592,18-13-952,-11-5-2657,-10-1-7162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3:50.65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232 0 776,'0'0'14237,"-1"25"-14115,1-4-105,1-4-10,-1-1-1,-1 1 1,-1-1 0,0 0-1,-1 1 1,-1-1-1,-1 0 1,-7 19-1,-19 28 40,-54 82 0,29-51-7,55-94-39,-3 6 19,1 0-1,-1 0 0,1 0 0,0 1 0,1-1 0,-1 1 0,1-1 1,1 1-1,-1 0 0,0 13 0,2-19-17,1-1 1,0 1-1,0 0 0,0-1 0,0 0 1,0 1-1,0-1 0,0 1 0,0-1 1,0 0-1,0 0 0,0 0 0,0 1 1,0-1-1,0 0 0,0 0 1,0 0-1,0-1 0,1 1 0,2 0 9,78 4-1795,94-6 0,-174 1 1712,0 1 1,0-1 0,0 0 0,0 1 0,0-1 0,0 0-1,0-1 1,0 1 0,0 0 0,0 0 0,-1-1 0,1 1-1,-1-1 1,1 1 0,-1-1 0,1 0 0,-1 0 0,0 0 0,0 0-1,0 1 1,0-1 0,0-1 0,0 1 0,-1 0 0,1 0-1,-1 0 1,1 0 0,-1 0 0,0-1 0,0 1 0,0-3-1,-2-45 4096,2 72-4048,5 162 636,-3-147-1859,3 0-1,17 70 1,-14-82-3896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3:51.02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4785,'0'0'12035,"73"139"-12035,-70-86 0,-3 3-416,0 3 55,0-9-327,0-10-592,0-12-664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3:51.46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1 416,'0'0'13315,"17"158"-12875,-10-115-232,0 1-208,0 2-64,-1-5-280,-6 2-344,0-15-392,0-6-1441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3:51.82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35 8162,'0'0'8906,"89"0"-8818,-51 0-40,0-10-48,4-2-296,-1 0-777,0 12-343,-10 0-1136,-6 0-3874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3:52.21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4481,'0'0'10994</inkml:trace>
  <inkml:trace contextRef="#ctx0" brushRef="#br0" timeOffset="1">614 32 11026,'0'0'7410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3:54.32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 0 3345,'0'0'12810,"-4"127"-12802,18-68 56,-7 10-48,4 2-8,-8-3 40,4-2-48,-4-7 0,1-16-200,-4-3-936,0-15-1360,0-9-3530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3:54.74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39 624,'0'0'13926,"33"-8"-13438,102-21-257,-132 29-228,-1-1 1,0 1 0,1 0-1,-1-1 1,1 1 0,-1 0-1,0 1 1,1-1 0,-1 0-1,0 1 1,1-1 0,-1 1-1,0-1 1,1 1 0,-1 0 0,0 0-1,0 0 1,0 1 0,0-1-1,0 0 1,0 1 0,0-1-1,0 1 1,-1 0 0,1-1-1,0 1 1,-1 0 0,0 0-1,1 0 1,-1 0 0,0 0-1,0 1 1,0-1 0,0 0 0,0 4-1,3 3-2,0 1-61,0 1 0,-1 1-1,0-1 1,0 0 0,-1 1 0,-1-1 0,0 1-1,0 0 1,-2 15 0,0-18-123,0 0 0,0 0 0,-1 0 0,0 0 1,-1 0-1,0 0 0,0-1 0,-1 1 0,0-1 0,0 0 0,-1 0 1,-7 8-1,-36 33-1347,45-46 1508,0 0-1,-1-1 0,0 1 0,1-1 0,-1 0 1,0 0-1,0 0 0,0 0 0,0-1 0,0 0 1,0 0-1,-1 0 0,-7 1 1070,13-3-920,0 0 0,1 1 0,-1-1 0,0 1 1,0 0-1,0-1 0,0 1 0,0 0 0,1 0 0,-1 0 1,0 0-1,0-1 0,0 2 0,1-1 0,-1 0 0,2 0 1,0 1 148,4-1-183,0 1 0,0 0 0,0 0 1,0 1-1,0 0 0,-1 0 0,1 1 0,-1 0 1,0 0-1,1 0 0,-1 1 0,-1 0 1,8 6-1,9 9-88,37 42 1,-25-25 43,92 93-3183,-117-119 351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3:55.30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 10186,'0'0'4106,"24"4"-4024,75 13-50,-97-17-22,1 1-1,-1-1 1,1 1 0,-1 0 0,1 0-1,-1 0 1,1 0 0,-1 0 0,0 0 0,0 1-1,0-1 1,0 1 0,0 0 0,0 0-1,0-1 1,0 1 0,-1 0 0,1 0 0,-1 1-1,1-1 1,-1 0 0,1 3 0,0 0 32,-1 0 1,0 0-1,-1 0 1,0 0 0,1 0-1,-1 0 1,-2 9-1,1 1 48,1-10-82,0 0 1,-1 0-1,0-1 1,0 1 0,0 0-1,0-1 1,-1 1-1,0-1 1,0 1 0,0-1-1,0 0 1,-4 5-1,-2 1-22,-1 0-1,1 0 0,-14 10 1,21-19 1,43-13-6,-34 11 15,1 0-1,0 1 1,0 0 0,-1 1 0,1 0-1,0 0 1,11 4 0,-17-4-12,-1 0 1,1 0-1,-1 0 0,1 1 1,-1-1-1,0 1 0,0 0 1,1 0-1,-1 0 1,-1 0-1,1 0 0,0 0 1,0 0-1,-1 0 0,1 1 1,-1-1-1,0 1 0,0-1 1,0 1-1,0-1 1,0 1-1,0 0 0,-1 0 1,1-1-1,-1 1 0,0 5 1,1-1-52,-1 0 0,0 0 1,0 0-1,0 0 0,-1 0 1,-3 11-1,3-15 63,0 1-1,-1-1 1,1 0 0,-1 0-1,0 0 1,0 0 0,0 0-1,0-1 1,-1 1 0,1-1-1,-1 1 1,0-1-1,1 0 1,-7 4 0,-59 31-3041,50-27-482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3:55.85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6 440,'0'0'16157,"12"-1"-15876,487-4-1429,-465 7-1303,36 5 0,-40-1-3016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3:56.39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19 672,'0'0'14417,"12"-2"-14213,27-5-418,79-2 0,-116 9 146,-1 0 0,1 1 0,-1-1 0,1 1 0,0-1 0,-1 1 1,1 0-1,-1 0 0,1 0 0,-1-1 0,0 2 0,1-1 0,-1 0 1,0 0-1,0 0 0,0 0 0,0 1 0,0-1 0,0 0 0,0 1 1,0-1-1,0 1 0,-1-1 0,1 1 0,0 0 0,-1-1 0,0 1 1,1 0-1,-1-1 0,0 1 0,0 0 0,0 1 0,2 10-193,-1 1 1,-2 25-1,0-33 207,0 1 65,0 0 1,-1 0-1,0 0 0,0 0 0,-1-1 0,0 1 0,0-1 1,-1 1-1,0-1 0,0 0 0,0 0 0,-1-1 1,0 1-1,0-1 0,0 0 0,0 0 0,-12 7 1,15-11 59,0 1 1,0-1 0,0 0 0,0 0-1,0 0 1,-1-1 0,1 1 0,0 0 0,0-1-1,-1 1 1,1-1 0,0 0 0,-1 0-1,1 0 1,-3 0 0,3 0 88,1-28 965,1 25-1109,0 1-1,0-1 1,0 0-1,1 1 0,-1-1 1,1 1-1,0-1 1,0 1-1,0-1 1,0 1-1,0 0 0,0 0 1,1-1-1,-1 1 1,1 0-1,-1 0 0,1 0 1,0 0-1,0 1 1,0-1-1,0 0 0,0 1 1,0-1-1,1 1 1,-1 0-1,0 0 1,1 0-1,-1 0 0,1 0 1,-1 0-1,1 1 1,-1-1-1,1 1 0,-1 0 1,5 0-1,-2-1-19,-1 1-1,0-1 1,1 1 0,-1 0-1,0 0 1,0 1-1,1 0 1,-1-1-1,0 1 1,0 1 0,0-1-1,1 0 1,-2 1-1,1 0 1,0 0 0,0 0-1,4 4 1,-3-1-112,0 0 0,-1 0 1,0 0-1,0 0 0,0 1 0,-1 0 1,0-1-1,0 1 0,0 1 1,2 8-1,0 0 3,-1 1 0,-1-1 0,-1 1 0,0-1 0,-1 1 0,0 0-1,-2-1 1,-2 24 0,2-36 166,0 0-1,1 0 0,-2 0 0,1 0 0,0 0 0,-1-1 0,1 1 1,-1 0-1,0-1 0,0 1 0,0-1 0,0 0 0,0 1 1,0-1-1,-1 0 0,1 0 0,-1-1 0,1 1 0,-1 0 1,0-1-1,0 0 0,0 1 0,0-1 0,0 0 0,-6 1 1,-6 0-201,-1 1 1,1-2 0,-31 0 0,31-2-569,-20 1-1983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5:13.72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46 34 3385,'0'0'7672,"-2"-5"-6760,2 3-633,0 1-134,0-1 1,-1 1 0,1-1-1,0 1 1,-1-1-1,1 1 1,-1-1-1,0 1 1,1-1-1,-1 1 1,0 0-1,0-1 1,0 1-1,0 0 1,-2-2-1,3 3-17,-1-1 0,0 1 0,0 0 0,1-1-1,-1 1 1,0 0 0,0 0 0,1-1-1,-1 1 1,0 0 0,0 0 0,0 0-1,1 0 1,-1 0 0,0 0 0,0 0 0,0 1-1,1-1 1,-1 0 0,0 0 0,0 0-1,1 1 1,-1-1 0,0 0 0,0 1 0,1-1-1,-1 1 1,0-1 0,1 1 0,-1-1-1,1 1 1,-1-1 0,1 1 0,-1 0-1,1-1 1,-1 1 0,1 0 0,-1 0 0,1-1-1,0 1 1,0 0 0,-1 0 0,1-1-1,0 1 1,0 0 0,0 1 0,-3 43-749,3-35 983,0 4-354,-1 11-279,1-1 1,2 1-1,0-1 0,1 0 0,12 42 1,-9-46-609,2 1 0,0-1-1,1-1 1,1 1 0,14 19 0,-23-38 594,0 0 1,0 0-1,0 0 0,0 0 0,0 0 1,0 0-1,0 0 0,1 0 0,-1 0 0,0-1 1,0 1-1,1 0 0,-1-1 0,3 2 1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5:14.12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21 118 3529,'0'0'8243,"-3"-6"-7574,-11-21-3,11 20 811,19 5-1022,55-7-1185,135-36 0,-173 37-545,27-6-3739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5:14.60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235 2 2961,'0'0'11315,"-9"-1"-10881,5 1-407,0 0 0,-1 0 0,1 0 0,-1 0 0,1 1 0,0-1 0,-1 1 0,1 0 0,0 0-1,0 1 1,0 0 0,0-1 0,0 1 0,0 0 0,0 1 0,1-1 0,-4 4 0,-9 7 201,1 2 0,0 0 0,1 0-1,1 2 1,-17 25 0,24-30-61,-1 0-1,2 0 1,0 0 0,0 1 0,1-1-1,0 1 1,1 0 0,1 1-1,-2 22 1,4-20-15,0 1-1,4 30 1,-3-41-131,1 1 1,-1-1-1,1 1 0,1-1 1,0 0-1,-1 0 0,2 0 1,-1 0-1,8 9 0,-2-5-14,0-1-1,0 0 1,1 0-1,0-1 1,0 0-1,1-1 1,0 0-1,1-1 1,-1 0 0,1-1-1,0 0 1,1-1-1,-1 0 1,1-1-1,-1-1 1,1 0-1,23 1 1,-14-3-569,0-1 0,-1 0 0,1-2 0,-1-1 0,1 0 0,-1-1 0,0-2 0,-1 0 0,35-17 0,-4-5-5567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5:15.05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41 11378,'0'0'6738,"138"-15"-6738,-106 11-664,-1 1-745,3-3 1,-6 0-1577,-11 0-4472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5:15.42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11642,'0'0'7402,"62"25"-7490,-31-22-304,14-3-1064,-11 0-1289,-6 0-4088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5:23.13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138 307 3513,'0'0'7603,"-2"-7"-6752,0-1-682,0-1 0,1 1 0,0 0 0,0-1 0,1 1 0,0-1 0,0 0 0,1 1 0,0 0 0,1-1 0,-1 1 0,7-15 0,27-35-6,-25 44-151,-1 0 1,0 0-1,-1-1 1,-1 0-1,10-30 1,-26 73 119,-2 0 1,-1-1-1,-1-1 1,-17 26-1,5-6-79,-111 189 60,136-235-113,0 1 1,0-1 0,0 0-1,0 1 1,0-1-1,-1 0 1,2 1-1,-1-1 1,0 0-1,0 1 1,0-1-1,0 0 1,0 1 0,0-1-1,0 0 1,0 1-1,0-1 1,1 0-1,-1 1 1,0-1-1,0 0 1,0 1 0,1-1-1,-1 0 1,0 0-1,0 1 1,1-1-1,-1 0 1,0 0-1,1 0 1,-1 1-1,0-1 1,0 0 0,1 0-1,-1 0 1,0 0-1,1 0 1,-1 0-1,1 0 1,-1 0-1,0 0 1,1 0-1,-1 0 1,0 0 0,1 0-1,-1 0 1,0 0-1,1 0 1,-1 0-1,0 0 1,1 0-1,32 0 50,-19 0-40,-3 1-15,0 1 0,1 0-1,-1 1 1,0 0 0,-1 0 0,1 1 0,14 7-1,0 4-574,40 28 0,-65-43 572,1 0 0,-1 1 0,0-1 0,1 0-1,-1 0 1,1 1 0,-1-1 0,0 0 0,1 0-1,-1 0 1,1 1 0,-1-1 0,1 0 0,-1 0 0,0 0-1,1 0 1,-1 0 0,1 0 0,-1 0 0,1 0-1,-1 0 1,1 0 0,-1 0 0,1 0 0,-1 0-1,1-1 1,-1 1 0,0 0 0,1 0 0,-1 0 0,1-1-1,-1 1 1,0 0 0,1 0 0,-1-1 0,0 1-1,1 0 1,-1-1 0,0 1 0,1 0 0,-1-1-1,0 1 1,0-1 0,1 1 0,-1-1 0,0 1 0,0 0-1,0-1 1,0 1 0,0-1 0,1 1 0,-1-1-1,0 1 1,0-1 0,0 1 0,0-1 0,0 1-1,-1 0 1,1-1 0,0-40-587,0 30 517,0-35 79,0 35 0,0 33 2,0 25 47,-1 19-15,2-1 0,16 95 0,-12-125-141,9 34-446,-13-64 86,1 0 0,-1-1 0,1 1 0,1-1 0,-1 0 1,6 8-1,2-4-2502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5:23.72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28 8650,'0'0'7241,"138"0"-7161,-76-6-72,3-3 0,1 3-8,-8-1-8,-6 7-624,-7 0-320,-4 0-456,-6 7-649,-11 5-1984,-7-3-1704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5:24.30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49 23 6161,'0'0'9224,"5"-3"-8983,3-1-250,0 1 0,0 0 0,0 1 1,0 0-1,0 0 0,0 1 0,1 0 0,-1 0 0,0 1 1,16 1-1,-22-1-28,0 0 0,0 1 0,-1-1 1,1 1-1,0 0 0,0 0 1,-1-1-1,1 1 0,0 0 0,-1 0 1,1 0-1,-1 1 0,1-1 1,-1 0-1,0 1 0,0-1 0,1 1 1,-1-1-1,0 1 0,0-1 0,0 1 1,-1 0-1,1-1 0,0 1 1,-1 0-1,1 0 0,-1 0 0,1 3 1,1 7-126,0 0 1,-1 0 0,-1 17-1,0-21 123,0 14-38,-1 0 0,0 0 1,-6 23-1,5-36 92,-1 1 1,0-1-1,0 0 0,-1 0 1,-1 0-1,0 0 0,0-1 1,0 1-1,-8 8 1,4-5 41,7-10-31,1 0 1,0 1-1,-1-1 0,0 0 1,1 0-1,-1 0 0,0 0 0,0 0 1,0 0-1,-1 0 0,1-1 1,0 1-1,-1-1 0,1 0 0,0 0 1,-1 0-1,-3 2 0,6-31 180,1 26-198,0-1-1,0 1 1,0 0 0,0 0 0,1 0 0,-1 0-1,0 0 1,1 0 0,0 0 0,-1 0 0,1 1-1,0-1 1,0 1 0,0-1 0,0 1 0,0 0-1,0-1 1,1 1 0,-1 0 0,0 1 0,0-1 0,1 0-1,-1 1 1,5-2 0,7 0 34,0 1 0,28-1-1,-38 2-39,-1 0 1,1 1-1,-1-1 0,0 1 0,1 0 1,-1 0-1,0 0 0,0 1 0,0-1 1,0 1-1,0 0 0,0-1 0,0 1 1,0 0-1,-1 1 0,1-1 0,-1 0 1,1 1-1,-1 0 0,0-1 0,0 1 1,0 0-1,-1 0 0,1 0 0,-1 0 1,1 0-1,0 5 0,2 4-9,0 0 1,-1 1-1,0-1 1,-1 1-1,1 22 1,-2-20 18,-1-1 0,0 0-1,-2 1 1,0-1 0,0 0 0,-1 0 0,-9 24 0,10-32 7,-1 0 1,0 0-1,0-1 1,-1 1-1,0-1 1,0 0-1,0 0 1,0 0-1,-1 0 1,0-1 0,0 0-1,0 0 1,-1 0-1,1 0 1,-1-1-1,0 0 1,0 0-1,0-1 1,-7 2-1,8-2-22,1 0 1,-1-1-1,1 0 0,-1 0 0,0 0 0,1-1 0,-1 1 0,0-1 1,1-1-1,-1 1 0,0 0 0,1-1 0,-1 0 0,0 0 1,1-1-1,-1 1 0,1-1 0,0 0 0,-1 0 0,1 0 1,0-1-1,0 1 0,1-1 0,-1 0 0,0 0 0,1 0 0,0-1 1,0 1-1,-5-7 0,-1-7-727,0-1 0,1 1 0,-7-26 1,1 4-4104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5:25.06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18 0 8706,'0'0'7690,"-10"0"-7642,10 9-96,-4 4-993,1-1-3104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5:25.74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8746,'0'0'6947,"3"8"-6350,5 20-424,-1 0 0,-1 1 0,-1-1 0,0 35 0,-3 127-3225,-3-109-3164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5:26.13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6689,'0'0'6335,"6"12"-6198,1 5-124,0 1 0,-1 0 0,-1 0 0,0 0-1,-1 1 1,0 19 0,-2 134-954,-3-94-4852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5:26.54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4 7017,'0'0'11355,"72"0"-10787,-34 0-312,0-3-112,3 3-144,4 0-160,3 0-1136,-10 0-1145,-10 6-2456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5:26.97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8834,'0'0'9962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5:27.38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5937,'0'0'9476,"2"3"-9254,8 15-161,-1-1-1,0 2 1,-2-1 0,0 1-1,-1 0 1,-1 0-1,5 36 1,-3 11-28,-3 68 1,2 26-1224,-5-151 253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5:27.74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92 6689,'0'0'10289,"31"-16"-10137,98-47-76,-126 61-74,1 0-1,-1 1 0,1-1 0,-1 1 0,1 0 0,0 0 1,0 0-1,-1 1 0,1-1 0,0 1 0,0 0 1,0 0-1,4 1 0,-7-1-4,1 1 0,-1 0 1,0-1-1,1 1 0,-1 0 0,0 0 0,0 0 0,1 0 1,-1 0-1,0 1 0,0-1 0,0 0 0,0 0 1,-1 1-1,1-1 0,1 3 0,2 3-35,1 2-127,0 0 0,-1 1 0,0 0-1,-1 0 1,0 0 0,0 0 0,-1 0 0,1 11 0,-2-2-315,0-1 0,-1 1 0,-4 31 0,2-42 417,0-1 1,-1 1 0,0-1-1,0 0 1,-1 0-1,0 0 1,0-1-1,-1 1 1,0-1-1,0 0 1,0 0-1,-1-1 1,1 1-1,-1-1 1,-1-1-1,1 1 1,-1-1-1,-11 6 1,-7-6 559,39-2 946,-5 0-1410,0 1-1,-1 0 0,1 1 1,-1-1-1,0 2 0,0-1 1,-1 1-1,11 8 0,56 54 181,-50-44-192,12 13-16,-17-17-49,1 0 0,1-1 0,41 28 0,-35-36-2382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5:28.33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4 256,'0'0'18541,"14"0"-18195,2-1-284,-3 0-47,1 0 1,-1 1-1,1 0 1,-1 1-1,1 1 1,16 3-1,-27-3-36,0-1 0,0 1-1,0-1 1,0 1-1,0 0 1,-1 0-1,1 0 1,-1 0-1,1 1 1,-1-1 0,0 1-1,0-1 1,0 1-1,0 0 1,0 0-1,0 0 1,-1 0-1,0 0 1,1 0 0,-1 0-1,1 5 1,0 5-245,0 1 0,0-1 0,-2 27 0,0-31 204,0-5 38,0 0 0,0 0 0,-1 0 0,0-1-1,0 1 1,0 0 0,0-1 0,0 1 0,-1-1 0,0 1 0,0-1 0,1 0 0,-2 0 0,1 0 0,0 0 0,-1 0 0,1 0 0,-1 0 0,0-1 0,0 0 0,0 1 0,0-1-1,-1 0 1,-6 3 0,10-6 6,-1 1-1,1-1 1,0 1-1,-1 0 1,1-1-1,-1 1 1,1-1-1,0 1 1,-1-1-1,1 1 1,0-1-1,0 1 1,-1-1-1,1 0 1,0 1-1,0-1 1,0 1-1,0-1 1,0 0-1,0 1 1,0-1-1,0 1 1,0-1-1,0 0 1,0 1-1,0-1 1,1 0-1,0-20 69,1 18-45,-1 0 0,1 0 0,0 0 0,-1 1-1,1-1 1,1 0 0,-1 1 0,0-1 0,0 1-1,1 0 1,0 0 0,-1 0 0,1 0 0,0 0 0,0 0-1,0 1 1,0-1 0,0 1 0,0 0 0,6-1 0,2-1 13,1 1 0,0 0 1,-1 0-1,19 1 1,-27 1-21,-1 1 0,1-1 0,0 1 0,-1 0 1,1 0-1,0 0 0,-1 0 0,1 0 0,-1 0 1,1 1-1,-1-1 0,0 1 0,1 0 1,-1 0-1,0 0 0,0 0 0,0 0 0,-1 0 1,1 0-1,0 1 0,-1-1 0,0 0 0,1 1 1,-1-1-1,0 1 0,0 0 0,0-1 1,0 6-1,2 6-24,0 0-1,-1 0 1,0 0 0,-1 21 0,-1-19-42,1 0 55,-1 0 0,-1 0-1,0 0 1,-1-1-1,-6 21 1,7-33 19,0 1 0,0-1 1,-1 1-1,1-1 1,-1 0-1,0 0 0,0 0 1,0 0-1,0 0 0,-1 0 1,1-1-1,-1 1 0,1-1 1,-1 0-1,0 0 1,0 0-1,0 0 0,0 0 1,-1 0-1,1-1 0,0 0 1,-1 1-1,1-1 0,-1 0 1,1-1-1,-1 1 0,1-1 1,-1 0-1,-5 0 1,6 0-44,0 1-127,1-1 0,-1 0-1,0-1 1,1 1 0,-1 0 0,1-1 0,-1 1 0,-4-3 0,-4-5-2563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5:32.03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1096,'0'0'9482,"17"152"-9322,-6-96-40,-1 6 56,-3 0 40,0-3-40,0 0-168,-4-6-8,-3-7-280,0 16-832,0-15-1248,0-10-1825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5:32.59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9 1280,'0'0'11716,"0"0"-11638,0 0 0,0-1-1,0 1 1,0 0 0,0-1 0,0 1 0,1 0-1,-1 0 1,0-1 0,0 1 0,0 0-1,1-1 1,-1 1 0,0 0 0,0 0 0,1 0-1,-1-1 1,0 1 0,1 0 0,-1 0-1,0 0 1,1 0 0,-1 0 0,0-1 0,1 1-1,-1 0 1,0 0 0,1 0 0,-1 0 0,1 0-1,204 3-34,-184-4-2457,-4-4-1876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5:33.23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300 23 856,'0'0'12964,"0"-4"-12346,0 3-574,1 1-1,-1-1 1,0 0 0,0 1 0,0-1 0,0 0 0,-1 1-1,1-1 1,0 1 0,0-1 0,0 0 0,0 1-1,-1-1 1,1 1 0,0-1 0,-1 0 0,1 1 0,0-1-1,-1 1 1,1-1 0,-1 1 0,1-1 0,0 1-1,-1 0 1,1-1 0,-1 1 0,0-1 0,-23-1 1441,16 2-1385,2 0 9,-1 1 0,1 1 0,-1-1 0,1 1 0,-1 0 0,1 0-1,0 1 1,0-1 0,0 1 0,1 1 0,-1-1 0,1 1 0,-1 0 0,-7 8-1,-3 4 43,1 1 0,-27 36 0,30-34-92,1 0 0,0 1 0,1 0 0,1 0 0,1 1-1,1 1 1,1-1 0,1 1 0,1 0 0,1 0 0,0 1 0,2 38 0,1-52-50,1 0 1,0 0-1,0 0 1,1 0 0,0 0-1,0 0 1,1 0-1,0-1 1,1 0 0,0 1-1,0-1 1,1 0-1,0-1 1,0 1 0,0-1-1,1 0 1,1-1-1,-1 1 1,1-1-1,0 0 1,0-1 0,1 0-1,0 0 1,-1 0-1,15 5 1,0-2 3,-1-2 0,1 0 0,0-1 0,0-2 0,1 0 0,-1-1 1,1-1-1,-1-1 0,43-6 0,-52 3-301,1 0 0,-1 0 0,0-2 0,0 1 1,0-2-1,-1 0 0,1 0 0,-1-1 0,-1-1 0,0 0 0,12-10 1,7-8-3786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5:55.19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6809,'0'0'13355,"17"90"-13251,-7-31-56,1 10-96,-5 2-296,-6 0-536,0 1-776,0 8-289,-13-11-535,-8-23-1929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5:55.58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0 194 184,'0'0'9189,"13"-27"-7482,45-84-171,-55 106-1428,-1 1 0,1 0 0,-1 0 0,1 0 0,1 1 1,-1-1-1,0 1 0,1-1 0,0 1 0,-1 0 0,1 1 0,7-5 0,-7 6-24,0 0-1,0 0 0,1 0 0,-1 0 1,0 1-1,0 0 0,1 0 1,-1 0-1,4 1 0,-2-1-26,-3 0-33,0 1 0,0 0 0,0 0 0,0 0 1,0 0-1,0 0 0,0 1 0,-1-1 0,1 1 0,-1 0 0,1 0 0,-1 0 0,1 0 0,-1 0 0,0 1 0,0-1 0,0 0 0,0 1 0,-1 0 1,1-1-1,-1 1 0,1 0 0,-1 0 0,0 0 0,1 5 0,2 6-1,0 0-1,-1 0 1,-1 0-1,1 20 1,-1-6-39,-2 0-1,-5 44 1,3-60-4,0 1 1,-1 0-1,0-1 1,-2 0-1,1 0 1,-1 0-1,-13 20 1,-31 39-123,45-66 124,-1 0 0,1 0 0,-1 0 0,0-1-1,0 0 1,0 0 0,-1 0 0,1 0 0,-1-1-1,-9 4 1,14-7 19,1 1 0,-1-1 0,0 0 0,1 0 0,-1 0 0,1 1-1,-1-1 1,0 0 0,1 0 0,-1 0 0,0 0 0,1 0 0,-1-1 0,0 1 0,1 0-1,-1 0 1,0 0 0,1 0 0,-1-1 0,0 1 0,1 0 0,-1-1 0,1 1 0,-1 0-1,1-1 1,-1 1 0,1-1 0,-1 1 0,1-1 0,-1 1 0,1-1 0,-1 1 0,1-1-1,0 1 1,-1-1 0,1 0 0,0 1 0,0-1 0,0 0 0,-1 1 0,1-1 0,0 1-1,0-1 1,0 0 0,0 1 0,0-1 0,0 0 0,0 1 0,0-1 0,0 0 0,0 1-1,1-1 1,-1 0 0,0 1 0,0-1 0,1 0 0,-1 0 0,1-1 8,-1-1 1,1 1-1,0-1 0,0 1 1,0 0-1,0-1 0,0 1 1,0 0-1,0 0 0,1 0 1,-1 0-1,1 0 1,0 0-1,-1 1 0,4-3 1,-2 2 16,1 1 1,0-1-1,-1 1 1,1 0-1,0 1 1,0-1 0,0 1-1,0-1 1,0 1-1,0 0 1,-1 1-1,1-1 1,0 1 0,0-1-1,0 1 1,0 0-1,-1 1 1,1-1-1,0 1 1,-1-1 0,0 1-1,1 0 1,-1 0-1,0 1 1,5 3-1,4 6 10,-1 0 0,0 0 0,-1 1 0,14 23 0,-16-24-42,40 64 70,41 57-62,-87-130-28,1 1-1,0-1 0,0 0 0,0 0 0,0 0 0,0 0 0,0 0 1,1-1-1,-1 1 0,1-1 0,0 0 0,0 0 0,-1 0 1,2-1-1,-1 1 0,0-1 0,0 0 0,0 0 0,0-1 0,1 1 1,5-1-1,-8 0-140,-1 0 0,1 0 0,0 0 0,-1 0 1,1 0-1,0 0 0,-1-1 0,1 1 0,-1-1 1,1 1-1,2-2 0,14-19-4066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5:55.95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4033,'0'0'13751,"4"31"-13311,14 101-296,-17-122-131,1-1 0,-1 0 0,2 0 1,-1 0-1,1 0 0,1 0 0,-1 0 0,2-1 0,8 15 1,0-2-6,-9-15-4,-1 0 0,2 0 0,-1-1 0,0 1-1,1-1 1,0 0 0,0 0 0,0-1 0,1 1 0,11 6 0,-12-9-28,0 0-1,0 0 1,0 0 0,0-1 0,1 1 0,-1-1-1,0-1 1,1 1 0,-1-1 0,1 0 0,-1 0-1,0 0 1,1-1 0,8-2 0,-8 1-281,0-1 0,-1 0 0,0 0-1,0 0 1,0 0 0,0-1 0,0 0 0,-1 0 0,0 0 0,1-1 0,-2 1 0,1-1 0,0 0-1,3-8 1,-4 9-195,12-18-4121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5:56.32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67 258 4217,'0'0'14851,"51"-3"-14939,-20 3-928,-7-3-1569,-10-1-2840</inkml:trace>
  <inkml:trace contextRef="#ctx0" brushRef="#br0" timeOffset="1">67 258 2617,'-66'-208'13530,"76"208"-12625,21 0-585,11-6-320,16-10-1305,-9 4-1455,-4-4-5018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5:56.72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101 1 5977,'0'0'13048,"-18"17"-12837,-52 53-362,69-69 137,0 0 0,0 0 1,0-1-1,0 1 0,0 0 0,1 0 0,-1 0 0,0 1 0,0-1 0,1 0 0,-1 0 0,1 0 0,-1 0 0,1 1 0,0-1 0,-1 0 0,1 1 0,0-1 0,0 0 0,0 0 0,0 1 0,0 1 0,1-2-5,-1 0 0,1-1 0,-1 1-1,1 0 1,0-1 0,-1 1 0,1 0 0,0-1-1,0 1 1,0-1 0,-1 1 0,1-1 0,0 1 0,0-1-1,0 0 1,1 1 0,2 1-99,8 4-217,0-1 0,0-1 0,0 0 0,23 5 0,-23-7-3,0 1 0,-1 1-1,1 0 1,-1 0 0,15 9 0,-22-11 225,-1 0 1,0 1 0,0 0-1,1 0 1,-2 0 0,1 0-1,0 0 1,-1 0-1,1 1 1,-1-1 0,0 1-1,0 0 1,-1-1 0,1 1-1,-1 0 1,1 0-1,-1 0 1,-1 0 0,1 0-1,0 5 1,0 2 151,-1 0 0,0-1 0,0 1 0,-1 0 0,-1-1-1,0 1 1,0-1 0,-1 0 0,0 0 0,-1 0 0,0 0 0,0 0 0,-1-1 0,-1 0 0,1 0 0,-1 0 0,-1 0 0,0-1-1,0 0 1,-1-1 0,1 0 0,-2 0 0,1 0 0,-1-1 0,0-1 0,-10 6 0,18-10-40,-1 0-1,0 0 1,1 0 0,-1 0-1,0 0 1,1-1 0,-1 1-1,0-1 1,0 1 0,0-1-1,1 1 1,-1-1 0,0 0-1,0 0 1,0 0 0,0 0-1,0 0 1,0 0 0,0-1 0,1 1-1,-1-1 1,0 1 0,0-1-1,0 0 1,1 1 0,-1-1-1,0 0 1,1 0 0,-3-2-1,1-1-195,0 0 0,1 0 0,0-1 0,0 1 0,0 0 0,1-1 0,-1 1 0,1-1 0,0 0 0,-1-8 0,-2-36-4070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5:57.09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18 286 8146,'0'0'7669,"15"29"-7635,45 94-58,-58-120 7,0 1 0,0-1 0,0 1 0,-1 0 0,1 0 0,-1 0 0,0 0 1,0 0-1,0 0 0,-1 0 0,0 0 0,1 6 0,-2-2-170,1-7 156,0-1 1,0 1-1,0-1 1,0 0-1,0 1 1,0-1-1,0 1 1,0-1-1,0 1 1,0-1-1,-1 1 1,1-1-1,0 0 1,0 1-1,0-1 1,0 1-1,-1-1 1,1 0-1,0 1 0,-1-1 1,1 0-1,0 1 1,-1-1-1,1 0 1,0 0-1,-1 1 1,1-1-1,0 0 1,-1 0-1,1 1 1,-1-1-1,1 0 1,0 0-1,-1 0 1,1 0-1,-1 0 1,1 0-1,-1 0 1,1 0-1,-1 0 0,1 0 1,0 0-1,-1 0 1,1 0-1,-1 0 1,1 0-1,-1 0 1,1 0-1,0 0 1,-1-1-1,1 1 1,-1 0-1,1 0 1,0-1-1,-1 1 1,0-1-1,-23-18-903,17 9 910,1 0 0,0-1 0,1 1 0,0-1 0,1 0 0,0-1 0,0 1 0,2-1 1,-4-20-1,2-11-46,2-58 0,2 73-15,0 18-22,1-1-1,0 0 1,0 1 0,1 0-1,1-1 1,-1 1 0,2 0 0,-1 0-1,1 0 1,9-15 0,-10 20 38,0 1 1,1-1 0,-1 1 0,1 0 0,0 0 0,0 0-1,0 1 1,0-1 0,1 1 0,-1 0 0,1 0-1,0 1 1,0-1 0,0 1 0,0 0 0,0 1-1,1-1 1,-1 1 0,0 0 0,1 0 0,-1 1 0,7-1-1,-9 1 59,0 0 0,0 1 0,0-1 0,0 1 0,0-1 0,0 1-1,0 0 1,0 0 0,0 0 0,0 1 0,-1-1 0,1 1 0,0-1-1,-1 1 1,1 0 0,3 3 0,-3-1-4,1 1 0,-1-1 1,0 1-1,0-1 0,0 1 0,0 0 1,-1 0-1,3 9 0,-1 3 174,0 0 0,-1 0-1,-1 1 1,1 33 0,-3-48-85,0 0 1,-1 0-1,1 0 0,-1 0 0,1 0 0,-1 0 0,0 0 1,0 0-1,-1 0 0,1-1 0,0 1 0,-1 0 1,0-1-1,1 0 0,-1 1 0,-4 3 0,1-2 37,0 0 0,0 0 0,0-1 0,0 1 0,-1-1 0,1-1 0,-12 5 0,1-3-48,-1 1-1,1-2 0,-1 0 0,0-1 1,-20-1-1,5-1-920,7 0-1480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5:57.45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0 128 3673,'0'0'11125,"18"13"-10996,59 38-77,-72-48-62,0 0 0,1-1-1,-1 0 1,0 0 0,1-1-1,0 0 1,-1 0 0,1 0 0,0 0-1,0-1 1,-1 0 0,1 0-1,0-1 1,11-1 0,-9 0-99,-5 2 87,-1-1 0,0 0 0,0 0 0,0 0 0,0 0 0,0 0 0,0 0 0,0-1 0,-1 1 0,1-1 0,0 1 0,-1-1 0,1 0 0,-1 0 0,1 1 0,-1-1 0,0 0 0,0 0 0,0 0 0,0 0 0,0-1 0,0 1 0,-1 0 0,1 0 0,-1 0 0,0-1 0,1 1 0,-1 0 0,0 0 0,0-3 0,0-1 28,0 0 0,0 1 0,0-1 0,-1 0 0,0 1 0,0-1 0,0 0 1,-1 1-1,0-1 0,0 1 0,-3-7 0,1 7 33,0 0 0,0-1 0,0 2 0,-1-1 0,0 0 0,0 1 0,0 0 0,-1 0 1,1 0-1,-1 1 0,0 0 0,-8-4 0,4 4 24,-1 0-1,1 0 1,-1 1 0,0 0-1,0 1 1,-19-1 0,28 3-78,1-1 0,-1 0 0,0 0 0,0 1 0,1-1 0,-1 1 0,0-1 0,1 1 0,-1 0 0,1-1 1,-1 1-1,1 0 0,-1 0 0,1 0 0,-1 1 0,1-1 0,0 0 0,0 0 0,-1 1 0,1-1 0,0 1 0,0-1 0,0 1 0,1-1 0,-1 1 0,0-1 1,1 1-1,-1 0 0,1 0 0,-1 2 0,-1 7-328,0-1 0,1 1 0,0 20 0,1-26 147,4 29-2610,13-10-3546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5:57.85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23 0 11378,'0'0'6611,"-5"18"-6532,-12 57-52,17-74-28,0 1 1,0-1 0,0 1-1,0-1 1,0 1 0,1-1-1,-1 1 1,0-1 0,1 1 0,-1-1-1,1 1 1,0-1 0,-1 0-1,1 1 1,0-1 0,0 0 0,0 0-1,0 0 1,0 1 0,0-1-1,0 0 1,0 0 0,1 0-1,-1-1 1,0 1 0,1 0 0,-1 0-1,0-1 1,1 1 0,-1-1-1,1 1 1,-1-1 0,1 0 0,-1 1-1,4-1 1,1 1-1,57 14-20,-49-13-241,0 0 0,0 2-1,0-1 1,0 2 0,-1 0 0,0 0-1,0 1 1,13 9 0,-24-14 194,0 0-1,0 1 1,0 0-1,-1-1 1,1 1-1,0 0 1,-1 0 0,1 0-1,-1 0 1,1 0-1,-1 0 1,0 1-1,0-1 1,0 0 0,0 1-1,-1-1 1,1 0-1,0 1 1,-1-1-1,0 1 1,0-1 0,1 1-1,-1-1 1,-1 1-1,1-1 1,0 1-1,-1-1 1,1 1 0,-2 2-1,0 0 37,0-1 0,0 0 1,-1 0-1,1 0 0,-1 0 0,0 0 1,0 0-1,0-1 0,-1 1 0,1-1 0,-1 0 1,0 0-1,0-1 0,-5 4 0,-3-2-304,1 1 0,-1-2 0,0 1-1,0-2 1,0 0 0,0 0 0,-1-1 0,1 0-1,-20-2 1,16 1-1132,-13 0-4954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5:58.30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0 103 11963,'0'0'4969,"200"-81"-4969,-165 68-16,-11 7-336,-10 3-769,-14 16-2896,0 8-392</inkml:trace>
  <inkml:trace contextRef="#ctx0" brushRef="#br0" timeOffset="1">0 103 9626,'94'15'4249,"-94"16"-3561,0 6 520,0 4-391,3 5-425,14 1-392,4 3 0,-4-4-1257,0 7 585,-6-16-1024,-4-9-2297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5:58.70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0 323 3369,'0'0'14746,"13"-12"-14318,1 1-361,-8 6-50,0 0-1,0 0 0,0-1 0,-1 1 0,1-1 0,-1-1 0,-1 1 0,1-1 1,-1 0-1,0 0 0,2-7 0,73-171-1580,-78 182 1500,1 1 1,-1-1 0,1 0-1,0 1 1,0 0-1,-1-1 1,2 1 0,-1 0-1,0 0 1,0 0 0,1 0-1,-1 1 1,4-3 0,-5 4 42,0 0 1,0-1 0,0 1 0,0 0 0,0 0 0,0 0 0,1 0-1,-1 0 1,0 0 0,0 0 0,0 0 0,0 0 0,0 1 0,1-1-1,-1 0 1,0 1 0,0-1 0,0 1 0,0-1 0,0 1 0,0-1 0,0 1-1,0 0 1,-1 0 0,1-1 0,0 1 0,0 0 0,0 0 0,-1 0-1,1 0 1,0 0 0,-1 0 0,1 0 0,-1 0 0,0 0 0,1 0-1,0 2 1,12 30-166,-1 1-1,8 40 1,11 32-516,-14-63 525,7 18 148,-17-19-5647</inkml:trace>
  <inkml:trace contextRef="#ctx0" brushRef="#br0" timeOffset="1">121 276 4201,'0'0'13883,"69"22"-15844,-42-22-2832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5:59.17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1 237 17188,'0'0'4785</inkml:trace>
  <inkml:trace contextRef="#ctx0" brushRef="#br0" timeOffset="1">4 1 5961,'0'0'17236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5:59.79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234 0 616,'0'0'14489,"-30"6"-13788,-7 2-437,-51 17 0,84-23-241,0-1 0,0 1-1,0 1 1,0-1 0,1 1-1,-1-1 1,1 1 0,-1 0 0,1 0-1,0 0 1,0 1 0,0-1-1,1 1 1,-1 0 0,1 0-1,0-1 1,0 2 0,0-1 0,1 0-1,-1 0 1,1 0 0,0 1-1,0-1 1,1 1 0,-1 7 0,-1 0 17,-3 25 39,1 0-1,3 1 1,0 0-1,3-1 1,1 1-1,2-1 1,15 60-1,12 10-33,55 126-1,8-10-65,92 256-900,-174-427 591,-2 1 0,-2 0 0,-3 1 0,-2 0 1,-3 0-1,-7 74 0,6-120 333,-1 1-1,0-1 1,0 0-1,-1 0 0,0 0 1,-1 0-1,0 0 1,0 0-1,0 0 1,-1-1-1,0 0 1,-1 0-1,-6 9 1,5-11-100,1 0 1,-1-1 0,0 0-1,0 1 1,0-2 0,0 1-1,-1-1 1,1 0 0,-1 0-1,0-1 1,0 0 0,0 0-1,0-1 1,0 0-1,-11 0 1,-36 1-3290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6:00.58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163 0 3753,'0'0'7681,"-134"224"-6760,116-122-377,8 13-312,10 16 64,0 5 64,17-2 320,28-7-16,10-12-112,11-16-392,34 4-160,-21-29-912,-10-18-3201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6:01.21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273 1 512,'0'0'13126,"-13"30"-13041,-44 102 47,43-103 19,-1-2-1,-1 0 1,-33 42 0,14-22 109,18-23-73,-22 34 368,36-53-494,1 0 1,-1 0 0,1 0-1,0 1 1,1-1-1,-1 1 1,1-1-1,0 1 1,0 8-1,1-13-59,0 0-1,0 1 0,0-1 0,1 0 0,-1 0 0,0 1 0,1-1 1,-1 0-1,1 0 0,-1 0 0,1 0 0,-1 0 0,1 0 0,0 1 1,-1-1-1,1 0 0,0-1 0,0 1 0,0 0 0,0 0 0,0 0 1,0-1-1,0 1 0,0 0 0,0-1 0,0 1 0,1-1 0,-1 1 1,2 0-1,40 4-12,-29-4 1,34 2-209,6 1-1796,104 19 0,-157-22 2010,0-1-1,-1 1 1,1-1 0,0 0 0,0 1 0,0-1 0,0 0-1,0 0 1,0 0 0,-1 1 0,1-1 0,0 0-1,0 0 1,0 0 0,0-1 0,0 1 0,0 0-1,0 0 1,0 0 0,-1-1 0,1 1 0,0 0 0,0-1-1,0 1 1,0-1 0,-1 1 0,1-1 0,0 0-1,-1 1 1,1-1 0,0 1 0,-1-1 0,1 0-1,0-1 1,0-1 95,-1-1 0,0 1 0,1-1 0,-1 1-1,-1 0 1,1-1 0,0 1 0,-2-6 0,-2-12 17,-6-33 2984,8 49-2211,1 7-142,3 29-58,4 5-553,1 0 0,20 61 0,-6-30-91,-4 0-518,-8-27-1223,1-1 1,3 0-1,23 51 1,-24-69-7048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6:01.65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1704,'0'0'14812,"31"28"-14180,-18 9-192,-2 10-392,3 5 88,-4 7-136,-3 0 0,0 4 0,-7 11-1344,0-18-1321,0-13-5889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6:02.04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445 59 3017,'0'0'11058,"21"161"-11058,-14-105 24,-4 6 24,-3 1-96,0-1 40,0-7-184,0 1-704,0-18-1657,-14-10-4288</inkml:trace>
  <inkml:trace contextRef="#ctx0" brushRef="#br0" timeOffset="1">0 50 7346,'0'0'11666,"183"-19"-11354,-138 28-168,3-2-144,0-7-48,15-4-1072,-12-14-1665,-9-7-5056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6:02.60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1 784,'0'0'13299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6:03.05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21 0 5401,'0'0'13459,"-21"41"-30319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6:03.44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1 392,'0'0'17396,"52"168"-17252,-35-113 0,-7 7-136,-6 4 40,-4-4-48,0-6-240,0-7-192,0-15-753,0-12-919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6:03.87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60 3273,'0'0'15311,"20"-9"-14994,65-29-149,-76 35-158,0 1 0,1-1 0,-1 2 0,1-1 0,-1 1 0,1 1 0,0 0 0,16 1-1,4 1-4,-20-2 13,-2 0-61,0-1-1,-1 2 1,1-1-1,0 1 1,0 0-1,13 5 1,-19-5 16,0 0 1,0 0 0,1 1-1,-1-1 1,-1 0-1,1 1 1,0 0-1,0 0 1,0-1-1,-1 1 1,1 0 0,-1 0-1,0 1 1,0-1-1,1 0 1,-1 0-1,-1 0 1,1 1-1,0-1 1,0 1-1,-1-1 1,0 0 0,1 1-1,-1-1 1,0 6-1,0 1 14,1 0-1,-1 0 1,-1 0 0,0-1-1,0 1 1,-1 0-1,0 0 1,0 0 0,-1-1-1,0 1 1,-1-1-1,1 0 1,-2 0 0,1 0-1,-1-1 1,0 0-1,-1 0 1,-7 8 0,-3 2-19,0-1 0,-1 0 0,-1-1 0,-1-1 0,1-1 0,-2-1 1,-31 16-1,50-28 50,1 0 1,0 0-1,-1 0 1,1 0-1,0 1 1,-1-1-1,1 0 1,0 0-1,0 1 1,-1-1-1,1 0 0,0 1 1,0-1-1,-1 0 1,1 0-1,0 1 1,0-1-1,0 1 1,0-1-1,0 0 1,-1 1-1,1-1 1,0 0-1,0 1 1,0-1-1,0 0 1,0 1-1,0-1 0,0 1 1,0-1-1,0 0 1,0 1-1,0-1 1,1 0-1,-1 1 1,0-1-1,0 1 1,0-1-1,0 0 1,1 1-1,-1-1 1,0 0-1,0 0 1,1 1-1,-1-1 0,0 0 1,0 0-1,1 1 1,-1-1-1,0 0 1,1 0-1,0 1 1,18 12 126,11 2-116,0 1 0,-2 2 1,0 0-1,0 2 0,-2 1 0,33 34 0,-43-38 9,-1 1 1,-1 0-1,-1 0 0,-1 2 0,-1-1 0,0 2 0,-1-1 0,-1 1 0,-2 1 0,9 31 0,-15-37-2537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6:04.41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18 1 8426,'0'0'6888,"30"20"-6799,92 67-73,-117-84-16,-1 1 0,1-1 1,-1 1-1,0 1 0,0-1 0,-1 1 0,1-1 0,3 8 0,-6-9-3,0-1 0,0 1 1,-1-1-1,1 1 0,-1 0 0,1-1 0,-1 1 1,0 0-1,-1 5 0,1 5-39,1-2-92,-1 0 0,0 1 0,-1-1 1,-4 22-1,4-28 105,-1 0 0,0 0 0,0 0 0,0-1 0,-1 1 0,1-1 1,-1 0-1,0 0 0,0 0 0,-1 0 0,1 0 0,-1-1 0,-4 4 0,2-2-54,0-1-1,0 0 0,-1 0 0,1-1 1,-1 1-1,0-1 0,1-1 0,-1 0 0,-1 0 1,1 0-1,0 0 0,0-1 0,-1-1 1,1 1-1,-14-2 0,19 1 64,0 0 1,0 0-1,1 0 0,-1-1 0,1 1 1,-1-1-1,0 1 0,1-1 1,-1 1-1,1-1 0,-1 0 0,1 0 1,-1 0-1,1 0 0,0 0 0,-1 0 1,1 0-1,0 0 0,0 0 0,0-1 1,0 1-1,0 0 0,0-1 1,-1-2-1,0 0 14,1-1 0,0 1 0,0-1 0,0 0 0,0 1 0,1-1 0,0-7 0,0 11 11,1-1-1,-1 0 1,0 1 0,1-1 0,-1 0 0,1 1 0,0-1 0,0 0-1,0 1 1,0-1 0,0 1 0,0 0 0,0-1 0,0 1 0,0 0 0,0 0-1,1-1 1,-1 1 0,1 0 0,-1 0 0,1 1 0,-1-1 0,1 0-1,-1 0 1,1 1 0,0-1 0,-1 1 0,1-1 0,0 1 0,-1 0 0,4 0-1,9-2 119,0 1-1,28 1 0,-27 0-35,-6 1-71,0 0 1,1 0-1,-1 1 1,0 0-1,0 1 0,0 0 1,-1 0-1,14 7 0,68 46-836,-45-27-910,-1-2-1637,-11-10-1987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6:04.81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3529,'0'0'9793,"24"33"-9193,79 111-204,-86-119-271,0 1 0,-2 0 0,22 52 0,-30-61-90,9 26 213,-1 0 1,-3 0 0,-1 1 0,9 90 0,-10 181 902,-10-275-1071,-1 17 166,-13 95 1,11-130-622,-1 0 1,-2-1-1,0 0 1,-1 0-1,-1 0 1,-1-1-1,-17 28 1,3-20-5161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6:05.41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283 272 512,'0'0'14555,"-13"0"-14439,3 0-111,1-1 4,-1 0-1,1 2 0,0-1 0,-1 1 0,1 0 1,0 1-1,-1 0 0,1 0 0,0 1 1,1 1-1,-1-1 0,-10 7 0,9-2 12,0 0 0,0 1 0,1 1 0,0-1 0,1 1 0,0 1 0,0 0 0,1 0 0,1 0 0,-10 25 0,9-18 71,1 1 1,1 0-1,1 1 0,1-1 1,1 1-1,-1 32 0,3-46-69,1 1-1,-1 0 1,1-1 0,0 1-1,0-1 1,1 1-1,0-1 1,0 0 0,1 0-1,0 0 1,6 11-1,-6-14-8,-1 1 0,2 0 0,-1-1 0,0 0-1,1 0 1,-1 0 0,1 0 0,0 0-1,0-1 1,0 1 0,0-1 0,1 0 0,-1-1-1,1 1 1,-1-1 0,1 0 0,6 1 0,-5-1 12,0 0 1,0 0 0,-1-1-1,1 0 1,0 0 0,0-1-1,0 0 1,0 0 0,-1 0-1,1 0 1,0-1 0,-1 0-1,1 0 1,-1-1 0,0 0-1,8-4 1,-5 0 12,0 0 1,-1-1-1,0 0 1,0 0-1,0-1 1,-1 0-1,0 0 1,5-13-1,1-3-14,-1 1-1,-2-2 1,0 1-1,-2-1 1,-1 0-1,4-41 1,-1-164 24,-9 219-42,0-6-6,-1 0 0,-1 1 0,-1-1-1,0 1 1,-2 0 0,0 0 0,-10-23 0,15 62-104,6 26 203,2 0 0,17 59 0,-1-9-63,58 215-71,-75-294-88,0 0-1,2 0 1,12 20-1,-16-31-407,1 0-1,-1-1 1,2 1 0,-1-1 0,1-1-1,0 1 1,0-1 0,15 10 0,14-3-7031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6:06.11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18 304 224,'0'0'686,"-1"-30"46,-5-98 1542,-4-18 10160,10 150-11906,0 4-470,2-1 0,-1 1 0,1-1 0,0 1 0,1-1 0,0 0 0,7 13 0,5 12-46,10 35-116,-3 1 0,24 131 0,-20-26-1730,-8-3-3700,-7-76-3684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6:06.58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1384,'0'0'13539,"31"189"-13307,-17-127-104,0 3-120,0 4 24,-4 5 24,-6-2-112,-4-1-152,0 1-768,0-17-1713,-11-20-7185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6:07.02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33 9650,'0'0'8486,"32"-6"-8097,103-18-251,-130 23-129,1 0 1,0 1 0,-1-1 0,1 1 0,0 0-1,-1 1 1,1 0 0,-1 0 0,1 0-1,-1 0 1,1 1 0,-1 0 0,10 4 0,-11-3-9,-1-1 1,1 1 0,-1 0 0,1 0 0,-1 1 0,0-1-1,0 1 1,0-1 0,-1 1 0,1 0 0,-1 0 0,0 0-1,2 6 1,0 3-86,-1 0 0,0 0 0,-1 0 0,0 0-1,-2 0 1,1 1 0,-1-1 0,-4 20 0,3-25 14,-1 0-1,0-1 1,0 1-1,-1-1 1,0 0 0,0 0-1,-1 0 1,1 0 0,-2 0-1,1-1 1,-1 0 0,0 0-1,0 0 1,-1-1 0,1 1-1,-1-1 1,-1-1 0,1 1-1,-1-1 1,1 0 0,-1 0-1,0-1 1,0 0 0,-1 0-1,1-1 1,-1 0-1,1 0 1,-1-1 0,0 0-1,0 0 1,-14-1 0,21 0 75,0-1 0,0 1-1,0-1 1,1 1 0,-1-1 0,0 1 0,0-1 0,1 1 0,-1-1 0,0 0 0,1 1 0,-1-1 0,0 0 0,1 0-1,-1 0 1,1 1 0,0-1 0,-1 0 0,1 0 0,0 0 0,-1 0 0,1-2 0,-1 3 24,1 0 0,0-1 0,0 1 0,0-1 1,0 1-1,-1-1 0,1 1 0,0 0 0,0-1 0,0 1 0,0-1 1,0 1-1,0-1 0,0 1 0,0-1 0,0 1 0,0-1 1,1 1-1,-1-1 0,0 1 0,0 0 0,0-1 0,0 1 1,1-1-1,-1 1 0,0-1 0,0 1 0,1 0 0,-1-1 0,0 1 1,1 0-1,-1-1 0,0 1 0,1 0 0,-1 0 0,1-1 1,-1 1-1,1 0 0,-1 0 0,0 0 0,1-1 0,7 2 23,-1 0 0,0 0 0,0 1 0,0-1 0,0 2 0,-1-1 0,1 1 0,-1 0 0,1 0 0,-1 1 0,0-1 0,0 2 0,0-1 0,-1 1 0,10 9-1,6 9-100,0 2 0,22 34 0,-30-40 40,68 104-190,36 49 201,-115-169-85,0 0 0,0 0 0,0 0 0,0-1 1,0 1-1,1-1 0,-1 0 0,1 0 0,0 0 0,0 0 0,0 0 1,-1 0-1,2-1 0,-1 1 0,0-1 0,0 0 0,0 0 0,1 0 1,-1 0-1,0-1 0,1 1 0,-1-1 0,6 0 0,6 0-4214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6:23.18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3 464,'0'-3'19404,"3"3"-18748,8 0-136,2 3-512,5 7 1,2-1-9,25-9-905,-3 0-2063,-8-19-3186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6:23.62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29 4521,'0'0'11090,"76"0"-12250,-21-16-984,-10 4-3794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6:24.75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1 491 544,'0'0'3243,"10"-29"-1018,32-98-594,-26 81-363,3 2 0,1 0-1,2 1 1,2 1 0,43-56 0,-53 81 914,-14 19-1689,0 15-418,-2 0 0,0 0 0,-1-1 0,-1 1 0,0 0 0,-2-1 0,-9 22 1,-64 109-79,10-22 45,65-114-50,0-1-1,1 0 1,0 1-1,0 0 0,1 0 1,0 0-1,1 0 1,0 16-1,2-25 1,-1-1 1,1 1-1,-1-1 0,1 0 0,0 1 1,-1-1-1,1 0 0,0 1 1,0-1-1,0 0 0,0 0 0,0 0 1,0 0-1,0 0 0,0 0 1,0 0-1,1 0 0,-1 0 0,0-1 1,1 1-1,-1 0 0,0-1 1,1 1-1,-1-1 0,3 1 0,47 11-345,-37-10 151,24 7-502,-9-2-221,1-2 0,-1 0 0,37 0 0,-65-5 925,0 0 1,0 0-1,0 0 0,0-1 0,0 1 0,-1 0 1,1-1-1,0 1 0,0-1 0,0 1 1,0-1-1,-1 1 0,1-1 0,0 1 0,-1-1 1,1 0-1,0 1 0,-1-1 0,1 0 0,-1 0 1,1 1-1,-1-1 0,1 0 0,-1 0 0,1-1 1,6-29-156,-8 8 1333,1 33-18,0 3-1133,7 205 407,-4-186-612,2-1-1,1 0 0,2 0 0,22 58 1,-15-55-2919,-6-10-3258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6:25.14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1 112 6729,'0'0'9410,"200"-25"-8833,-128 10-521,11-4 24,7-2-80,0 2-328,16 10-1009,-23 6-1359,-21 3-2625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6:25.54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18 1 1096,'0'0'14007,"26"4"-13805,148 23-176,-160-24-145,0 0-1,0 0 1,0 1 0,21 10-1,-32-12 56,1-1 0,-1 1 0,1 1-1,-1-1 1,1 0 0,-1 1 0,0-1-1,0 1 1,0 0 0,-1 0 0,1 0 0,-1 1-1,0-1 1,0 1 0,0-1 0,0 1-1,0 0 1,-1-1 0,1 1 0,0 8 0,0-2 24,0 0 1,-1 1-1,-1 0 1,0-1-1,0 1 1,-1-1-1,0 1 1,-1-1-1,0 0 1,-1 1-1,0-1 1,0 0 0,-1 0-1,-1-1 1,1 1-1,-7 8 1,-4 1 139,-1 0 0,0-1 0,-2-1 1,0 0-1,0-2 0,-38 24 0,53-37-53,0 0 1,-1 0-1,1 0 0,-1-1 0,0 1 1,0-1-1,1 0 0,-1 0 1,0-1-1,0 1 0,0-1 0,0 0 1,0 0-1,0 0 0,-7-1 0,10 0-33,0-1 0,0 1 0,1 0 0,-1 0-1,0 0 1,1-1 0,-1 1 0,1 0 0,0 0 0,-1-1-1,1 1 1,0 0 0,0-1 0,0 1 0,0 0 0,0-1-1,0 1 1,0 0 0,0-1 0,1-1 0,-1-3 13,1 2-23,-1-1 0,0 1-1,1-1 1,0 1 0,0 0 0,0-1 0,0 1 0,1 0 0,0 0 0,0 0-1,0 0 1,0 0 0,0 0 0,1 0 0,0 1 0,0-1 0,0 1 0,0 0-1,0 0 1,1 0 0,0 0 0,-1 1 0,6-3 0,-1 1-28,0 0-1,0 1 1,0 0 0,1 0 0,-1 1 0,1 0-1,-1 1 1,1 0 0,0 0 0,0 1 0,12 1-1,-15 0-28,0 0-1,0 1 0,0 0 1,0 0-1,0 1 0,0 0 1,-1 0-1,1 0 0,-1 1 1,0-1-1,0 1 0,0 0 1,0 1-1,-1-1 0,0 1 1,0 0-1,0 0 0,0 1 1,-1-1-1,4 8 0,2 4-57,-2-1 0,1 1 0,-2 1-1,0-1 1,-2 1 0,4 19 0,-5-18 136,-1 1 0,0 0 1,-1-1-1,-2 1 0,0 0 1,-4 23-1,3-33 78,-1 0 0,0 0 0,-1-1 0,1 1 1,-2-1-1,0 0 0,0 0 0,0 0 0,-1-1 0,0 1 0,-1-2 0,0 1 0,-11 9 0,8-9 27,0 0 0,-1 0 0,0-1 0,0-1 0,-1 0 0,-17 6 0,23-9-125,-1-1 1,1-1-1,0 1 0,0-1 1,-1 0-1,1 0 1,-1-1-1,1 0 0,-1 0 1,1-1-1,-1 1 1,1-1-1,0-1 0,-1 1 1,-7-4-1,3-2-348,0-1 1,0 0-1,0-1 0,1 0 1,1 0-1,-1-1 0,2-1 0,-13-16 1,-21-34-5504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6:26.03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8770,'0'0'8722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6:26.37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6865,'0'0'3937,"51"211"-3777,-44-149-144,-3-3-32,-1-3-144,-3-10-464,0-15-1624,0-9-3418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6:26.76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300 0 8602,'0'0'3569,"11"214"-3449,-1-155-48,4-6-72,-4-6-512,-3-10-521,-3-9-1263,-4-13-617</inkml:trace>
  <inkml:trace contextRef="#ctx0" brushRef="#br0" timeOffset="1">0 56 7218,'0'0'9898,"121"-22"-9890,-76 19 80,0 3-88,13 0-648,-13 13-1201,-14 2-3072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6:27.22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9338,'0'0'7282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6:27.64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3393,'0'0'9578,"42"180"-9066,-29-106-416,1 4-40,-7-4-56,-7-12-56,0-9-864,0-19-49,0-21-1855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6:28.07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30 1040,'0'0'15897,"35"-5"-15333,113-16-323,-141 20-237,1 0-1,0 0 0,-1 0 0,1 1 0,0 1 0,0-1 1,-1 1-1,1 1 0,14 3 0,-17-2-38,-1 0 1,1-1-1,-1 1 1,0 1-1,0-1 0,0 1 1,-1 0-1,1-1 0,4 9 1,-3-5-52,0 0-1,-1 0 1,-1 1 0,1 0 0,-1-1 0,0 1-1,-1 0 1,0 0 0,0 0 0,-1 1 0,0-1 0,0 0-1,-1 1 1,0-1 0,-1 0 0,1 1 0,-2-1 0,1 0-1,-1 0 1,0 0 0,-1 0 0,0 0 0,0 0-1,-1-1 1,0 0 0,0 1 0,-1-1 0,-6 7 0,-2-1-63,0-1 0,-29 19 0,36-27 195,0-1 0,0 1 0,0-1 0,-1-1 0,1 1 0,-1-1 0,0 0 0,0 0 0,0-1 1,-10 1-1,16 0-24,1-1 1,0 0-1,0 0 1,0 0-1,0 0 1,0 0 0,0 1-1,1-1 1,-1 0-1,0 0 1,0 0 0,1 0-1,-1 0 1,1 0-1,0 2 1,9 6 44,0 1-1,1-2 1,13 10 0,11 8-27,92 71 71,-64-51-112,62 58 0,-122-101-40,0 0-1,0 0 1,0 0 0,0 0-1,-1 1 1,1-1-1,-1 1 1,0 0 0,0-1-1,0 1 1,1 6 0,-2 14-3777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6:28.62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10042,'0'0'4550,"27"14"-4563,84 42-82,-106-54 48,-1 1 0,1-1 0,-1 1 0,0 0 0,1 0 0,-1 0 0,-1 0 0,1 1 0,0 0 0,3 5 0,-6-7 17,0 0 0,0 0 0,-1 0 0,1 0 0,-1 0 0,1 1 0,-1-1 0,0 0-1,0 0 1,0 0 0,0 0 0,0 1 0,-1-1 0,1 2 0,-2 9 17,2-9 10,-1 0 0,0 0 0,0 0 0,0 0 0,0 0 0,-1 0 0,0 0 0,0-1 0,0 1 0,0 0 0,0-1 0,-1 0 0,1 1 0,-4 2 1,-5 4 43,-1 0 0,-20 14 0,-9 6 1834,63-33-1625,-21 3-248,13-3-17,-1 2 1,1 0 0,0 0-1,19 2 1,-28 0-34,-1 0 1,0 0 0,0 0 0,0 1 0,0-1 0,0 1-1,0 0 1,0 0 0,-1 0 0,1 1 0,0-1 0,-1 1-1,0 0 1,0 0 0,0 0 0,0 0 0,0 0 0,2 5-1,-1-2 56,-1 0 0,1 0 0,-1 0 0,-1 0 0,1 1 0,-1-1-1,0 1 1,-1-1 0,0 1 0,0 0 0,0 0 0,-1-1-1,1 1 1,-2 0 0,1 0 0,-1 0 0,0-1 0,-4 13 0,4-15 5,-1 1 0,0-1 0,0 1 1,-1-1-1,0 0 0,1 0 1,-1 0-1,0 0 0,-1 0 1,1-1-1,-1 0 0,0 1 0,0-1 1,0 0-1,0-1 0,0 1 1,0-1-1,-1 0 0,1 0 0,-1 0 1,0-1-1,0 1 0,1-1 1,-1 0-1,0-1 0,-6 1 1,-61-1-4142,51 0-3752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6:29.04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1256,'0'0'14315,"10"189"-14315,-3-117 96,3-1-96,-3 1-56,0-10 8,0 0-552,-7-16-152,0-18-2201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6:29.40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4 10386,'0'0'8122,"220"0"-8122,-144 0-632,-10 0-1521,-7-3-2440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6:29.80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222 1 9010,'0'0'6567,"-26"10"-6101,-82 38 77,103-45-464,1-1 1,-1 1-1,1 1 0,-1-1 0,1 1 0,0-1 0,1 1 1,-1 0-1,0 0 0,1 1 0,0-1 0,0 1 0,1 0 1,-1 0-1,1 0 0,0 0 0,0 0 0,-1 5 0,0-1 59,-2 10 35,1 0-1,0 0 1,1 0 0,1 0 0,1 0-1,1 1 1,0-1 0,2 1 0,0-1 0,9 35-1,-8-45-152,0 0-1,1 0 0,1 0 1,-1 0-1,2-1 1,-1 0-1,1 0 0,0-1 1,0 1-1,1-1 1,0-1-1,15 12 0,-11-11-7,0-1 0,0 0 0,0-1 0,1 0 1,0 0-1,0-1 0,0-1 0,1 0 0,13 1 0,-5-2-42,-1-1 1,1-1 0,0-1-1,0-1 1,-1 0-1,1-2 1,-1 0 0,1-2-1,-2 0 1,1-1 0,35-18-1,72-50-4036,-92 51-686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6:47.1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3169,'0'0'11994,"38"25"-11794,-24 3-48,-4 6-88,1 6 16,-4 4-80,-4 5 32,1-2-32,-1-7-352,0-9-1192,-3-12-1433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6:47.6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1 640,'0'0'13740,"24"0"-13614,75 0-124,-94 0-79,-1 0-1,1 0 1,-1 0 0,1 0-1,-1 0 1,1 1-1,-1 0 1,1 0-1,-1 1 1,0-1-1,1 1 1,-1 0-1,0 0 1,0 0-1,0 0 1,4 4-1,-5-2-134,-1-1 0,0 1 0,1 0 0,-1 0 0,-1 0 0,1 0 0,-1 0 0,1 0 0,-1 0-1,0 0 1,-1 1 0,1 7 0,1 0-230,-1 0 0,0 0 0,-1 0 0,-1 0 0,0 0 0,-4 20 0,3-25 536,0-1 0,0 1-1,-1-1 1,0 0 0,0 0-1,-1 0 1,1-1-1,-1 1 1,0-1 0,-1 0-1,1 0 1,-1 0 0,-7 5-1,12-10-18,0 1 0,-1 0-1,1-1 1,-1 0 0,1 1-1,-1-1 1,1 1 0,-1-1 0,1 1-1,-1-1 1,1 0 0,-1 0 0,0 1-1,1-1 1,-1 0 0,1 0-1,-1 0 1,0 1 0,1-1 0,-1 0-1,0 0 1,1 0 0,-1 0-1,0 0 1,1 0 0,-1 0 0,0-1-1,1 1 1,-1 0 0,1 0-1,-1 0 1,0-1 0,1 1 0,-1 0-1,1 0 1,-1-1 0,1 1-1,-1-1 1,1 1 0,-1-1 0,1 1-1,-1 0 1,1-1 0,-1 0-1,1 1 1,0-1 0,-1 1 0,1-1-1,0 1 1,0-1 0,-1 0-1,1 1 1,0-2 0,0 1-67,0 0 0,0 0 0,0 0-1,0 0 1,0 0 0,0 0 0,0 0 0,1-1 0,-1 1 0,0 0 0,1 0-1,-1 0 1,1 0 0,-1 0 0,1 1 0,-1-1 0,1 0 0,0 0 0,0 0-1,-1 0 1,1 1 0,0-1 0,0 0 0,0 1 0,0-1 0,0 0 0,0 1-1,0-1 1,0 1 0,0 0 0,0-1 0,0 1 0,0 0 0,0 0 0,2-1-1,3 0-89,0 0-1,1 0 0,-1 1 0,1 0 0,-1 0 0,0 1 1,1-1-1,-1 1 0,8 3 0,-11-3 56,-1 0-1,1 0 1,-1 1-1,1-1 1,-1 1 0,0 0-1,0 0 1,0 0-1,0 0 1,0 0-1,0 0 1,0 0 0,-1 1-1,1-1 1,-1 1-1,0-1 1,1 1 0,-1-1-1,0 1 1,-1 0-1,1 0 1,0 4-1,1 1 49,0 1 0,-1-1-1,0 1 1,-1 0-1,0 0 1,0-1-1,-1 1 1,0 0-1,0-1 1,-4 14-1,2-16 91,1 0 1,-1 0-1,-1-1 0,1 1 0,-1-1 0,0 1 1,0-1-1,0 0 0,-1-1 0,1 1 0,-1-1 1,0 0-1,-1 0 0,-7 4 0,6-4 50,-1 0 0,1-1 0,-1 0 0,0 0 0,0-1 0,0 0 0,-16 2 0,22-3-188,0-1 0,-1 0 0,1 0 0,0 0-1,-1 0 1,1 0 0,0 0 0,-1 0 0,1-1 0,0 1-1,-1-1 1,1 0 0,0 0 0,0 0 0,-1 0 0,1 0-1,0 0 1,0 0 0,1-1 0,-1 1 0,0-1 0,0 0-1,1 1 1,-1-1 0,0 0 0,1 0 0,0 0 0,0 0-1,-1 0 1,1 0 0,-1-3 0,-11-63-7215,12 42 661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6:48.0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121 0 856,'0'0'14078,"-6"9"-13639,-24 28-240,11-15 397,2 1 1,-24 38-1,40-59-545,0 0 0,0 0 0,0-1 0,0 1 1,1 0-1,-1 0 0,1 0 0,-1 0 0,1 0 0,0 1 0,0-1 0,0 0 0,0 3 0,0-4-37,1 1 0,-1-1 0,1 0 0,-1 0-1,1 0 1,-1 0 0,1 0 0,0 0 0,-1-1-1,1 1 1,0 0 0,0 0 0,-1 0 0,1-1-1,0 1 1,0 0 0,0-1 0,2 2 0,4 0-25,0 0 1,1 0 0,-1 0-1,1-1 1,-1 0 0,11-1-1,15 4 80,-25-3-173,0 1 1,0 0 0,0 0-1,0 1 1,0 0 0,-1 0-1,1 1 1,-1 0 0,8 6-1,-11-7 45,-1 0 0,0 1 1,0-1-1,0 1 0,0-1 0,-1 1 0,1 0 0,-1 0 0,0 0 0,0 1 0,0-1 0,-1 0 1,1 1-1,-1-1 0,0 1 0,-1-1 0,1 1 0,-1 5 0,1-3 58,-1 1-1,0-1 1,0 1 0,0-1-1,-1 1 1,-1-1-1,1 0 1,-1 1 0,0-1-1,-1 0 1,0 0-1,0 0 1,0 0 0,-1-1-1,0 0 1,0 1-1,-1-1 1,0-1 0,0 1-1,-7 6 1,6-5-15,0-1 1,-1 0 0,0 0-1,0 0 1,0-1 0,0 0-1,-1 0 1,0-1 0,0 0-1,0-1 1,0 1 0,-1-2-1,-10 3 1,18-4-51,0-1-1,0 0 1,1 0-1,-1 0 1,0 0-1,1 0 1,-1-1-1,0 1 1,0 0-1,1 0 1,-1 0-1,0-1 1,1 1-1,-1 0 1,0-1-1,1 1 1,-1 0-1,1-1 1,-1 1 0,1-1-1,-1 1 1,0-1-1,1 1 1,0-1-1,-1 1 1,1-1-1,-1 0 1,1 1-1,0-1 1,-1 0-1,1 1 1,0-1-1,0 0 1,-1 1-1,1-2 1,0-28-1666,1 20 993,0-33-3954,8 4-1672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6:48.4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1168,'0'0'12668,"0"28"-11940,0 91-306,0-111-372,0 0 0,1 0-1,0 0 1,0 0 0,1 0 0,0 0 0,0-1 0,0 1 0,6 11 0,-5-15-26,0 0 0,-1 0 1,1 0-1,0-1 1,1 1-1,-1 0 0,1-1 1,-1 0-1,1 0 1,0 0-1,0-1 1,5 3-1,4 0-27,-1-1-1,1 0 1,0-1 0,0-1 0,1 0-1,-1-1 1,0 0 0,18-2 0,-27 1-224,0-1 0,-1 1 1,1-1-1,-1 0 1,0 0-1,1 0 0,-1 0 1,0-1-1,1 0 1,-1 1-1,0-1 0,0 0 1,0 0-1,-1-1 1,1 1-1,0-1 0,-1 1 1,0-1-1,1 0 1,-1 0-1,0 0 0,-1 0 1,1 0-1,1-4 0,9-15-5599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6:48.8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60 262 672,'0'0'15291,"75"-50"-15291,-43 31-96,-5-2-1312,-6 2-1729</inkml:trace>
  <inkml:trace contextRef="#ctx0" brushRef="#br0" timeOffset="1">60 262 1120,'-56'-181'9642,"53"175"-7481,3 0-1113,0 0-368,0-3-344,10 2-120,21-5-216,4 3-200,-1 2-936,15-2-1297,-11 6-6024,-4-3 5520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6:49.2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97 9482,'0'0'5625,"42"198"-5505,-32-154-120,-3 2 80,-4-2-80,-3-7-96,0-15-584</inkml:trace>
  <inkml:trace contextRef="#ctx0" brushRef="#br0" timeOffset="1">66 1 1576,'0'0'8982,"17"17"-8860,52 59-134,-67-74-3,0 0-1,0 0 1,0 1 0,-1-1 0,1 1 0,-1 0 0,0-1 0,0 1 0,1 0 0,-2 0 0,1 0-1,0 0 1,-1-1 0,1 1 0,-1 0 0,0 0 0,0 0 0,0 0 0,-1 5 0,0 5-101,1-9 138,0 0 1,0 1-1,-1-1 0,0 0 1,0 1-1,0-1 0,0 0 0,-1 0 1,0 0-1,0 0 0,0 0 0,0 0 1,0 0-1,-1-1 0,0 1 0,1-1 1,-1 0-1,-1 0 0,1 0 0,0 0 1,-1 0-1,1-1 0,-1 1 1,0-1-1,0 0 0,0 0 0,0-1 1,0 1-1,0-1 0,-1 0 0,1 0 1,0 0-1,-1-1 0,1 1 0,-7-1 1,10-1-7,0 0 1,1 0 0,-1 1 0,0-1-1,0 0 1,1 0 0,-1 0-1,1 0 1,-1 0 0,1 0 0,-1 0-1,1 0 1,0 0 0,-1 0-1,1 0 1,0 0 0,0 0 0,0 0-1,0 0 1,0 0 0,0-3-1,0 3-6,0-1-1,-1 1 0,1-1 0,0 1 0,1-1 0,-1 1 0,0-1 1,0 1-1,1-1 0,-1 1 0,0-1 0,1 1 0,0-1 0,-1 1 1,1 0-1,0-1 0,0 1 0,1-2 0,1 2 25,0-1 0,0 1-1,1-1 1,-1 1 0,0 0-1,1 0 1,-1 1 0,1-1 0,-1 1-1,1-1 1,-1 1 0,1 0-1,0 1 1,-1-1 0,1 0-1,-1 1 1,1 0 0,-1 0 0,0 0-1,1 0 1,-1 1 0,0-1-1,0 1 1,0 0 0,0 0 0,0 0-1,3 3 1,8 6 3,0 2-1,0 0 1,20 27-1,-30-35-38,14 16 0,49 55-112,-66-74-13,1 0-1,0 0 1,0-1-1,0 1 1,0-1-1,0 1 0,0-1 1,0 0-1,1 0 1,-1 0-1,4 1 1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6:49.6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84 1032,'0'0'9845,"15"28"-9324,50 93 14,-41-78 478,2 0 0,54 68 1,-76-105-925,-2-3-35,1 0 1,-1 0-1,0 0 1,1 0-1,0 0 0,0 0 1,0 0-1,0-1 0,0 0 1,1 0-1,-1 0 1,0 0-1,8 3 0,-10-5-50,4-1 54,-4-9 103,-3-193 611,1-2-5334,1 149-2117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6:50.0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2 384 328,'0'0'17082,"-1"-29"-16596,0-96-237,1 100-366,2 0 0,1 0 0,0 0 0,2 0 0,12-36 0,-15 52-97,11-18-1350,-12 26 1511,-1 0 1,0 1-1,1-1 1,-1 1 0,1-1-1,-1 1 1,1 0-1,-1-1 1,1 1-1,-1-1 1,1 1-1,-1 0 1,1 0-1,-1-1 1,1 1-1,0 0 1,-1 0-1,1-1 1,-1 1-1,1 0 1,0 0 0,-1 0-1,1 0 1,0 0-1,-1 0 1,1 0-1,0 0 1,-1 0-1,1 1 1,-1-1-1,1 0 1,0 0-1,-1 0 1,1 1-1,-1-1 1,1 0 0,-1 1-1,1-1 1,-1 1-1,1-1 1,-1 0-1,1 1 1,-1-1-1,1 1 1,-1-1-1,1 1 1,6 9-132,-1 1 1,0-1 0,-1 1-1,8 22 1,2 3 49,1-3 81,5 10 31,-2 1 1,-1 0 0,17 70-1,-34-109-170,5 38-347,-10-16-3452</inkml:trace>
  <inkml:trace contextRef="#ctx0" brushRef="#br0" timeOffset="1">2 384 1072,'52'-140'10130,"-52"134"-9329,0 3 143,17 0-408,7-3-312,10-10-224,-3 1-1064,-3-1-1457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6:50.5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77 4 1032,'0'0'13119,"-11"13"-13011,-31 42-64,39-50 42,0-1 0,0 1 0,1 1 0,-1-1 0,1 0 0,1 0-1,-1 1 1,1-1 0,0 1 0,0-1 0,0 1 0,1 0 0,0-1 0,0 1 0,2 11 0,-1 8 294,0-16-337,0 0 1,0-1-1,1 1 0,0 0 0,0-1 1,1 0-1,0 1 0,0-1 0,1 0 1,0-1-1,1 1 0,0-1 1,0 1-1,0-2 0,9 9 0,-3-3-40,1-1-1,1 0 1,0-1-1,1-1 1,0 0-1,0-1 1,21 10-1,-26-15-33,0 0 1,0-1-1,0 0 0,0 0 0,0-1 0,1 0 0,15-1 1,-24 0 14,1 0 0,-1-1 0,0 1 0,1 0 0,-1-1 0,0 1 0,0-1 0,0 0 0,1 1 0,-1-1 0,0 0 0,0 1 0,0-1 0,0 0 0,0 0 0,0 0 0,0 0 0,-1 0 0,1 0 0,0 0 0,0 0 0,-1-1 0,1 1 0,-1 0 0,1 0 0,-1-1 0,1 1 0,-1-2 0,7-45-422,-6 37 279,1-112-799,-3 93 386,1-1 1,2 1-1,10-60 1,-12 88 496,1-1 1,-1 1-1,1 0 1,0-1-1,0 1 1,0 0-1,0 0 1,0 0-1,1 0 1,-1 0-1,1 0 1,-1 0-1,1 1 1,0-1-1,0 1 1,-1-1-1,1 1 1,0-1-1,0 1 1,1 0-1,1-1 1,-2 1 48,0 1 0,0 0 0,0-1 0,0 1 0,0 0 1,0 0-1,0 0 0,0 0 0,0 1 0,0-1 0,0 1 0,0-1 1,0 1-1,0-1 0,0 1 0,-1 0 0,1 0 0,0 0 0,-1 0 1,1 0-1,0 0 0,-1 1 0,1-1 0,-1 1 0,2 2 0,9 12 153,0 1-1,-2 0 1,0 1-1,12 29 1,-1-3 941,27 59 817,24 45-551,-71-146-1639,1 2 676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6:50.8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54 11867,'0'0'6801,"114"-6"-6801,-76-10-1184,-7 0-1321,-11 1-2840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6:51.3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629 494 312,'0'0'15114,"11"17"-14963,40 56-102,-45-64-22,1 0 0,0-1 0,1 0 0,0 0 0,0-1 0,15 11 0,-18-15 16,0-1 0,0 1 0,1-1 0,0 0 0,-1 0 0,1 0 0,0-1 0,0 0 0,-1 0 0,1 0 0,7-1 0,-10 0-32,-1-1-1,1 1 0,-1-1 0,0 1 0,1-1 0,-1 0 0,0 0 0,0 0 0,1 0 0,-1-1 0,0 1 0,0 0 0,0-1 0,0 0 0,-1 1 0,1-1 0,0 0 0,-1 0 0,1 0 0,-1 0 0,0 0 0,0 0 0,1 0 1,-1 0-1,-1-1 0,1 1 0,0 0 0,0-1 0,-1 1 0,1-4 0,2-10 15,-1 0 1,-1 0 0,0-23-1,-1 33-17,0-2 18,0 1 0,-1-1 0,1 1 1,-2-1-1,1 1 0,-1-1 0,0 1 0,0 0 1,-1 0-1,0 0 0,0 0 0,-5-6 0,4 8 17,0 0-1,-1 0 1,1 1-1,-1-1 1,0 1-1,0 0 1,0 1-1,-1-1 1,1 1-1,-1 0 1,0 0-1,0 1 0,0 0 1,-10-3-1,-2 1-275,1 1 0,-1 1-1,0 1 1,0 0-1,0 1 1,-34 5-1,31-2-2236,1 1-1,0 2 0,-19 6 0,9-1-3174</inkml:trace>
  <inkml:trace contextRef="#ctx0" brushRef="#br0" timeOffset="1">163 171 13355,'0'0'8122,"141"-161"-8122,-116 151-753,-22 29-5008,-3 18-1000</inkml:trace>
  <inkml:trace contextRef="#ctx0" brushRef="#br0" timeOffset="2">32 866 13811,'0'0'8178,"-28"165"-7946,28-109-232,0-16-2041,-3 4-4216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6:56.3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0 124 672,'0'0'7342,"0"31"-5939,3 98-272,-2-121-1031,-1 0 0,2 0 0,-1-1 0,1 1 1,0 0-1,0-1 0,1 0 0,0 0 0,0 1 0,1-2 1,0 1-1,0 0 0,1-1 0,0 0 0,0 0 1,0 0-1,1-1 0,-1 1 0,1-1 0,1-1 1,-1 1-1,1-1 0,13 6 0,-11-5 16,0-1 0,0 0 0,1 0 0,-1-1 0,1 0 0,0-1 0,0 0 0,0-1 0,0 0 0,0 0 0,0-1 0,18-2 0,-25 2-93,0-1 0,0 0 0,0 1 0,-1-1 0,1-1 0,0 1 0,-1 0 0,1 0 0,-1-1 0,1 0 0,-1 1-1,0-1 1,0 0 0,0 0 0,0 0 0,0-1 0,0 1 0,0 0 0,-1-1 0,1 1 0,-1-1 0,1 1 0,-1-1-1,0 0 1,0 0 0,-1 1 0,1-1 0,0-4 0,2-9 80,-1 1-1,-1-1 1,-2-30 0,1 41-92,-1-8 3,0 1-1,-2-1 1,1 1-1,-2 0 1,1 0-1,-2 0 1,0 0-1,0 1 1,-8-13-1,-10-13-88,-36-42 0,53 72 52,4 4 2,-32-35-290,31 36 290,1 0-1,-1 1 1,1-1-1,-1 0 1,0 1-1,0 0 1,1 0 0,-1 0-1,0 0 1,0 0-1,0 0 1,-1 1-1,1 0 1,-3-1-1,4 2-21,0-1 0,0 1 0,0-1-1,0 1 1,0 0 0,1 0 0,-1-1 0,0 1-1,1 0 1,-1 1 0,0-1 0,1 0-1,0 0 1,-1 1 0,1-1 0,0 1 0,-1-1-1,1 1 1,0 0 0,0-1 0,1 1 0,-1 0-1,0 0 1,0-1 0,1 1 0,-1 0 0,1 0-1,-1 2 1,-2 10-257,1 0 0,-2 24 0,3-33 250,-3 63-1966,9 129-1,6-123-2025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7:06.03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1 569 384,'0'0'8090,"9"-6"-7557,-2 3-484,-1-1-1,0 0 0,0 0 1,-1-1-1,1 0 0,-1 0 1,0 0-1,0 0 0,-1-1 1,0 0-1,0 0 0,0 0 1,0 0-1,-1-1 0,3-7 1,-1-6 143,0-1 1,-1 1 0,-1-1 0,0-25-1,-5-84 1172,1 105-1173,-16-83 776,17 105-807,9 13 86,176 179 219,-127-124-425,3-3 0,107 84 1,-159-139-45,0-1 1,0 0 0,1 0-1,-1-1 1,1 0 0,1-1-1,-1 0 1,0-1 0,17 3-1,-26-6 6,-1 0 0,1 0-1,0 0 1,0 0 0,0 0 0,-1 0-1,1 0 1,0 0 0,0 0-1,0 0 1,-1-1 0,1 1-1,0 0 1,0-1 0,-1 1-1,1 0 1,0-1 0,-1 1 0,1-1-1,0 1 1,-1-1 0,1 1-1,-1-1 1,1 0 0,-1 1-1,1-1 1,-1 0 0,0 1-1,1-1 1,-1 0 0,0 0 0,1 1-1,-1-1 1,0 0 0,0 0-1,1-1 1,0-34 94,-1 27-81,-1-9-9,0 1 0,-2-1 0,0 1-1,-9-29 1,-30-68 16,-1-5-341,8-19-4584,26 86-3996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7:06.44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0 144 1488,'0'0'11049,"12"10"-10933,-1 1-88,-6-6-21,-1-1 0,1 1 1,0-1-1,0 0 0,0 0 0,1 0 0,0-1 0,-1 0 0,1 0 0,0-1 0,0 1 0,1-1 0,6 1 0,-2-1 42,0 0 1,1-1-1,-1 0 1,0-1-1,0 0 0,13-2 1,-21 1-38,0 1 0,-1-1 0,1 0 0,0 0 1,0 0-1,0 0 0,-1 0 0,1 0 0,-1-1 1,1 1-1,-1-1 0,1 0 0,-1 0 0,0 0 0,0 0 1,0 0-1,0 0 0,0-1 0,0 1 0,-1 0 1,1-1-1,-1 0 0,0 1 0,0-1 0,1 0 1,-2 0-1,2-5 0,-1 3-6,0 0 0,0 0 0,-1 0 0,0 0 0,0-1 0,0 1 0,0 0 0,-1 0-1,0 0 1,0 0 0,-1 0 0,1 0 0,-1 0 0,0 0 0,0 0 0,-1 1 0,1-1 0,-1 1 0,0-1 0,-1 1 0,1 0 0,-6-5 0,2 4-81,1 0-1,-1 1 1,0-1 0,-1 1 0,1 1 0,-1-1-1,0 2 1,0-1 0,0 1 0,0 0-1,0 0 1,0 1 0,-14 0 0,11 0-97,-36 2-1144,45 0 1243,1-1 1,-1 1-1,0-1 0,1 1 0,-1-1 1,0 1-1,1 0 0,-1 0 1,1 0-1,-1 0 0,1 0 1,0 0-1,-1 0 0,1 0 1,0 1-1,0-1 0,0 0 1,0 1-1,0-1 0,0 1 1,0-1-1,-1 4 0,0 5-317,1 0-1,0-1 0,0 1 0,1 0 1,0 0-1,3 17 0,5 14-1552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7:06.79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5665,'0'0'7922,"11"223"-7202,9-151-360,4-4-160,-3 0-192,-4-3 40,-3-6-48,-7-9-96,-7-16-400,0-12-736,0-10-721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7:07.17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50 760,'0'0'13763,"179"-49"-13651,-120 49-112,13 0-856,-17 15-1040,-10 10-3370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7:07.57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9 242 1720,'0'0'11508,"26"-20"-11397,77-66-176,-99 83 15,0-1 1,0 0-1,0 0 1,-1 0 0,1 0-1,-1-1 1,0 0 0,0 1-1,2-7 1,-4 8-29,-1 0 1,1 0 0,-1 0-1,1 0 1,-1 0-1,0 0 1,0 0-1,0 0 1,-2-5-1,1-10-295,1 17 354,0 0 1,0 0-1,0 0 1,0-1-1,-1 1 1,1 0-1,0 0 1,-1 0-1,1 0 1,-1 0 0,1 0-1,-1 0 1,1 0-1,-1 0 1,0 0-1,0 0 1,1 0-1,-1 0 1,0 0-1,0 1 1,-2-2-1,1 0-3,-1 1 1,0-1-1,0 1 0,0 0 0,0 0 1,0 1-1,0-1 0,-4 0 0,-5 0-8,1 1 0,0 0-1,-22 4 1,30-3 75,-1 0 1,1 0-1,-1 1 1,1-1-1,-1 1 1,1 0-1,0 0 1,0 0-1,0 1 1,0-1-1,1 0 1,-1 1-1,0 0 1,1 0-1,0 0 1,0 0-1,0 0 1,0 0-1,0 1 1,1-1 0,-1 1-1,1-1 1,0 1-1,0-1 1,0 1-1,1 0 1,-1-1-1,1 1 1,0 0-1,0 0 1,0-1-1,0 1 1,1 0-1,0-1 1,0 1-1,0 0 1,0-1-1,0 1 1,1-1-1,-1 0 1,1 1-1,0-1 1,0 0-1,0 0 1,4 4-1,10 6 85,0-1-1,1 0 1,0-1-1,1-1 0,0-1 1,26 10-1,0-3-272,73 17 1,-33-17-1309,-10-9-838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7:07.99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203 37 3793,'0'0'9854,"-9"-6"-9457,7 5-381,-41-22 263,40 21-245,1 1 0,-1 0 0,0 0 0,0 1 0,0-1 0,0 1 0,0-1 0,-1 1 0,1 0 1,0 0-1,0 0 0,0 1 0,0-1 0,0 1 0,0 0 0,0-1 0,0 2 0,-3 0 0,1 2 4,-1 1 0,1-1 0,1 1 0,-1 0 0,1 0 0,0 1 0,0-1 1,0 1-1,1 0 0,0 0 0,0 0 0,-2 7 0,-2 4 38,2 0 0,0 0 0,-4 25 0,6-25-20,1 0 1,0 0-1,2 0 1,0 1 0,0-1-1,6 29 1,-5-42-56,1 0 1,-1 1-1,1-1 1,-1 0-1,1 0 1,0 0-1,1 0 0,-1 0 1,1 0-1,0 0 1,0-1-1,0 0 1,0 1-1,0-1 1,1 0-1,0-1 1,-1 1-1,1-1 1,0 1-1,0-1 1,0 0-1,1-1 1,-1 1-1,0-1 0,1 0 1,-1 0-1,1 0 1,-1 0-1,7-1 1,-7 1-44,1-1-1,-1 1 1,1-1 0,0-1 0,-1 1 0,1-1 0,-1 1-1,1-1 1,-1-1 0,1 1 0,-1 0 0,0-1 0,0 0-1,0 0 1,5-3 0,-5 1-4,0 0 0,0 0 1,-1 0-1,1-1 0,-1 1 0,0-1 0,0 0 0,-1 0 0,1 0 0,-1 0 1,0 0-1,1-6 0,3-13-116,-1 0 0,-1 0 0,-1-1 0,-1 0 0,-3-36 0,1 37 182,5 58 115,0-6-128,53 522 87,-47-432-89,-10-111-42,1 27-342,2-1 0,2 0 0,13 46-1,-9-56-2395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7:08.55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91 2481,'0'0'9891,"9"24"-9806,-3-9-17,69 160 1109,-64-154-682,-8-12-384,1 0-1,1-1 0,0 0 1,0 1-1,0-2 0,1 1 0,0-1 1,12 11-1,-17-17-139,1 1 1,-1-1-1,1 0 0,-1-1 1,1 1-1,-1 0 1,1 0-1,-1-1 0,1 1 1,0 0-1,-1-1 0,1 0 1,0 1-1,-1-1 1,1 0-1,0 0 0,0 0 1,-1 0-1,1 0 0,0 0 1,-1-1-1,1 1 1,0-1-1,-1 1 0,1-1 1,0 1-1,-1-1 0,1 0 1,-1 0-1,1 0 1,-1 0-1,0 0 0,1 0 1,-1 0-1,0 0 0,0-1 1,1 1-1,-1 0 0,0-1 1,0 1-1,-1-1 1,1 1-1,0-1 0,0 1 1,0-4-1,4-8-369,0 0-1,-1 0 0,-1-1 1,3-18-1,-5 26 272,4-37-373,-2-81 1,-4 83 2124,2 46-1227,4 12-317,0 0 1,1 0-1,1 0 0,1-1 0,0 0 0,1 0 0,0-1 0,22 25 0,-26-34-73,0 0 0,1 0-1,0-1 1,0 0 0,0 0 0,0-1-1,1 1 1,0-2 0,0 1 0,0-1 0,0 0-1,0 0 1,1-1 0,0 1 0,-1-2-1,1 1 1,0-1 0,0-1 0,-1 1 0,1-1-1,0-1 1,0 1 0,8-3 0,-11 1-3,0 0 1,0 0 0,0 0-1,0-1 1,-1 0 0,1 0-1,-1 0 1,0 0 0,0-1-1,0 1 1,-1-1 0,1 0-1,-1-1 1,0 1 0,4-6 0,-1-1-20,1 0 1,-2-1 0,0 1 0,0-1 0,4-18 0,-7 17 13,0-1 1,-1 1-1,-1-25 1,-1 15 633,1 22-538,0-33 53,1 32-145,-1-1-1,0 1 0,0 0 1,-1 0-1,1 0 1,0 0-1,-1 0 0,1 0 1,-1 0-1,0 0 1,1 0-1,-1 0 0,0 0 1,0 0-1,0 1 1,-1-1-1,1 0 0,0 1 1,-1-1-1,-1-1 1,1 2-6,-1 0 1,1-1-1,-1 1 1,1 0 0,-1 1-1,0-1 1,0 0-1,1 1 1,-1-1 0,0 1-1,0 0 1,0 0 0,1 0-1,-7 1 1,7 0 3,0 0 1,0 0 0,0 0 0,0 0-1,1 0 1,-1 1 0,0-1-1,0 0 1,1 1 0,-1-1-1,1 1 1,-1 0 0,1-1 0,0 1-1,0 0 1,0 0 0,0 0-1,0 0 1,0 0 0,0 0-1,0 0 1,1 0 0,-1 3 0,-9 54 232,8-43-72,1-1 1,1 1-1,0 0 1,1-1-1,4 20 1,-3-29-110,0 1 0,0-1-1,1 0 1,0 1 0,0-1 0,0-1 0,1 1 0,0 0-1,0-1 1,0 0 0,1 0 0,0 0 0,0 0-1,8 5 1,-1-2-36,0 0 1,0-1-1,0 0 0,1-1 0,0-1 0,1 0 0,-1 0 1,1-2-1,0 1 0,0-2 0,0 0 0,0-1 0,0 0 1,0-1-1,16-2 0,-26 2-73,0-1 1,0 1 0,0-1-1,0 0 1,0-1-1,0 1 1,-1-1-1,1 1 1,-1-1-1,1 0 1,-1 0-1,0-1 1,0 1-1,5-5 1,0-2-607,0-1 0,-1 1 0,9-16-1,-7 11-849,13-21-5956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7:11.05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8770,'0'0'7762,"82"199"-7754,-57-128 0,-1 4 40,-7 2-48,-7-9-8,-3-12-537,-7-9-247,0-16-1568,0-12-2329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7:11.47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8954,'0'0'3625,"34"5"-3531,110 19-76,-140-24-23,0 1 0,0 0 0,0 1 0,1-1 1,-1 1-1,0 0 0,-1 0 0,1 0 0,0 0 0,0 1 0,-1 0 1,0 0-1,1-1 0,-1 2 0,0-1 0,-1 0 0,1 1 1,-1-1-1,1 1 0,2 5 0,-3-2-11,0 1 1,0-1-1,-1 0 0,0 1 0,0 0 1,0-1-1,-2 14 0,1-10 12,0-7 4,0 0 1,0 0-1,-1 0 1,0 1-1,0-1 1,0 0-1,0 0 1,0 0-1,-1 0 1,0-1-1,0 1 1,0 0-1,0-1 1,0 1-1,-1-1 1,0 0-1,1 0 1,-1 0-1,-1 0 1,1 0-1,0-1 1,0 1-1,-1-1 1,0 0-1,1 0 1,-1 0-1,0-1 1,0 1-1,-5 1 1,-9 1-57,-1 0 1,1-1-1,0-1 0,-1-1 1,-20-1-1,38 1-24,1-1 1,-1 0-1,1 0 0,-1 0 1,1 0-1,-1 0 0,1 0 1,-1 0-1,1 0 0,-1 0 1,1 0-1,-1-1 0,1 1 1,-1 0-1,1 0 0,-1 0 1,1-1-1,-1 1 0,1 0 1,0 0-1,-1-1 0,1 1 1,-1 0-1,1-1 0,0 1 1,-1 0-1,1-1 0,0 1 1,0-1-1,-1 1 0,1-1 1,0 1-1,0-1 0,-1 1 1,1-1-1,0 1 1,0-1-1,0 1 0,0-1 1,0 0-1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7:11.89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158 1 7938,'0'0'6454,"6"7"-6334,15 21-5,-20-26-92,1 0 1,-1 1-1,0-1 0,0 0 1,0 1-1,-1-1 0,1 1 0,0-1 1,-1 1-1,0-1 0,1 1 1,-1-1-1,0 1 0,0-1 0,-1 1 1,1 0-1,0-1 0,-1 1 0,1-1 1,-1 0-1,0 1 0,0-1 1,0 1-1,0-1 0,-1 0 0,1 0 1,0 0-1,-1 0 0,0 0 1,1 0-1,-1 0 0,0 0 0,0-1 1,-3 3-1,-17 10-67,-47 21 0,20-11-292,48-23 326,-1 0-1,0 0 1,0 0 0,1 0 0,-1 0 0,0 0 0,1 1-1,-1-1 1,1 1 0,0-1 0,-1 1 0,1-1-1,0 1 1,0 0 0,0 0 0,0-1 0,0 1-1,1 0 1,-1 0 0,0 2 0,1-2 8,0-1 1,0 0-1,0 1 1,1-1-1,-1 0 0,0 0 1,1 1-1,-1-1 1,1 0-1,-1 0 0,1 1 1,-1-1-1,1 0 1,0 0-1,0 0 1,0 0-1,-1 0 0,1 0 1,0 0-1,0 0 1,1 0-1,-1-1 1,0 1-1,0 0 0,0-1 1,0 1-1,1-1 1,-1 1-1,3 0 0,8 3-83,0 0 0,0-1 0,1-1 0,-1 0 0,1 0-1,-1-1 1,1-1 0,22-2 0,-26 1-438,1-1 0,-1 0-1,0 0 1,0-1 0,0 0 0,0-1 0,0 0 0,-1 0 0,1-1 0,-1 0 0,0 0 0,7-7 0,14-17-5747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7:12.25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0 100 24,'160'90'617,"-120"-70"-205,-30-19 517,-6 3 718,0 0-974,60 67 3060,-19-22-3520,-43-56 578,-5-8-725,-8-12 132,6 16-171,0 1 0,1-1 1,1 1-1,0-1 0,0 0 0,1 0 0,-1-20 1,3 11-31,-1 9 4,1 1 0,0-1 0,1 0 1,4-19-1,-3 25-14,0 1 0,0 0 0,0 0 0,0-1 0,1 1 0,-1 1 0,1-1 0,0 0 0,0 1 0,1-1 0,-1 1 0,1 0 0,-1 0 0,6-3 0,0 1-43,0 1 0,1 0 0,-1 0 0,1 0 0,-1 2 1,1-1-1,0 1 0,1 0 0,-1 1 0,0 1 0,0-1 1,0 2-1,0-1 0,18 4 0,-21-2 35,-1 0 1,1 0-1,0 0 0,-1 1 1,0 0-1,0 0 0,0 1 0,0-1 1,8 8-1,47 46 496,-51-47-245,-8-8-114,1 1-1,-1 0 1,1 0 0,-1 1 0,0-1 0,0 0 0,0 1 0,0-1 0,-1 1 0,0 0 0,1-1 0,-1 1 0,-1 0 0,1 0 0,0 0 0,-1 5 0,-21-9 81,-110 0-78,128 0-103,0 1-1,0-1 1,0 0 0,0 1 0,0 0 0,1-1-1,-1 1 1,0 0 0,0 1 0,0-1 0,1 0-1,-1 1 1,1-1 0,-1 1 0,1 0-1,0 0 1,-1 0 0,1 0 0,0 1 0,0-1-1,1 0 1,-1 1 0,-2 3 0,2-2 56,0 0 1,1 0 0,-1 1-1,1-1 1,0 0-1,0 1 1,0-1-1,1 1 1,-1-1 0,1 1-1,0-1 1,1 1-1,-1-1 1,1 1-1,1 5 1,-1-7-50,1-1 0,-1 1-1,1-1 1,-1 0 0,1 1-1,0-1 1,0 0 0,0 0 0,0 0-1,0 0 1,0-1 0,1 1-1,-1 0 1,0-1 0,1 0 0,0 1-1,-1-1 1,1 0 0,0 0-1,-1-1 1,1 1 0,5 0 0,8 1 48,0 0 1,27 0 0,-31-1-111,0-1 0,1 0 1,-1-1-1,0 0 1,0-1-1,0 0 1,1-1-1,-2 0 0,1-1 1,0-1-1,11-5 1,-3-3-2236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7:12.81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73 0 616,'0'0'18444,"-10"118"-18420,3-74-24,-3 2-440,-8 1-1048,4-10-913,1-15-3920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7:13.85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293 20 312,'0'0'14502,"-15"-4"-14147,-49-10-167,60 13-180,0 1 0,0 0 0,0 0 1,0 0-1,-1 0 0,1 1 0,0 0 1,0 0-1,0 0 0,0 0 1,0 0-1,1 1 0,-1 0 0,0 0 1,1 0-1,-1 0 0,1 0 0,0 1 1,-1-1-1,1 1 0,0 0 1,-2 4-1,-8 5 18,-1-1 145,1 1 1,0 1-1,0 0 1,2 1-1,-12 17 1,19-25-111,1 0 0,0 0-1,0 0 1,1 0 0,-1 0 0,1 1 0,1-1 0,0 1 0,-1 0-1,2-1 1,-1 1 0,1 0 0,0-1 0,0 1 0,1 0-1,0-1 1,2 9 0,0-8-57,0-1 1,0 0-1,0 0 0,1-1 1,-1 1-1,2-1 0,-1 1 1,0-1-1,1 0 0,0-1 1,0 1-1,0-1 0,1 0 1,-1-1-1,1 1 0,0-1 0,0 0 1,11 3-1,0 1 2,0-1 1,1-1-1,0-1 0,0 0 1,32 1-1,-24-3-637,0-2 0,1-1 0,-1-1-1,0-1 1,0-2 0,0 0 0,-1-1 0,1-2-1,40-18 1,-8-3-7793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7:14.32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47 3041,'0'0'14011,"149"0"-14011,-104-9-977,3-7-1271,-10 4-777,-14 2-3440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7:14.69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34 8850,'0'0'9042,"83"0"-8946,-31-6-96,3-3-192,21 3-1297,-17 0-1199,-8-1-4514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7:15.14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76 231 5313,'0'0'11537,"13"22"-11403,43 67-30,-53-85-101,0 0 1,0-1 0,0 1 0,1-1 0,-1 0 0,1 0-1,0 0 1,0-1 0,0 1 0,0-1 0,0 0 0,0 0-1,1 0 1,-1-1 0,1 1 0,-1-1 0,1 0 0,-1-1-1,1 1 1,0-1 0,0 0 0,-1 0 0,9-1 0,3 0-3,2 2 2,-11-1-2,0 1 1,0-1-1,1 0 0,-1-1 1,0 1-1,0-1 0,0-1 0,-1 0 1,1 1-1,0-2 0,0 1 1,-1-1-1,9-5 0,-8 2 8,1-1-1,-1 0 1,0 0-1,-1-1 1,1 0-1,-2 0 1,1 0-1,-1-1 1,0 0-1,-1 0 1,0 0-1,-1 0 1,1-1-1,-2 0 1,1 1-1,-2-1 1,1 0-1,-1 0 1,-1 0-1,0 0 1,-2-19-1,1 23 1,-1-1-1,0 1 1,0 0-1,0 0 1,-1 0 0,0 0-1,0 1 1,0-1-1,-1 1 1,0 0 0,0 0-1,0 0 1,-1 0-1,1 1 1,-1-1 0,0 1-1,-1 1 1,1-1-1,-1 1 1,-11-6 0,2 2-8,-1 1 0,1 0 0,-1 1 1,0 0-1,0 1 0,-1 1 0,-18-1 1,24 3-54,0 1 0,0 0 1,0 0-1,0 1 1,-19 5-1,25-5-3,1 1 0,-1 0 0,0 0 0,1 0 0,0 1 0,-1 0-1,1 0 1,0 0 0,1 0 0,-1 1 0,1-1 0,-1 1 0,1 0 0,0 0 0,-4 7 0,-7 16-573,1 1 0,1 0 0,1 1 0,-7 30 0,-1 23-3347</inkml:trace>
  <inkml:trace contextRef="#ctx0" brushRef="#br0" timeOffset="1">749 194 14419,'0'0'6569,"17"180"-5576,-17-118-417,0 0-576,-17 44 0,-18-16-1801,-9-10-3240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7:16.17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48 432,'0'0'12553,"2"-11"-11695,1-2-843,3-10 891,-3 28-321,0 21-132,8 412-687,-12-326 171,1-104 64,0 0 0,1 0 1,-1 0-1,2 1 0,-1-2 1,1 1-1,0 0 1,1 0-1,-1 0 0,2-1 1,-1 0-1,1 0 0,5 7 1,-6-9-2,1-1-1,0-1 1,0 1 0,0 0 0,1-1-1,-1 0 1,1 0 0,0 0 0,0-1 0,0 0-1,0 0 1,0 0 0,0 0 0,1-1-1,-1 0 1,0 0 0,1 0 0,-1-1 0,10 0-1,-9 0-60,0 0 0,-1 0 0,1-1-1,-1 0 1,1 0 0,0 0 0,-1-1-1,0 1 1,1-1 0,-1-1 0,0 1 0,0-1-1,0 0 1,-1 0 0,1 0 0,-1-1-1,1 1 1,-1-1 0,0 0 0,-1-1-1,1 1 1,3-7 0,-5 10-162,0-1-1,-1 0 1,1 0-1,-1 0 1,0-1-1,0 1 1,0 0-1,0 0 1,0-1-1,0 1 1,-1 0-1,1-1 1,-1 1-1,0-1 1,0 1-1,0-4 1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7:16.57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97 928,'0'0'16620,"118"-97"-16492,-94 97-128,10 7-40,-6 20-1729,-4-5-2728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7:16.93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17 183 9826,'0'0'4817,"30"-13"-4824,89-43-437,-116 55 368,1-1-1,-1 0 0,1 0 1,-1-1-1,0 1 0,0-1 1,0 1-1,0-1 0,4-4 1,-7 6 28,1 0 0,-1 0 1,1 0-1,-1 0 0,0 0 1,1-1-1,-1 1 0,0 0 0,0 0 1,0 0-1,0 0 0,0 0 1,0 0-1,0-1 0,0 1 1,-1-1-1,0-6-250,2 6 215,-1-1-1,0 1 1,0 0-1,0 0 0,0-1 1,-1 1-1,1 0 1,0 0-1,-1 0 0,0-1 1,0 1-1,1 0 1,-1 0-1,0 0 0,-1 0 1,1 0-1,0 1 1,-3-4-1,1 4 27,0-1 0,0 0 0,-1 1 0,1-1 1,-1 1-1,1 0 0,-1 0 0,1 1 0,-1-1 0,0 1 0,-4 0 0,-2-2-1,-1 1-1,1 1 1,-1 0 0,0 0-1,-14 4 1,22-4 88,0 1-1,0 0 1,0 0-1,0 1 1,0-1-1,0 1 1,0 0-1,1-1 1,-1 1-1,0 0 0,1 1 1,0-1-1,-1 0 1,1 1-1,0-1 1,0 1-1,0 0 1,1-1-1,-1 1 1,1 0-1,-2 4 1,1-3 29,0 1-1,1-1 1,-1 1 0,1-1-1,0 1 1,0 0 0,0 0-1,1-1 1,0 1 0,0 0-1,0 0 1,0 0 0,1-1-1,0 1 1,0 0 0,0-1-1,1 1 1,-1 0 0,1-1-1,0 0 1,1 1 0,-1-1-1,1 0 1,-1 0 0,1 0 0,0-1-1,1 1 1,-1-1 0,1 0-1,-1 1 1,1-2 0,6 5-1,2-1-145,1-1-1,-1-1 0,1 0 1,0-1-1,0 0 1,0-1-1,0 0 0,0-1 1,1 0-1,21-3 1,-15 2-707,19 0-2841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7:17.58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1 174 936,'0'0'14914,"20"15"-14799,64 50-63,-78-61-60,0 0 0,-1 1 0,0 0 0,0 1 0,0-1 0,0 1 0,-1 0 0,0 0 0,0 0 0,0 0 0,-1 1 0,0 0 0,2 7 0,-2-6-50,-18-65-31,14 50 82,0 1 0,0-1-1,0 1 1,1-1-1,0 0 1,1 1 0,-1-1-1,1 0 1,2-7 0,-1 12 0,-1 0 1,0 0-1,1 0 1,0 0-1,-1 0 1,1 0-1,0 0 1,0 0-1,0 1 1,0-1-1,0 1 1,1-1-1,-1 1 1,0 0 0,1 0-1,-1 0 1,1 0-1,-1 1 1,1-1-1,-1 1 1,5-1-1,8-1-158,-1 1 0,23 0 0,-28 1-19,-5 0 129,0 1-1,0-1 0,0 1 1,-1-1-1,1 1 0,0 0 1,0 1-1,-1-1 1,1 1-1,-1-1 0,1 1 1,-1 0-1,0 0 1,0 1-1,0-1 0,0 1 1,0-1-1,0 1 1,-1 0-1,1 0 0,-1 0 1,0 0-1,0 1 0,0-1 1,3 7-1,-2-2 66,0 0 0,-1 1-1,0-1 1,0 1 0,-1-1 0,0 1-1,0-1 1,-1 1 0,0 0 0,-2 14-1,1-22 20,1 0-1,0-1 0,-1 1 1,1-1-1,0 1 0,-1 0 0,1-1 1,-1 1-1,1-1 0,-1 1 1,1-1-1,-1 1 0,1-1 1,-1 0-1,0 1 0,1-1 1,-1 0-1,-1 1 0,2-1-4,0 1 0,0-1 0,-1 0 0,1 0-1,0 0 1,0 0 0,-1 0 0,1 0 0,0 1 0,0-1-1,0 0 1,-1 0 0,1 0 0,0 0 0,0 0-1,-1 0 1,1 0 0,0 0 0,0 0 0,-1 0 0,1 0-1,0 0 1,0 0 0,-1 0 0,1 0 0,0-1-1,0 1 1,-1 0 0,1 0 0,0 0 0,0 0 0,0 0-1,-1-1 1,1 1 0,0 0 0,0 0 0,0 0 0,0 0-1,-1-1 1,1 1 0,0 0 0,0 0 0,0 0-1,0-1 1,0 1 0,0 0 0,0-8-28,0 1 1,1 0-1,0 0 1,1 0-1,-1 0 1,1 0-1,1 0 0,0 0 1,-1 0-1,2 1 1,-1 0-1,1-1 1,0 1-1,8-9 1,0 1-304,1 0 0,0 1-1,1 1 1,30-21 0,-38 28 221,1 1-1,-1 0 0,1 0 0,0 1 1,0 0-1,1 0 0,-1 1 0,0 0 1,1 0-1,0 1 0,-1 0 0,1 0 0,0 1 1,11 0-1,-18 1 85,1-1 1,-1 1-1,1-1 1,0 1-1,-1 0 0,1-1 1,-1 1-1,0 0 1,1 0-1,-1 0 0,0 0 1,0 1-1,1-1 1,-1 0-1,0 0 1,0 1-1,0-1 0,0 0 1,0 2-1,15 37 29,-15-35-21,1 1 0,0-1 0,0 1 0,1-1 0,-1 0 0,7 9 0,-6-13 29,0 1 0,0-1 0,1 0 0,-1 0 0,0 0 0,1 0 0,-1 0 0,1-1-1,-1 0 1,1 0 0,-1 0 0,1 0 0,-1 0 0,0-1 0,1 1 0,3-2 0,14 0 155,-13 3-128,-1-1-1,1 2 0,-1-1 0,0 1 0,0 0 0,13 6 0,27 7 22,-20-12 206,48 0 0,-73-3-282,0 0 0,1-1 0,-1 1 0,0 0 0,0-1 0,1 0 0,-1 0 0,0 0 1,0 0-1,0 0 0,0 0 0,0 0 0,0 0 0,-1-1 0,1 1 0,0-1 0,-1 0 0,1 1 1,-1-1-1,1 0 0,-1 0 0,0 0 0,0 0 0,0 0 0,0 0 0,0 0 0,0 0 0,0 0 1,-1-1-1,1 1 0,-1 0 0,0-4 0,1-2 11,0 0 0,-1 0 0,0 1 1,0-1-1,-1 0 0,0 0 0,0 1 0,-1-1 1,-3-8-1,1 5 22,-1 1 1,-1 0-1,0 0 0,0 0 1,-1 1-1,0 0 0,-13-12 1,16 17-20,0 0 0,-1 0 1,1 0-1,-1 0 1,0 1-1,0 0 1,0 0-1,0 0 0,-1 1 1,1-1-1,-1 1 1,0 1-1,1-1 0,-1 1 1,0 0-1,-9 0 1,13 1-43,-1 1 0,0 0 0,1 0 1,-1 0-1,1 1 0,-1-1 1,1 1-1,0-1 0,0 1 0,0 0 1,0 0-1,0 0 0,0 0 0,0 0 1,0 0-1,1 1 0,-1-1 1,1 0-1,0 1 0,-1-1 0,1 1 1,1 0-1,-1-1 0,-1 6 0,-2 6-256,1 0 0,0 0 0,-1 22 0,2-19-565,2 0 0,0 0 0,3 24 0,8-16-4139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7:17.96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91 1 3089,'0'0'14974,"-6"0"-14729,5 0-241,-1 0 0,0 0 0,0 0 0,0 0 0,1 1 0,-1-1 0,0 1 0,1-1 0,-1 1 0,0 0 0,1-1 0,-1 1 0,1 0 0,-1 0 0,1 0 0,-1 0 0,1 0 0,0 1 0,-1-1 0,1 0 0,0 1 0,0-1 0,0 1 0,0-1 0,0 1 0,0-1 0,1 1 0,-1 0 0,0-1 0,1 1 0,-1 0 0,1-1 0,0 1 0,0 0 0,0 0 0,-1 0 0,2 3 0,-2-3-7,1 1 0,-1 0 0,1-1 0,0 1 0,0 0 0,0 0 0,1-1 0,-1 1 0,0 0-1,1-1 1,0 1 0,0-1 0,-1 1 0,1-1 0,1 1 0,-1-1 0,0 1 0,1-1 0,-1 0 0,1 0 0,2 2 0,1-1-20,0 0-1,0 0 1,0-1 0,1 0 0,-1 0 0,1 0-1,0-1 1,11 2 0,8 1-224,39 9-701,-59-11 790,0 0-1,0 0 0,1 0 0,-2 0 1,1 1-1,0 0 0,0 0 0,-1 0 1,6 5-1,-9-7 143,0 1 0,1-1-1,-1 1 1,0-1 0,0 1 0,0-1-1,0 1 1,-1-1 0,1 1 0,0 0 0,-1 0-1,1-1 1,-1 1 0,1 0 0,-1 0 0,0 0-1,0-1 1,0 1 0,0 0 0,0 0-1,0 0 1,0-1 0,-1 1 0,1 0 0,-1 0-1,0 2 1,0-2 26,-1 1 0,1 0 1,-1-1-1,0 1 0,1-1 0,-1 1 0,-1-1 0,1 0 1,0 0-1,0 0 0,-1 0 0,1 0 0,-1 0 0,-4 1 1,-17 7 165,-1-1 0,0-2 0,-30 5 0,-30 10-3676,63-13-3756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7:18.46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25 147 472,'0'0'14529,"16"21"-14235,53 63-175,-67-81-116,1-1 0,-1 1 0,0-1 0,1 1 0,0-1 0,-1 0 0,1 0 1,0 0-1,0-1 0,0 1 0,1-1 0,-1 1 0,0-1 0,0 0 0,1 0 0,-1-1 0,0 1 0,1-1 0,-1 0 0,1 1 1,-1-2-1,1 1 0,4-1 0,8 0 0,-13 1-42,-1 0-1,1 0 1,0-1-1,-1 1 1,0-1-1,1 1 1,-1-1-1,1 0 1,-1 0-1,0 0 1,0 0-1,1 0 1,-1-1-1,0 1 1,0-1-1,0 1 1,0-1-1,-1 0 1,1 0-1,0 0 1,-1 0 0,1 0-1,-1 0 1,0 0-1,0 0 1,1-1-1,-2 1 1,1 0-1,0-1 1,0 1-1,-1-1 1,1 1-1,-1-4 1,2-10-229,-1 1 1,-1-1 0,0 1 0,-4-21-1,4 33 289,-1-3 51,-1-1-1,0 1 1,0 0-1,-1-1 1,1 1-1,-1 0 1,0 1-1,-1-1 1,0 0-1,0 1 0,0 0 1,0 0-1,-1 0 1,0 1-1,0-1 1,0 1-1,0 0 1,-1 1-1,0-1 1,1 1-1,-1 0 1,0 0-1,-1 1 0,1 0 1,0 0-1,-1 1 1,1-1-1,-1 1 1,0 1-1,1-1 1,-1 1-1,1 0 1,-1 1-1,0 0 1,-11 2-1,14-1-101,0 0 0,1 1 0,-1-1 0,0 1 0,1 0 0,-1 0 0,1 0 1,0 0-1,0 1 0,0-1 0,1 1 0,-1 0 0,1 0 0,0 0 0,0 0 0,0 0 0,0 0 0,-1 7 0,-1 3-896,0 1 0,2-1 0,-1 1-1,0 19 1,3 15-8248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7:19.11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1 202 3873,'0'0'11344,"10"9"-10954,-4-3-335,5 3-6,0 1 0,-1 1 0,0 0-1,-1 0 1,10 16 0,8 23 30,-19-34-26,0 0 0,1-1 0,0 0-1,1-1 1,1 0 0,20 21 0,-30-34-41,0 0 0,0 1 0,1-1 0,-1 0 0,1 0 0,-1 0 0,1 0 0,-1 0 0,1 0 0,0 0 1,-1 0-1,1-1 0,0 1 0,0 0 0,0-1 0,-1 0 0,1 1 0,0-1 0,0 0 0,0 0 0,0 0 1,-1 0-1,1-1 0,0 1 0,0 0 0,0-1 0,0 1 0,-1-1 0,1 0 0,0 1 0,-1-1 0,1 0 1,0 0-1,-1 0 0,1 0 0,-1-1 0,0 1 0,1 0 0,-1 0 0,0-1 0,0 1 0,0-1 0,0 1 1,0-1-1,0 0 0,1-1 0,4-9 36,-1 0 0,-1-1 0,0 1 0,5-26 1,-9 37-53,16-86 23,11-46-768,-22 114-80,1 0-1,1 0 0,0 1 0,17-29 1,-6 17-3076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7:19.99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17 688 864,'0'0'13024,"5"7"-12410,-3-4-576,0 0 0,1-1 0,-1 1 1,1-1-1,0 1 0,0-1 0,0 0 0,0 0 1,0 0-1,0-1 0,0 1 0,0-1 1,1 1-1,-1-1 0,1 0 0,-1 0 0,1-1 1,-1 1-1,1-1 0,0 0 0,-1 0 0,7 0 1,4 0 39,-1 0-27,-1 0-1,1 0 1,-1-1 0,1-1-1,20-5 1,-30 6-48,0-1 0,1 1 0,-1-1 1,0 0-1,0 0 0,1 0 0,-2 0 0,1 0 0,0-1 1,0 0-1,-1 1 0,1-1 0,-1 0 0,0 0 0,0 0 1,0 0-1,0-1 0,-1 1 0,1 0 0,-1-1 0,0 1 1,0-1-1,0 0 0,0-3 0,0 2-20,0-1 0,0 1 1,-1-1-1,1 1 0,-1-1 0,0 1 0,-1-1 0,1 1 0,-1 0 1,-1-1-1,1 1 0,-1 0 0,1 0 0,-1-1 0,-5-6 0,5 8 5,-1 1 0,0 0 1,0 0-1,0 0 0,-1 0 0,1 1 0,-1-1 0,1 1 0,-1 0 0,0 0 0,0 0 0,0 0 0,0 1 0,0 0 0,0 0 0,0 0 0,0 0 0,-1 0 0,1 1 0,-6 0 0,4 0-17,0-1 13,0 0 0,0 1 0,0-1 1,-1 2-1,1-1 0,0 1 0,0 0 0,0 0 0,0 0 0,0 1 0,0 0 0,0 0 0,0 1 1,1-1-1,-1 1 0,-4 4 0,5-3 25,0 1-1,0-1 1,1 1 0,-1 0 0,1 0 0,0 0-1,1 1 1,-1-1 0,1 1 0,0 0 0,1 0-1,-1 0 1,1 0 0,0 1 0,1-1 0,-1 0 0,1 1-1,1-1 1,-1 9 0,2-14 4,-1 0 1,1 1-1,0-1 1,-1 0-1,1 0 0,0 0 1,0 0-1,0 0 1,0 0-1,0 0 1,0 0-1,0 0 0,0 0 1,0 0-1,1-1 1,-1 1-1,0-1 1,0 1-1,1-1 0,-1 1 1,0-1-1,1 1 1,-1-1-1,0 0 0,1 0 1,-1 0-1,1 0 1,2 0-1,45-1 176,-45 0-166,8 0 6,0-2 0,-1 0-1,1 0 1,0-1 0,-1 0 0,0-1-1,0-1 1,0 1 0,-1-2-1,15-10 1,4-7 40,-1-1-1,30-33 1,-35 33-78,-2-1-1,0-2 1,-1 0 0,-2-1 0,17-37 0,-25 44-3,0-1 0,-2 0-1,-1-1 1,-1 1 0,-1-1 0,-1 0 0,-1-1 0,-1-24 0,-1 45 1,-1-1 0,-1 1 1,1 0-1,0-1 0,-1 1 1,0 0-1,0-1 0,0 1 1,-1 0-1,1 0 0,-5-7 0,5 10 8,0 0-1,-1-1 0,1 1 1,0 0-1,-1 0 0,0 0 1,1 0-1,-1 0 0,1 0 1,-1 0-1,0 1 0,0-1 1,0 1-1,1-1 0,-1 1 1,0 0-1,0-1 0,0 1 1,0 0-1,0 0 0,1 0 1,-1 1-1,0-1 0,0 0 1,0 1-1,0-1 0,1 1 1,-4 1-1,2-1 0,1 0 1,-1 1-1,0-1 0,0 1 1,1 0-1,-1 0 0,1 0 0,0 0 1,-1 0-1,1 1 0,0-1 1,0 1-1,1-1 0,-1 1 0,0 0 1,1-1-1,-2 6 0,-2 5 3,0 1 0,-4 21 0,8-30 0,-6 33 2,1 0 1,3 0-1,1 0 0,1 1 0,8 55 0,-4-71 14,1-1-1,1 0 1,1 0-1,1 0 1,1-1 0,1 0-1,1 0 1,1-1-1,0-1 1,2 0-1,0 0 1,1-1 0,27 26-1,-35-39-18,-1-1-1,1 0 1,0-1-1,1 1 1,-1-1-1,0 0 1,1-1-1,0 0 1,7 2-1,-11-3-49,0 0 1,0-1-1,0 1 1,-1-1-1,1 0 0,0 0 1,0 0-1,0 0 0,-1-1 1,1 1-1,0-1 1,0 1-1,-1-1 0,1 0 1,0 0-1,-1 0 0,1-1 1,-1 1-1,1-1 1,-1 1-1,0-1 0,0 0 1,0 0-1,4-3 0,-1-3-268,0 0-1,0 0 0,-1-1 0,0 0 0,-1 0 0,1 0 0,-2 0 0,3-13 0,0-9-734,0-38-1,0 0 1181,-2 61 1192,0 16-360,1 14-56,-4-21-879,3 16 282,0 1 0,1-1-1,1-1 1,1 1 0,8 19 0,-12-32-282,0 0 1,1 0-1,-1 0 0,1 0 1,-1 0-1,1-1 0,0 1 1,1-1-1,-1 0 0,0 0 1,1 0-1,0 0 0,0 0 1,0-1-1,0 0 0,0 0 0,0 0 1,0 0-1,1-1 0,-1 0 1,1 0-1,-1 0 0,1 0 1,6 0-1,-8-1-19,1 0 0,0 0 0,-1 0 0,1-1-1,-1 1 1,1-1 0,-1 0 0,1 0 0,-1 0 0,0-1 0,1 1 0,-1-1 0,0 0 0,3-2-1,-2 1-34,-1-1 0,0 0-1,0 1 1,0-1-1,0 0 1,-1-1-1,1 1 1,-1 0-1,0-1 1,1-5 0,2-2 3,-2-1 1,0 0 0,0 1-1,-1-1 1,-1 0 0,0-19 724,-1 37-249,0 7-309,1 1 1,0 0-1,1 0 1,5 21-1,-5-29-142,-1 0 1,1 0-1,0-1 0,0 1 0,1-1 1,-1 1-1,1-1 0,0 0 0,0 0 1,1 0-1,-1 0 0,1-1 0,0 1 0,0-1 1,0 0-1,5 3 0,0-2-206,1 0 0,0-1 0,0-1 0,1 1 0,-1-1 0,15 0 0,14-1-2379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7:20.74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0 107 1192,'0'0'14933,"11"-2"-14474,-5 2-383,-3-1-60,-1 0 0,0 1 0,1-1 0,-1 1 0,1 0 0,-1 0 0,1 0 0,-1 0 0,1 0 1,-1 0-1,0 1 0,1-1 0,-1 1 0,0 0 0,1 0 0,-1 0 0,0 0 0,0 0 0,1 0 1,-1 0-1,0 1 0,0-1 0,-1 1 0,1-1 0,0 1 0,2 3 0,1 4 41,0 1 1,0 0-1,-1 0 0,-1 1 0,0-1 0,0 1 0,-1 0 0,2 14 1,0 84 175,-4-88-261,0-38-100,1 0-1,0 1 1,2-1-1,0 1 0,1-1 1,0 1-1,1 0 0,1 1 1,1-1-1,0 1 0,1 1 1,0-1-1,2 1 0,12-15 1,-21 27 121,0 1 1,1-1-1,-1 0 1,0 1-1,1-1 1,0 1 0,-1 0-1,1-1 1,0 1-1,0 0 1,0 0-1,0 0 1,-1 0-1,2 1 1,-1-1-1,0 0 1,0 1-1,0-1 1,0 1 0,0 0-1,0 0 1,0 0-1,1 0 1,-1 0-1,0 0 1,0 0-1,4 2 1,-3 0 8,0 0 0,0 0 0,0 0 0,-1 1 0,1-1 0,0 1 0,-1 0 0,0 0 0,0 0 0,0 0 0,0 0 1,0 0-1,-1 0 0,1 0 0,0 5 0,14 37-5,-11-28 256,1 0 0,1 1 0,1-2 0,0 1 0,11 16 0,-18-33-250,-1 1 1,1 0 0,-1 0 0,1 0-1,0-1 1,-1 1 0,1 0 0,0-1-1,0 1 1,-1 0 0,1-1-1,0 1 1,0-1 0,0 1 0,0-1-1,-1 0 1,1 1 0,0-1 0,0 0-1,2 1 1,-3-2-2,1 1 1,0 0-1,0 0 1,-1-1-1,1 1 0,0 0 1,0-1-1,-1 1 0,1-1 1,-1 1-1,1-1 0,0 1 1,-1-1-1,1 1 1,-1-1-1,1 0 0,-1 1 1,0-1-1,1 0 0,0 0 1,2-8-5,1 0 0,-1 0 0,3-16 1,0 2-79,-1 9-60,1 1 0,0 1 1,1-1-1,1 1 0,14-19 0,-18 27 110,-1 0 1,1 0-1,0 0 0,0 1 1,0-1-1,1 1 1,-1 0-1,1 0 0,0 1 1,0-1-1,-1 1 0,2 0 1,-1 0-1,0 1 1,0 0-1,0 0 0,11-1 1,-14 2 27,0 0 0,1 1 0,-1-1 0,0 1 0,0-1 0,0 1 0,0 0 0,1 0 0,-1 0 0,0 0 0,-1 0 0,1 1 0,0-1 0,0 0 0,0 1 0,-1 0 0,3 2 0,24 37 79,-14-18 35,-7-13-30,0-1 1,1 1-1,0-1 0,0 0 1,18 14-1,-21-20-39,0 0 0,0-1 1,0 1-1,0-1 0,0 0 0,1 0 0,-1 0 0,1-1 1,-1 0-1,1 0 0,-1 0 0,1-1 0,0 0 1,9-1-1,-13 1-41,-1-1 1,1 0-1,0 1 1,-1-1 0,1 0-1,0 0 1,-1 0-1,1 0 1,-1 0 0,0 0-1,1-1 1,-1 1-1,0 0 1,0-1 0,1 1-1,-1-1 1,0 1-1,-1-1 1,1 0 0,0 1-1,0-1 1,-1 0-1,1 0 1,-1 1-1,1-1 1,-1 0 0,0-3-1,5-52-6,-5 55 4,1-38-3,0 24 2,0 1 1,-2 0-1,-3-31 0,3 45 2,1-1-1,-1 1 0,1-1 0,-1 1 0,1-1 1,-1 1-1,0-1 0,0 1 0,0 0 1,0-1-1,0 1 0,0 0 0,0 0 0,-1 0 1,1 0-1,0 0 0,-1 0 0,1 0 0,0 0 1,-1 0-1,1 1 0,-1-1 0,1 1 1,-1-1-1,0 1 0,1 0 0,-1-1 0,1 1 1,-1 0-1,0 0 0,1 0 0,-1 0 0,0 0 1,1 0-1,-1 1 0,1-1 0,-1 1 1,0-1-1,1 1 0,-1-1 0,1 1 0,-1 0 1,1 0-1,0 0 0,-1 0 0,1 0 0,0 0 1,0 0-1,0 0 0,-1 0 0,1 1 1,0-1-1,1 0 0,-1 1 0,-1 1 0,-4 8 16,0 1 1,1 1-1,0-1 0,1 1 0,0-1 0,1 1 0,-2 17 0,2-8 151,2-1-1,0 2 0,4 36 0,-2-54-140,0-1 1,-1 1-1,2 0 1,-1-1-1,0 0 1,1 1-1,0-1 1,0 0-1,0 0 1,0 0-1,1 0 1,0 0 0,-1-1-1,1 1 1,1-1-1,-1 0 1,7 6-1,-4-6 11,0 1 0,1 0 0,0-1 0,0-1 0,0 1 0,0-1 0,0 0 0,0 0 0,0-1-1,10 1 1,-1-2-235,-1 0 0,0 0-1,0-2 1,0 1-1,0-2 1,0 0 0,-1-1-1,1-1 1,-1 0-1,18-9 1,12-14-3728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7:21.41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342 465 1608,'0'0'15302,"-10"-9"-14782,3 2-424,5 4-73,-1 0 0,1 0 0,-1 0 0,0 0 0,0 1 0,-1-1 0,1 1 0,0 0 0,-1 0 0,0 0 0,1 0 0,-1 1 0,0 0 0,0 0 0,1 0 0,-1 0 0,0 0 0,-7 0 0,3 1 30,0-1 0,0 1 0,0 1 0,0 0 0,0 0 0,0 0 0,0 1 0,0 0 0,1 1 0,-1 0 0,1 0 0,0 0 0,-11 8 0,4-2 7,1 1 0,1 0 0,0 1 0,0 1 0,2 0 0,-17 23 0,22-28-15,0 1 0,1 1 0,0-1 0,1 1 0,0-1 0,0 1-1,1 0 1,0 0 0,0 0 0,1 0 0,1 0 0,-1 1 0,2 12 0,-1-19-40,1 0 0,0 0 1,-1 0-1,1 0 1,0 0-1,0 0 1,1 0-1,-1 0 0,1 0 1,-1 0-1,1-1 1,0 1-1,0-1 1,0 0-1,0 1 0,0-1 1,3 2-1,0-1-3,-1 0 0,1 0 0,0 0 0,0-1 0,0 0 0,0 0 0,0 0 0,1 0 0,8 0 0,-8 0-7,0-2-1,0 1 1,0-1-1,1 0 1,-1 0-1,0 0 1,0-1-1,0 0 1,0 0-1,0-1 1,0 0 0,0 0-1,-1 0 1,1-1-1,0 0 1,-1 0-1,0 0 1,0 0-1,6-6 1,-2-3-14,0 0 1,0 0 0,-1-1 0,-1-1-1,0 1 1,-1-1 0,-1 0 0,0 0-1,-1-1 1,0 1 0,2-24 0,1-20-33,-3-94 0,-4 129 37,1-33-125,-2-69-549,-1 106 366,0 1 1,-1 0 0,0-1-1,-10-26 1,12 74-709,1 6 981,-1 23 34,3 0-1,15 101 0,-9-119 17,1-1-1,3 0 0,1 0 0,2-1 1,27 50-1,-40-83-1,1-1 1,0 1-1,1-1 1,-1 0-1,1 0 1,0 0-1,0-1 1,0 1-1,7 3 1,-10-6-144,1 0 1,0 0 0,-1 0 0,1 0-1,0-1 1,0 1 0,0-1 0,0 1-1,-1-1 1,1 0 0,0 0 0,0 0 0,0 0-1,0 0 1,0 0 0,0 0 0,0-1-1,0 1 1,-1-1 0,1 0 0,0 1-1,0-1 1,-1 0 0,1 0 0,0 0-1,-1 0 1,1 0 0,-1 0 0,2-2-1,15-19-5077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7:21.78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1 38 312</inkml:trace>
  <inkml:trace contextRef="#ctx0" brushRef="#br0" timeOffset="1">1 38 312,'180'-10'800,"-136"1"122,-29-1 2936,-14 9-3620,0 1-1,-1-1 1,1 0-1,0 1 1,0-1-1,0 1 0,0-1 1,0 1-1,0-1 1,0 1-1,0-1 1,0 1-1,0 0 0,0 0 1,0-1-1,0 1 1,0 0-1,1 0 1,2 0 135,0-1 1,1 1-1,-1 0 1,0 0-1,0 1 1,0-1-1,0 1 1,0 0 0,0 0-1,0 0 1,0 1-1,0-1 1,0 1-1,-1 0 1,1 0-1,4 3 1,-4 0-225,1-1-1,-1 1 1,1 1 0,-1-1 0,-1 0-1,1 1 1,-1 0 0,0 0-1,3 8 1,-1-3 67,0 1 1,-1 0-1,0 0 0,-1 1 0,0-1 1,2 25-1,-24-37-43,7-1-158,0 0 0,1-1 0,-15-3-1,15 2-5,-1 1-1,0 0 0,-15-1 0,5 3-8,15 0-2,-1-1-1,0 1 1,0 1-1,0 0 1,0 0-1,-11 3 1,17-3 1,-1 0 1,0 1-1,1-1 0,-1 1 1,1 0-1,0 0 0,-1 0 1,1 0-1,0 0 0,0 0 1,0 0-1,0 1 0,1-1 1,-1 1-1,1-1 0,-1 1 1,1 0-1,0 0 0,0-1 1,0 1-1,0 3 0,-1 5 3,0-1-1,1 0 0,1 19 1,0-28-3,0 1 1,0-1 0,0 0 0,0 1 0,1-1 0,-1 0 0,1 1-1,-1-1 1,1 0 0,-1 0 0,1 1 0,0-1 0,0 0 0,-1 0-1,1 0 1,0 0 0,0 0 0,0 0 0,0 0 0,2 1 0,0 0-2,0 0 1,1 0-1,-1-1 1,1 1 0,0-1-1,7 3 1,5-1-14,0-1 1,25 0-1,-40-2 13,22 1-239,53 0-809,-69-2 189,0 0 0,-1 0 0,1 0 1,0-1-1,0 0 0,-1 0 0,1 0 1,8-6-1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7:22.44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384 10 384,'0'0'14258,"-30"-2"-13435,-10 0-552,-100-3 671,133 5-808,0 0 0,0 0-1,0 1 1,0 1 0,0-1-1,1 1 1,-1 0 0,1 0 0,-1 1-1,1 0 1,0 0 0,0 1-1,0 0 1,0 0 0,1 0-1,0 0 1,-1 1 0,2 0-1,-1 0 1,-6 9 0,6-6 12,0 1-1,0-1 1,1 1 0,0 1 0,1-1 0,-1 1 0,2-1-1,0 1 1,0 0 0,0 0 0,1 0 0,1 0-1,1 17 1,-1-22-137,1-1-1,-1 0 1,1 1-1,0-1 0,0 0 1,1 0-1,-1 0 1,1 0-1,0 0 0,0 0 1,1-1-1,-1 1 1,1-1-1,-1 1 1,1-1-1,0 0 0,4 3 1,-1-1-1,1-1-1,-1 0 1,1 0 0,0-1 0,0 0-1,1 0 1,-1 0 0,15 2-1,9 0-370,0-2-1,0-1 0,54-4 1,-78 2 197,9-2-370,1 1 0,-1-2-1,0 0 1,0-1-1,-1-1 1,1 0 0,14-8-1,-8 2-3192,40-27 0,-39 21-4610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7:22.83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1 153 1320,'0'0'14091,"245"-97"-14211,-180 69-1368,-9 0-2969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7:23.22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207 1 2841,'0'0'13377,"-13"8"-13001,-14 7 29,1 2 0,1 1 0,1 1 0,-43 42 0,53-31 417,13-29-810,1 0 0,-1 0 1,1 0-1,0-1 0,-1 1 1,1 0-1,0 0 0,0 0 0,0 0 1,-1 0-1,1 0 0,0 0 0,0 0 1,0 0-1,1-1 0,-1 1 0,0 0 1,0 0-1,0 0 0,1 0 0,-1 0 1,0 0-1,1-1 0,-1 1 0,1 0 1,-1 0-1,1 0 0,-1-1 1,1 1-1,0 0 0,-1-1 0,2 1 1,10 2-43,0-1 1,0-1 0,0 0 0,0-1 0,24-3 0,4 2-371,-6-1-153,-23 1 240,1 0 0,-1 1 0,1 1 1,-1-1-1,14 4 0,-24-4 305,0 1 1,-1-1-1,1 0 1,0 1-1,0-1 0,0 1 1,0-1-1,0 1 0,0 0 1,-1-1-1,1 1 1,0 0-1,0-1 0,-1 1 1,1 0-1,-1 0 1,1 0-1,-1 0 0,1 0 1,-1 0-1,1-1 1,-1 1-1,0 0 0,1 0 1,-1 0-1,0 0 1,0 0-1,0 0 0,0 0 1,0 1-1,0-1 1,0 0-1,0 0 0,0 0 1,0 0-1,-1 0 0,1 0 1,-1 1-1,0 1 23,0 0 0,0-1 0,0 1 0,-1 0 1,0 0-1,1-1 0,-1 1 0,0-1 0,0 1 0,0-1 0,-4 3 0,-23 14 154,0-1-1,-41 17 1,39-20-148,25-12-246,-1 0 0,1 0 1,-1-1-1,0 0 0,0 0 1,0-1-1,0 0 0,0 0 1,-1-1-1,-9 0 0,2 0-3937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7:23.61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211 1 8458,'0'0'4330,"-32"28"-3092,-100 97-126,128-121-1063,0 1 1,-1-1-1,2 1 0,-1 0 0,0 1 1,1-1-1,0 1 0,0-1 1,1 1-1,0 0 0,0 0 1,0 0-1,0 0 0,1 0 1,0 0-1,1 1 0,-1-1 1,1 0-1,0 1 0,2 7 1,-1 10 46,0 3-38,1-1 1,1 1-1,2 0 0,11 38 0,43 101-240,-37-112 35,-2 1 0,13 61 0,-28-85-705,-2-1 0,0 61 0,-4-69-570,-8-11-1304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7:24.01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1 242 10922,'0'0'10419,"207"-18"-10419,-149 8-144,-3-8-1089,14 2-1167,-13-5-1625,-12 8-2529</inkml:trace>
  <inkml:trace contextRef="#ctx0" brushRef="#br0" timeOffset="1">780 50 2513,'0'0'9646,"-3"-8"-8953,2 2-534,1 4-130,-1 1 0,1-1 0,0 0-1,-1 1 1,1-1 0,-1 1 0,1-1 0,-1 1-1,0-1 1,1 1 0,-1-1 0,0 1 0,0 0 0,0-1-1,0 1 1,0 0 0,-1 0 0,1 0 0,0 0-1,0 0 1,-1 0 0,1 0 0,-1 0 0,1 0-1,-1 1 1,1-1 0,-1 1 0,1-1 0,-1 1-1,-3-1 1,-6 1 121,0 1 0,-1 0 0,1 1 0,0 0 0,0 1-1,0 0 1,1 1 0,-1 0 0,1 1 0,0 0 0,0 0 0,0 1-1,1 0 1,0 1 0,0 0 0,0 0 0,1 1 0,-10 12 0,12-13 16,1 0 1,-1 0 0,2 1-1,-1 0 1,1 0 0,0 0 0,-3 9-1,6-14-146,0 0 0,0 0-1,0-1 1,1 1 0,-1 0 0,1 0-1,0 0 1,-1 0 0,2-1-1,-1 1 1,0 0 0,0 0 0,1 0-1,0 0 1,-1-1 0,1 1-1,0 0 1,0-1 0,1 1-1,-1 0 1,0-1 0,1 0 0,0 1-1,-1-1 1,1 0 0,3 3-1,3 1-22,0-1 1,1 0-1,0-1 0,-1 0 0,1 0 0,1-1 0,-1 0 0,0 0 0,1-1 1,14 1-1,17 1-790,45-2 1,-73-2 412,16 0-463,-20 1 387,0 0 0,0-1-1,0 0 1,0-1 0,0 0 0,0-1-1,0 0 1,-1 0 0,14-5 0,1-8-3895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7:24.43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238 1 2481</inkml:trace>
  <inkml:trace contextRef="#ctx0" brushRef="#br0" timeOffset="1">238 1 2481,'-238'167'13346,"238"-170"-12553,4-6-121,30-3-312,11-7-160,7-3-200,27-12-472,-17 0-1361,-3 6-2488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7:24.86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1 172 2593,'0'0'14635,"7"19"-14569,24 60-8,-19-59 38,-12-29 73,-14-30-82,11 32-82,0-1 1,0 0-1,0 0 0,1 0 0,0 0 1,0-9-1,1 11-5,0-6-20,1-1 0,0 1-1,0 0 1,5-24 0,-4 32-89,0 0-1,0 0 1,1 0-1,0 1 1,0-1-1,0 1 1,0-1 0,0 1-1,1 0 1,-1-1-1,1 1 1,0 1-1,0-1 1,0 0-1,1 1 1,-1-1 0,0 1-1,7-3 1,2 1-881,-1 0 1,1 0 0,-1 2 0,1-1 0,0 1 0,22 0-1,-23 1-352,25 0-2847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7:52.09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83 0 280,'0'0'14496,"17"2"-14187,52 6-99,-65-8-189,-1 0 0,0 1 0,1-1 0,-1 1 1,0 0-1,0 0 0,0 1 0,0-1 0,0 0 0,0 1 0,0 0 0,0 0 0,-1 0 0,1 0 0,-1 0 0,1 0 0,-1 1 0,0-1 0,0 1 0,0-1 0,0 1 0,0 0 0,1 4 1,-1 0 70,0 0 1,-1 1-1,1-1 1,-2 1-1,1 0 1,-1-1-1,-1 11 1,1 0 59,-1-17-150,1-1 1,0 1-1,-1-1 1,1 1-1,-1-1 1,1 1-1,-1-1 1,0 1-1,1-1 1,-1 0 0,1 1-1,-1-1 1,0 0-1,1 0 1,-1 1-1,0-1 1,1 0-1,-1 0 1,0 0-1,0 0 1,1 0-1,-1 0 1,0 0-1,1 0 1,-2 0-1,-28 0-22,21-1 22,-17 1-7,13-1 6,0 1 1,0 0-1,0 1 0,0 0 1,1 1-1,-16 5 1,25-6 20,0 0 1,0 1-1,-1 0 1,1-1 0,0 1-1,0 0 1,1 1 0,-1-1-1,0 1 1,1-1 0,-1 1-1,1 0 1,0 0-1,0-1 1,0 2 0,0-1-1,1 0 1,-1 0 0,1 1-1,0-1 1,0 0 0,0 1-1,0-1 1,1 1-1,-1 0 1,1-1 0,0 5-1,-1-2-3,1-1 0,0 0 0,0 1 0,1-1 0,-1 0 0,1 0 0,0 1 0,1-1 0,-1 0 0,1 0 0,0 0 0,0 0 0,4 6 0,-3-8-11,0 0 0,0 0 0,0 0 0,0 0 0,0 0 0,1-1 0,-1 0 0,1 0 0,0 0 0,-1 0 0,1 0 0,0-1 0,0 1 0,0-1 0,1 0 0,-1 0 0,7 0 0,-3 0-211,1 0 0,-1 0 0,0-1 0,1 0 0,-1-1-1,0 0 1,0 0 0,1-1 0,-1 0 0,0 0 0,0-1 0,-1 0 0,1 0 0,-1-1 0,1 0 0,-1 0 0,0-1 0,-1 0 0,1 0 0,-1 0 0,0-1 0,0 0 0,0 0-1,-1-1 1,0 1 0,-1-1 0,1-1 0,-1 1 0,-1 0 0,4-9 0,-3-6-4000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7:55.98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9114,'0'0'6449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7:56.38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6441,'0'0'7010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7:57.07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0 112 10506,'0'0'4660,"28"28"-4608,93 97-28,-98-100-10,-1 1 0,-2 1 0,0 0 0,-2 2 0,18 37 0,-21-37-15,73 177 19,-72-166-14,-14-34 2,1 0 0,0 0 0,0-1 0,0 1 0,9 9 0,-12-14 8,1 0 1,-1-1-1,1 1 1,0 0 0,-1-1-1,1 1 1,0 0-1,0-1 1,-1 1 0,1-1-1,0 1 1,0-1 0,0 1-1,0-1 1,0 0-1,0 1 1,0-1 0,0 0-1,-1 0 1,1 0-1,0 0 1,0 0 0,0 0-1,0 0 1,0 0-1,0 0 1,0 0 0,0 0-1,0-1 1,0 1-1,0 0 1,0-1 0,0 1-1,-1-1 1,1 1 0,0-1-1,0 1 1,0-1-1,-1 0 1,1 1 0,0-1-1,-1 0 1,1 1-1,0-1 1,-1 0 0,1 0-1,-1 0 1,0 0-1,1 1 1,-1-1 0,1 0-1,-1 0 1,0-1-1,13-29 268,-2-1-1,-2 0 1,-1-1-1,8-62 0,-8 46-207,6-44-95,25-123-200,1 77-2791,-19 83-1096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7:57.46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28 1584,'0'0'15548,"28"0"-15380,-4 0-24,14-6-80,10 0-64,4 0-16,3 2-864,0-2-561,4 6-551,-18 0-513,-9 0-2704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7:57.90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73 75 616,'0'0'16348,"-73"-25"-15364,87 25-832,24 0-24,14-9-32,10 3-96,7-4-16,27 1-1872,-20 0-1217,-10 2-5217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7:59.41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84 33 6857,'0'0'9484,"24"-5"-9440,79-16-152,-88 19-224,-1-1-1,1 2 1,0 0 0,27 3-1,-27-1-212,-13-1 461,-1 0 0,1 0 1,0 1-1,-1-1 0,1 1 0,0 0 1,-1-1-1,1 1 0,-1 0 1,1 0-1,-1 0 0,0 0 0,1 0 1,-1 0-1,0 0 0,0 1 0,1-1 1,-1 0-1,0 1 0,0-1 1,-1 1-1,1-1 0,0 1 0,0-1 1,-1 1-1,1 0 0,-1-1 1,1 1-1,-1 0 0,0-1 0,0 3 1,2 7-85,-1 1 1,-1 0-1,-2 18 1,2-19 188,-2-3 54,0 0 0,0 0-1,-1 0 1,0-1 0,0 1-1,0-1 1,-1 0 0,-1 0-1,1 0 1,-1-1 0,0 1-1,0-1 1,-1 0 0,0-1 0,0 1-1,0-1 1,-1 0 0,1-1-1,-1 0 1,0 0 0,-9 4-1,15-8-23,-1 1 0,1-1-1,-1 1 1,1-1 0,0 0-1,-1 1 1,1-1 0,-1 0-1,1 0 1,-1 0 0,1 0-1,-1 0 1,1-1 0,0 1 0,-1 0-1,1-1 1,-2 0 0,2 1-39,1-1 0,-1 1 0,1-1 0,-1 1 0,1-1 0,-1 1 0,1-1 0,0 1 0,-1-1 0,1 1 0,-1-1 0,1 0 0,0 1 0,0-1 0,0 0 0,-1 1 0,1-1 0,0 0 0,0 1 0,0-1 0,0 0 0,0 1 0,0-1 0,0-1 0,1 0-17,-1 0 0,1 0 0,-1 0 0,1 0 0,0 0 0,0 0 0,0 0 0,0 0 0,0 1-1,0-1 1,1 0 0,-1 1 0,0-1 0,1 1 0,-1-1 0,1 1 0,0 0 0,-1 0 0,1 0 0,0 0 0,0 0 0,2-1 0,5-1-78,1 0 1,-1 1 0,1 0 0,0 0 0,-1 1 0,16 1-1,-21 0 7,0 0 1,0 0-1,-1 1 0,1 0 0,0 0 0,-1 0 0,1 0 0,0 0 0,-1 1 0,0-1 0,1 1 0,-1 0 0,0 0 0,0 1 0,0-1 1,0 0-1,0 1 0,-1 0 0,5 5 0,-2 1-156,0-1 0,-1 1 0,0 0 0,0 1 0,-1-1 0,-1 1 0,1-1 0,1 20 0,-2-5 3,-1 0-1,-4 37 0,1-50 352,-1 0-1,1-1 0,-2 1 1,0-1-1,0 1 1,-1-1-1,0-1 0,0 1 1,-2-1-1,1 0 1,-1 0-1,0 0 0,0-1 1,-1 0-1,-10 7 1,4-3 248,-1 0 0,-1-1 1,0-1-1,0 0 1,-1-1-1,0-1 0,-1-1 1,-18 6-1,31-11-409,0-1 1,0 0-1,0 0 0,-1 0 0,1 0 1,0-1-1,0 1 0,0-2 1,0 1-1,-1 0 0,1-1 0,0 0 1,0 0-1,0 0 0,0-1 1,0 0-1,0 0 0,1 0 0,-1-1 1,1 1-1,-1-1 0,1 0 1,0 0-1,0-1 0,0 1 0,0-1 1,1 0-1,0 0 0,0 0 1,0 0-1,0-1 0,0 1 0,1-1 1,-3-7-1,-14-37-3715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7:58.58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280 0 464,'0'0'15175,"-8"13"-14959,-223 339-37,226-344-181,0-1 0,1 1 0,0-1 0,0 1 0,0 1 0,1-1 0,0 0 0,1 1 0,0-1 0,0 1 0,1 0-1,0 15 1,1-23-2,0 0 0,0 0 0,1-1-1,-1 1 1,0 0 0,1 0-1,-1-1 1,1 1 0,-1 0 0,1-1-1,-1 1 1,1 0 0,-1-1-1,1 1 1,0-1 0,-1 1 0,1-1-1,0 1 1,-1-1 0,1 1-1,0-1 1,0 0 0,0 1 0,-1-1-1,1 0 1,0 0 0,0 1-1,0-1 1,0 0 0,-1 0 0,3 0-1,34 0-56,-26 0 10,10 0 10,7-1-443,1 1-1,-1 1 0,1 2 0,-1 1 1,0 1-1,32 10 0,-60-15 482,1 0 0,-1 0 0,1 0 0,-1 0 0,0 0 0,1 0-1,-1 0 1,1 0 0,-1 0 0,0 0 0,1 0 0,-1 0 0,1 0 0,-1 0 0,0 0 0,1 0 0,-1-1 0,0 1 0,1 0-1,-1 0 1,0 0 0,1-1 0,-1 1 0,0 0 0,0-1 0,1 1 0,-1 0 0,0 0 0,0-1 0,1 1 0,-1 0 0,0-1-1,0 1 1,0-1 0,0 1 0,1 0 0,-1-1 0,0 1 0,0 0 0,0-1 0,0 1 0,0-1 0,0 1 0,0 0 0,0-1-1,-1-26 42,1 19-41,0-42 2216,0 66-882,0 12-1260,-1 13-389,1-1 0,2 1-1,2-1 1,2 0 0,15 55 0,-2-38-3528,-4-8-5599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7:58.97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40 1376,'0'0'17628,"234"0"-17524,-147-6-96,6 0-16,0 0-456,-7 0-648,4 2-897,-25-2-959,-16 0-3538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8:00.13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11242,'0'0'4065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8:00.82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3393,'0'0'13379,"0"34"-13227,0-3-152,3 6 8,1 7-8,-1-1-464,0-2-273,-3-7-63,0-3-464,4-12-512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8:01.22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1872,'0'0'12907,"17"124"-12803,-14-78-96,1 4-8,-1 3-48,1-7-336,-4-2-704,0-7-472,0-9-745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8:01.61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59 1096,'0'0'14923,"214"-37"-14867,-165 24-56,9 10-408,-9-3-1432,-18 6-2297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8:01.95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9906,'0'0'3809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8:02.60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0 832,'0'0'15011,"10"103"-14627,4-47-159,-4 6-97,0 9-48,-3 4-80,0-4 0,-7-9-337,4-9-343,-4-6-640,0-19-560,0-13-2153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8:03.06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10 96,'0'0'15469,"28"-1"-15308,12-2-129,101-2 12,-138 5-49,-1 0 0,1 0 0,-1 0 0,1 0 0,0 0 1,-1 1-1,1-1 0,0 1 0,-1 0 0,1 0 0,-1 0 0,0 0 0,1 0 0,-1 1 0,0-1 0,0 1 0,0-1 0,0 1 1,0 0-1,2 2 0,-2 0-29,0-1 0,0 1 1,0 0-1,-1 0 0,1 0 0,-1 0 1,0 0-1,0 0 0,-1 0 1,1 0-1,-1 1 0,0 5 1,0 0-52,-1 0 1,0 0 0,0 0-1,-1 0 1,0 0 0,-1-1-1,0 1 1,-1-1 0,1 0-1,-2 0 1,1 0 0,-2 0 0,1-1-1,-1 0 1,0 0 0,0 0-1,-16 13 1,22-21 84,-13 15-104,-1-2 0,0 1 0,0-2 1,-2 0-1,1-1 0,-18 9 0,32-19 27,4-2 31,8-2 79,1 0-1,0 1 0,0 0 0,0 1 1,0 1-1,0-1 0,-1 2 0,1 0 0,0 0 1,0 1-1,0 1 0,-1 0 0,1 0 0,-1 2 1,0-1-1,0 1 0,-1 0 0,19 14 1,-6 1-149,-2 0 0,0 2 0,-1 1 0,-2 0 0,0 2 0,23 42 1,-23-38 125,-16-25-56,-1-2 18,0-1-1,-1 1 0,1-1 1,0 1-1,0-1 1,0 1-1,0-1 1,0 1-1,0-1 0,1 0 1,-1 0-1,0 1 1,1-1-1,-1 0 0,1 0 1,-1 0-1,1-1 1,2 2-1,-3-3-338,0 0-1,0 0 1,-1-1 0,1 1 0,-1 0-1,1-1 1,-1 1 0,0 0-1,1-1 1,-1 1 0,0 0 0,0-1-1,0 1 1,0-1 0,0 1 0,0 0-1,-1-3 1,1-1-1140,3-25-2395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0:58:03.65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10562,'0'0'5729,"22"0"-5690,67 2-30,-87-2-10,0 0-1,0 0 0,-1 0 0,1 0 0,0 1 0,0-1 0,-1 1 0,1-1 0,0 1 0,-1-1 0,1 1 0,-1 0 0,1 0 0,-1 0 0,1 0 0,-1 0 0,1 0 0,-1 0 0,0 1 0,0-1 0,1 0 0,-1 1 0,0-1 0,1 3 0,-1-1-19,0 0 0,-1 0 0,1 0-1,-1 0 1,0 0 0,0 0 0,0 0-1,0 0 1,-1 4 0,0 3-95,2-4 107,-1 0 0,-1 0 0,1 1-1,-1-1 1,0 0 0,-1 0 0,0-1 0,1 1 0,-2 0 0,1 0-1,-1-1 1,0 0 0,0 1 0,0-1 0,-1 0 0,0-1 0,0 1-1,0 0 1,0-1 0,-1 0 0,1 0 0,-1-1 0,0 1 0,-1-1-1,1 0 1,0 0 0,-8 2 0,-5-2 367,11-7 367,8 3-711,-1 0 0,1 0 0,-1 0 0,1 0 0,-1 0 0,1 0 0,0 1 0,0-1 0,-1 0 0,1 0 0,0 1 0,0-1 0,0 0 0,0 1 0,0-1 0,0 1 0,0-1 0,0 1 0,0-1 0,0 1 0,0 0 0,0 0 0,1-1 0,5-1-116,0 1 1,0-1-1,0 1 0,0 0 1,0 1-1,0 0 0,0 0 0,0 0 1,0 1-1,0 0 0,0 0 1,7 3-1,-10-2-21,0-1 0,-1 1 0,1 0-1,-1 0 1,1 0 0,-1 1 0,0-1 0,0 1 0,0 0-1,0 0 1,-1 0 0,1 0 0,-1 0 0,1 0 0,-1 1-1,0-1 1,-1 1 0,1 0 0,-1-1 0,1 1 0,0 7-1,0-5 87,-1 0-1,0 0 1,0 1-1,0-1 1,-1 0-1,0 0 0,-1 0 1,1 1-1,-3 10 1,1-13 50,1 0 1,-1 0-1,0 0 1,0 0-1,0-1 1,-1 1-1,1-1 1,-1 1-1,0-1 1,0 0-1,0 0 1,0 0-1,-1 0 1,-3 2-1,-5 4-28,1-2-1,-1 1 1,0-2-1,-1 1 1,1-2-1,-1 0 1,-1 0 0,1-1-1,0-1 1,-1 0-1,-18 1 1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5:41.4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84 1 5641,'0'0'9554,"-38"180"-9490,38-121-64,7 6-272,-4-3-392,-3-3-288,0-6 208,0-13-393,-10-12-847,-14-12-4713,3-13 3888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5:41.9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36 8242,'0'0'7235,"29"-7"-6837,97-18-136,-118 24-255,1 0 1,-1 0-1,1 1 1,-1-1-1,1 2 0,0 0 1,-1 0-1,1 0 1,10 4-1,-14-4-9,-1 1-1,1 0 0,-1 1 1,1-1-1,-1 1 0,0 0 1,0 0-1,0 0 0,-1 0 1,1 1-1,-1-1 0,5 7 1,-3-1-23,-1-1 1,0 1-1,0-1 1,-1 1-1,0 0 1,-1 0-1,0 1 1,0-1-1,-1 0 1,0 1-1,-1-1 1,0 1 0,-2 14-1,1-18 3,-1 0 0,1-1 0,-1 1-1,-1 0 1,1-1 0,-1 0 0,0 0 0,0 0 0,0 0 0,-1 0-1,1-1 1,-1 1 0,0-1 0,-1 0 0,1 0 0,-1 0 0,-8 4-1,-4 3 3,-1 0 0,-1-1 0,-32 12 0,42-19 127,0 0-1,-1 0 0,1-1 1,0 0-1,-1 0 0,1-1 1,-14-1 511,40 0-582,-9 0-41,0-1 0,0 1-1,-1 0 1,1 1 0,0 0 0,0 0-1,0 1 1,-1 0 0,1 0 0,-1 1-1,0 0 1,1 0 0,-2 1 0,1 0-1,0 0 1,11 10 0,-7-3 3,-1 0 0,0 1 0,-1 0 0,0 1 0,-1 0 0,-1 0 0,10 24 0,0 8-421,11 51 0,-12-40-674,-9-40 6,-7-15 1009,0-1 1,0 0 0,1 0 0,-1 1-1,0-1 1,0 0 0,0 0 0,0 1-1,1-1 1,-1 0 0,0 0 0,0 1-1,1-1 1,-1 0 0,0 0-1,0 0 1,1 1 0,-1-1 0,0 0-1,0 0 1,1 0 0,-1 0 0,0 0-1,1 0 1,-1 0 0,0 0-1,1 0 1,-1 0 0,0 0 0,1 0-1,-1 0 1,0 0 0,1 0 0,-1 0-1,0 0 1,0 0 0,1 0 0,-1 0-1,0 0 1,1 0 0,-1-1-1,0 1 1,0 0 0,1 0 0,-1 0-1,0-1 1,0 1 0,1 0 0,-1 0-1,0-1 1,4-9-4100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5:42.3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0 512,'0'0'13896,"6"18"-13497,7 31-19,10 62-1,-21-93-210,1 0 0,1-1-1,1 1 1,1-1 0,9 21 0,-13-34-152,0 1 1,0-1 0,1 1-1,0-1 1,0 0-1,0 0 1,0 0 0,1 0-1,0-1 1,-1 1-1,1-1 1,1 0-1,-1 0 1,0-1 0,1 1-1,-1-1 1,1 0-1,0 0 1,-1-1 0,1 1-1,0-1 1,0 0-1,7 0 1,-3 0-176,1-1 0,-1 0 0,0 0 0,1-1 0,-1 0 0,13-4 0,-19 4-222,0 0 0,0 0 0,0-1 0,0 1 0,0-1 0,0 0 0,-1 0 0,1 0 0,0 0 0,-1 0 0,0-1 0,1 1 0,-1-1 0,0 1 0,0-1 0,-1 0 0,1 0 0,0 0 0,-1 0 0,2-5 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5:42.6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42 224 2529,'0'0'13754,"21"-6"-13754,13 6-960,-2 0-1376,-15 0-3081</inkml:trace>
  <inkml:trace contextRef="#ctx0" brushRef="#br0" timeOffset="1">42 224 7418,'-41'-190'6385,"41"187"-5929,3-3-264,25 3-192,6-3 0,25 0-456,-11-1-1304,-3 4-3361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5:43.1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172 0 496,'0'0'12244,"-16"16"-12111,-49 53-91,62-67-40,1 0 0,0 1 0,0-1 1,1 1-1,-1-1 0,0 1 0,1 0 1,0 0-1,-1 0 0,1 0 0,0 0 1,1 0-1,-1 0 0,0 0 0,1 0 1,0 0-1,0 1 0,0-1 0,0 0 0,0 0 1,1 4-1,1 9-3,-2-11-8,0-1 1,1 0-1,0 0 0,0 0 1,0 0-1,0 0 1,0 0-1,1 0 0,0-1 1,0 1-1,0 0 1,0-1-1,0 1 0,1-1 1,0 0-1,5 5 1,5 4-337,0-2 0,29 18 0,2 1-1498,-37-23 1276,0 0 0,-1 0 0,1 0-1,-2 0 1,8 11 0,-11-15 576,-1-1 0,0 1 0,0-1 1,0 1-1,0-1 0,-1 1 0,1 0 0,0 0 0,-1-1 0,1 1 1,-1 0-1,0 0 0,1 0 0,-1 0 0,0-1 0,0 1 0,0 0 1,0 0-1,-1 0 0,1 0 0,0-1 0,-1 1 0,0 0 0,1 0 1,-1-1-1,0 1 0,0 0 0,0-1 0,0 1 0,0 0 0,0-1 1,0 0-1,-3 3 0,-11 7 449,-1-2 0,-1 1 0,0-2 1,0 0-1,-1-1 0,0-1 0,0-1 1,0 0-1,-22 2 0,-11-6-217,50-1-285,0-1-1,1 1 0,-1-1 0,0 1 0,1-1 1,-1 1-1,0-1 0,1 1 0,-1-1 0,1 0 1,-1 1-1,1-1 0,-1 0 0,1 1 0,0-1 1,-1 0-1,1 0 0,0 1 0,-1-1 0,1 0 0,0 0 1,0 0-1,0 1 0,0-1 0,0 0 0,0 0 1,0 0-1,0 0 0,0 1 0,0-1 0,0 0 1,1-1-1,4-29-2423,18-4-3384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5:43.4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39 247 1272,'0'0'14117,"4"18"-14005,0-3-99,0 0 1,13 27 0,-15-40-12,0 1 0,0-1 1,0 0-1,0 0 0,0 0 1,0 0-1,1-1 0,-1 1 0,1-1 1,-1 1-1,1-1 0,0 0 0,0 0 1,-1 0-1,1 0 0,0 0 0,0-1 1,0 1-1,0-1 0,0 0 0,0 0 1,0 0-1,0 0 0,0-1 0,4 0 1,6 0-1,-1 2-17,1-2 0,0 0 0,-1 0 0,1-1 0,-1-1-1,1 0 1,-1-1 0,13-5 0,-18 6-11,-1-1-1,1 0 1,-1 0-1,0 0 1,-1-1 0,1 0-1,-1 0 1,0-1-1,0 1 1,0-1 0,-1 0-1,0 0 1,0-1-1,0 1 1,3-10 0,-4 8-50,0 1 1,-1-1 0,1 0 0,-2 0-1,1-1 1,-1 1 0,0 0 0,-1 0 0,0-1-1,0 1 1,-1 0 0,0-1 0,-3-12-1,2 15 40,0-1 0,-1 1 0,0 0-1,0 0 1,0 0 0,-1 0 0,0 1-1,0-1 1,0 1 0,-1 0-1,0 0 1,0 0 0,0 1 0,-1 0-1,1 0 1,-10-5 0,9 6-38,0-1 1,-1 1 0,0 0-1,1 1 1,-1 0 0,0 0-1,0 0 1,0 1-1,-1 0 1,1 0 0,0 1-1,0-1 1,-1 2-1,1-1 1,0 1 0,0 0-1,0 1 1,-1 0-1,2 0 1,-1 0 0,0 1-1,0 0 1,1 0-1,0 1 1,-1 0 0,1 0-1,1 0 1,-1 1-1,-9 9 1,1 3-919,-19 34 0,-4 18-3052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5:43.8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25 936,'0'0'14699,"1"-6"-13445,1-13-491,-1 25-11,-1 41 215,0-18-1086,-10 210-202,10-238 314,-1 1 0,1-1 0,0 0 0,0 0 0,0 0 0,0 1 0,0-1 1,0 0-1,0 0 0,0 0 0,1 1 0,-1-1 0,0 0 0,1 0 0,-1 0 0,1 0 1,-1 0-1,1 0 0,-1 0 0,2 2 0,0-3-8,0 1 0,0 0 1,0-1-1,-1 1 0,1-1 0,0 1 0,0-1 0,1 0 0,-1 0 1,0 0-1,3 0 0,227 0-6561,-230 0 6243,1 0 0,-1 0 0,0 0 0,1-1 0,-1 1 0,0-1 1,1 1-1,-1-1 0,0 0 0,0 0 0,0 0 0,0 0 0,0 0 0,0 0 0,3-2 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5:44.2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1272,'0'0'12702,"3"22"-12596,1 7-88,1 23 40,15 56 0,-19-99 33,2-1 1,-1 0 0,1 0 0,0 0-1,1 0 1,0-1 0,0 1 0,7 7-1,-9-13-39,0 1 0,0-1 0,1 0 0,-1 0 0,1 0 0,-1-1 0,1 1 0,0-1 0,-1 1 0,1-1 0,0 0 0,0 0 0,0 0 0,0 0 0,0-1 0,0 1 0,1-1 0,-1 0 0,0 1 0,0-2 0,0 1 0,0 0 0,0-1 0,0 1 0,6-3 1,-4 1-65,1 0 0,-1-1 1,0 1-1,0-1 1,-1-1-1,1 1 1,-1-1-1,1 0 1,-1 0-1,0 0 0,0 0 1,-1-1-1,1 1 1,-1-1-1,0 0 1,4-10-1,-1 2-287,0 0-1,-2 0 0,1 0 1,-2-1-1,0 0 0,2-15 1,-3-2-1638,-3-33 0,-2 30-3094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5:44.7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198 8 600,'0'0'12261,"-12"-2"-11719,2 0-449,6 1-77,0 0 1,0 1-1,0-1 0,0 1 1,0 0-1,0 0 0,0 0 1,0 0-1,0 0 0,0 1 0,0 0 1,0 0-1,1 0 0,-1 1 1,0-1-1,0 1 0,-4 2 1,0 2 103,1-1 1,0 1-1,0 0 0,1 1 1,-1-1-1,1 1 1,1 1-1,0-1 1,0 1-1,0 0 1,1 0-1,0 0 1,0 1-1,1-1 0,0 1 1,-2 13-1,0 8 112,2 1 0,1 0 0,4 48 0,-2-69-295,0-2 66,1 1 0,0-1 0,0 0 0,1 0 0,0 0 0,1 0 0,-1 0 0,1-1 0,1 1 0,0-1 0,0 0 0,9 12 0,-9-14-4,0 0 1,0-1-1,1 0 1,0 1-1,0-2 1,0 1 0,0-1-1,1 1 1,-1-2-1,1 1 1,0 0-1,0-1 1,0 0 0,0-1-1,0 1 1,0-1-1,8 0 1,-6 0-4,0 0 1,0-1-1,1 0 0,-1 0 0,0-1 1,0 0-1,0 0 0,0-1 1,0 0-1,-1 0 0,1-1 1,-1 0-1,1-1 0,-1 1 1,0-2-1,0 1 0,0-1 0,-1 1 1,0-2-1,0 1 0,0-1 1,-1 0-1,1 0 0,-1-1 1,5-8-1,-2 1-102,-1 0 1,-1-1-1,0 0 1,0 0-1,-2 0 1,0 0-1,0-1 1,-2 0-1,0 1 1,0-19-1,1 5 71,-2 22-29,0 0 1,0 0 0,0 0 0,1 0 0,0 0 0,1 1 0,0-1-1,0 1 1,4-7 0,-6 11 20,1 0 0,-1 0 0,1 0 0,0 1 0,-1-1 0,1 0 0,0 1 0,0-1 0,0 1 0,0 0 0,0 0 0,0 0 0,1 0 0,-1 0 0,0 0 0,1 0 0,-1 1 0,0-1 0,1 1 0,-1 0 0,1 0 0,-1 0 0,0 0 0,1 0 0,-1 0 0,1 0 0,-1 1 0,0-1 0,1 1 0,1 1 0,0 0 33,-1-1 0,0 1 0,1 0 0,-1 1 0,0-1 0,-1 1 0,1-1 0,0 1 0,-1 0 0,1 0 0,-1 0 0,0 0 0,0 0 0,0 0 0,1 5 0,24 60-142,-19-47 131,95 254-39,-99-257-1479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5:45.1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40 864,'0'0'15980,"0"-24"-15348,21 17-344,3 4-48,4 0-240,-1 3 0,4 0-512,11 0-865,-11-3-1111,-4 3-4482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5:45.5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66 236 256,'0'0'13394,"8"9"-13078,-5-5-293,5 5 21,0 0 0,0 0 0,11 8 0,-15-13-30,1-1 0,-1 0 1,1 0-1,0-1 0,-1 1 1,1-1-1,0 0 0,1 0 1,-1-1-1,0 0 0,1 0 1,6 1-1,-8-2 30,4 1 37,1 0 0,0-1 0,0 0 0,0-1 0,-1 0 0,14-3 0,-19 3-58,-1 0-1,0 0 1,0 0-1,1-1 1,-1 1-1,0-1 0,0 1 1,0-1-1,-1 0 1,1 0-1,0 0 1,-1 0-1,1 0 1,-1 0-1,1 0 1,-1 0-1,0 0 1,0-1-1,0 1 1,0-1-1,-1 1 1,1 0-1,-1-1 0,1 1 1,-1-1-1,0 0 1,0-2-1,0-7 1,0 0 1,-1 0-1,-1 0 0,0 0 0,-1 0 0,0 1 0,-1-1 0,0 1 1,-1 0-1,0 0 0,0 0 0,-1 1 0,-1 0 0,0 0 0,0 0 0,-1 1 1,0 0-1,-1 1 0,0 0 0,0 0 0,0 1 0,-19-11 0,23 16-80,-1-1-1,0 1 1,0 1-1,0-1 0,-1 1 1,1 0-1,0 0 1,0 1-1,-1 0 1,1 0-1,0 0 0,-1 1 1,-6 1-1,8 0-397,0-1 0,0 0 0,0 1 0,1 0 0,-1 0 0,0 1 0,1-1-1,-1 1 1,-6 6 0,-7 9-6870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5:45.9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470 41 12323,'0'0'6849,"183"-35"-6849,-156 29-640,-13 6-1328</inkml:trace>
  <inkml:trace contextRef="#ctx0" brushRef="#br0" timeOffset="1">166 764 6737,'0'0'11995,"-65"174"-11899,47-131-96,-13 10-464,7-6-1929,-3-10-2608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6:14.69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351 0 8986,'0'0'8927,"-30"7"-8229,-98 25-300,122-30-372,0-1-1,1 2 1,-1-1 0,1 0-1,-1 1 1,1 0-1,0 0 1,0 1-1,0-1 1,0 1-1,1 0 1,-1 1 0,1-1-1,-6 10 1,-1 0 44,-1 1-34,1 0 0,1 2 1,0-1-1,2 1 0,0 0 1,0 1-1,2 0 0,0 0 1,1 1-1,1 0 0,-2 20 0,0 25 137,6 124 0,0-177-173,3 26-85,1 0 0,2 0-1,2-1 1,14 45 0,63 140-856,-4-11 25,-66-159 331,-1 0 1,-3 1-1,-2 0 0,-2 1 0,0 67 0,-7-97 470,0 4-84,-3 34-1,1-53 123,1 0 0,-1 0-1,0 0 1,-1 0 0,1 0 0,-2 0-1,1-1 1,-6 9 0,-23 25-1359,-2-11-1049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6:19.37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122 214 312,'3'2'13716,"-3"-2"-13656,0-215-697,0 214 589,0 5-315,0 510 579,-2-513-215,1 0-1,-1 0 1,0-1 0,0 0-1,0 1 1,0-1 0,1 0-1,-1 0 1,0 0-1,0 0 1,0 0 0,-2 0-1,2 0-1,-94 0 872,109 0-859,40 1-627,5 1-3751,-30-2-2062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6:19.88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16 1088,'0'0'11011,"5"-1"-10641,46-5-66,0 1-1,56 3 1,-38 1-249,-28 0-43,272 3-2563,-306-2 1962,1 0 1,0 1-1,0 0 1,-1 1 0,1 0-1,0 0 1,-1 0-1,14 8 1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6:20.58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0 448 1096,'0'0'9552,"14"-17"-9248,4-5-235,55-74 128,34-51 172,-52 73-1231,-1-1-3462,-43 59 1676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6:20.97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1 704,'0'0'11187,"9"6"-10531,5 3-533,-1 0-1,0 2 1,0 0 0,-1 0 0,0 1 0,12 17 0,41 68-4,-30-42-278,54 63-1,-85-113-165,15 14-489,-3-11-3480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6:21.64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6 544,'0'0'11307,"10"-1"-11230,-1 0-66,-1 0 5,1 0-1,0 0 1,-1 1 0,1 0-1,-1 0 1,1 1 0,0 0-1,10 3 1,-17-2-11,0-1 0,0 1 0,0 0 0,0 0 0,0 0 0,0 0 0,0 1 0,-1-1-1,1 0 1,-1 1 0,1-1 0,-1 1 0,0-1 0,0 1 0,0 0 0,-1-1 0,1 1 0,-1 0 0,1 0 0,-1-1 0,0 1 0,0 0 0,0 0 0,-1 2 0,1 1-1,0-1 1,-1 1-1,0-1 1,0 1-1,0-1 0,0 0 1,-1 0-1,0 0 1,0 0-1,0 0 1,-5 6-1,3-5-6,3-4 2,0 1-1,0-1 1,-1 0 0,1 0-1,-1-1 1,1 1-1,-1 0 1,1 0 0,-1-1-1,0 1 1,0-1 0,0 1-1,0-1 1,0 0 0,-4 2-1,5-3-13,2-1 13,-1-1 0,1 1 1,0 0-1,0 0 0,-1 0 0,1 0 1,0 1-1,0-1 0,0 0 1,0 0-1,0 0 0,0 1 1,0-1-1,0 0 0,0 1 1,0-1-1,1 1 0,-1 0 0,0-1 1,0 1-1,1 0 0,-1 0 1,0-1-1,0 1 0,1 0 1,1 1-1,1-2-12,0 1 0,0-1 0,0 1 0,1 1 0,-1-1 0,0 0 0,6 3 0,-8-2-12,-1 0 1,0 0-1,0 0 1,0 0-1,0 0 1,0 1 0,0-1-1,0 0 1,0 1-1,0-1 1,-1 1-1,1-1 1,-1 1-1,1-1 1,-1 1-1,1-1 1,-1 1-1,0 0 1,0-1-1,0 4 1,0 43-153,-1-30 169,0-13 13,0 0-1,0 0 1,0-1-1,-1 1 1,1 0-1,-1-1 1,0 1-1,-1-1 1,1 0-1,-1 0 1,0 0-1,0 0 1,0 0-1,-1 0 1,1-1-1,-1 0 1,0 0-1,0 0 1,0 0-1,0 0 1,0-1-1,0 0 1,-1 0-1,0 0 1,1 0-1,-1-1 1,0 1-1,-8 0 1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6:22.68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239 322 624,'0'0'8094,"0"0"-8004,0-1 0,0 0 0,0 0 0,0 0 0,0 0 1,0 0-1,0 0 0,0 1 0,-1-1 0,1 0 0,0 0 0,0 0 0,-1 0 0,1 1 1,-1-1-1,1 0 0,0 0 0,-1 1 0,0-1 0,0-1 0,-11 1 22,0 0 0,0 1 0,1 0-1,-1 0 1,0 2 0,0-1 0,0 1 0,-12 5 0,16-5-60,1 1 0,-1 0 0,1 0 1,0 1-1,0 0 0,0 0 0,1 0 0,-1 1 1,1 0-1,0 1 0,0-1 0,1 1 1,-6 8-1,8-11-40,1 1 1,1-1-1,-1 1 1,0 0-1,1-1 1,0 1-1,0 0 1,0 0-1,0 0 1,1 0-1,-1-1 1,1 1-1,0 0 0,0 0 1,1 0-1,-1 0 1,1 0-1,0 0 1,0 0-1,0 0 1,0-1-1,1 1 1,-1 0-1,1-1 1,0 1-1,0-1 0,0 0 1,1 0-1,4 6 1,-3-5-29,1 1-1,-1-1 1,0 0-1,1-1 1,0 1 0,0-1-1,0 0 1,0 0 0,1-1-1,-1 1 1,1-1 0,-1 0-1,1-1 1,0 1-1,0-1 1,0 0 0,0-1-1,0 0 1,10 0 0,-12-1 16,0-1 0,0 0 0,0 0 1,0 0-1,0 0 0,0 0 0,-1-1 0,1 0 1,-1 0-1,0 0 0,0 0 0,0 0 1,0 0-1,0-1 0,-1 0 0,1 1 0,-1-1 1,3-8-1,3-5 6,0 0 0,-2-1 1,6-21-1,-5 0-187,-1 0 0,2-61 0,-7-68-969,-2 122 1789,6 161-310,31 168-1,-33-264-394,8 43 211,-10-57-257,0 0-1,1 0 1,0 0-1,0 0 1,0-1-1,0 1 1,1-1-1,0 0 1,3 5-1,4-4-2354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6:23.05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0 264 544,'0'0'11331,"52"-50"-11035,-35 26-120,4-8-24,-1 1-80,-2-3-72,2 3-200,-2 6-489,-8 1-935,-10 11-712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6:23.43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72,'0'0'13515,"76"90"-13427,-52-59-88,10 9-392,1 1-1265,-11-10-1343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6:24.45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1120,'0'0'2889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6:28.44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331 1 24,'0'0'13276,"-24"0"-12681,12 0-578,-19 0 21,0 1 0,-46 7 0,68-6-33,-1 0 0,1 1 1,0 0-1,0 0 0,0 1 0,0 0 0,1 1 0,-1 0 0,1 0 0,1 1 0,-1 0 0,-8 9 0,12-11 8,0 2 0,1-1 0,-1 0 0,1 1 0,0 0-1,1-1 1,-1 1 0,1 0 0,0 1 0,0-1-1,1 0 1,0 0 0,0 1 0,1-1 0,-1 7 0,1-5 3,1-1 1,-1 1 0,1-1 0,0 0-1,1 1 1,-1-1 0,2 0-1,-1 0 1,1 0 0,0 0 0,0-1-1,5 8 1,-2-6-14,0-1 0,0 0 0,1 0 1,0 0-1,0-1 0,0 0 0,1 0 0,0-1 0,0 0 0,1-1 0,-1 0 0,1 0 1,0 0-1,0-1 0,0-1 0,0 1 0,0-2 0,1 1 0,-1-1 0,1-1 0,-1 0 1,1 0-1,16-3 0,-20 2-20,-2-1 0,1 0 0,0 0 0,0 0 0,-1-1 0,1 1 1,-1-1-1,0 0 0,1-1 0,-2 1 0,1-1 0,0 0 0,-1 0 0,1 0 0,-1 0 0,0 0 1,-1-1-1,5-8 0,1-4-108,-2 1 0,0-1 0,0 1 0,3-22 0,2-47 323,-11 87-189,0 0 1,1 1 0,-1-1-1,1 0 1,-1 0 0,1 0-1,0 1 1,0-1 0,0 0-1,2 2 1,3 8 1,9 22 13,2-2-1,1 1 1,1-2-1,2 0 1,1-2 0,47 49-1,-61-70-312,0 0-1,1-1 1,0 0-1,0 0 1,0-1-1,1 0 1,0-1-1,0 0 1,0-1-1,1 0 1,12 3-1,10 1-5271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6:29.01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0 776,'0'0'13291,"97"10"-13291,-42-1 80,14 0-80,7-3 0,7 4 0,10-1 0,-3 4-168,23 14-1056,-26-2-713,-22-3-2536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6:29.50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1040,'0'0'11843,"35"90"-11619,-25-41-176,0 10-8,-3 10-40,0 5-208,-7 1-608,0 2-97,0 13-559,0-21-1040,0-17-641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6:29.89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4 616,'0'0'9849,"30"-2"-9594,98 0-82,-123 2-164,1 0 0,-1 1 1,0 0-1,0 0 0,0 0 0,0 0 0,0 1 1,0 0-1,0 0 0,-1 0 0,1 0 0,-1 1 1,1 0-1,-1 0 0,0 0 0,0 0 0,5 6 0,1 1 18,0-1-33,-1 0 1,0 1-1,0 0 1,-1 0-1,-1 1 1,0 0-1,0 1 1,-1 0-1,0 0 1,-1 0-1,0 0 0,-1 1 1,-1 0-1,0 0 1,-1 0-1,0 0 1,-1 0-1,0 21 1,-1-30 8,0-1 1,-1 1 0,1-1 0,-1 1-1,1-1 1,-1 0 0,0 1 0,0-1-1,-1 0 1,1 0 0,-1 1 0,0-1-1,1-1 1,-1 1 0,-1 0 0,-2 4-1,0-3 5,1-1 0,-1 1 0,0-1 0,0 1-1,-1-1 1,1-1 0,0 1 0,-12 3-1,-2-1-21,-1-1-1,1-1 1,-1-1-1,-35 0 1,38-2-40,8 1 27,0-1-1,0 0 1,-1-1 0,1 0 0,0-1-1,-9-2 1,16 3 22,0 0 0,-1 0 0,1 0 1,0 0-1,0-1 0,0 1 0,0-1 0,0 0 0,0 1 0,1-1 1,-1 0-1,0 0 0,1 0 0,-1 0 0,1 0 0,0-1 0,0 1 1,0 0-1,0 0 0,0-1 0,0 1 0,1-1 0,-1 1 1,1-1-1,0 1 0,-1-4 0,0-28-697,1 3-1563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6:30.42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7 680,'0'0'14507,"55"-6"-14459,-20 6-104,3 0-48,3 0-544,8 0-760,-8 0-953,-13 0-3576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6:30.81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0 728,'0'0'11571,"207"0"-11571,-149 4-1897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6:31.85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83 233 360,'0'0'8263,"0"-27"-7451,3-87-229,-2 101-410,-1 1-1,2-1 1,2-13 0,0-1 2034,-4 29-1809,-1 109 242,8 234-726,-3-154-666,-4-137 232,-3-53 519,1 0 0,-1 0 0,0 0 0,0 0 0,1-1 0,-1 0 0,0 1 0,0-1 0,0 0 0,0 0 0,1-1 0,-4 1 0,0-1-3,3 1 3,-5 1-11,0-2 0,0 1-1,1-1 1,-1 0-1,-8-2 1,13 2 13,2 1-34,38 0-222,71 2 231,-37 9-2763,-35-2-2434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6:32.27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1536,'0'0'11360,"25"0"-11013,162 0-112,-54 6-994,194 36 0,-294-37 349,-16-2 30,0 0 1,23 8-1,-37-10 128,0-1 1,0 2 0,0-1 0,0 0 0,0 1 0,0-1 0,-1 1 0,1 0 0,0 0 0,-1 0 0,1 0 0,-1 0 0,0 0 0,0 1 0,0-1-1,0 1 1,0 0 0,0-1 0,2 7 0,-1 4-4658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6:32.75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1 568,'0'0'13682,"0"22"-13489,2 153-112,0 216 171,-3-208-4872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6:33.15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21 18 912,'0'0'9465,"21"-3"-8872,70-11-305,-85 14-275,-1-1 0,1 1 0,0 0-1,0 1 1,-1-1 0,1 1 0,-1 0-1,1 1 1,-1-1 0,1 1 0,-1 0-1,0 1 1,0-1 0,0 1 0,0 0-1,0 0 1,6 7 0,8 3 12,-7-6-46,-1 1-1,0 1 1,0-1-1,-1 2 1,12 13-1,-18-18-17,0 0 0,-1 0-1,0 1 1,0-1 0,0 1 0,0-1-1,-1 1 1,0 0 0,0 0-1,-1 0 1,1 0 0,-1 0 0,0 12-1,-1-15 38,0 0-1,0-1 0,0 1 1,0 0-1,0-1 0,-1 1 1,0-1-1,1 1 0,-1 0 1,0-1-1,0 0 0,0 1 0,0-1 1,-1 0-1,1 1 0,-3 2 1,-1-1 10,0-1 0,1 1 0,-1-1 0,0-1 0,-1 1 0,-6 2 0,5-2-12,-15 7 5,-1-1 1,1-2-1,-1 0 1,-1-2-1,1 0 1,-1-1-1,0-2 1,0 0-1,0-2 1,-26-2-1,49 1-41,1 1 0,-1 0 0,0 0 0,0-1-1,0 1 1,0-1 0,0 1 0,0-1 0,0 1 0,1-1 0,-1 1 0,0-1 0,0 0 0,1 1-1,-1-1 1,0 0 0,1 0 0,-1 1 0,1-1 0,-1 0 0,1 0 0,-1 0 0,1 0 0,0 0-1,-1 0 1,1 0 0,0 0 0,-1-1 0,0-14-2412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6:33.72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8 0 6849,'0'0'10123,"-7"13"-14908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6:34.47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273 27 512,'0'0'8031,"-13"-4"-7755,6 1-335,-7-2 354,0 1 1,-21-4-1,30 7-187,0 0-1,0 1 1,1-1-1,-1 1 1,0 0-1,0 1 1,1-1-1,-1 1 1,0 0-1,0 0 0,1 0 1,-1 1-1,1 0 1,-6 2-1,2 2-1,0 0 0,0 0 0,1 1 0,0 0 0,0 0 0,1 0 0,-1 1 0,2 0 0,-1 0 0,1 1 0,0 0 0,1 0 0,-4 12 0,2-3-14,1 1-1,1 0 0,1 0 1,1 0-1,-1 36 1,3-51-89,0 0-1,0-1 1,1 1 0,-1 0-1,1-1 1,0 1 0,0-1-1,0 1 1,0-1 0,0 1-1,1-1 1,0 0 0,-1 0-1,1 1 1,1-1 0,-1-1-1,0 1 1,1 0 0,-1 0-1,1-1 1,0 0 0,0 1-1,0-1 1,0 0 0,0 0-1,0-1 1,4 2 0,3 1-74,0-1 0,1-1 1,-1 0-1,0 0 0,1-1 1,0-1-1,-1 0 0,14-1 0,-21 1 23,-1 0-1,0-1 1,0 1-1,1-1 1,-1 0-1,0 1 1,0-1-1,0 0 1,0 0-1,0-1 0,0 1 1,0 0-1,0-1 1,-1 1-1,1-1 1,2-2-1,0-1-4,-1 1-1,0-1 1,0 1-1,-1-1 1,0 0 0,4-9-1,-1-5 64,-1 0 0,4-37 0,-8 54-2,2-17 128,1-21 325,-1 34-101,-2 20 98,0 3-400,1-1 1,0 1-1,2-1 1,-1 1 0,2-1-1,6 19 1,-8-30-63,0 0 0,0 0 0,1 0 0,-1 0 0,1 0 1,0 0-1,1-1 0,-1 1 0,1-1 0,0 0 0,0 0 0,0 0 1,0-1-1,1 0 0,-1 1 0,1-2 0,0 1 0,0 0 1,0-1-1,0 0 0,1 0 0,9 2 0,56-2-1680,-49-2-503,17 0-7022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6:38.10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0 392,'0'0'8898,"0"134"-8898,0-97 8,0 10-8,0-10-8,0-9-1848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6:38.69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0 960,'0'0'10618,"183"0"-11282,-139 0-1016,-9 0-2361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6:39.07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3161,'0'0'11314,"76"0"-11674,-31 0-1056,-4 3-1393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6:40.86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0 960,'0'0'12830,"0"15"-12710,38 229-3,37 277-4901,-71-487 870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6:41.23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43 46 592,'0'0'9584,"28"-8"-9279,88-23-160,-111 29-140,0 1 0,0 0-1,1 0 1,-1 0 0,1 1-1,-1-1 1,1 1 0,-1 1-1,1-1 1,-1 1 0,0 0-1,1 0 1,-1 1 0,0-1-1,0 1 1,0 0 0,0 1-1,7 4 1,-7-3-78,0 0 0,0 1 0,-1 0-1,0 0 1,0 0 0,0 0 0,-1 1 0,1 0-1,-1 0 1,-1 0 0,4 9 0,-4-8-88,0 0-1,0 1 1,-1 0 0,1 11 0,-1-16 161,-1 0 0,0 0-1,0 0 1,0 0 0,-1 0 0,1 0 0,-1 0 0,1 0 0,-1 0-1,0 0 1,0 0 0,0-1 0,-1 1 0,1 0 0,-3 2 0,-10 7 134,-1-1 0,0-1 0,0-1 1,-1 0-1,0-1 0,-31 11 1,26-11 93,3 1-52,0-2-1,-1 0 1,0-1-1,0-1 1,0-1 0,-32 3-1,50-7-176,0 0-1,1 0 0,-1 0 1,1 0-1,-1 0 0,0 0 0,1 0 1,-1 0-1,1 0 0,-1 0 1,1 0-1,-1-1 0,0 1 1,1 0-1,-1 0 0,1-1 0,-1 1 1,1 0-1,-1-1 0,1 1 1,-1 0-1,1-1 0,0 1 0,-1-1 1,1 1-1,0 0 0,-1-1 1,1 1-1,0-1 0,-1 1 1,1-1-1,0 0 0,0 1 0,-1-1 1,1 1-1,0-1 0,0 1 1,0-1-1,0 0 0,0 1 0,0-1 1,0 1-1,0-1 0,0 0 1,0 1-1,0-1 0,1 1 1,-1-1-1,0-3-116,0-18-1489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6:40.00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117 286 1640,'0'0'11779,"0"-29"-11140,0-183 344,0 167 792,-4 48-1187,1 3-577,0 0 0,1 0-1,0 1 1,0-1 0,0 1 0,0 0 0,1-1 0,0 1 0,1 14 0,-1-14-3,-2 314-18,5-169-137,0-82-38,0-30-175,-6 73-1,3-112 364,1 0 0,-1 0-1,1 0 1,-1 0 0,1 0-1,-1 0 1,0 0 0,1 0-1,-1 0 1,0-1 0,0 1-1,0 0 1,1 0 0,-1-1-1,0 1 1,0-1 0,0 1-1,0-1 1,0 1 0,0-1-1,0 1 1,0-1 0,-1 0-1,1 0 1,0 1 0,0-1-1,0 0 1,-2 0 0,-44-1-369,28 0 79,82 11 137,103 2-4241,-133-9 531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6:40.35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3 960,'0'0'13755,"113"13"-13667,-57-13-88,9 0 0,1 0-408,3 0-112,-4 0-592,11-6-257,-17-1-1055,-18 4-2857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6:41.80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3017,'0'0'7273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6:42.73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213 0 368,'0'0'4018,"-28"7"-2984,-88 24-90,113-30-858,0 0 0,0 0 0,0 0 0,0 0 0,0 0-1,0 1 1,0 0 0,1-1 0,-1 1 0,1 0 0,-1 0 0,1 1 0,0-1 0,-1 0 0,1 1-1,1 0 1,-1-1 0,0 1 0,0 0 0,1 0 0,0 0 0,0 0 0,0 0 0,0 0-1,0 0 1,0 0 0,1 0 0,-1 0 0,1 7 0,-2 5 270,-2 18 6,1-1 0,2 0 0,3 40 0,-2-68-353,1 0 0,0 0 0,0-1 0,0 1 0,0 0 1,1-1-1,0 1 0,-1-1 0,1 0 0,0 1 0,1-1 0,-1 0 0,0 0 0,1 0 0,0-1 0,0 1 1,0-1-1,0 1 0,0-1 0,0 0 0,0 0 0,1 0 0,-1-1 0,1 1 0,0-1 0,-1 0 0,1 0 1,6 1-1,-4-1-55,-1 1 0,1-2 0,0 1 0,0-1 0,0 1 0,-1-2 0,1 1 0,0-1 0,0 1 0,-1-2 0,1 1 0,0-1 0,-1 0 0,1 0 0,-1 0 0,0-1 0,0 1 0,8-7 0,-5 2-133,-1-1 0,0 0 0,0 0 0,-1-1 0,0 0 0,-1 0 0,0 0 0,0-1 0,-1 0 0,-1 0 0,5-15 0,-4 5 124,0-1-1,-1 0 1,-1-40 0,-2 74 239,1 1-1,0-1 1,1 0 0,0 0 0,1 0 0,5 14 0,-7-22-178,1-1-1,0 0 1,0 0 0,0 1 0,0-2 0,1 1-1,0 0 1,0 0 0,0-1 0,0 0 0,0 1-1,1-1 1,-1-1 0,1 1 0,0 0-1,0-1 1,0 0 0,0 0 0,0 0 0,0 0-1,1-1 1,6 2 0,6-1-527,0-1 0,19-1 0,-14 0-1141,17 0-4299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6:43.75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26 200,'0'0'13643,"93"-13"-13539,-45 10-104,8 0 0,2 0-32,4 0-424,-3 3-56,0 0-488,-8 0-329,5 0-383,-15 0-625,-13 0-2976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6:44.71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38 136 440,'0'0'4458,"1"-22"-3501,-1 10-385,2-62-598,-1 46 5888,-1 54-5827,-1 49 4,3-1-1,17 101 0,-7-107 117,-4 0-1,0 100 0,-8-167-124,-1 0-1,0-1 1,0 1 0,1 0-1,-1-1 1,0 1-1,0-1 1,0 1 0,0-1-1,0 1 1,1-1 0,-1 0-1,0 0 1,0 1-1,0-1 1,0 0 0,0 0-1,0 0 1,0 0 0,0 0-1,0 0 1,-2 0-1,-34-1 47,28 1-15,4 0-49,5 0 6,0 0 0,-1 1 0,1-1 0,-1 0 1,1 0-1,-1 0 0,1 0 0,-1 0 0,0 0 0,1 0 0,-1 0 0,1 0 1,-1 0-1,1 0 0,-1 0 0,1 0 0,-1 0 0,1-1 0,-1 1 0,1 0 1,0 0-1,-1-1 0,1 1 0,-1 0 0,1-1 0,-1 1 0,1 0 0,0-1 1,-1 1-1,1 0 0,0-1 0,-1 1 0,1-1 0,0 1 0,0-1 0,-1 1 1,1-1-1,0 1 0,0-1 0,0 1 0,0-1 0,0 1 0,0-1 0,-1 1 1,1-1-1,1 0 0,-1 1 92,17-4-192,7 3-811,0-1 0,44-10 0,-39 6-2732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6:47.10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90 408,'0'0'7778,"204"-87"-7578,-166 84 112,-4 3-72,4 0-112,0 0-56,-4 16-56,1 2-16,-1 1 0,4 0-680,-10-4-945,-7-6-927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6:47.71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56 1 264,'0'0'11828,"1"0"-11811,0 0 0,1 0 1,-1 0-1,0 0 0,0 0 0,0 0 1,0 1-1,1-1 0,-1 1 0,0-1 1,0 0-1,0 1 0,1 0 0,6 12 71,0 1-1,-2-1 0,1 1 1,-2 1-1,0-1 0,-1 1 1,4 23-1,-2-14 47,-2 2 1,1 45-1,-6-70-85,-1 0 0,1 1 0,-1-1 0,1 0 0,-1 0 0,1 1 0,-1-1 0,0-1 0,1 1 0,-1 0 0,0 0 0,0-1 0,0 1 0,0-1 0,0 1 0,-2-1 0,-7 4 135,6-2-177,-1 1-1,0 0 0,1 1 0,0-1 0,0 1 1,0 0-1,0 1 0,1-1 0,-8 10 0,-15 29-4458,16-21-2097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6:48.47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1120,'0'0'9074,"186"47"-9074,-138-38-392,1 0-560,-1 0-184,-3-2 375,3-4 65,-3-3 336,-4 0 88,4-6-664,-10-16-608,-11 0-1601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6:48.88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17 0 520,'0'0'13115,"8"3"-13094,1 0 107,4 1-469,0 0 0,23 14 0,-33-17 305,0 0-1,-1 1 1,1 0 0,0 0-1,-1 0 1,1 0-1,-1 0 1,0 0 0,0 1-1,0-1 1,0 1-1,0 0 1,0-1 0,-1 1-1,1 0 1,-1 0-1,0 0 1,0 0 0,2 6-1,-3-1 77,1 0-1,-1 1 1,0-1-1,-1 0 1,0 0-1,-1 0 1,1 0-1,-1 0 1,-1 0-1,1 0 1,-2-1-1,-7 15 0,5-12-110,-1-1-1,-1 0 0,0 0 0,0-1 0,0 1 0,-1-2 1,0 1-1,-16 8 0,1-3-2370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6:45.70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10 696,'0'0'7642,"183"-6"-9251,-148 3-783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6:46.10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0 720,'0'0'12907,"66"0"-12915,-22 0-536,-9 0-696,-11 0-1721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6:50.50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240 1 680,'0'0'7807,"-26"1"-7347,-78 5 128,100-6-515,1 0 0,-1 1-1,0 0 1,0 0 0,1 0-1,-1 0 1,1 0 0,-1 1 0,1-1-1,-1 1 1,-4 4 0,6-4-4,0 0 0,0 0 1,0 0-1,0 1 0,1-1 1,-1 0-1,1 1 1,0 0-1,-2 2 0,-1 4 130,-4 10 2,1 0 0,1 1 0,1-1 0,0 1 0,2 0 0,0 1 0,1-1 0,2 0 0,1 24 0,-2-42-206,1 1 1,1 0 0,-1 0-1,0 0 1,1 0 0,-1 0 0,1 0-1,0-1 1,0 1 0,0 0-1,0 0 1,1-1 0,-1 1 0,1-1-1,-1 1 1,1-1 0,0 0-1,0 0 1,0 0 0,0 0 0,0 0-1,1 0 1,-1 0 0,1-1-1,-1 1 1,1-1 0,-1 0 0,6 2-1,2 0-172,-1-1-1,1-1 1,-1 1-1,1-2 1,-1 1-1,1-1 1,16-2-1,-22 1 105,0 1 1,-1-1-1,1 0 0,-1 0 0,1 0 1,-1 0-1,0-1 0,1 0 0,-1 1 0,0-1 1,0 0-1,0 0 0,0-1 0,-1 1 1,1 0-1,-1-1 0,1 0 0,-1 0 0,0 0 1,0 0-1,3-5 0,1-4-153,-1-1-1,-1-1 1,0 1 0,4-19-1,6-21 264,-6 40-45,-1 16 99,3 24 205,-8-20-222,2 5-9,1-1 0,0 1 0,0-1 0,1 1 0,0-2 0,10 12 0,-13-17-65,1 0 0,0-1 0,0 0-1,1 0 1,-1 0 0,1-1 0,0 1 0,0-1 0,0 0-1,1 0 1,-1-1 0,1 0 0,-1 0 0,1 0-1,7 1 1,64-1-2534,-48-2-2193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6:51.00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0 624,'0'0'11347,"28"3"-11083,6-3-184,8 0 40,2 0-120,8 0 8,3 0-8,4 0-176,3 0-457,24 0-607,-17 0-1120,-13 0-2377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6:52.39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1616,'0'0'7042,"20"193"-8394,-9-141 71,-11 4 393,0 3 640,0 0 216,0 19-16,0-19-136,-4-9-4161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6:52.82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111 0 1920,'0'0'7926,"33"0"-8677,103 0-652,-80 5-28,-53-5 1364,-1 1 0,1-1 1,-1 1-1,0 0 0,1 0 1,-1 0-1,0 0 0,0 0 1,0 0-1,0 1 0,2 1 1,-2 0 66,0-1 0,-1 1 0,0 0 0,1 0 0,-1 0 1,0 0-1,0 0 0,-1 0 0,1 0 0,0 0 0,-1 0 1,0 0-1,0 0 0,0 1 0,0-1 0,-1 3 0,1 4 133,-1-1-39,0 1 0,0-1 0,-1 0 0,0 0 0,-1 0 0,0 0 0,-1 0 0,1 0 0,-2-1 0,-8 14 0,3-8-17,0 1 0,-1-2 0,-1 1 0,-25 21 0,32-31-84,-1 0 1,1 0-1,-1-1 1,0 1-1,0-1 0,0-1 1,0 1-1,-1-1 1,1 0-1,-1 0 1,1-1-1,-1 0 0,0 0 1,1-1-1,-1 0 1,0 0-1,1 0 1,-1-1-1,-6-1 1,4 0-73,0-1 0,0 0 0,1 0 0,-1 0 0,1-1 1,0-1-1,0 1 0,0-1 0,1-1 0,0 1 0,0-1 1,0-1-1,-7-8 0,6 4-2628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7:02.22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6953,'0'0'10859,"4"0"-10443,3 3-264,7 3 16,10-3-64,7-3-104,10 0-120,21 0-1264,-10 0-1161,-11 0-3648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7:02.78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32 1480,'0'0'12539,"20"-3"-12443,11 3-192,4 0-208,24-9-872,-15-4-729,-6 7-3064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7:04.55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167 0 232,'0'0'1499,"-23"27"532,-71 91-161,89-110-1718,0 0 1,1 0-1,0 0 1,0 0-1,1 0 0,0 1 1,1 0-1,-1-1 1,2 1-1,-1 0 1,1 0-1,1 0 1,0 13-1,-1 11 198,-10 134 1629,14 222-1,9-303-1866,3 0-1,3-1 1,32 84-1,21 94-82,-57-185-23,-3 1 0,2 134-1,-12-210-3,-1-1-1,0 0 0,0 1 0,0-1 0,0 0 0,-1 1 1,1-1-1,-1 0 0,1 0 0,-1 0 0,0 1 1,0-1-1,0 0 0,0 0 0,0 0 0,0 0 0,0 0 1,-1 0-1,-2 2 0,1-2-41,0-1 0,-1 1 1,1-1-1,0 0 0,-1 0 0,1 0 1,-1-1-1,1 1 0,-1-1 0,1 0 0,-1 0 1,-3 0-1,-84-2-4509,38-6-2974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7:08.74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83 176 56,'1'-3'9231,"2"-40"-8209,-1 0-1,-4-43 1,12 323-875,0 18 10,-34-255-284,-58 0-349,81 0 512,36 0 112,111 0-3388,-127 0-1220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7:16.34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0 536,'1'3'17197,"222"1"-16149,-113-1-349,-90-2-576,0 1 0,26 5 0,-27-3-116,2 0-1,25-1 0,96 4 361,-69-7 1637,-75 2-2377,1 1 0,-1 0-1,1-1 1,-1 1 0,0-1 0,0 0-1,0 0 1,0 1 0,-1-1-1,1-1 1,0 1 0,-1 0-1,-4 2 1,1 0-1839,-24 18-6644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7:18.82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1 704,'14'3'24045,"-14"43"-18299,0-40-7771,0-30-4756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7:21.29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1 334 1064,'0'0'9481,"2"-8"-8837,0-3-476,2 0 0,0 1-1,0 0 1,1 0 0,0 0-1,0 0 1,1 1 0,9-11 0,60-64 272,-44 52-2248,48-65 0,-72 86 465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7:21.65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2 184,'0'0'11865,"15"-2"-10607,-12 3-1199,0 0-1,-1 0 1,1 0 0,0 0 0,0 0 0,-1 0-1,1 1 1,-1-1 0,1 1 0,-1 0-1,0 0 1,0 0 0,1 0 0,1 3 0,28 38 164,-21-28-127,59 91-8,-43-62-123,3-1 1,38 44-1,-62-81-76,-1 0-1,1 0 1,1-1-1,-1 1 0,10 4 1,6-3-2811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7:22.17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1 760,'0'0'13267,"59"0"-13243,-39 0 8,1 0 16,0 0-96,6 0-600,-3 0-1577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7:22.77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7 264,'0'0'14547,"18"-1"-14499,56-3-92,-72 4 34,1-1 0,-1 1 0,0 0 0,0 0 1,0 0-1,1 0 0,-1 0 0,0 1 0,0-1 0,0 1 0,1-1 0,-1 1 0,0 0 0,0 0 0,0 0 0,0 0 0,0 0 1,-1 0-1,1 0 0,0 1 0,0-1 0,-1 1 0,1-1 0,-1 1 0,1 0 0,-1 0 0,0-1 0,0 1 0,0 0 1,0 0-1,1 3 0,0 2-29,-1 0 1,0 0-1,-1 0 1,1 0-1,-2 1 1,1-1-1,-2 9 1,0-1 51,2-11-12,-2 0-1,1 1 1,0-1-1,-1 0 1,1-1-1,-1 1 1,0 0-1,-1 0 1,1-1-1,-1 1 1,1-1-1,-1 0 1,0 0-1,0 0 1,0 0-1,-1 0 1,-6 4-1,7-7-12,4-18 18,1 17-29,0 0 0,1 0 0,-1-1 0,1 2 1,-1-1-1,0 0 0,1 0 0,-1 1 0,1-1 0,0 1 0,-1 0 1,1 0-1,3 0 0,0 0-49,-1 0-1,1 0 1,0 1 0,-1 0 0,9 2-1,-12-2 58,-1 0 0,1 0 0,0 1 0,-1-1 0,1 1 0,-1-1 0,1 1 0,-1 0 0,0 0 0,1 0 0,-1-1 0,0 1 0,0 0 0,-1 0 0,1 1-1,0-1 1,-1 0 0,1 0 0,-1 0 0,1 3 0,0 50-277,-1-42 267,0-10 25,0-1 0,-1 1 0,1-1 0,-1 1 1,1-1-1,-1 1 0,0-1 0,0 1 0,0-1 0,0 0 0,0 0 1,-1 1-1,1-1 0,-1 0 0,1 0 0,-1 0 0,0-1 1,0 1-1,0 0 0,0-1 0,0 1 0,0-1 0,0 1 1,-1-1-1,1 0 0,0 0 0,-4 1 0,-9 2-203,0 0-1,0 0 0,-26 1 1,1 1-1028,26-3-3938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7:23.92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180 348 472,'0'0'10238,"9"1"-9572,1 1-1220,10 0 3288,-45 0-597,17-2-2130,0 0 0,0 1-1,0 0 1,0 0 0,1 1 0,-1 0 0,0 1 0,1-1 0,0 2 0,-1-1 0,1 1 0,0 0 0,1 0 0,-1 1-1,1 0 1,0 0 0,-7 7 0,7-5-7,0 1 0,1-1 0,-1 1-1,2 1 1,-1-1 0,1 1 0,0-1 0,1 1-1,0 0 1,0 1 0,1-1 0,0 0-1,1 1 1,-1 10 0,2-9 2,-1 0-1,1 0 1,1 0-1,0 0 0,1 0 1,3 12-1,-4-19-2,0 0 0,1-1 0,0 1 0,-1-1 0,1 0 0,1 0 0,-1 0 0,0 0 0,1 0 0,0 0 0,-1 0 0,1-1 0,0 1 0,1-1 0,-1 0 0,0 0 0,1 0 0,-1 0 0,1-1 0,-1 0 0,5 2 0,-2-1-3,1 0 0,-1 0-1,1-1 1,-1 0 0,1 0 0,0 0-1,-1-1 1,1 0 0,0 0 0,-1-1-1,1 0 1,0 0 0,-1 0 0,1-1 0,-1 0-1,0 0 1,1-1 0,-1 0 0,0 0-1,-1 0 1,1-1 0,7-5 0,-4-1-75,-1 0 1,1-1-1,-2 0 1,1-1 0,-2 0-1,1 0 1,-2 0-1,0-1 1,0 1 0,-1-1-1,-1 0 1,0-1-1,2-16 1,-1-18-416,-2 0 1,-6-66-1,3 98 455,-14-103-144,9 79 60,-3-63-1,9 101 56,2 6 72,15 47 58,-2 2-1,-2-1 0,-2 2 0,3 61 1,-6-44 103,30 117 1,-34-175-258,1 1 0,12 23 0,8 1-4580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7:24.33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0 378 744,'0'0'12568,"17"-15"-11864,56-52-244,-46 40-344,-1-1 0,-2-1 0,31-46 0,-22 27-274,-33 48 135,32-51-1292,-30 47 803,0 1-1,-1-1 1,0 0 0,0 0 0,0 1 0,0-1 0,0-7 0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7:24.65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4817,'0'0'9554,"187"146"-10194,-142-121-1072,-11 3-1473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7:37.635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0 38 11330,'0'0'5271,"31"32"-4990,111 106 121,-124-122-353,2-1 0,0 0 0,1-2 0,0 0 0,1-2 1,1 0-1,0-2 0,0 0 0,34 8 0,-21-6-11,51 13 28,1-3-1,116 11 0,182-9-75,-298-21 1,0-4 0,0-4 0,172-35 0,-162 15-49,-1-5 0,108-49 0,-135 47-624,-2-3 0,-1-3 0,91-69 0,-148 100 220,-6 6 102,-1-1 0,1 0 1,-1 0-1,0 0 0,0 0 0,0 0 1,0 0-1,3-6 0,-4 1-2535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7:38.288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14 1 7866,'0'0'11243,"-4"0"-10939,-6-1-207,12 3-37,22 6-13,44 8 10,8-8-93,-56-7-100,1 1 0,-1 1 1,0 1-1,21 6 0,-39-9 103,0 0 0,-1 0 1,1 0-1,0 0 0,0 0 1,0 1-1,0-1 0,-1 0 1,1 1-1,-1 0 0,1-1 1,-1 1-1,0 0 0,0-1 0,1 1 1,-1 0-1,0 0 0,-1 0 1,1 0-1,0 0 0,-1 0 1,1 1-1,-1-1 0,1 0 1,-1 0-1,0 0 0,0 0 1,0 1-1,0-1 0,-1 3 1,0 0 9,1 1 1,-2-1 0,1 0 0,-1 0 0,1 0 0,-1 0 0,-1 0-1,1 0 1,-1-1 0,0 1 0,-4 5 0,-20 21-814,-29 45 0,10 1-4115,20-29-4474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7:39.132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159 408 184,'0'0'9230,"-5"-3"-8228,0-2-818,0 0 0,0 0 0,0 0 0,0 0 0,1-1 0,0 0 1,0 0-1,0 0 0,-4-12 0,-26-71 608,26 64-717,-39-136 253,32 109 202,15 52-508,0 0 0,0 0 0,0-1 1,0 1-1,0 0 0,0-1 0,0 1 1,0 0-1,0-1 0,0 1 0,0 0 1,0-1-1,0 1 0,0 0 0,0-1 1,0 1-1,0 0 0,0-1 0,0 1 1,1 0-1,-1 0 0,0-1 0,0 1 1,0 0-1,1-1 0,-1 1 0,0 0 1,0 0-1,0 0 0,1-1 0,-1 1 1,0 0-1,1 0 0,-1 0 0,0-1 1,0 1-1,1 0 0,-1 0 0,0 0 1,1 0-1,-1 0 0,0 0 0,1 0 1,-1 0-1,0 0 0,1 0 0,-1 0 1,0 0-1,1 0 0,-1 0 0,1 0 1,22 5-45,-17-3 146,54 12-5,1-2 0,0-3 1,94 2-1,-50-13-3236,-66-5-690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7:39.773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1 327 960,'0'0'8530,"20"-28"-8161,64-90 10,-80 112-327,0-1 0,-1 0 0,1 0 0,-1 0 1,2-10-1,-4-12 172,-2 14-147,2 8-42,-1 1 0,0 0 0,-1-1 0,0 1 0,0 0 0,0-1 0,-3-9 0,2 15-26,1-1-1,0 0 0,0 0 1,-1 1-1,1-1 0,-1 1 1,1-1-1,-1 1 0,0-1 1,0 1-1,1 0 0,-1 0 1,0 0-1,0 0 0,0 0 1,0 1-1,0-1 0,0 0 1,-1 1-1,1 0 0,0-1 1,0 1-1,0 0 0,0 0 1,-4 1-1,3-1 3,1 0 0,-1 0 1,1 1-1,-1-1 0,1 1 0,0 0 0,-1 0 1,1 0-1,0 0 0,0 0 0,0 0 0,0 0 1,0 1-1,0-1 0,0 1 0,0-1 0,0 1 1,1 0-1,-1 0 0,0 0 0,1 0 0,0 0 1,0 0-1,-1 0 0,1 0 0,0 0 0,1 1 1,-1-1-1,0 0 0,0 4 0,-2 8 138,1-1 0,1 1 0,0 0-1,0 15 1,1-25-70,0 5 26,1 0 0,0-1 1,0 1-1,0 0 0,1-1 1,1 0-1,-1 1 0,1-1 1,0 0-1,1 0 0,0-1 1,1 1-1,5 7 0,-4-7-34,2 0-1,-1-1 0,1 0 1,0 0-1,0 0 0,0-1 1,1-1-1,0 1 0,1-1 1,15 6-1,-13-7-196,0 0-1,0-1 1,0 0 0,1-1 0,-1 0-1,1-1 1,-1-1 0,1 0-1,-1 0 1,1-1 0,-1-1-1,1 0 1,-1-1 0,0 0-1,0-1 1,0 0 0,-1-1-1,1 0 1,-1-1 0,0 0-1,11-10 1,15-15-3508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7:40.205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143 0 6833,'0'0'4203,"-18"5"-4095,-59 15-75,74-19-25,1 0 1,-1 0-1,1 0 0,-1 1 1,1-1-1,-1 1 1,1-1-1,0 1 0,0 0 1,0 0-1,0 0 0,0 0 1,0 0-1,1 1 0,-1-1 1,1 0-1,-1 1 0,1-1 1,0 1-1,-1 3 0,0 1 62,1 0 0,0 0-1,0 0 1,1 0 0,0 12 0,1-8 62,-2 4-12,3 27 72,-2-41-190,0 1 0,1-1 0,-1 0 0,0 0 0,1 1 0,-1-1 0,1 0 0,0 0 0,-1 1 0,1-1 0,0 0 0,0 0 0,0 0 0,0 0 0,0 0 0,0 0 0,0 0 0,0-1 0,0 1 0,0 0 0,1 0 0,-1-1 0,0 1 0,0-1 0,3 1 0,-1 0-3,1-1 1,-1 1 0,1-1 0,-1 0-1,1 0 1,-1-1 0,1 1-1,-1-1 1,0 1 0,1-1 0,-1 0-1,0-1 1,0 1 0,1 0 0,-1-1-1,0 0 1,0 0 0,0 0-1,-1 0 1,1 0 0,-1 0 0,1-1-1,-1 1 1,1-1 0,-1 0 0,0 0-1,0 1 1,1-5 0,1-1 23,1 0 1,-2 0 0,1 0-1,-1-1 1,-1 0-1,1 1 1,-2-1-1,1 0 1,0-18 0,-2 26 298,0 4 32,22 290 182,-9-178-448,-12-99-95,0 8-213,2 1-1,0-1 1,2 0 0,0 0 0,14 34 0,-12-45-2007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7:40.786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 0 7706,'0'0'6108,"3"26"-5986,11 79-27,-14-101-78,1 0-1,0 1 1,0-1-1,0 0 1,0 0-1,1 0 1,0-1-1,-1 1 1,1 0-1,1-1 1,-1 1-1,0-1 1,1 1-1,0-1 1,0 0-1,0 0 1,0-1 0,0 1-1,1 0 1,4 2-1,-1-3 0,-1 0 0,1 0 0,0 0 0,0-1 0,0 0 0,0 0 0,0-1 0,10-1 0,-10 1-23,-4 0 7,0 0 0,0 0 0,0-1 0,0 1 0,0-1 0,0 0-1,0 0 1,0 0 0,-1-1 0,1 1 0,0-1 0,-1 1 0,1-1 0,-1 0 0,4-2 0,-1-2-14,0 1 1,-1 0-1,1-1 1,-1 0-1,0 0 0,3-8 1,2-6-153,-1 0 1,-1 0-1,7-32 0,-10 22 48,-4 28 150,0 12 209,-1 21-171,0-15-15,1 1 1,1-1 0,0 1 0,5 23 0,-5-36-53,1 1 0,-1 0 0,1-1 0,0 0 0,0 1 0,1-1 0,-1 0 0,1 0 0,0 0 0,0 0 0,0-1 0,0 1 0,1-1 0,-1 0 0,1 0 0,0 0 0,0 0 0,0-1 0,1 1 0,4 1 0,-4-2-32,0 0 0,0 0 1,0 0-1,0-1 0,1 1 0,-1-2 0,1 1 1,-1 0-1,0-1 0,1 0 0,-1 0 0,1-1 1,-1 1-1,1-1 0,-1 0 0,0-1 1,0 0-1,0 1 0,1-1 0,-2-1 0,1 1 1,0-1-1,0 0 0,-1 0 0,1 0 0,-1-1 1,0 1-1,0-1 0,-1 0 0,1 0 0,4-8 1,-3 3-38,-1-1 0,0 1 0,-1-1 0,0 0 0,0 0 0,-1-1 0,0 1 0,-1-1 0,0 1 0,-1-19 0,0 28 137,2 1-25,0 1 1,-1-1 0,1 1-1,0-1 1,-1 1-1,1 0 1,0 0 0,-1 0-1,1 0 1,-1 0-1,1 0 1,-1 0 0,0 0-1,0 0 1,1 1-1,-1-1 1,0 1 0,0-1-1,1 3 1,20 38 36,-15-28-37,-2-5-17,-1-1-1,1 0 0,1 0 0,-1 0 0,9 8 1,-12-14-134,0 0 1,0 0 0,0 0 0,1-1-1,-1 1 1,0-1 0,1 1 0,-1-1-1,1 0 1,0 0 0,-1 0 0,1 0-1,0 0 1,-1-1 0,1 1 0,0-1-1,0 0 1,0 0 0,-1 0 0,1 0-1,0 0 1,5-2 0,2-3-2178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7:41.130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0 0 4929,'0'0'13083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7:41.820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0 57 7090,'0'0'6007,"3"10"-5746,13 27-169,2 0 1,1-1-1,2-1 1,37 47-1,-57-80-91,0-1-1,0 0 0,0 1 0,1-1 1,-1 0-1,0 0 0,1 0 0,-1 0 1,1 0-1,-1 0 0,1-1 0,0 1 1,-1 0-1,1-1 0,0 1 1,2 0-1,-3-1 0,0-1 1,0 1 0,0 0 0,-1 0-1,1 0 1,0 0 0,0-1-1,0 1 1,0 0 0,-1-1-1,1 1 1,0-1 0,0 1-1,-1-1 1,1 1 0,0-1 0,-1 0-1,1 1 1,0-1 0,-1 0-1,1 1 1,-1-1 0,1 0-1,-1 0 1,1 0 0,-1 1-1,0-1 1,0 0 0,1 0 0,-1 0-1,0 0 1,0 0 0,0-1-1,13-92 83,-10 60-290,2-1-1,10-34 0,-14 66 107,-1 0 0,1 0 0,0 1 0,1-1 0,-1 0 0,0 0 0,1 1 0,0-1 0,-1 1 0,1-1 0,0 1 0,0 0 0,1 0 0,-1 0-1,0 0 1,1 0 0,-1 0 0,1 1 0,4-3 0,0 2-45,-1 0 1,1 1-1,1-1 0,-1 1 0,0 1 0,14 0 0,-19 0 183,1 0-1,-1 1 0,1-1 1,-1 1-1,0-1 1,1 1-1,-1 0 1,0 0-1,1 0 0,-1 0 1,0 0-1,0 1 1,0-1-1,0 1 1,2 1-1,26 33 652,-4-5 759,-27-36-230,2 4-1275,-1 0 1,0 0-1,0 1 1,0-1-1,1 0 1,-1 0-1,0 0 0,0 1 1,0-1-1,0 0 1,-1 0-1,1 0 1,0 1-1,0-1 0,0 0 1,-1 0-1,1 1 1,0-1-1,0 0 1,-1 0-1,1 1 1,-1-1-1,1 0 0,-1 1 1,1-1-1,-1 1 1,1-1-1,-1 1 1,0-1-1,1 1 1,-1-1-1,0 1 0,1-1 1,-1 1-1,0 0 1,0-1-1,1 1 1,-1 0-1,-1 0 1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7:42.565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70 409 4545,'0'0'8623,"14"10"-8552,43 33-38,-54-40-21,0 0 0,0 1 0,0-1 0,0 1 0,-1 0 0,0-1 0,0 1 0,0 0 1,0 0-1,0 1 0,-1-1 0,0 0 0,0 0 0,0 1 0,0-1 0,-1 1 0,0-1 0,0 0 0,0 1 0,0-1 0,-2 7 0,1 8 390,-17-21-401,-21-17-247,34 16 237,0-1 0,0 1 0,-1 1 0,0-1 0,1 1 1,-1 0-1,0 0 0,0 1 0,0 0 0,-11-1 0,15 1 7,0 1-1,0 0 1,0 0-1,0 0 1,1 0-1,-1 1 1,0-1-1,0 0 1,0 1-1,0-1 1,0 1-1,1 0 1,-1-1-1,0 1 1,1 0-1,-4 2 1,4-1 7,0 0 0,1 0 0,-1 0 1,0 0-1,1 0 0,-1 0 0,1 0 0,0 0 0,-1 0 0,1 0 1,0 0-1,0 0 0,1 0 0,-1 1 0,1 2 0,-1-4 0,0 1-1,1-1 0,-1 0 1,1 1-1,-1-1 1,1 0-1,-1 1 0,1-1 1,0 0-1,0 0 0,-1 0 1,1 1-1,0-1 1,0 0-1,0 0 0,0 0 1,1 0-1,-1-1 0,0 1 1,0 0-1,3 1 1,0 0 3,1 0 0,0-1 0,0 1 1,0-1-1,0 0 0,7 0 1,6 0-3,1 0 1,27-4 0,-37 1-20,0 0 1,0 0-1,0-1 1,-1-1-1,1 1 1,-1-1-1,0-1 1,0 1-1,0-1 0,-1-1 1,0 1-1,0-1 1,0-1-1,7-8 1,9-12-383,-1-1 0,23-39 1,-30 45 270,-1-1-1,-1 0 1,-2-1 0,0-1 0,-1 1 0,-2-2 0,0 1 0,-2-1-1,0 0 1,-2-1 0,1-47 0,-5 71 121,0 1 0,0-1 0,0 0 1,0 0-1,-1 1 0,1-1 0,-1 0 0,0 0 0,0 1 0,0-1 0,0 1 1,0-1-1,-1 1 0,1-1 0,-1 1 0,1 0 0,-1 0 0,0-1 0,0 1 1,0 1-1,-4-5 0,2 5 37,1-1 1,-1 1-1,1-1 1,-1 1-1,0 0 1,1 0-1,-1 1 0,0-1 1,0 1-1,0 0 1,0 0-1,1 0 1,-1 0-1,0 1 1,-6 1-1,8-1-26,-1 0 0,0 0 1,1 0-1,-1 1 0,1 0 0,0-1 0,0 1 1,-1 0-1,1 0 0,0 0 0,0 0 0,1 1 0,-1-1 1,0 1-1,1-1 0,0 1 0,-1-1 0,1 1 1,0 0-1,0-1 0,0 1 0,0 5 0,-3 10 6,1 0 0,-2 25 0,4-33 4,-3 30 42,2 1 1,2 0-1,1-1 0,13 75 1,-11-100-47,1-1-1,0 0 1,1 1 0,0-2 0,1 1 0,1-1-1,0 0 1,0 0 0,2 0 0,0-1-1,0-1 1,1 0 0,0 0 0,1-1 0,0 0-1,19 13 1,-22-19-21,0 0-1,0 0 1,0 0 0,0-1-1,1 0 1,-1-1-1,1 0 1,0 0-1,0-1 1,0 0-1,0-1 1,0 0-1,-1 0 1,12-2 0,-9 0-85,-1 0 0,1-1-1,-1 0 1,1 0 0,-1-1 0,0-1 0,0 1 0,-1-2 0,0 1 0,0-1 0,10-9 0,-2 0-510,-1-1-1,-1 0 1,0-2-1,-1 1 1,15-27 0,-19 27-756,-2 0 1,0 0-1,10-32 0,-6 0-522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7:42.982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48 1 3593,'0'0'8370,"-48"164"-8002,69-123-200,10-4-160,3-9-8,11-13-232,-7-8-993,-7-7-3592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7:43.341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0 70 10354,'0'0'4293,"29"-6"-4274,91-23-27,-77 13-29,-31 2-44,-10 9 23,9 54 307,-3-14-280,16 44-1,-5-34-3215,-11-27-3661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7:43.748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0 109 9450,'0'0'4560,"15"16"-4530,47 52-15,-56-61 9,0 0 0,0 1 0,-1-1-1,0 1 1,0 0 0,-1 0 0,4 10 0,-2-4 102,-6-14-123,0 1 0,0-1 0,0 0 0,0 0 0,0 1 0,0-1 0,0 0 0,0 1 0,1-1 0,-1 0 0,0 0 0,0 0 0,0 1 0,0-1 0,1 0 0,-1 0 0,0 1 0,0-1 0,1 0 0,-1 0 0,0 0 0,0 0 0,0 0 0,1 1 0,-1-1 0,0 0 0,1 0 0,-1 0 0,0 0 0,0 0 0,1 0 0,-1 0 0,0 0 0,0 0 0,1 0 0,-1 0 0,0 0 0,1 0 0,-1 0 0,0 0 0,0 0 0,1 0 0,-1-1 0,0 1 0,0 0 0,1 0 0,-1 0 0,0 0 0,0 0 0,1-1 0,-1 1 0,0 0 0,0 0 0,0 0 0,1-1 0,-1 1 0,0 0 0,0 0 0,0-1 0,0 1 0,0 0 0,1-1 0,7-16 6,-2 0 15,30-86-345,-30 91 158,0-1 0,1 1 0,0 0 0,0 0 0,17-18 0,-22 28 138,0 0-1,1 0 1,-1 0-1,1 0 1,0 0 0,-1 0-1,7-2 1,-8 3 22,-1 1 1,1 0-1,0 0 0,0-1 1,0 1-1,0 0 0,-1 0 1,1 0-1,0 0 0,0 0 1,0 0-1,0 0 0,-1 0 1,1 1-1,0-1 0,0 0 1,0 0-1,-1 1 0,1-1 1,0 0-1,0 1 0,-1-1 1,1 1-1,0-1 0,-1 1 1,1-1-1,0 1 0,-1 0 1,1-1-1,-1 1 0,1 0 1,-1-1-1,1 1 0,-1 0 1,0 0-1,1 1 0,24 60 56,-20-45-13,1-1 0,0 0 1,2 0-1,0-1 0,14 20 0,-20-32-190,1 0 0,-1-1 0,1 1 1,0-1-1,0 0 0,0 0 0,0 0 1,1 0-1,-1 0 0,0-1 0,1 1 0,-1-1 1,1 0-1,0 0 0,-1-1 0,1 1 0,0-1 1,-1 1-1,1-1 0,0 0 0,5-1 0,16 1-7240</inkml:trace>
  <inkml:trace contextRef="#ctx0" brushRef="#br0" timeOffset="1">659 0 6481,'0'0'5125,"-17"9"-5065,-54 29-34,67-37 34,1 1 0,0 0 0,0 0 1,0 0-1,1 1 0,-1-1 0,1 1 0,-1-1 0,1 1 1,0 0-1,0 0 0,0 0 0,0 0 0,0 0 1,1 0-1,-1 1 0,1-1 0,0 1 0,0-1 1,0 1-1,1-1 0,-1 1 0,1-1 0,0 1 0,0-1 1,0 1-1,0-1 0,1 1 0,-1 0 0,1-1 1,0 1-1,0-1 0,0 0 0,1 1 0,-1-1 0,1 0 1,0 0-1,3 4 0,2-1-152,0-1 0,0 0-1,0-1 1,1 0 0,0 0 0,0-1-1,0 0 1,0 0 0,1-1 0,-1 0 0,1 0-1,-1-1 1,1 0 0,0-1 0,0 0 0,-1 0-1,1 0 1,0-2 0,-1 1 0,1-1-1,-1 0 1,0-1 0,1 1 0,-1-2 0,0 1-1,11-8 1,17-25-1804,-8-4-1684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7:44.107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0 41 4353,'217'-40'3241,"-217"52"-1321,0 19-536,0 3-511,4 4-169,13-1-480,0-6-72,4-6-152,3-13-72,0-12-192,-3 0-1433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7:44.498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53 0 3577,'0'0'2747,"20"14"-737,65 43 48,-82-55-1857,0 1 1,0-1 0,0 1 0,-1-1 0,1 1 0,-1 0 0,1 0 0,-1 0 0,0 0 0,0 0 0,0 1 0,-1-1 0,1 1-1,-1-1 1,0 1 0,0-1 0,0 1 0,0 0 0,-1 0 0,1-1 0,-1 1 0,0 0 0,0 4 0,0 6 303,1 39 1310,-20-52-2028,7-2-5,0 0-1,0-1 1,-14-4-1,17 4 61,0-1-1,0 2 1,-1-1-1,1 1 1,-1 1-1,1 0 1,-14 1-1,21-1 152,1 1 0,0-1 1,-1 0-1,1 1 0,0-1 0,0 1 0,0-1 0,-1 1 0,1 0 0,0-1 0,0 1 0,0 0 0,0 0 1,0 0-1,0 0 0,0-1 0,0 1 0,1 1 0,-1-1 0,0 0 0,1 0 0,-1 0 0,0 0 0,1 0 0,-1 3 1,-1 34 258,2-26-79,0-10-150,0 0 0,1 0 0,-1-1 0,0 1 0,1 0 0,-1-1 0,1 1 1,0 0-1,0-1 0,-1 1 0,1 0 0,0-1 0,0 1 0,1-1 0,-1 0 0,0 1 1,0-1-1,1 0 0,-1 0 0,1 0 0,-1 0 0,1 0 0,-1 0 0,1 0 1,-1 0-1,1-1 0,0 1 0,0-1 0,-1 1 0,1-1 0,2 1 0,8 1-2,0-1-1,0 0 1,19-1-1,-19 0-20,-9 0-135,0 0 0,0-1 0,-1 1 0,1-1 0,0 0 0,-1 0 0,1 0 0,0 0 0,-1 0 0,1 0 0,-1-1 0,0 1 0,1-1 0,-1 0 0,0 0 0,0 1 0,0-2 0,0 1 0,0 0 0,-1 0 0,3-4 0,1-1-2587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7:45.042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39 249 11266,'0'0'5623,"21"5"-5435,2 1-167,39 15-1,-59-20-19,-1 0 0,1 1 0,-1-1 0,1 1 0,-1 0-1,0 0 1,1 0 0,-1 0 0,0 0 0,0 1 0,-1-1 0,1 0-1,0 1 1,-1 0 0,0-1 0,1 1 0,-1 0 0,1 3 0,0 2 8,-1-1 1,0 0-1,-1 1 1,1 14 0,-2-13 8,3 18-34,-1-13 60,0 0 0,-3 21 0,2-32-76,0-1 0,0 0 0,-1 0 0,1 1-1,-1-1 1,1 0 0,-1 0 0,0 0 0,0 0-1,0 0 1,0 0 0,0 0 0,-1 0 0,1 0-1,0 0 1,-1-1 0,1 1 0,-1-1-1,0 1 1,0-1 0,-3 3 0,2-3-45,0 0 0,0-1 0,0 1 0,-1-1 0,1 1 0,0-1 1,0 0-1,0 0 0,-1-1 0,1 1 0,0-1 0,0 1 0,0-1 0,-1 0 0,1 0 0,0 0 1,0-1-1,1 1 0,-1-1 0,0 0 0,0 0 0,1 1 0,-4-5 0,2 3 74,1 1 1,0-1-1,-1 1 0,0 0 0,1 0 0,-1 0 0,0 1 1,0-1-1,0 1 0,0 0 0,0 0 0,0 0 0,-1 1 0,1-1 1,-7 1-1,10 1 24,0-1-1,0 1 1,0 0 0,0-1-1,0 1 1,0 0 0,0 0-1,0 0 1,0 0 0,0 0-1,1 0 1,-1 0 0,0 0 0,1 0-1,-1 0 1,1 0 0,-1 0-1,1 0 1,-1 1 0,1-1-1,0 0 1,-1 0 0,1 1-1,0-1 1,0 0 0,0 3 0,0 43 440,0-34-324,0-9-129,0-1 0,0 1 0,0-1-1,0 1 1,0-1 0,1 1 0,0-1-1,-1 1 1,1-1 0,1 1 0,-1-1-1,0 0 1,1 0 0,0 0 0,-1 0-1,1 0 1,0 0 0,1 0 0,-1-1 0,0 1-1,1-1 1,0 1 0,-1-1 0,1 0-1,0 0 1,0 0 0,0-1 0,1 1-1,-1-1 1,0 1 0,0-1 0,1 0-1,-1 0 1,1-1 0,-1 1 0,1-1-1,3 0 1,2 2-14,-1-1 0,1-1 0,0 1 0,-1-2 0,1 1 0,-1-1 0,1 0 0,-1-1 0,1 0 0,-1 0 0,0-1 0,0 0 0,0-1 0,0 1 0,-1-1-1,11-8 1,3-3-248,0-2-1,-2-1 0,0 0 0,-1-1 0,0-1 0,-2-1 0,-1 0 1,0-1-1,-1-1 0,-2 0 0,0-1 0,-2 0 0,0-1 0,-2 0 1,-1-1-1,-1 1 0,-1-1 0,-1 0 0,1-43 0,-5 68 257,0-13 24,0 0 0,-1 1 0,-1-1 0,-4-19 0,5 31 9,1-1 1,-1 1 0,0-1-1,0 1 1,0-1 0,0 1-1,0 0 1,-1-1-1,1 1 1,-1 0 0,1 0-1,-1 0 1,0 0 0,0 0-1,0 1 1,0-1 0,0 0-1,0 1 1,0 0 0,-1-1-1,1 1 1,0 0-1,-1 0 1,1 0 0,-1 1-1,1-1 1,-1 1 0,0-1-1,1 1 1,-4 0 0,5 0-20,0 0 0,0 0 0,0 1 0,0-1 0,0 0 0,0 1 0,1-1 0,-1 0 0,0 1 0,0-1 0,0 1 0,0 0 0,1-1 0,-1 1 0,0 0 0,1-1 0,-1 1 0,0 0 0,1 0 0,-1 0 0,1 0 0,-1-1 0,1 1 0,-1 0 1,1 0-1,0 2 0,-8 29 65,7-25-41,-5 40 192,3-1 1,2 54-1,1-67-40,0-18-145,1-1-1,0 1 1,2-1 0,0 1 0,0-1 0,1 0 0,1 0 0,0 0 0,1-1 0,8 14 0,-8-17-45,1 0 0,0-1 1,0 1-1,1-1 0,0-1 1,0 0-1,1 0 0,1 0 0,-1-1 1,1-1-1,0 1 0,1-2 0,14 7 1,-4-5-378,2 0 0,-1-1 0,1-2 1,34 3-1,3-5-1587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7:45.806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249 77 128,'0'0'9577,"-24"0"-9416,-76 0 354,95 0-386,0 0 0,-1 0 1,1 0-1,0 1 0,0 0 0,0 0 0,-1 0 1,1 1-1,0-1 0,0 1 0,1 1 0,-1-1 1,0 1-1,1-1 0,0 1 0,-1 0 0,1 1 1,0-1-1,-4 6 0,4-4 87,1 1 1,0-1-1,1 1 1,-1 0-1,1-1 0,0 1 1,1 0-1,-1 0 1,1 1-1,0-1 0,1 0 1,-1 12-1,1-16-203,1 0-1,-1-1 1,0 1-1,0-1 1,1 1 0,-1-1-1,1 1 1,-1-1-1,1 1 1,0-1-1,-1 0 1,1 1 0,0-1-1,0 0 1,0 0-1,0 1 1,0-1 0,0 0-1,1 0 1,-1 0-1,0 0 1,2 0 0,1 2-5,0-1 0,0 0 0,0-1 0,1 1 0,-1-1 0,1 0 0,-1 0 0,5 0 0,-2 0-50,0 0 1,0-1-1,0 0 1,-1-1 0,1 1-1,0-1 1,0 0 0,0-1-1,-1 0 1,1 0 0,7-4-1,-9 2-76,1 0 0,-1-1 0,-1 1 0,1-1 1,-1-1-1,1 1 0,4-10 0,-5 9 17,0 0 1,1 0 0,-1 0-1,1 1 1,11-10 0,-15 14 98,0 0 0,0 1 0,0-1 0,0 1 0,0-1 0,0 1 0,0-1 1,0 1-1,1 0 0,-1-1 0,0 1 0,0 0 0,0 0 0,0 0 0,1 0 0,-1 0 0,0 0 1,0 0-1,0 1 0,0-1 0,0 0 0,1 0 0,-1 1 0,0-1 0,0 1 0,0-1 0,0 1 1,0 0-1,0-1 0,0 1 0,0 0 0,0-1 0,-1 1 0,1 0 0,0 0 0,0 0 1,0 1-1,4 5-3,-1 0 0,0 0 1,0 0-1,4 10 0,-5-10-14,7 18-5,-1-1-1,-1 1 1,-1 1 0,-1 0 0,-2-1-1,0 1 1,-2 1 0,-1-1 0,-1 0 0,-4 38-1,2-59 47,1 0-1,0 0 1,-1 0 0,0 0-1,0 0 1,0-1-1,-1 1 1,0-1-1,0 1 1,0-1 0,0 0-1,-1 0 1,1 0-1,-1-1 1,0 0-1,0 1 1,0-1 0,-1 0-1,1-1 1,-1 1-1,1-1 1,-1 0-1,0 0 1,0-1 0,0 1-1,0-1 1,0 0-1,0 0 1,-1-1-1,1 1 1,0-1 0,0-1-1,-9 0 1,11 0-45,0 0 1,1 0-1,-1-1 1,1 1-1,-1-1 1,1 0-1,0 1 1,-1-1-1,1 0 1,0 0-1,0 0 1,1 0-1,-1-1 1,0 1-1,1-1 1,-1 1-1,1-1 1,0 1-1,0-1 1,0 0-1,0 1 1,0-1-1,1 0 1,-1-5-1,-2-9-300,1 0 0,1-33 0,1 39 132,0-2-104,1-1 0,0 1 1,1 0-1,0 0 0,1 1 1,1-1-1,0 0 1,1 1-1,0 0 0,1 0 1,0 0-1,0 1 0,2 0 1,-1 0-1,12-12 0,9-6-739,54-46-1,7-7 3943,-68 50-1777,-20 30-1098,0 0 0,0 1 0,0-1 0,-1 1-1,1-1 1,-1 0 0,1 0 0,-1 1 0,0-1 0,0 0 0,0 0 0,0 0 0,0 1 0,0-1 0,0 0 0,-1 0 0,1 1 0,-1-4 0,-1 4-37,0 0 0,-1 0 0,1 1 0,0-1 0,0 0 0,0 1 0,0 0 0,0-1 0,-1 1 0,1 0 0,0 0 0,0 0 0,0 0 1,-5 2-1,-1-2 3,5 0 22,0-1 1,0 1-1,-1 0 1,1 0-1,0 1 1,0-1-1,0 1 1,-1-1-1,1 1 1,0 0-1,0 0 1,0 0-1,0 1 1,0-1-1,1 1 1,-1 0-1,0-1 1,1 1-1,-1 1 1,1-1-1,-1 0 1,1 0-1,0 1 1,0-1-1,0 1 1,1 0 0,-1 0-1,0 0 1,-1 4-1,0 1 111,0 1 1,0-1-1,0 1 1,1-1-1,1 1 1,0 0-1,0 0 0,0-1 1,1 1-1,0 0 1,2 10-1,-1-13-79,0 1 0,1-1-1,0 0 1,0 1 0,0-1 0,0 0 0,1 0-1,0-1 1,0 1 0,1-1 0,0 1 0,0-1 0,0 0-1,0 0 1,9 6 0,-5-5-54,1-1 0,0 0 0,0 0 0,1 0 0,-1-1 0,1-1 0,0 0 0,0 0 0,0-1 0,0 0 0,13 0 0,-15-1-282,0-1 0,-1 0 0,1-1 0,0 0 1,0 0-1,-1-1 0,1 1 0,-1-2 0,12-4 0,17-16-3942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7:46.194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1 193 14123,'0'0'4201,"152"-171"-6025,-118 150-2913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7:46.541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 0 12883,'0'0'2959,"18"33"-2906,60 105-9,-74-131-43,-1 0 0,1 0 0,-1 1 1,0-1-1,0 1 0,-1 0 0,0 0 0,-1 0 0,0 0 0,0 0 0,-1 0 0,1 0 0,-3 13 0,0 9 8,2-26 11,0 1-1,0 0 0,0 0 0,-1 0 1,0 0-1,0 0 0,0-1 0,-1 1 1,1 0-1,-4 5 0,4-9-117,-1 1-1,1 0 0,-1 0 1,1 0-1,-1-1 1,0 1-1,1-1 1,-1 0-1,0 1 0,0-1 1,0 0-1,0 0 1,0 0-1,0 0 1,-1 0-1,1-1 1,0 1-1,0-1 0,-1 1 1,1-1-1,0 0 1,-1 0-1,-1 0 1,3-2 18,0 0 0,0 0 0,1 0 0,-1 0 1,0 0-1,1 0 0,0 0 0,0 0 0,-1-1 0,1 1 1,0 0-1,1 0 0,0-4 0,-1 0 19,1-2 59,0 0-1,0 0 1,1 0 0,1 0 0,-1 0 0,1 1-1,0-1 1,1 1 0,0 0 0,0 0 0,1 0 0,8-10-1,-4 5-26,1 1 0,1 1 0,0-1 0,0 1 0,1 1 0,15-9 0,-22 15 3,-1 1 0,1-1 0,0 2 0,-1-1 1,1 0-1,0 1 0,0 0 0,0 0 0,0 0 1,1 1-1,-1-1 0,0 1 0,0 1 0,0-1 1,0 1-1,0 0 0,10 2 0,-11-1-15,-1 0 0,1-1 0,0 1 0,-1 0 0,1 1-1,-1-1 1,0 1 0,1-1 0,-1 1 0,0 0 0,-1 0 0,1 0-1,-1 1 1,1-1 0,-1 1 0,0-1 0,0 1 0,0 0-1,-1 0 1,0 0 0,3 8 0,-3-5 73,1 1 0,-1 0 0,-1 0 1,1 0-1,-1 0 0,-1 0 0,1-1 0,-1 1 0,-3 9 0,3-13 43,-1 1 0,0 0 0,0 0 0,0-1 0,-1 1-1,0-1 1,1 0 0,-1 0 0,-1 0 0,1 0 0,-1 0 0,1-1 0,-1 0-1,-7 5 1,3-3 79,1-1-1,0 0 1,-1-1-1,1 1 1,-1-1-1,0-1 1,0 0-1,-1 0 1,1 0-1,0-1 1,-11 0-1,15-1-214,0 0-1,0-1 1,0 1 0,0-1 0,0 1-1,0-1 1,0-1 0,0 1-1,0 0 1,0-1 0,0 0 0,1 0-1,-1 0 1,1 0 0,0-1-1,-1 1 1,1-1 0,0 0 0,0 0-1,1 0 1,-1 0 0,1-1-1,-4-5 1,-9-22-2133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7:46.915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0 227 2633,'0'0'10931,"0"-12"-10791,0-153 92,0 163-230,1 0-1,-1 0 1,1 0-1,-1 0 0,1 0 1,0 0-1,0 0 1,0 0-1,0 0 0,0 0 1,0 0-1,0 1 1,0-1-1,1 0 0,-1 1 1,1-1-1,-1 1 1,1 0-1,0-1 0,0 1 1,-1 0-1,1 0 1,0 0-1,0 0 0,0 0 1,0 1-1,0-1 1,0 1-1,1-1 0,2 0 1,6-1-54,0 1 0,0 0 0,1 0 0,18 2 0,-27 0-4,1 0 0,-1 0 0,0 0 0,1 0 0,-1 1 0,0-1 0,0 1 0,0 0 0,0-1 0,-1 1-1,1 1 1,0-1 0,-1 0 0,1 1 0,3 4 0,22 19-2610,-17-22-1546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7:47.361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0 230 10698,'0'0'5049,"66"168"-5049,-56-159-968,-6-2-1600</inkml:trace>
  <inkml:trace contextRef="#ctx0" brushRef="#br0" timeOffset="1">135 1 8346,'-7'0'7625,"-3"0"-6320,6 0-1305,1 15-1817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7:47.703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260 1 8250,'0'0'1711,"-23"5"-1135,-77 17 441,93-20-788,-1 0 0,1 1 0,0-1-1,1 1 1,-1 1 0,0 0 0,1 0-1,0 0 1,0 0 0,0 1-1,1 0 1,-1 1 0,1-1 0,1 1-1,-1 0 1,-4 7 0,7-9-107,-2 0 43,1 1 0,0 0 1,0 1-1,1-1 1,-1 0-1,1 1 1,0 0-1,1-1 0,-1 1 1,1 0-1,1 0 1,-1 0-1,1-1 1,0 1-1,0 6 0,1-8-146,-1-1-1,1 1 0,0-1 0,0 0 0,0 1 0,1-1 1,-1 0-1,1 0 0,0 0 0,-1 0 0,1 0 1,1-1-1,-1 1 0,0 0 0,1-1 0,-1 0 0,1 1 1,0-1-1,-1 0 0,1 0 0,0-1 0,0 1 0,1-1 1,-1 1-1,6 1 0,1-1-352,0 1 1,0-1-1,0-1 1,0 0-1,0 0 1,0-1-1,0 0 0,0-1 1,0 0-1,-1 0 1,1-1-1,0-1 1,0 0-1,-1 0 0,16-8 1,8-13-3668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7:48.108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0 1 7394,'151'8'5934,"-106"-4"-2938,-45-4-2981,1 0-1,-1 0 1,1 0 0,-1 0 0,1 1-1,-1-1 1,1 0 0,-1 0-1,1 0 1,-1 1 0,0-1 0,1 0-1,-1 1 1,1-1 0,-1 0 0,0 1-1,1-1 1,-1 0 0,0 1-1,0-1 1,1 1 0,-1-1 0,0 0-1,1 1 1,4 8 214,-4-8-207,37 41 673,-36-38-668,1-1-1,-1 0 0,0 1 0,0-1 1,-1 1-1,1 0 0,-1 0 0,0-1 1,0 1-1,0 0 0,0 0 1,-1 5-1,0-9-28,-1 1 1,0-1 0,0 0-1,0 1 1,1-1-1,-1 0 1,0 1-1,0-1 1,0 0-1,0 0 1,0 0-1,0 0 1,0 0 0,0 0-1,0 0 1,0 0-1,1 0 1,-1 0-1,0 0 1,0-1-1,0 1 1,-1-1 0,-24-7-309,16 4 216,0 1-1,-1 0 1,0 0 0,0 1 0,-19-1 0,25 3 87,0 0 0,0 0-1,0 1 1,0 0 0,1 0 0,-1 0 0,0 0 0,0 1 0,1-1 0,-1 1 0,1 0 0,0 1 0,-7 4 0,8-5 48,1 1 1,-1-1-1,1 1 1,0 0 0,-1 0-1,1 0 1,1 0-1,-1 0 1,0 1-1,1-1 1,0 1-1,0-1 1,0 1-1,0-1 1,0 1 0,1-1-1,-1 1 1,1 0-1,0 3 1,0-4 22,0 1-1,0-1 1,0 0 0,0 0-1,1 0 1,-1 1 0,1-1 0,0 0-1,0 0 1,0 0 0,0 0 0,1 0-1,-1 0 1,4 3 0,-3-4-21,0 0 1,0 0 0,1-1 0,-1 1-1,1-1 1,-1 1 0,1-1-1,0 0 1,-1 0 0,1 0 0,0-1-1,0 1 1,-1-1 0,1 1-1,0-1 1,4 0 0,11 2 109,-1-2 1,1 0-1,0-1 0,0 0 1,24-7-1,-32 6-165,-1 0-1,1 1 1,0 0-1,19 1 1,-23 0-652,-1 1 1,0 0 0,1-1-1,-1 2 1,10 2 0,-4 3-4116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8:06.03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10442,'0'0'4609,"163"0"-4545,-132 0-64,3 0 0,4 0-752,-10 0-960,-8 0-1425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8:06.53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19 10106,'0'0'6626,"48"10"-6522,-14-10-96,4 0-8,0 0-128,14-7-1281,-7-5-951,-11 3-4338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8:28.22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1800,'0'0'11995,"114"3"-12099,-38-3-1096,-7 0-1185,-7 0-5040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8:28.75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56 0 8282,'0'0'3917,"19"12"-4365,58 36-63,-76-47 493,1 0 0,0 0 0,0 1 0,-1-1 0,1 0 1,0 1-1,-1-1 0,1 0 0,-1 1 0,0 0 0,1-1 0,-1 1 0,0 0 1,0 0-1,0 0 0,0 0 0,-1-1 0,1 1 0,0 0 0,-1 1 0,0-1 1,1 0-1,-1 0 0,0 0 0,0 0 0,0 0 0,0 0 0,0 0 1,-1 4-1,-1 5 14,2-8 6,0 1 0,-1-1 1,1 0-1,-1 0 1,0 1-1,0-1 0,0 0 1,0 0-1,-1 0 1,1 0-1,-1 0 0,0-1 1,0 1-1,0 0 1,0-1-1,0 1 0,-1-1 1,1 0-1,-3 2 1,-7 4 48,1 0 1,-1-1 0,-17 7 0,11-5 27,20-9 227,57-14-4,-55 14-311,0-1 1,0 1-1,0-1 0,0 1 1,0 0-1,-1 0 0,1 1 1,0-1-1,0 1 0,0 0 1,0 0-1,-1 0 1,1 1-1,0-1 0,-1 1 1,0 0-1,5 3 0,-4 0-86,0-1-1,0 2 1,0-1-1,-1 0 1,0 1-1,0 0 1,0 0-1,0 0 1,-1 0-1,0 0 0,1 6 1,0 5-261,-1-1 1,0 0-1,-1 20 1,-1-33 365,0-1-1,-1 1 1,1 0 0,-1 0 0,0 0-1,1 0 1,-1 0 0,0 0 0,-1-1-1,1 1 1,0 0 0,-1-1 0,0 1 0,1-1-1,-1 0 1,0 1 0,-4 2 0,1-1 85,0 0 0,0 0 0,-1-1 0,0 1 1,0-1-1,0-1 0,-11 4 0,2-1 51,0-2-1,-1 0 1,0-1-1,1 0 0,-1-1 1,-17-2-1,32 1-175,-1 0-1,1 0 1,0 0 0,0-1-1,-1 1 1,1 0 0,0-1 0,0 1-1,0-1 1,-1 0 0,1 1-1,0-1 1,0 0 0,0 1-1,0-1 1,0 0 0,0 0-1,0 0 1,1 0 0,-1 0 0,0 0-1,0 0 1,1 0 0,-1-1-1,1 1 1,-1 0 0,1 0-1,-1-3 1,-7-18-1850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8:29.15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1 592,'0'0'9962,"4"43"-9906,-4-18 16,0 3-64,0 3 0,0 6 48,0-2-56,3 2 0,-3 16-72,0-13-904,0-6-3073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8:29.54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3041,'0'0'10730,"114"9"-10730,-69-9-912,3 0-585,-10 0-1023,-10 0-4546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8:30.01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86 48 360,'0'0'11976,"0"-9"-11637,0-21 61,0 22 121,0 25-206,4 71-210,18 104 0,-20-179-102,1 43-412,-4-55 315,-1 0 1,1-1-1,-1 1 0,1-1 1,-1 1-1,0-1 0,1 0 1,-1 1-1,1-1 0,-1 0 1,0 0-1,-1-1 0,1 1-30,-9 1 70,0 0 0,1 1-1,-1 0 1,0 0 0,1 1 0,-19 8-1,30-11 75,-1 0 0,0 0 0,0 0 0,0 0 0,0 0 0,1 0-1,-1 0 1,0 0 0,0 0 0,0 0 0,0 1 0,1-1 0,-1 0 0,0 0-1,0 0 1,0 0 0,0 0 0,0 0 0,0 1 0,1-1 0,-1 0 0,0 0 0,0 0-1,0 0 1,0 1 0,0-1 0,0 0 0,0 0 0,0 0 0,0 0 0,0 1 0,0-1-1,0 0 1,0 0 0,0 0 0,0 1 0,0-1 0,0 0 0,0 0 0,0 0-1,0 0 1,0 1 0,0-1 0,0 0 0,-1 0 0,1 0 0,0 0 0,0 1 0,0-1-1,0 0 1,0 0 0,0 0 0,-1 0 0,1 0 0,0 0 0,0 1 0,0-1 0,0 0-1,-1 0 1,18 1 325,-17-1-338,138 0 757,-47 0-5571,-76 0-1159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8:16.34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29 249 200,'1'-5'13925,"1"-19"-13736,-2-11-139,-1 6-27,1 1 1,2-1-1,0 1 0,10-38 0,-10 62-21,-1 3-10,-1 22 16,30 461-383,-25-431 84,-2 53-1,-32-103 194,-12-5-44,25 2 123,15 2-56,6-1-74,10 0 19,1-1-1,-1 0 0,24-8 0,-17 5-1139,1 1-2168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8:16.73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10986,'0'0'4777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8:18.95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6 1 9394,'-5'5'13239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8:22.78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1 449 312,'0'0'5013,"2"6"-3518,0 1-1008,-1-5-198,0 0 1,0 1-1,0-1 0,0 1 0,-1-1 0,1 1 1,-1-1-1,0 6 2126,8-29-2139,1 0 1,0 1-1,2 0 1,0 0-1,25-32 0,-16 23-143,171-268-1069,-187 289-965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8:23.15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6049,'0'0'7642,"17"15"-7279,4 1-276,1 3 42,1 0 0,30 37 0,-8-7 312,73 63-1,-93-92-636,0 0 1,2-2 0,0-1-1,1-1 1,33 13-1,-16-16-4358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8:23.90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0 568,'0'0'12347,"14"0"-12347,14 0 104,-1 6-104,8 1 0,10 2-528,-7 0-1033,-7-6-2424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8:25.16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3 2865,'0'0'10074,"9"0"-9993,13-1-48,1-1-55,1 2 1,23 2-1,-42-2-48,-1 1 0,0-1 0,0 1 0,1 0 0,-1 0-1,0 0 1,0 0 0,0 1 0,0-1 0,0 1 0,-1 0 0,1 0 0,0 1-1,-1-1 1,0 1 0,1 0 0,-1 0 0,5 6 0,-7-7 67,0 0 0,0 0 0,0 1 0,0-1 0,0 0 0,-1 1 1,1-1-1,-1 0 0,0 1 0,1-1 0,-1 0 0,0 1 0,0-1 0,-1 0 0,1 1 1,0-1-1,-1 0 0,1 1 0,-1-1 0,-1 3 0,-1 0 3,1-1 0,-1 0 0,0 0 0,0 0 0,0-1 0,0 1 0,0-1 0,-7 5-1,7-5 1,0 0 1,0 0-1,-1-1 0,1 1 0,-1-1 0,1 0 0,-1 0 0,0 0 0,1 0 1,-1-1-1,-6 2 0,9-3-12,28 1-71,-19-2 88,-5 1-5,-1 0 0,1 0 0,-1 0 0,1 1 0,-1-1 0,1 1 0,-1-1 0,0 1 0,1 0 0,-1 0-1,0 0 1,0 0 0,1 0 0,-1 1 0,0-1 0,0 1 0,2 2 0,-1-1 0,-1 0 0,0 1 0,0-1 0,0 1 0,0-1 0,0 1 0,-1 0 0,0-1 0,1 1 0,0 6 0,-1-3 3,0-1-1,0 1 1,0-1 0,-1 1-1,1-1 1,-2 1-1,1-1 1,-1 1-1,0-1 1,0 1 0,-3 6-1,3-10 18,-1 0 0,0 1 1,0-1-1,0 0 0,0 0 0,0 0 0,0 0 0,-1-1 0,0 1 0,1-1 0,-1 1 1,0-1-1,0 0 0,0 0 0,-1 0 0,1-1 0,0 1 0,-1-1 0,1 0 0,-7 2 1,4-2 3,1 1 1,-1-1 0,0-1 0,0 1 0,1-1-1,-1 0 1,0 0 0,0 0 0,-9-3 0,11 2-103,1 0 1,-1 0 0,1-1 0,0 0 0,0 1 0,-1-1-1,1 0 1,0-1 0,1 1 0,-1 0 0,0-1-1,1 0 1,-1 1 0,1-1 0,-3-4 0,-6-9-2158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8:25.71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1 104,'0'0'11699,"0"0"-11661,0-1 0,0 1 1,1 0-1,-1 0 1,0 0-1,0 0 1,1 0-1,-1 0 1,0 1-1,0-1 1,1 0-1,-1 0 1,0 0-1,0 0 1,1 0-1,-1 0 1,0 0-1,0 0 0,1 1 1,-1-1-1,0 0 1,0 0-1,0 0 1,1 0-1,-1 1 1,0-1-1,0 0 1,0 0-1,0 1 1,0-1-1,1 0 1,-1 0-1,0 1 0,0-1 1,0 0-1,0 0 1,0 1-1,0-1 1,31 247 371,-22-141-4132,-8-89-836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8:26.09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0 904,'0'0'11427,"79"0"-11427,-51 0-152,3 0-561,-3 0-887,-8 0-2761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8:26.71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59 18 224,'0'0'10626,"0"-5"-10280,0-8 31,0 21 537,0 31-317,7 233-366,-12-272-220,-55 0-81,59 0 186,40-2 300,-27 1-600,0 0 0,0 1 0,0 0 0,0 1 0,0 0 0,17 4 0,-20 1-2322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8:27.51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90 464,'0'0'12700,"39"0"-11957,131 0-243,694-6 388,-767 4-1783,0-4 0,0-4 0,126-31 0,-123 16-2066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8:30.93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0 536,'0'0'12012,"0"8"-11556,2 45-317,16 81 0,-4-35-101,-4 36-124,-9-77-5317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8:31.32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31 1320,'0'0'12731,"14"-9"-12379,3 9 16,4 0 0,0 0-168,6-3-48,4 3-152,4-3 0,10-4-496,-4 1-1288,-10 3-2417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8:31.98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181 29 496,'0'0'10126,"5"-2"-9016,16-9-103,-21 11-966,1 0 1,-1 0-1,0 0 1,0 0-1,1 0 1,-1 0-1,0-1 1,0 1-1,1 0 1,-1 0-1,0 0 1,0 0-1,1 0 1,-1 0-1,0 0 1,0-1-1,0 1 1,1 0-1,-1 0 1,0 0-1,0 0 1,0-1-1,0 1 1,1 0-1,-1 0 1,0-1-1,0 1 1,0 0-1,0 0 1,0-1-1,0 1 1,0 0-1,0 0 1,0-1-1,0 1 1,0 0-1,0 0 1,0-1-1,0 1 1,0 0-1,0 0 1,0-1-1,0 1 1,0 0-1,0 0 1,0-1-1,0 1 1,0 0-1,-1 0 1,1 0 0,0-1-1,0 1 1,0 0-1,0 0 1,0 0-1,-1-1 1,-9-2 530,2 2-546,0 1-1,1 0 1,-1 0 0,0 0 0,1 1 0,-1 1-1,1-1 1,-1 1 0,1 0 0,0 1 0,0 0 0,0 0-1,0 1 1,0-1 0,1 1 0,-1 1 0,1-1 0,0 1-1,0 0 1,1 1 0,0 0 0,0-1 0,0 1-1,1 1 1,-1-1 0,1 1 0,1 0 0,0-1 0,0 2-1,0-1 1,1 0 0,-4 15 0,4-10-24,0 1 0,1 0 0,1-1 0,-1 1 0,2 0 1,0 0-1,4 17 0,-3-21 1,1 0 1,0-1 0,0 1-1,1-1 1,0 0-1,1 0 1,-1-1 0,2 1-1,-1-1 1,1 0-1,8 7 1,-6-6 4,1-1 0,0 0 1,0 0-1,1-1 0,-1 0 1,1-1-1,1 0 0,-1-1 0,1 0 1,17 4-1,-4-3-19,0-2-1,0 0 1,47-2-1,-57-2-260,0-1-1,0-1 1,0 0-1,0 0 1,0-2-1,-1 1 1,0-2-1,0 0 1,0 0 0,-1-1-1,0-1 1,15-12-1,17-14-4361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8:36.72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13 224,'0'0'11516,"14"9"-10273,33-6-1364,0-2 1,56-6-1,-49-3-2493,-5-4-3440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8:37.46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54 328,'0'0'14587,"0"-3"-14531,18 3-48,9-3 16,8-4-24,6 1-112,21-6-816,-10-1-1216,-7 4-3322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8:42.93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7 440,'0'0'8682,"204"0"-8682,-146 0-488,-6-6-2633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8:43.56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16 22 7866,'0'0'6496,"32"-4"-6420,104-11 12,-130 14-82,-1 0 0,1 1 0,-1 0 0,1 0 1,0 0-1,-1 1 0,1 0 0,-1 0 0,0 1 1,10 2-1,-13-2 3,1 0 1,-1 0 0,1 0 0,-1 0-1,0 0 1,0 0 0,0 0-1,0 1 1,0-1 0,0 1 0,1 3-1,4 4 35,0 2 20,0 0 1,-1 0-1,0 1 1,-1 0 0,0 0-1,-1 0 1,4 23-1,-4-9-14,-2 0-1,-1 53 0,-2-71-44,-1 0 1,0-1-1,-1 1 1,1 0-1,-2-1 1,1 0-1,-1 1 0,0-2 1,-1 1-1,0 0 1,0-1-1,-1 0 1,1 0-1,-11 8 0,-3 3-37,0-1 0,-1 0 0,-40 22 0,53-34-117,0-1 0,0 0 1,-1 0-1,1 0 0,-1-1 0,0-1 0,0 1 0,0-1 0,-1 0 0,1-1 0,0 0 0,-1-1 0,1 1 0,-13-2 0,20 0 123,-1 0-1,0 1 0,1-1 0,-1 0 0,1 0 0,0 0 1,-1 0-1,1 0 0,0 0 0,0 0 0,-1-1 0,1 1 0,0 0 1,0-1-1,0 1 0,1-1 0,-1 1 0,0-1 0,0 1 0,1-1 1,-1 1-1,1-1 0,0 0 0,-1 1 0,1-1 0,0 0 1,0 0-1,0-2 0,2-54-330,-2 56 346,2-5-2,-1 0-1,1 0 1,1 0 0,-1 1 0,1-1 0,1 1 0,-1 0 0,1 0 0,0 0 0,0 1 0,1-1 0,-1 1 0,1 0 0,1 0 0,-1 0 0,0 1 0,1 0 0,11-6 0,-12 7 38,0 0 0,0 0 0,0 1-1,0 0 1,1 0 0,-1 0 0,0 1 0,1-1 0,-1 1 0,1 1 0,-1-1-1,1 1 1,0 0 0,-1 0 0,1 0 0,0 1 0,-1 0 0,1 0 0,-1 1-1,0-1 1,1 1 0,-1 0 0,9 6 0,13 11-202,-8-5 384,36 21 1,-48-32-558,0 1 0,0-1 0,1-1 0,0 0 0,-1 0 0,1 0 0,0-1 0,0 0 0,8 0 0,6-1-6287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8:38.94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79 155 496,'0'0'8002,"3"-25"-7182,11-105 644,-16 165-1274,3 58-1,0-30-120,0-30-57,0 1 0,2-1 0,2 1-1,9 36 1,-4-32 29,-1 1 0,-3 1 0,4 74 0,-12-113-34,0 0 1,0 0-1,1-1 0,-1 1 1,0 0-1,0-1 0,0 0 1,0 1-1,0-1 0,-1 0 1,1 0-1,0 0 0,0-1 0,-2 1 1,1-1-3,-11 2-32,1 0 0,-1 1 1,0 0-1,1 1 0,0 0 1,-25 10-1,116-10 1061,-61-2-1680,0 0 1,33 6-1,-34-3-3879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8:39.36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9058,'0'0'5441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8:40.03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1 460 336,'0'0'9473,"0"-5"-9128,3-5-168,1 0 0,-1 1-1,2 0 1,-1 0 0,1 0 0,1 0-1,0 1 1,7-10 0,15-21 427,32-52-141,-35 58-695,-2-1 0,-2-2 0,-1 0 0,17-44 0,-35 77-172,1-9-34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8:40.49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1 832,'0'0'12235,"14"3"-11642,14 7-486,0 1 0,-1 0 0,0 2 0,-1 2 0,41 28 0,47 60-91,-49-40-54,-62-60-38,1-1 0,-1 1 0,1 0 0,0-1 0,0 0 0,0 0 0,0 0 0,0 0 0,0 0 0,0-1 0,1 0 0,5 1 0,33 0-4085,-25-2-2193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8:40.92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0 968,'0'0'14131,"10"0"-14051,11 0-64,3 0-16,4 0 0,13 0-960,-10 0-1128,-3 0-3234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8:41.48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18 10 3513,'0'0'9240,"32"-2"-9066,96-5-82,-123 7-88,0 0 1,0 0 0,0 0-1,0 1 1,0 0 0,0 0-1,0 0 1,0 1 0,-1 0-1,7 2 1,-9-2 19,1 0-1,-1 0 1,1-1 0,-1 2-1,0-1 1,1 0-1,-1 0 1,0 1 0,-1-1-1,1 1 1,0-1 0,1 6-1,0 0 51,-1 0 0,0 0-1,0 1 1,-1 0 0,0-1 0,0 1-1,-1-1 1,-1 11 0,0-3-29,1-15-45,0 19 90,-4 40 0,2-52-68,0-1 0,0 1-1,0-1 1,-1 1-1,0-1 1,0 0-1,-1 0 1,-6 9-1,2-5 3,-1-1 0,1 1 1,-1-1-1,-1-1 0,-16 13 0,20-18-66,0 0 1,1 0 0,-2-1 0,1 0 0,0 0 0,-1-1 0,1 0-1,-1 0 1,0 0 0,1-1 0,-1 0 0,-11 0 0,14-1-106,1 1 0,-1-2 0,0 1 0,1 0 0,-1-1 0,1 1 0,-1-1 0,1 0 0,-1 0 0,1-1 0,0 1 0,-1-1 0,1 1-1,-3-3 1,3 1 6,1 1-1,0-1 0,1 1 0,-1-1 0,0 0 0,1 0 0,-1 1 0,1-1 0,0 0 0,0 0 0,0-1 0,0 1 0,1 0 0,-1 0 0,1 0 0,0-6 0,-1 4 53,1-1-1,0 1 1,0-1-1,0 1 0,1-1 1,0 1-1,2-7 1,-2 9 87,0 1 1,0-1 0,1 1 0,-1-1 0,1 1-1,0 0 1,0-1 0,-1 1 0,2 0 0,-1 0-1,0 1 1,0-1 0,0 0 0,1 1-1,4-3 1,3-1 217,0 0 0,0 1 0,1 0 0,0 1 0,0 0 0,0 1 1,0 0-1,0 1 0,0 0 0,0 1 0,0 0 0,0 1 0,1 0 0,-1 0 0,0 2 0,0-1 0,-1 1 0,1 1 0,-1 0 0,15 7 0,2 5-235,-7-4-1376,34 15 1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8:42.30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47 488,'0'0'11632,"11"0"-11185,273-16 474,68-10-3918,-315 24 1644,11-1-1616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8:44.42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1 904,'0'0'11163,"31"99"-11091,-24-58-64,0-1-8,-4 7 32,4-1 16,-3-2-96,-4-7-88,0-6-657,0-6-1359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8:44.82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7 1488,'0'0'12059,"83"-6"-11627,-45 6-304,0 0-32,3 0-96,1 0-8,2 0-1384,-9 0-1161,-11 3-6937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8:50.79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321 1 328,'0'0'13511,"3"0"-12364,-5 0-964,-13 0-171,0 0 1,1 1 0,-1 1-1,0 0 1,1 1 0,0 0-1,-1 1 1,1 1 0,1 0-1,-1 1 1,1 0 0,0 1-1,0 1 1,1 0 0,-21 17-1,26-18-2,0 0 1,0 0-1,1 1 0,0 0 0,0 0 0,1 0 1,0 1-1,0 0 0,1 0 0,-4 9 0,5-4 12,-1 0 0,2 0-1,-1 0 1,2 0 0,0 0 0,2 20-1,0-27-13,0 0 0,0 0-1,1 0 1,1 0-1,-1 0 1,1 0 0,0-1-1,0 1 1,1-1-1,0 0 1,0 0 0,1 0-1,-1-1 1,1 1-1,0-1 1,1 0 0,-1-1-1,1 1 1,0-1-1,11 5 1,1 2-7,1-2 0,-1 0 0,2-2 0,-1 0 0,1-1 0,23 4 0,-22-6-327,-1-1 0,1-1 0,0 0 0,-1-2 1,1-1-1,0 0 0,26-6 0,3-12-4179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8:55.80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38 600,'0'0'16176,"0"-1"-16153,0 0 1,0 1-1,0-1 1,0 1-1,0-1 1,0 1-1,0-1 1,0 0-1,1 1 1,-1-1-1,0 1 1,0-1-1,0 1 1,1-1-1,-1 1 1,0-1-1,1 1 1,-1-1-1,1 1 1,-1-1 0,1 0-1,13-2-14,-1 1-1,1 0 1,0 0 0,0 1 0,22 2-1,7-1-192,127-10-4796,-120 4 601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8:56.29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9410,'0'0'7570,"83"0"-7570,-35 0-144,18 0-1121,-15 0-1071,-13 0-4114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9:02.29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0 264,'0'0'10954,"124"0"-10954,-86 0 0,-3 0-8,-1 0-72,4 0 72,-3 0-488,-1 0-408,14 0-1472,-13 0-3770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9:02.78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3609,'0'0'10610,"51"0"-10594,-13 0-8,7 0-8,0 0-432,21 0-920,-15 0-1249,-6 0-3576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9:03.54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22 312,'0'0'13035,"124"0"-12867,-86 0-88,7 0-48,3 0-32,21-9-288,-10 2-1152,-11 1-1497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9:04.49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18 301 312,'0'0'7527,"0"-30"-6161,7-187 1142,-7 163-430,0 66-1869,4 42-173,2-1-1,3 0 0,21 71 1,-21-85-31,5 9-11,-9-32-34,0 1-1,0 0 1,-2 0-1,0 0 1,-1 0 0,-1 1-1,-1 29 1,-1-45 32,1-1 0,-1 0-1,0 1 1,0-1 0,0 1 0,1-1 0,-1 0 0,-1 0 0,1 0 0,0 1 0,0-1 0,0 0 0,0 0 0,-1-1 0,1 1 0,-1 0 0,1 0 0,0-1 0,-1 1-1,1-1 1,-1 1 0,0-1 0,1 1 0,-1-1 0,1 0 0,-4 0 0,-49 2-271,41-3 227,-4 1 78,17 0-67,21 0-13,132-6-3809,-134 6-393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9:05.85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29 416,'0'0'11955,"194"0"-11819,-136 0-64,1 0-72,3-4 0,0-5-16,0 3-48,-10 0-656,-4 3-449,-10 3-719,-10 0-961,-11 0-2336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9:06.47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171 3 96,'0'0'10573,"21"-1"-10061,66-1-260,-82 2-251,0 0 0,0 1 0,-1-1 0,1 1 0,0 0 0,0 0 0,0 0-1,-1 1 1,1-1 0,-1 1 0,1 1 0,-1-1 0,0 0 0,0 1 0,0 0 0,0 0 0,0 0 0,-1 1 0,1-1 0,-1 1-1,0 0 1,0 0 0,0 0 0,3 7 0,0 0-7,-2 1-1,1 0 1,-2-1 0,1 1-1,-2 1 1,0-1-1,2 20 1,-2 2 51,-1 0 0,-2 0 0,-5 39 0,3-57-19,0-1 0,-2 1 0,1-1 0,-2 0 1,0 0-1,0-1 0,-1 1 0,-1-2 0,-10 14 1,6-11 46,0-1 1,-1 0 0,0-1 0,-2-1-1,1 0 1,-31 19 0,36-26-68,-1 0 0,0-1 0,0-1 0,-1 0 0,1 0 0,-1-1 0,0 0 1,0-1-1,0 0 0,0-1 0,0 0 0,0-1 0,-14-1 0,22 1-8,0-1 0,1 0 0,-1 1 0,0-1-1,1-1 1,-1 1 0,1 0 0,-1-1 0,1 1 0,0-1 0,-1 0 0,1 1 0,0-1-1,0 0 1,1-1 0,-1 1 0,0 0 0,1 0 0,-1-1 0,1 1 0,-1-1 0,1 1-1,0-1 1,0 0 0,1 1 0,-1-1 0,0 0 0,0-5 0,-1-8-17,1 0 1,0-1-1,2-26 1,-1 33-24,1 4 20,-1 0 1,1 0-1,1 0 1,-1 0-1,1 0 1,0 0-1,0 1 1,1-1 0,-1 1-1,1-1 1,0 1-1,1 0 1,-1 0-1,1 1 1,0-1-1,0 1 1,1-1 0,-1 1-1,1 1 1,0-1-1,0 1 1,0 0-1,1 0 1,-1 0-1,1 1 1,0-1-1,6 0 1,-5 0 34,0 2 0,1-1 0,-1 1 0,1 0 0,0 0 0,-1 1 0,1 0 0,0 0 0,-1 1 0,1 0 0,-1 0 0,1 1 0,-1 0 0,0 0 0,0 1 0,0 0 0,0 0 0,0 1 0,0 0 0,-1 0 0,8 6 0,8 11 34,1-2 1,47 30-1,-60-43-253,0-1-1,1 0 0,0-1 0,-1 0 0,2 0 0,-1-1 1,0-1-1,1 0 0,-1 0 0,16-1 0,3-1-3101,-7 0-3207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9:07.46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0 488,'0'0'14107,"0"3"-14107,0 4-784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9:08.00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1 414 512,'0'0'11719,"14"-17"-11327,89-107-20,-51 60-651,80-133 0,-127 186-254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9:08.42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0 360,'0'0'13074,"25"18"-12765,83 60-198,48 48 11,-36-29-1646,-80-72-461,-11-16-2213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9:08.82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3665,'0'0'10386,"96"0"-10386,-65 3-256,14-3-768,-7 0-769,-10 0-2296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9:09.30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10 25 6649,'0'0'5126,"32"-5"-5024,103-13-11,-132 17-80,1 0 1,0 1-1,-1 0 1,1 0-1,-1 0 1,1 1 0,-1-1-1,1 1 1,0-1-1,-1 1 1,0 0-1,5 3 1,-6-3 5,-1-1 0,0 1 0,0 0 1,0 0-1,-1 0 0,1 0 0,0 1 0,0-1 1,0 0-1,-1 0 0,1 0 0,-1 1 1,1-1-1,-1 0 0,1 1 0,-1 1 0,2 4 94,2 7 2,0 1 0,-2-1 0,0 1 0,0 0-1,-2 0 1,-1 27 0,0-9-50,1-22-59,-1 0 0,0 0 0,-1 0 0,0-1 0,-1 1 0,0-1 0,-1 1 0,0-1 0,0 0 1,-1-1-1,-1 1 0,1-1 0,-2 0 0,1 0 0,-1-1 0,0 0 0,-1 0 0,0 0 0,0-1 1,-1-1-1,0 1 0,0-1 0,0-1 0,-1 0 0,-14 6 0,21-10-72,-1 0 0,1 1 0,0-2 0,-1 1-1,1 0 1,-1-1 0,1 0 0,-1 1 0,1-1-1,-1-1 1,1 1 0,0 0 0,-1-1 0,1 0 0,-1 0-1,-3-1 1,4 0 9,1 0 0,0 1-1,0-1 1,0 0 0,1 0-1,-1 0 1,0 0 0,1-1-1,-1 1 1,1 0 0,0-1-1,0 1 1,0-1 0,0 1 0,0-1-1,0 1 1,1-1 0,-1 0-1,1 1 1,0-6 0,-2-2 2,1-1 1,1 0 0,0 0 0,0 0 0,1 1-1,2-13 1,-2 20 49,0 1 1,0-1-1,0 1 0,0-1 0,0 1 0,1-1 1,-1 1-1,1 0 0,-1 0 0,1 0 0,0 0 1,0 0-1,0 0 0,0 0 0,0 0 0,0 1 1,1-1-1,-1 1 0,0 0 0,1 0 0,-1-1 1,1 2-1,-1-1 0,1 0 0,0 0 0,-1 1 1,1 0-1,0-1 0,3 1 0,1 0 41,0 0 0,0 1-1,0 0 1,0 0 0,0 0 0,-1 1-1,1 0 1,0 0 0,-1 1 0,0 0-1,1 0 1,-1 0 0,0 1 0,-1 0-1,10 7 1,14 9 38,-18-13-413,0-1-1,1 0 0,0-1 0,0 0 0,0-1 1,1 0-1,-1-1 0,1-1 0,26 3 0,-14-5-5170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9:15.55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0 880,'0'0'5121,"32"186"-4817,-26-139-192,1-4-64,0 1 8,-3-10-56,3-6 0,-4-6 8,0-10-16,-3-6-792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9:15.96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1 488,'0'0'13675,"152"12"-13587,-111-12-72,4 0-16,7 0-328,-11 0-1376,-13 0-2713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9:16.44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383 63 464,'0'0'15671,"-10"-9"-15249,-34-29-242,40 35-168,0 1 0,0 0 0,-1 0 1,1 1-1,-1-1 0,0 1 0,1 0 0,-1 0 1,0 1-1,1 0 0,-1-1 0,0 1 0,0 1 0,-8 1 1,-9-1 15,13 0-4,0 0 0,-1 1 0,1 1 1,0-1-1,0 1 0,0 1 0,0 0 1,1 0-1,0 1 0,0 0 0,0 0 1,0 1-1,1 0 0,-1 0 1,-8 11-1,7-8 41,1 0 0,0 1-1,1-1 1,-1 2 0,2-1 0,0 1 0,0 0 0,1 0 0,0 0 0,1 1 0,-4 20 0,6-18-11,0-1 0,1 1 1,1-1-1,0 1 1,1-1-1,0 1 1,5 16-1,-4-23-42,1 0 1,-1 0-1,1 0 0,1 0 1,-1-1-1,1 0 0,0 0 0,0 0 1,1 0-1,0-1 0,0 1 1,0-1-1,1 0 0,10 6 1,-6-4-27,1-1 1,0 0-1,0-1 1,0 0-1,1-1 0,-1 0 1,1-1-1,0-1 1,0 1-1,0-2 1,0 0-1,1 0 1,-1-1-1,23-3 1,-23 1-438,-1 0 1,1-1 0,-1 0-1,0-1 1,0-1 0,0 1-1,0-2 1,-1 1 0,15-11-1,21-24-5543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9:23.05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1 696,'0'0'15876,"8"0"-15452,58 6-2367,110-2 1,-107-5-1539,-19 1-2316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9:23.77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0 496,'0'0'14739,"55"0"-14723,-17 0 64,3 0-80,1 0-16,20 0-576,-14 10-800,-10-7-1465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9:30.41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3489,'0'0'8440,"21"3"-7030,329-3-3924,-283-3-1350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9:36.97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31 5089,'0'0'11467,"255"0"-11331,-100 0-120,45 0-16,-3 0-304,-21 0-337,-21 0-111,17-9-408,-23 0-816,-11-4-2241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9:38.30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45 258 1064,'0'0'8441,"0"-25"-8231,-1-12-137,3-81 224,8 40 4453,-10 84-4600,3 110-6,32 189 1,-11-191-582,-42-114 94,-81 0-867,98 0 1297,52 0 65,276-12-2631,-263 11-2988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9:39.38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7298,'0'0'6218,"19"0"-5932,63 0-61,-72 0-194,1 0 1,-1 1-1,0 0 0,1 1 1,-1 0-1,0 1 1,0 0-1,0 1 0,0 0 1,-1 0-1,0 1 0,0 0 1,0 1-1,0 0 0,-1 0 1,0 1-1,0 0 0,-1 0 1,8 11-1,-6-7-12,-1 1 0,-1 0 0,0 1 0,-1-1 0,0 1 0,-1 0 0,0 1 0,-1-1 0,-1 1 0,0 0 0,-1 0 0,1 23 0,-3-28-18,1 7 6,0 0 0,-1-1 0,0 1 0,-2 0 0,1-1 0,-2 1-1,0-1 1,-1 0 0,-11 27 0,5-23-115,-1-2 0,0 1-1,-1-2 1,-1 1 0,-1-2 0,0 0-1,-1 0 1,-1-1 0,0-1 0,-21 12-1,31-21 9,0-1 1,-1 0-1,1-1 0,-1 1 0,0-2 0,-10 3 1,15-3 75,0-1 0,0 0 0,0 1 1,0-1-1,0 0 0,-1 0 1,1 0-1,0-1 0,0 1 1,0 0-1,0-1 0,0 1 0,0-1 1,0 0-1,0 0 0,0 0 1,0 0-1,1 0 0,-1 0 1,0 0-1,1 0 0,-1-1 0,0 1 1,1-1-1,-2-1 0,-1-7 3,1 0-1,0-1 0,1 1 0,0 0 0,0-1 0,1 1 1,1-1-1,0 1 0,0-1 0,3-14 0,-2 21 22,0 0 0,0 1-1,0-1 1,1 1 0,-1-1-1,1 1 1,0-1 0,0 1-1,0 0 1,0 0 0,0 0-1,1 0 1,0 0 0,-1 1 0,1-1-1,0 1 1,0 0 0,0 0-1,1 0 1,-1 0 0,0 0-1,1 1 1,-1-1 0,1 1-1,0 0 1,4-1 0,10-2 22,0 1 1,0 1 0,0 1 0,20 0 0,-29 2-4,1 1 0,-1 0 1,-1 0-1,1 1 0,0 0 1,0 0-1,-1 1 0,0 1 1,0-1-1,0 1 0,8 7 1,-5-4 5,1-1 1,-1 0 0,1-1-1,23 9 1,-24-12-288,0-1 1,0 0 0,0 0-1,0-2 1,0 1-1,0-1 1,1-1 0,-1 0-1,0 0 1,13-4-1,4-8-5488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9:39.88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1 363 16,'0'0'11020,"3"0"-10619,-1 0-335,0 0 1,0-1-1,-1 1 0,1-1 0,0 1 0,-1-1 1,1 0-1,-1 0 0,1 0 0,-1 0 0,1 0 1,-1 0-1,1 0 0,-1 0 0,0 0 0,0-1 1,0 1-1,2-3 0,21-35 877,-8 12-658,20-25-96,88-138-1018,-109 161-2060,-15 22 73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9:40.29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3201,'0'0'11378,"190"174"-11322,-145-137-8,-4-3-40,-3-3-8,-7-6 0,-3-6-144,-4-4-576,-7-2-272,4-4-593,-11-6-1543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9:40.90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35 0 392,'0'0'12099,"19"5"-11999,61 16-10,-75-19-66,0-1-1,0 1 0,-1 0 1,1 0-1,0 0 0,-1 1 1,0-1-1,1 1 0,-1 0 1,0 0-1,0 1 0,-1-1 1,1 1-1,-1 0 0,0 0 1,0 0-1,0 1 0,0-1 0,-1 0 1,2 6-1,0 2 103,-2-1 0,1 1 0,-2-1 0,0 1-1,0 0 1,-1 15 0,0-16-90,0-6-28,-1 0 0,1 0 0,-1 0 0,0 0 0,0 0-1,0-1 1,-1 1 0,0 0 0,0-1 0,0 1 0,-1-1-1,1 1 1,-1-1 0,0 0 0,0 0 0,0 0 0,-1-1 0,1 1-1,-1-1 1,0 0 0,-8 5 0,5-3-71,-1-2-1,0 1 1,1-1 0,-1 0-1,-1 0 1,1-1 0,0 0-1,0-1 1,-1 0 0,1 0-1,-1 0 1,-9-2 0,16 1 28,-1-1 1,1 1 0,0-1 0,-1 1-1,1-1 1,0 0 0,0 0 0,0 0-1,0-1 1,0 1 0,0 0 0,0-1 0,0 1-1,0-1 1,1 1 0,-1-1 0,1 0-1,-1 0 1,1 0 0,0 0 0,0 0-1,-1 0 1,1 0 0,1 0 0,-1 0 0,-1-4-1,0-3-138,0 0 0,0-1 0,1 1 0,0 0 0,0-13-1,1 22 171,0-1 0,1 1-1,-1-1 1,0 0-1,0 1 1,1-1 0,-1 1-1,0-1 1,1 1-1,-1-1 1,0 1 0,1-1-1,-1 1 1,1 0-1,-1-1 1,1 1 0,-1-1-1,1 1 1,-1 0-1,1 0 1,-1-1-1,1 1 1,-1 0 0,1 0-1,0-1 1,-1 1-1,1 0 1,-1 0 0,1 0-1,0 0 1,-1 0-1,2 0 1,26 0 97,-19 1-17,-1 0-30,0 0 0,-1 1 0,1 1 0,0-1 0,-1 1 0,0 1 0,1-1-1,-1 1 1,-1 0 0,1 1 0,10 8 0,36 21 24,-44-30-270,0-1 0,0 0 0,0 0 0,0-1 0,1 0 0,-1-1 0,0 0 0,17 0 0,-1-1-3936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9:41.53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0 384,'0'0'12411,"0"6"-12061,2 37 235,10 53-1,1 2-399,14 195-1947,-26-273-1021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9:41.91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0 520,'0'0'12763,"214"3"-12763,-159 7-624,31-1-1161,-13-6-2192,-8-3 2833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9:42.30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327 68 1008,'0'0'14061,"-14"-11"-12841,-46-33-187,58 42-960,-1 1-1,-1-1 0,1 1 0,0-1 0,0 1 1,-1 0-1,1 0 0,0 1 0,-1-1 1,1 1-1,-1-1 0,1 1 0,-1 0 0,1 0 1,0 1-1,-7 1 0,1-1 35,1 1-74,0 0-1,0 1 0,0 0 0,0 0 1,1 1-1,-1 0 0,1 0 0,0 1 1,0 0-1,1 0 0,-1 0 0,1 1 1,0 0-1,-5 8 0,3-5-23,1 0-1,0 1 1,0 0 0,1 0 0,1 1-1,0-1 1,0 1 0,1 0-1,-4 18 1,5-14-7,1 0 0,1 0-1,0 0 1,1 0 0,0 0-1,4 24 1,-2-31-2,1 1-1,-1-1 1,1 0 0,0 0 0,1 0-1,0 0 1,0-1 0,1 1-1,0-1 1,0 0 0,1 0-1,10 9 1,-4-5-63,1-2-1,1 1 1,0-1-1,0-1 1,1-1-1,0 0 1,0 0 0,0-2-1,1 0 1,0-1-1,0 0 1,0-1-1,20 0 1,-11-1-303,1-2 0,-1 0 0,1-2 0,-1-1 0,0-1-1,0-1 1,43-14 0,-7-4-4819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9:59.24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1528,'0'0'13307,"0"3"-13659,0 3-408,0 10-392,0-4-1153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9:58.65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1 624,'0'0'8458,"10"0"-8450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19:59.66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1 392,'0'0'12435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0:01.07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8 0 7786,'0'0'6305,"-7"0"-7329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0:02.90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250 1 184,'0'0'3665,"14"29"-3014,39 92-7,-50-114-530,0-1 0,0 1 0,-1 0 0,0 0 0,0 0 0,0 1 0,-1-1 0,0 0 0,-1 0 1,0 1-1,-1 13 0,-1 5 455,2-25-491,1 0 0,-1 0 0,0 0 1,0 0-1,0 0 0,0 0 1,0 0-1,0 0 0,0 0 1,0 0-1,0 0 0,-1 0 1,1 0-1,0 0 0,0 0 0,-1 0 1,1 0-1,-1-1 0,1 1 1,-1 0-1,1 0 0,-1 0 1,0-1-1,1 1 0,-1 0 1,0-1-1,0 1 0,1 0 0,-1-1 1,-1 1-1,-1-1 52,1 0-1,-1 0 1,0-1 0,1 1-1,-1-1 1,1 0 0,0 1-1,-1-1 1,-4-3-1,-5-1-474,2 2 350,-1-1 0,0 2 0,1-1 0,-1 1 1,0 1-1,-1 0 0,1 1 0,0 0 0,0 1 1,0 0-1,0 0 0,0 1 0,-15 5 0,20-5 0,0 0 1,0 1-1,0-1 0,0 1 0,0 1 0,1-1 0,-1 1 0,1 0 1,0 0-1,0 0 0,0 1 0,1 0 0,-1 0 0,1 0 0,0 0 1,1 1-1,-1 0 0,1-1 0,0 1 0,1 0 0,-1 0 0,1 1 0,-2 10 1,3-14 19,0 1 0,1 0 0,-1 0 0,1 0 0,0 0 0,0 0 0,0 0 1,0 0-1,1 0 0,0 0 0,0 0 0,0 0 0,0-1 0,0 1 0,1 0 1,0-1-1,-1 1 0,1-1 0,5 7 0,-2-6 2,-1-1 0,1 1-1,0-1 1,0 0 0,0-1 0,1 1 0,-1-1-1,1 0 1,-1 0 0,1-1 0,0 0-1,-1 0 1,1 0 0,6 0 0,112 2-57,-86-3-304,30 0-1668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0:03.35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698 110 9154,'0'0'5903,"-33"-19"-5767,-106-55-71,135 71-55,-1 1 1,0 0-1,1 0 0,-1 0 1,0 1-1,0-1 1,-1 1-1,1 1 0,0-1 1,0 1-1,0 0 0,-7 0 1,9 1-2,-1 0 0,1 1 0,0-1 0,-1 1 1,1-1-1,0 1 0,0 0 0,0 0 0,0 1 0,-4 3 0,-6 4 25,-9 7 77,1 1-1,1 1 0,0 1 1,1 1-1,1 0 0,-18 29 1,15-15 15,1 0 1,2 1 0,-23 67 0,17-22-73,4 2 0,3 1 1,-9 122-1,15-70-257,-23 183-5290,20-251 734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0:03.86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1 197 3001,'0'0'10215,"40"0"-9915,130-2-126,-125 1-158,1-1 0,65-11 1,-92 8-79,-1 0 0,0-1 1,0 0-1,0-2 0,-1 0 1,29-20-1,-39 24-16,0-1 1,0 0-1,-1 0 0,1 0 1,10-13-1,-15 14 80,0 1-1,0-1 0,0 1 1,0-1-1,-1 0 1,1 0-1,-1 0 1,0 0-1,0 0 1,0 0-1,-1 0 1,1 0-1,-1-6 0,0 10 24,0-1 1,0 1-1,0 0 0,0-1 0,0 1 0,-1-1 0,1 1 0,0-1 0,0 1 0,0 0 0,0-1 0,0 1 0,-1-1 0,1 1 0,0 0 0,0-1 0,-1 1 0,1 0 0,0-1 0,-1 1 0,1 0 0,0-1 0,-1 1 1,1 0-1,0 0 0,-1-1 0,1 1 0,-1 0 0,1 0 0,0 0 0,-1 0 0,1-1 0,-1 1 0,1 0 0,-1 0 0,1 0 0,0 0 0,-1 0 0,1 0 0,-1 0 0,1 0 0,-1 0 0,1 1 0,-1-1 1,1 0-1,0 0 0,-1 0 0,-5 1 217,5 2-224,0 1 0,0 0 0,0 0 0,1 0 0,-1-1 0,1 1 0,0 0 0,1 7 0,-1-5-4,0 3-15,1 0 0,0-1 1,0 1-1,0 0 0,1-1 0,1 1 1,-1-1-1,1 0 0,1 0 1,-1 0-1,1 0 0,1 0 0,0-1 1,6 9-1,-7-12-3,0 0 0,0-1 0,0 1 1,1-1-1,-1 1 0,1-1 0,-1-1 0,1 1 0,0-1 1,0 0-1,0 0 0,1 0 0,-1-1 0,0 1 1,1-1-1,-1-1 0,1 1 0,-1-1 0,1 0 0,-1 0 1,1-1-1,-1 1 0,11-4 0,-10 3 3,-1-2 1,1 1-1,0 0 1,-1-1-1,0 0 0,0-1 1,0 1-1,0-1 0,0 0 1,-1 0-1,1 0 1,-1-1-1,0 1 0,-1-1 1,1 0-1,-1 0 0,0-1 1,3-5-1,2-8-8,0 0 1,-1-1-1,8-38 0,-14 67-66,0 0 0,0 1 0,1-1 0,0 0-1,0 0 1,1 0 0,0-1 0,1 1 0,0-1-1,0 1 1,1-1 0,5 7 0,11 4-2386,-4-9-2408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0:04.20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61 720,'0'0'14113,"12"11"-13619,0-2-418,-6-5-59,0 0 1,-1 0-1,1 1 0,-1 0 0,0 0 1,-1 0-1,1 1 0,-1 0 0,0-1 1,0 2-1,-1-1 0,5 10 0,-2 6-10,-1-1-1,-1 1 1,-1 0-1,0 0 1,-2 0-1,-1 27 1,1-60-61,0-1 1,2 1-1,-1 0 1,2 0-1,4-11 1,-2 2 14,0 1-9,0 1 0,2-1 0,0 2 0,0-1 0,2 1 0,0 0 0,1 1 0,1 0 1,0 1-1,1 1 0,16-14 0,-25 24 32,1 1 0,0 0 0,1 0 0,-1 0 0,1 1 0,5-3 0,-9 4 2,0 1-1,-1-1 1,1 1 0,0 0-1,-1-1 1,1 1 0,0 0 0,-1 0-1,1 0 1,0 0 0,-1 0 0,1 0-1,0 0 1,-1 1 0,1-1 0,0 1-1,-1-1 1,1 1 0,0 0 0,-1-1-1,1 1 1,-1 0 0,0 0 0,1 0-1,1 2 1,3 7 18,-1 0-1,0 1 1,-1 0 0,0-1-1,0 1 1,-1 0-1,-1 1 1,2 18 0,7 27 7,-8-45-296,5 14 509,-7-25-458,-1 0-1,1 0 1,-1-1 0,1 1 0,-1 0-1,1 0 1,0-1 0,-1 1 0,1-1-1,0 1 1,0 0 0,-1-1 0,1 1-1,0-1 1,0 0 0,0 1 0,0-1-1,0 0 1,0 1 0,0-1 0,0 0 0,0 0-1,0 0 1,1 0 0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0:04.57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269 0 1112,'0'0'14293,"-5"4"-13739,-12 6-418,0 0-1,-1-2 0,-21 8 0,15-7 150,-40 23 0,57-27-228,0-1 1,0 1-1,1 0 1,0 0-1,0 1 1,0 0-1,1 0 1,0 0-1,0 1 1,-3 6-1,5-9-50,1 0-1,0 1 0,0-1 1,0 0-1,1 0 0,0 1 1,0-1-1,0 1 0,0-1 1,1 1-1,-1 0 0,1-1 0,0 1 1,1-1-1,-1 1 0,1-1 1,0 1-1,0-1 0,0 1 1,1-1-1,0 0 0,-1 1 1,1-1-1,1 0 0,-1 0 0,1 0 1,-1-1-1,1 1 0,0-1 1,1 1-1,-1-1 0,0 0 1,1 0-1,0-1 0,0 1 1,7 3-1,2-1-234,1-1-1,0 0 1,0-1 0,0 0-1,0-1 1,1-1 0,-1 0 0,24-2-1,-20-1-828,0 0 0,-1-1 0,29-9 0,14-11-4619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0:05.07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146 19 3505,'0'0'11653,"14"11"-11340,46 40-173,-56-45-115,1-1 0,-1 1 0,0 0 0,-1 0 0,1 0 0,-1 1 0,-1-1 0,1 1 0,-1 0 0,0 0 0,0-1 0,-1 1 0,0 0 0,0 1 0,-1-1 1,0 0-1,-1 14 0,0-5 151,-31-16-208,-20-10-345,35 7 300,-1 0-1,-32-2 1,42 5 62,1 0 10,0 0 0,1 0-1,-1 0 1,1 1-1,-1 0 1,-8 3-1,13-3 6,0-1 0,1 1 0,-1 0 0,1 0 0,-1 0 0,1 0-1,-1 1 1,1-1 0,0 0 0,0 1 0,-1-1 0,1 0 0,0 1 0,0-1-1,0 1 1,0 0 0,1-1 0,-1 1 0,0 0 0,1 0 0,-1-1 0,1 1-1,0 0 1,0 0 0,-1 0 0,1-1 0,0 1 0,1 2 0,-1-1-2,0-1 0,0 1 0,1-1 0,-1 0 1,1 1-1,0-1 0,-1 0 0,1 1 0,0-1 1,1 0-1,-1 0 0,0 0 0,0 0 0,1 0 1,0 0-1,-1 0 0,1 0 0,0-1 0,0 1 1,0-1-1,0 1 0,0-1 0,0 0 0,0 0 0,0 0 1,0 0-1,1 0 0,-1 0 0,0 0 0,5 0 1,9 2-245,-1-1 0,1-1 0,28 0 0,-32-1-116,-2-1-169,-1 0 0,1-1 0,0 0 0,-1 0 0,1-1 0,-1 0 0,0-1 0,0 0 0,-1-1 0,1 1-1,-1-2 1,0 1 0,0-1 0,14-13 0,-12 9-36,-1 0-1,0-1 0,0 0 0,-1 0 1,10-18-1,-13 19 1253,-1 0 0,0 1 0,-1-1 0,3-12 0,-7 31 810,0-1 0,0 1 0,1-1-1,0 1 1,1 9 0,1-4-1454,0 0 0,1-1 0,1 1 0,0-1 0,0 0-1,1 0 1,1 0 0,0-1 0,13 19 0,-15-26-42,-1-1-1,1 0 1,0-1-1,0 1 1,0-1-1,0 1 1,1-1 0,-1 0-1,1-1 1,0 1-1,0-1 1,0 0-1,0 0 1,6 1-1,-9-3-13,0 1 0,1-1-1,-1 0 1,0 0-1,1 0 1,-1 0 0,1 0-1,-1-1 1,0 1 0,1 0-1,-1-1 1,0 0-1,0 0 1,1 0 0,-1 0-1,0 0 1,0 0-1,0 0 1,0 0 0,0-1-1,0 1 1,-1-1-1,1 0 1,0 1 0,-1-1-1,1 0 1,-1 0-1,0 0 1,0 0 0,1 0-1,-1-1 1,1-2 0,3-12-383,-1-1 0,-1 0 0,0 1 0,-1-1 0,-1 0 0,-1-1 0,0 1 0,-2 0 0,0 0 0,-1 1 0,-7-26 0,7 35-211,0 0 1,-1 0-1,0 0 0,-8-10 1,-21-24-4998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0:05.44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587 106 464,'0'0'16188,"20"-55"-15364,15 39-600,-4-3-144,-3 10-80,-8 3-560,-13 6-1225,-7 25-6456</inkml:trace>
  <inkml:trace contextRef="#ctx0" brushRef="#br0" timeOffset="1">311 560 5129,'0'0'10058,"-131"217"-8473,96-142-465,1 5-536,6-2-408,-6 18-176,6-18-1336,7-19-3089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0:05.83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145 1 5353,'0'0'11835,"-38"201"-11603,31-123-232,-10 9 0,-4 0-104,1-13-760,-1-11-353,7-23-911,7-18-2153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0:06.21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176 0 8706,'0'0'5290,"20"31"-5206,60 100-52,-77-127-29,-1 1-1,1-1 0,-1 0 0,0 1 0,-1 0 1,1-1-1,-1 1 0,0 0 0,0 0 0,-1 0 1,1 7-1,-2-9 0,1-1 0,-1 1 0,0-1 0,0 1 1,0 0-1,0-1 0,-1 0 0,1 1 0,-1-1 1,1 0-1,-1 0 0,-2 3 0,-1 1 6,-4 4 31,0-1 1,-1 0-1,-1 0 1,0 0-1,0-2 0,0 1 1,-1-1-1,-20 8 1,15-8-29,-1 0 0,0-1 0,0-1 0,0-1 0,-32 4 0,49-8-29,1 0-57,0 0 0,-1 0 0,1 0 0,-1 1-1,1-1 1,-1 0 0,1 0 0,-1 0 0,1 0 0,-1 0 0,1 0 0,0 0 0,-1 0 0,1 0 0,-1 0 0,1 0 0,-1 0 0,1 0-1,-1 0 1,1-1 0,-1 1 0,1 0 0,0 0 0,-1-1 0,1 1 0,-1 0 0,1 0 0,0-1 0,-1 1 0,1 0 0,0-1-1,-1 1 1,1 0 0,0-1 0,-1 1 0,1-1 0,0 1 0,0-1 0,0 1 0,-1-1 0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0:06.55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1 331 3185,'0'0'10267,"0"13"-8574,0-28-1320,-1-8-319,2-1-1,1 1 1,8-40-1,-7 51-56,1 1 0,0 0 0,1 0 0,0 0 0,0 1 0,1-1 0,1 1 0,0 1 0,11-14 0,-11 16-41,1 0-1,-1 0 1,1 0-1,1 1 1,-1 1 0,1-1-1,0 1 1,0 1-1,1-1 1,-1 2-1,1-1 1,0 1 0,0 1-1,13-2 1,-15 3-305,1 0 1,0 1-1,0 0 0,0 1 1,0 0-1,-1 0 0,1 1 1,0 0-1,-1 1 1,13 4-1,0 3-3298</inkml:trace>
  <inkml:trace contextRef="#ctx0" brushRef="#br0" timeOffset="1">439 55 3145,'0'0'11338,"17"174"-11146,-7-131-128,1-2-64,-1-1-80,-7-3-464,1-5-1344,-4-20-3273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0:06.92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10178,'0'0'1545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0:07.47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15 7418,'0'0'6666,"4"28"-6511,3 15-101,3 12-3,3 60 0,-13-92-52,-1 0-4,3-36 244,0-2-240,0 0 0,1 0 0,1 1-1,0 0 1,1 0 0,1 0 0,0 0-1,1 1 1,0 0 0,1 0-1,0 1 1,1 0 0,1 1 0,0 0-1,0 0 1,1 1 0,0 0 0,1 1-1,0 0 1,1 1 0,20-10-1,-26 15-21,-1 1-1,1 0 0,-1 0 0,1 1 1,0 0-1,11-1 0,-16 2 16,1 0-1,-1 0 1,1 0-1,-1 0 1,0 1-1,1-1 0,-1 1 1,0-1-1,1 1 1,-1 0-1,0 0 1,1 0-1,-1 0 1,0 0-1,0 1 1,0-1-1,0 0 0,0 1 1,-1 0-1,1-1 1,0 1-1,1 2 1,1 4 6,0 1 0,0-1 1,-1 1-1,0 0 0,0 0 1,-1 0-1,0 0 1,0 12-1,0 81 91,-2-59 73,0-45-147,0 0 1,1 0-1,-1 0 0,1 0 1,-1 1-1,1-1 1,0 0-1,0 0 0,0 1 1,2-4-1,2-3 10,6-12-22,0 0 0,2 0-1,0 2 1,30-34-1,-32 41-38,0 1-1,0-1 0,1 2 1,1 0-1,-1 0 0,1 1 0,1 0 1,18-6-1,-29 12 20,0 1 1,0 0-1,1 0 0,-1 1 1,1-1-1,-1 1 0,7 0 1,-9 0 12,0 0 1,0 0-1,0 0 0,0 1 1,0-1-1,1 0 1,-1 1-1,0-1 1,0 1-1,0-1 0,0 1 1,0 0-1,0-1 1,0 1-1,-1 0 1,1 0-1,1 0 1,0 4 3,0-1 0,0 0 0,0 0 0,-1 1 0,0-1 0,0 1 0,0 0 0,0-1 0,-1 1 0,1 7 0,2 40 36,-3-24-5,2 1-1,1-2 1,1 1-1,12 41 1,-15-66-27,0 0 0,1-1-1,-1 1 1,1 0 0,0 0 0,0-1-1,0 1 1,0-1 0,0 1-1,0-1 1,1 0 0,-1 0 0,1 0-1,2 2 1,-3-3-5,-1-1 0,1 1 0,-1 0 0,1-1 0,0 1 0,-1-1 0,1 0-1,-1 0 1,1 1 0,0-1 0,-1 0 0,1 0 0,0-1 0,-1 1 0,1 0 0,-1 0 0,1-1 0,0 1 0,-1-1-1,1 0 1,-1 1 0,1-1 0,-1 0 0,0 0 0,1 0 0,-1 0 0,0 0 0,1 0 0,-1 0 0,0 0-1,1-3 1,6-5-92,-1-1 0,-1 0-1,0 0 1,-1 0 0,1-1-1,2-11 1,22-75-865,-16 47 746,-3 16 326,-11 32 214,1 14 653,1 10-721,1 0 1,1 0-1,10 30 0,-13-47-243,1 1 0,0-1 0,0 0 0,0 0 0,0-1 0,1 1 0,0 0 0,0-1 0,0 1 0,1-1 0,-1 0 0,1 0 0,0-1 0,0 1 0,0-1 0,1 0 0,-1 0 0,1 0 0,0 0 0,6 2 0,-8-5-69,-1 1 1,1-1 0,0 0-1,-1 0 1,1 0-1,-1 0 1,1 0-1,0-1 1,-1 1-1,1-1 1,-1 1 0,1-1-1,-1 0 1,1 0-1,-1 0 1,0-1-1,1 1 1,-1-1-1,0 1 1,0-1 0,0 1-1,0-1 1,0 0-1,-1 0 1,1 0-1,0 0 1,-1 0-1,0-1 1,1 1 0,-1 0-1,0-1 1,1-4-1,13-35-3554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0:07.81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13835,'0'0'2000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0:08.18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135 1 368,'0'0'13403,"-59"195"-13163,49-117-128,-4 0 16,0-1 0,1-2-24,-1-13-104,7-16-16,3-18-856,4-21-1625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0:08.53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72 11546,'0'0'6546,"183"-53"-6442,-125 44-104,11 2-440,-10 4-1793,-17 3-2752</inkml:trace>
  <inkml:trace contextRef="#ctx0" brushRef="#br0" timeOffset="1">555 87 1824,'0'0'12035,"-6"171"-11635,6-121-200,3-4-160,21-9-40,0-18-1232,-3-13-2793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0:08.91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0 124 536,'0'0'15007,"7"24"-14935,55 181 52,-61-202-116,3 9-12,0-1 0,1 0-1,12 21 1,-17-30 6,1-1-1,0 1 1,0-1-1,1 1 1,-1-1-1,0 0 1,0 0-1,1 0 1,-1 0-1,1 1 1,-1-2-1,1 1 1,-1 0-1,1 0 1,3 1-1,-4-2 5,0 0 0,1-1 0,-1 1 0,1 0 0,-1 0 0,0-1 0,1 1 0,-1-1 0,0 1 0,0-1 0,1 1 0,-1-1 0,0 0 0,0 0 0,0 1 1,0-1-1,0 0 0,0 0 0,0 0 0,0 0 0,0 0 0,0 0 0,-1-1 0,2 0 0,9-17 61,0 1 0,14-36 0,1-3-35,-20 44-144,68-120-132,-30 72-1750,-33 49 220,0 1-1,19-17 0,-4 10-6689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0:09.30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249 0 7250,'0'0'10809,"1"16"-10624,5 65-60,-16-81-7,-44-5-62,40 3-45,0 0-1,0 2 1,-15 0-1,24 0-7,1 1-1,0 0 1,-1 0-1,1 0 1,0 0-1,-1 1 1,1-1-1,0 1 1,0 0-1,0 1 1,0-1-1,1 1 1,-7 5-1,4-3 5,1 1 0,0 0 0,0 0 0,1 0 0,0 0 0,0 1 0,0 0 0,0 0 0,1 0 0,1 0 0,-1 1 0,1-1 0,0 0 0,1 1 0,0 0 0,0-1 0,0 1 0,2 10 0,-1-16-6,0 0 0,0 0 0,0 0-1,0 0 1,1 0 0,-1 0-1,1 0 1,-1 0 0,1 0 0,0 0-1,0-1 1,0 1 0,0 0 0,0 0-1,0-1 1,0 1 0,0-1 0,1 1-1,-1-1 1,1 1 0,-1-1-1,4 2 1,-1-1-21,0 0 0,1 0 0,-1-1 0,1 1-1,-1-1 1,1 0 0,-1 0 0,1-1 0,8 0 0,2 0-407,-1-1 0,1-1 1,0 0-1,-1-1 0,22-8 1,28-20-4749,-2-6-5299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0:09.64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71 826 11602,'0'0'5915,"17"-4"-5819,54-16-64,-69 19-29,1 0 0,-1-1 0,0 1 0,0 0 1,0-1-1,0 1 0,0-1 0,0 1 0,-1-1 0,1 0 0,0 0 0,-1 0 0,1 0 0,-1 0 0,0 0 0,0 0 1,0-1-1,0 1 0,0 0 0,1-4 0,-1-2 8,0 1 1,-1 0-1,1-1 0,-1 1 0,-1-7 1,0-3 8,1 15-16,0-3 5,0 0 1,0-1-1,0 1 1,-1 0 0,0 0-1,-3-9 1,4 12-6,-1 0-1,0 0 1,-1 1-1,1-1 1,0 1-1,0-1 1,-1 1-1,1-1 1,-1 1-1,1 0 1,-1 0 0,1 0-1,-1 0 1,0 0-1,0 0 1,1 0-1,-1 0 1,0 1-1,0-1 1,0 1-1,0-1 1,-2 1-1,0-1 7,1 1-1,-1-1 0,0 1 0,0 0 1,0 0-1,0 0 0,1 1 0,-1-1 0,0 1 1,0 0-1,1 0 0,-1 0 0,0 1 1,1-1-1,-1 1 0,-2 2 0,0 0-4,2 0-1,-1 0 1,0 0-1,1 1 1,0 0-1,0-1 1,0 1-1,0 1 1,-3 6-1,1 1 31,0 1 0,1-1 1,0 1-1,1 0 0,1 1 0,0-1 0,-2 30 0,4-34 31,1 1 0,0-1-1,1 0 1,0 1-1,0-1 1,4 12 0,-4-19-48,0 1 0,1-1 0,0 0 0,0 0 1,0 1-1,0-1 0,0-1 0,1 1 0,-1 0 1,1-1-1,0 1 0,0-1 0,0 0 0,0 0 1,0 0-1,0 0 0,0 0 0,1-1 0,-1 1 1,7 0-1,2 1-168,0-1 1,1 0-1,-1-1 1,1 0 0,-1-1-1,1-1 1,-1 0-1,0 0 1,1-1-1,-1-1 1,0 0 0,0-1-1,0 0 1,-1-1-1,1 0 1,-1-1-1,13-9 1,27-22-4161</inkml:trace>
  <inkml:trace contextRef="#ctx0" brushRef="#br0" timeOffset="1">381 364 14587,'0'0'4073,"183"-218"-4073,-114 141-1296,-14 9-5602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0:10.55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46 153 3241,'0'0'11864,"0"32"-11511,0 104-188,-2-68-96,-2 0 0,-25 129 0,23-166-72,2-103-799,4-22 3,20-165 0,12 55 803,-32 203 5,0 0 0,1-1 0,-1 1 0,0 0 0,1-1 0,0 1 0,-1 0 0,1 0 0,0 0 1,0 0-1,-1 0 0,1-1 0,0 1 0,0 1 0,0-1 0,0 0 0,0 0 0,1 0 0,-1 1 0,0-1 0,0 0 0,0 1 0,1-1 0,-1 1 1,0-1-1,1 1 0,-1 0 0,0 0 0,1-1 0,-1 1 0,0 0 0,1 0 0,-1 0 0,3 1 0,8 0 136,0 1 0,-1 0-1,16 5 1,2-1-78,25-1 83,75-4-1,-60-2-119,-36 0-273,0-2 0,47-8-1,15-11-3003,-33 6-2506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0:10.94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26 656,'0'0'14755,"207"3"-15683,-142-13-1416,-9-8-2986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0:11.31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266 1 9554,'0'0'6785,"-197"180"-6280,173-121-305,3 6-56,4 7 16,10-1-16,7 0 96,0-5-240,0-7 0,24-13-96,28-18-1265,-10-9-1423,-1-19-4690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0:11.70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0 401 720,'0'0'13883,"152"-198"-13883,-111 148-8,-3 3-544,-3 1-1216,-14 12-689,-11 9-2576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0:12.05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0 248 3225,'0'0'13355,"66"171"-13187,-25-130-160,1-1 0,-1-3 0,1-6-16,-4-12-264,3-10-881,-7-9-1015,-9 0-2793</inkml:trace>
  <inkml:trace contextRef="#ctx0" brushRef="#br0" timeOffset="1">563 0 3505,'0'0'13043,"152"189"-12539,-128-139-112,-4 9-120,-9 0 176,-11 3-112,0 0-232,-21 0-48,-17 0-56,-24 7-496,10-13-2177,4-19-5152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0:12.42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0 119 13851,'0'0'8602,"107"3"-8514,-59-19-88,4 1 0,3-1-560,-3-2-1073,14-4-639,-18 3-1993,-10 4-2961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0:12.78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13 11482,'0'0'10187,"80"-3"-10187,-36 3-24,19 0-1057,-8 0-1279,-14-9-2809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0:16.72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62 11466,'0'0'4881,"180"-3"-5113,-84-9-864,46-10-304,-28 10-1233,-18-1-4416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0:17.41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38 12099,'0'0'5137,"300"3"-4857,-103-3-208,58 0-72,18-16-224,-15 4-897,-30 0-463,-49 12-200,-48 0-217,-41 0-3040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0:18.50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142 236 704,'0'0'10082,"1"-30"-9688,4-94 193,-4 116-416,-1 0 0,1 0 1,0 0-1,1 1 0,3-12 1,-1-5 2410,-4 39-2333,11 182 6,-2-34-254,-5 191-1821,-35-353 1054,21-2 723,0 0 0,0-1 0,0 0 0,-13-4-1,-34-6-1,23 11 277,33 1-47,4 0 6,14 1 115,1 1 1,25 7-1,12 1-121,17-4-1130,74-3-1,-126-3 13,34 0-3684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0:19.34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53 1 10186,'0'0'4637,"32"1"-4267,102 7-138,-128-8-227,-1 1 0,1 0 1,0 0-1,0 0 0,-1 1 0,1 0 1,0 0-1,-1 0 0,0 1 1,0-1-1,1 1 0,-2 1 1,1-1-1,0 1 0,-1-1 0,1 2 1,-1-1-1,4 6 0,-2-3-3,1 0 2,-1 1-1,-1 0 0,1 1 1,-1-1-1,-1 1 1,0 0-1,0 0 0,0 1 1,-2-1-1,4 18 0,-2-1 8,-1 0-1,-3 47 0,-1-54-15,-1-1 1,-1 1-1,0-1 0,-2 0 0,0 0 0,-1-1 0,0 0 1,-17 30-1,9-23-14,-1 0 1,-1 0 0,-2-2 0,0 0-1,-22 19 1,30-31-52,-1-1 1,0 0-1,-1-1 0,-17 10 0,24-15-84,-1 0-1,1 0 1,-1-1-1,1 0 1,-1-1-1,0 1 0,0-1 1,0 0-1,0 0 1,0-1-1,0 0 1,-9 0-1,12-1 84,0 0-1,1 0 1,-1 0 0,0 0-1,1-1 1,-1 1 0,1-1-1,0 0 1,-1 1-1,1-1 1,0 0 0,0 0-1,0 0 1,0-1 0,0 1-1,1 0 1,-1-1-1,1 1 1,0-1 0,-1 1-1,1-1 1,0 0 0,0 0-1,1 1 1,-1-1-1,1 0 1,-1-4 0,-1-9 26,0-1 0,2 0 0,1-23 0,-1 32-4,0 3 47,1 0 0,0 1 0,0-1 0,0 0 1,0 0-1,1 1 0,0-1 0,0 1 0,0-1 0,0 1 0,1 0 0,0 0 1,0 0-1,0 0 0,0 0 0,0 1 0,1-1 0,0 1 0,0 0 0,0 0 1,0 0-1,0 1 0,0 0 0,1-1 0,7-2 0,4 0 16,-1 1 1,1 0-1,0 0 0,0 2 0,1 0 0,26 1 1,-33 1-15,0 1 0,0 1 0,0 0 0,0 0 0,0 1 0,-1 0 0,1 1 0,-1 0 0,17 9 0,7 8-67,38 32 1,-17-12-29,-22-17 145,35 23-101,-62-44 270,1 0 0,0 0 0,0-1 0,1 1 0,-1-1 0,0-1 0,1 1 0,-1-1 0,13 1 0,-17-3-108,-1 1 0,1 0 0,0-1 0,0 1 0,0-1 0,-1 1 0,1-1 0,0 0 0,-1 0 0,1 0-1,-1 0 1,1 0 0,-1 0 0,1 0 0,-1-1 0,0 1 0,2-3 0,21-31 393,-12 16-208,6-6-132,201-256-225,-196 262-3579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0:19.76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7818,'0'0'10298,"190"159"-10050,-149-125-144,0 6-24,-3-2-72,-3-7-16,-7-3-344,6-10-912,-6-5-1041,-4-10-2368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0:20.13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53 1 912,'0'0'8534,"31"7"-8394,99 28 37,-124-33-90,1-1-1,-1 1 0,0 1 0,0-1 0,0 1 0,0 0 1,0 1-1,0-1 0,-1 1 0,0 0 0,0 1 0,0-1 1,0 1-1,-1 0 0,0 0 0,0 0 0,0 1 1,3 7-1,-3-3 149,-1 0 1,0 1-1,-1 0 0,0 0 1,-1-1-1,0 1 1,-2 20-1,1-25-192,-1 0 0,0-1 1,-1 1-1,1-1 0,-1 1 0,0-1 0,0 0 0,-1 1 1,0-1-1,1 0 0,-2-1 0,1 1 0,-1 0 0,1-1 0,-1 0 1,-9 7-1,-5 4-39,-2 0 1,-33 20-1,43-30-123,-1 1 0,0-1 1,0-1-1,0 0 0,0 0 0,-1-1 0,1-1 1,-1 0-1,0 0 0,1-1 0,-13-1 0,22 0 94,1 0-1,-1-1 0,1 1 0,0 0 0,-1-1 0,1 1 1,-1 0-1,1-1 0,0 0 0,-1 1 0,1-1 0,0 0 1,0 0-1,0 0 0,0 0 0,-1 0 0,1 0 1,0 0-1,1 0 0,-1 0 0,-1-2 0,0-1 4,0 1-1,0-1 1,0 0 0,1 0-1,0 0 1,0 0-1,0 0 1,-1-4-1,2 3 21,-1 1-1,1-1 1,-1 0-1,1 1 1,1-1-1,-1 0 1,1 1 0,0-1-1,0 1 1,0-1-1,0 1 1,1 0-1,0-1 1,0 1-1,0 0 1,2-4-1,3 2 7,-1 1-1,1-1 1,0 1-1,1 0 1,-1 1 0,1 0-1,0 0 1,0 1-1,0 0 1,10-3-1,-3 2 23,0 1-1,0 1 1,0 1-1,0 0 1,19 1-1,-30 0-17,0 1-1,0 0 1,0 0 0,0 0-1,-1 1 1,1-1 0,0 1-1,0 0 1,-1 0 0,1 0-1,-1 0 1,0 1-1,1 0 1,-1-1 0,5 7-1,4 6-191,-1 0 0,13 21 0,-1-1-2113,-5-9-4536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0:20.70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1 520,'0'0'15355,"6"96"-15355,1-49 0,0 8 48,-3 8-96,-1 2 40,-3 0 8,0-3-80,0-9-344,0-10-432,0-12-1520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0:21.08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6 3545,'0'0'11586,"244"0"-11586,-161 0-872,-3-6-2353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0:21.43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323 0 8194,'0'0'6289,"-33"17"-5722,-105 55 82,131-68-558,0 0-1,-1 0 1,1 0-1,1 1 1,-1 0-1,1 1 0,0-1 1,0 1-1,0 1 1,1-1-1,0 1 1,0 0-1,-3 7 1,0 0 101,-1 1 28,1 1-1,1 1 0,1-1 1,0 1-1,1 0 0,1 1 1,0-1-1,2 1 0,0 0 1,1-1-1,0 1 0,3 19 1,-1-29-191,-1 0 1,1 0-1,0 0 1,1 0-1,0 0 1,0 0 0,1-1-1,0 1 1,0-1-1,1 0 1,0 0-1,0 0 1,1 0 0,0-1-1,0 0 1,0 0-1,1 0 1,0-1-1,0 1 1,0-1 0,0-1-1,1 1 1,0-1-1,0-1 1,0 1-1,1-1 1,-1 0 0,12 2-1,-8-2-149,0-1 1,0 0-1,1-1 0,-1 0 1,0-1-1,0 0 0,1-1 1,-1 0-1,0-1 1,0 0-1,16-6 0,-11 2-814,0-1 0,0 0 0,-1-2 0,0 1-1,-1-2 1,23-19 0,21-26-8317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0:28.30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187 4120 6681,'0'0'5764,"-2"-25"-5498,-6-84 95,0 38 280,-18-71-1,5 33-217,0-76-71,5-261-1,7 97-212,4-241 141,4 98-69,5 51-142,2 138-13,-5 196-48,-3-118-113,1 214 12,-1 1 0,0 0 0,-1 0 0,0 0 0,0 0 0,-1 0 0,-1 1 0,0-1 0,-6-8 0,6 7-205,-1 1 160,4 5 85,-1 1 0,1-1 1,-1 1-1,0 0 1,0 0-1,0 0 0,-6-5 1,9 9-134,-1 2 174,1 1 0,0-1 0,1 1 0,-1 0 0,0-1 0,1 1 0,-1-1 0,1 1 0,0-1 0,0 0 0,0 1 0,0-1 0,0 0 0,1 0 0,-1 1 0,2 1 0,1-1 14,0 1-1,1-1 1,-1 0-1,1-1 1,-1 1-1,1-1 1,8 3-1,14 4 5,-1-1 1,2-1-1,-1-1 0,51 4 0,117-6 62,-139-5-57,49 2-44,912-7-558,-993 5 584,334 10-64,-268-2 78,132-6 1,90-24 4,-247 17-9,330-7 74,-234 11 51,639-2 273,-537 4-153,36-18 46,-32 0-280,-241 17-15,-3-1 8,0 2 0,0 0 0,0 1 1,0 2-1,-1 0 0,1 1 0,24 9 0,-22-5 68,0 0 0,1-2 0,0 0-1,1-2 1,37 1 0,135-10 589,-61-9-534,87-4-86,320 33 23,-78-2-33,-397-13-31,41-6 2,1-5 0,153-35-1,-140 22 2,180-13 0,-248 36-4,-26 1-1,1-2 1,51-8-1,68-23-345,1 7 0,297-11 0,-185 46-264,-215-9 614,0-2 0,-1-2 0,69-15 0,-66 12-2,74 0 0,26-3-16,-132 8 12,0-2-1,0 0 0,0-1 0,0-1 1,27-13-1,-43 17 0,1-1 0,-1 1 1,0 0-1,0-1 0,0 1 0,-1-1 0,1 0 0,-1 0 0,1 0 1,-1-1-1,0 1 0,0 0 0,0-1 0,-1 1 0,1-1 0,1-7 1,0 1 67,-1-2 1,0 1-1,-1 0 0,0-18 230,-7 31 12,6-2-302,-1 1 0,1-1 0,-1 0 0,0 0 0,1 1-1,-1-1 1,1 0 0,-1 1 0,1-1 0,-1 1 0,1-1 0,-1 1 0,1-1 0,-1 1 0,1-1-1,0 1 1,-1-1 0,1 1 0,0-1 0,0 1 0,-1-1 0,1 1 0,0 0 0,0-1-1,0 1 1,0 0 0,-1-1 0,1 1 0,0-1 0,0 1 0,1 1 0,-5 45 100,5 75 0,1-42-91,5 201-37,-1-204 298,26 127 1,-8-99-223,-5 1 0,-5 2 0,1 128 0,-15 412-7,24-369-30,1 1 59,-27-117-8,5 180 446,13-224 180,2 14-5,-15 123-188,-1-240-483,0 0 1,10 29 0,-8-32-480,-1 0 0,0 0 1,-1 0-1,1 17 1,-3-3-3685,0-4-3395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0:30.53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1 435 464,'0'0'7800,"32"0"-7354,108 0-143,187-1 111,-47-1 2916,7 12-2507,-236-10-816,223-10 264,223-24-103,-326 37-137,206-10 115,-307 1-132,355-42 85,-232 28 227,-158 19-165,1 2-1,-1 1 1,52 10 0,-56-7 201,0-2 0,61-2 0,-46-2-183,18-2-17,0-4 0,91-20 0,14-3-69,-105 22-53,0 3-1,1 2 1,-1 3 0,105 14 0,-79 0-5,0-4 1,0-5 0,0-3 0,105-11-1,267-4 26,-140 10-38,-171-16 114,-103 11-67,68-4 1,-104 12-59,40-2 24,0 2 1,0 3-1,84 14 0,-62-3-19,-1-3 0,116 3-1,150-19 248,-88-1-143,-189 7-116,3 0-4,0-2 0,-1-3-1,118-22 1,60-54 29,-51 14-4,-164 59-15,0 0 1,0 3-1,0 0 1,53 0-1,-61 4-1,0 2 0,0 0 0,0 1 0,0 1-1,-1 0 1,1 2 0,31 13 0,-29-10-7,0 0-1,0-2 1,1-1 0,0-1 0,40 5-1,113-3-1,-159-7-1,27-2 2,0-2 0,0-1 0,47-12 0,123-45-11,-71 7-47,-138 54 61,0 0-1,-1 0 1,1 0-1,0 0 1,0 1-1,0 0 1,0 0 0,0 0-1,-1 0 1,1 1-1,0-1 1,7 3 0,44 22 23,-3-1-13,-34-20-12,1-2 1,0 0 0,-1 0-1,1-2 1,0 0-1,23-4 1,-31 1 7,-1 1 0,1-1 1,-1-1-1,1 0 0,12-7 0,-6 3 77,-17 8-64,0 0 0,0 0 0,1 0 0,-1 0 1,0 0-1,0 0 0,1 0 0,-1-1 0,0 1 0,0 0 1,0 0-1,1 0 0,-1 0 0,0-1 0,0 1 0,0 0 1,0 0-1,0 0 0,1-1 0,-1 1 0,0 0 0,0 0 1,0-1-1,0 1 0,0 0 0,0 0 0,0-1 1,0 1-1,0 0 0,0 0 0,0-1 0,0 1 0,0 0 1,0 0-1,0-1 0,0 1 0,0 0 0,0 0 0,0-1 1,0 1-1,-1 0 0,1 0 0,0-1 0,0 1 0,0 0 1,0 0-1,0 0 0,-1-1 0,1 1 0,0 0 0,-1 0 1,-11-10-133,12 10 52,-24-14-2052,-6-3-3569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0:38.45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 1512,'0'0'10340,"16"-1"-9961,53 3-1,-64-1-344,0 1 0,-1 0 0,1 0-1,0 0 1,-1 0 0,0 1 0,0 0-1,0 0 1,0 0 0,0 0 0,0 1-1,-1-1 1,1 1 0,-1 0 0,0 0-1,-1 1 1,1-1 0,-1 0 0,4 8-1,3 4 122,9 14 301,-2 0-1,19 48 1,-34-77-191,-14-1-51,0-1-189,1 0 0,0-1 1,-15-4-1,14 2-4,-1 2-1,1-1 0,-18 1 0,28 1-17,0 1-1,1 0 0,-1 0 0,0 0 1,0 0-1,1 1 0,-1-1 0,0 1 1,1 0-1,-1 0 0,1 0 0,-1 0 1,1 0-1,-1 0 0,-2 2 0,4-1 2,-1 1 0,1-1 0,0 0 0,0 1 0,0-1-1,0 1 1,0-1 0,0 1 0,1 0 0,-1-1-1,1 1 1,0 0 0,-1-1 0,1 1 0,1 4 0,-1-4-4,0 0 1,1 0-1,-1-1 1,1 1-1,-1-1 1,1 1-1,0 0 1,0-1-1,0 0 1,0 1-1,1-1 1,-1 1-1,1-1 1,-1 0-1,5 4 1,-2-2 4,1 0 0,0 0 0,0-1 0,0 1-1,0-1 1,11 5 0,-4-4-25,-1 1 0,1-2 0,0 0 0,1 0-1,-1-1 1,22 1 0,-30-4-215,1 1-1,0-1 1,-1 1 0,1-2-1,-1 1 1,1 0 0,-1-1-1,1 0 1,-1 0 0,0 0-1,0 0 1,0-1 0,0 0-1,0 0 1,-1 0 0,1 0-1,-1 0 1,0-1 0,0 1 0,0-1-1,4-7 1,15-23-5925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0:38.90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 3201,'0'0'9512,"10"9"-9281,-8-7-223,9 8 23,1 0-1,-2 1 0,0 1 1,0-1-1,-1 2 0,0-1 1,7 16-1,-10-13-27,0-1 0,-2 1 0,1 0 0,-2 1 0,0-1 0,-1 1 0,1 23 0,-3-38 41,0-24 29,0 8-75,0 0 0,1 0 0,1 0-1,1 0 1,0 1 0,6-18 0,-8 28 0,0 1 1,1-1 0,-1 1-1,1-1 1,0 1-1,0 0 1,0-1-1,1 1 1,-1 0-1,1 0 1,-1 1 0,1-1-1,0 1 1,0-1-1,0 1 1,1 0-1,-1 0 1,0 0-1,1 0 1,-1 1-1,1 0 1,0-1 0,-1 1-1,1 1 1,0-1-1,0 0 1,0 1-1,0 0 1,5 0 0,-6 1-4,1-1 0,-1 1 0,0 1 1,0-1-1,1 0 0,-1 1 0,0-1 1,0 1-1,-1 0 0,1 0 1,0 0-1,-1 0 0,1 1 0,-1-1 1,1 1-1,-1-1 0,2 5 1,7 8 17,17 34 1,-16-26-15,1 0 0,-6-9 2,1 0 0,1 0 0,0-1 0,17 19 0,-24-31-160,-1 1-1,1-1 1,0 1 0,-1-1-1,1 0 1,0 0 0,0 0-1,0 0 1,0 0 0,0 0 0,1 0-1,-1-1 1,0 1 0,0-1-1,0 0 1,1 1 0,-1-1 0,0 0-1,0 0 1,1-1 0,-1 1-1,0 0 1,0-1 0,0 1-1,0-1 1,3-1 0,9-16-4978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0:39.29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166 1 1304,'0'0'10378,"49"183"-9825,-29-112-169,4 1-192,-3-1-96,-7-6-88,-4-12-8,-3-10-296,-7-15-360,0-12-945</inkml:trace>
  <inkml:trace contextRef="#ctx0" brushRef="#br0" timeOffset="1">1 103 328,'0'0'12507,"183"0"-12507,-114 0-480,-11 0-1449,-13 0-4176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0:39.67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14 0 1432,'0'0'13003,"-13"34"-12811,16 1-80,11 2-104,3 0-8,0-6-312,8-6-1136,-8-10-753,0-8-3088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0:40.05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0 10018,'0'0'4233</inkml:trace>
  <inkml:trace contextRef="#ctx0" brushRef="#br0" timeOffset="1">462 379 9778,'0'0'5729,"204"-65"-11770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0:41.08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220 419 56,'0'0'12499,"-18"0"-12355,-56 2-60,69-1-77,-1 0 0,1 0 0,0 1 0,-1 0 0,1 0-1,0 0 1,0 1 0,0-1 0,0 1 0,1 0 0,-1 1 0,1-1 0,0 1 0,0 0 0,0 0 0,0 0 0,-4 6 0,3-2 34,1-1 0,-1 0 1,1 1-1,1 0 0,0 0 0,0 0 0,0 0 1,-2 18-1,4-16 6,-1 0 0,2 0 1,-1 0-1,1 0 0,1 1 0,0-1 0,1 0 1,2 10-1,-3-16-33,1 0 0,0 0 0,0 0-1,0 0 1,0 0 0,1-1 0,0 1 0,-1-1 0,1 0 0,0 0-1,1 0 1,-1 0 0,0 0 0,1-1 0,0 1 0,-1-1 0,1 0-1,0 0 1,0 0 0,5 1 0,-2-1-13,1 0 0,-1 0 0,0 0 0,0-1 0,1 0 0,-1 0 0,1-1 0,-1 0 0,1 0 0,-1-1 0,1 0 0,-1 0 0,9-3 0,-11 2 0,1 0 0,-1-1 0,0 0 0,1 0 0,-1 0 1,-1 0-1,1-1 0,0 0 0,-1 0 0,0 0 0,0 0 1,0-1-1,0 0 0,-1 1 0,0-1 0,4-9 0,3-8 8,-2 0-1,0 0 1,-2-1-1,0 0 1,-1 0-1,1-27 1,-1-145-184,-5 140 10,0 26 84,-1 0 0,-1 1-1,-1-1 1,-2 1 0,-11-41-1,8 55 134,4 17-3,1 27-19,3 41 76,4 122 261,-1-167-311,0 1 1,2-1-1,1-1 0,2 1 0,13 32 1,-13-39-37,1-1 1,0 0 0,2-1 0,0 0 0,1-1-1,0 0 1,23 20 0,-29-29-21,1-1 0,1-1 1,-1 1-1,1-1 0,0 0 0,0-1 1,0 0-1,1 0 0,-1-1 0,1 0 1,0-1-1,0 0 0,0 0 0,0-1 0,1 0 1,-1 0-1,0-1 0,15-2 0,-18 1 5,0 0-1,-1 0 1,1-1-1,0 0 1,-1 0 0,0-1-1,1 1 1,-1-1-1,0 0 1,0-1-1,-1 1 1,9-8-1,-6 4-143,0-1 0,-1-1-1,1 1 1,-2-1 0,1 0 0,6-16-1,-3 4-505,-2-1 0,0 1 0,-1-1 0,-2-1 0,4-43 0,-6 51 332,-1 5 120,-1-1 1,1 1 0,-2 0-1,1 0 1,-3-13 0,2 21 238,1 0 1,-1 0 0,0 0 0,1 1 0,-1-1 0,0 0 0,0 0 0,0 1 0,0-1 0,-1 0-1,1 1 1,0-1 0,-1 1 0,1-1 0,-1 1 0,1 0 0,-1 0 0,0 0 0,1 0 0,-1 0-1,0 0 1,0 0 0,0 0 0,0 1 0,0-1 0,0 1 0,0 0 0,0-1 0,0 1 0,0 0-1,-3 0 1,3 1-3,0-1-1,0 1 0,0-1 1,0 1-1,0 0 1,0-1-1,1 1 0,-1 0 1,0 0-1,0 1 0,1-1 1,-1 0-1,1 0 1,-1 1-1,1-1 0,0 1 1,-1-1-1,1 1 0,0 0 1,0-1-1,0 1 1,0 0-1,1 0 0,-1 0 1,0 0-1,1 0 0,-1 0 1,1 0-1,-1 2 0,-1 10 69,-1 0-1,0 29 0,2-23-40,1 0 0,1 0-1,4 26 1,-3-37-50,0 0-1,1-1 1,0 1-1,0-1 1,1 0 0,0 0-1,1 0 1,-1-1 0,1 1-1,8 7 1,-5-6-10,-1-1 0,2 0 0,-1-1 0,1 0 0,0 0 0,1-1 0,0-1 0,0 1 0,0-1 1,0-1-1,1 0 0,0 0 0,-1-1 0,1-1 0,1 0 0,-1 0 0,0-1 0,0-1 0,22-1 0,-30 1-12,0 0 0,0 0 0,1-1 0,-1 0 0,0 1 0,0-1 0,0 0 0,0-1 0,0 1 0,0-1 0,0 1 0,-1-1 0,1 0 0,0 0 0,-1 0 0,4-4 0,-2 1-110,0 1 0,-1-1 1,0 0-1,0-1 0,0 1 0,-1 0 0,0-1 0,3-8 0,-1-7-454,0 0-1,-2 0 0,0 0 0,-1-22 1,-1 37 539,0-6-149,0 0 1,-1-1 0,-3-15-1,3 24 295,0 0 0,-1 0 0,1 0 0,-1-1 0,0 2 0,0-1-1,-1 0 1,1 0 0,-1 1 0,0-1 0,0 1 0,-5-5 2834,26 8-2201,149 6-1406,-165-6 641,0 0 0,0 1 0,0-1 0,0 1 0,-1-1 0,1 1 0,0 0 0,-1-1 0,1 1 0,0 0 0,-1 0 0,1 0 0,-1 0 0,1 1 0,-1-1 0,0 0 0,1 1 0,-1-1 0,0 0 0,0 1 0,0 0 1,0-1-1,0 1 0,0 0 0,-1-1 0,1 1 0,0 2 0,3 8 33,-1 0 0,0 0 0,1 15 0,0-1 63,-2-18-53,24 93 207,-23-93-231,0 1 0,1-1 0,0 1 0,0-1 0,1 0 0,-1-1 0,2 1 0,-1-1 0,8 7 0,-12-13-58,0 0 1,1 0-1,-1 0 1,1 0-1,0 0 1,-1-1-1,1 1 1,0 0-1,-1-1 1,1 1-1,0-1 1,0 0-1,0 0 1,-1 1-1,1-1 0,0 0 1,0-1-1,0 1 1,-1 0-1,1 0 1,0-1-1,0 1 1,0-1-1,-1 1 1,1-1-1,0 0 1,-1 0-1,1 0 1,-1 0-1,3-2 1,11-21-1993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0:41.45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1 249 928,'0'0'9986,"31"177"-9914,-11-131-64,5-5-8,-1-13-456,-7-7-624,-7-8-4041</inkml:trace>
  <inkml:trace contextRef="#ctx0" brushRef="#br0" timeOffset="1">42 1 10786,'0'0'0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0:41.80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1 153 11178,'0'0'3685,"16"26"-3650,56 89-2,0-12-23,-40-60-53,-21-33 9,-6-13 44,-3-23 99,-2 23-91,-1-78 48,-1 21-296,7-73-1,-3 119-61,1-1 1,0 0 0,8-22-1,-9 33-21,-1 0 1,1 0-1,-1 0 0,1 0 0,0 1 1,1-1-1,-1 1 0,1-1 1,-1 1-1,1 0 0,0 0 0,0 0 1,1 0-1,-1 1 0,0-1 0,1 1 1,5-2-1,8 1-3417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0:42.17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26 1 384,'0'0'13708,"23"25"-12655,68 77 57,-58-61-220,-26-22-306,-2-5-265,-6-14-298,1 1 1,0-1-1,0 1 1,0-1-1,-1 0 1,1 1-1,0-1 1,0 1-1,-1-1 1,1 0-1,0 1 0,-1-1 1,1 0-1,0 0 1,-1 1-1,1-1 1,0 0-1,-1 0 1,1 0-1,-1 1 1,1-1-1,0 0 1,-1 0-1,1 0 1,-1 0-1,1 0 1,-1 0-1,1 0 0,0 0 1,-1 0-1,1 0 1,-1 0-1,1 0 1,-1 0-1,0 0 1,-25 0-101,20 0 153,-18-1-38,15 0-84,0 1 0,0 0 0,0 1-1,0 0 1,-12 2 0,18-2 28,1 0 0,-1 0 1,1 0-1,0 0 0,0 0 1,-1 1-1,1-1 0,0 1 1,0-1-1,0 1 0,1 0 1,-1 0-1,0 0 0,1 0 1,-1 0-1,1 0 0,-1 0 1,1 0-1,0 1 0,0-1 1,0 0-1,0 1 0,0 3 1,-1-1 11,1 1 0,0-1 0,0 0 0,0 0 0,1 1 0,0-1 0,0 0 0,0 0 0,1 1 0,-1-1 0,1 0 0,0 0 0,1 0 0,3 8 0,-3-9-70,0-1 0,1 0-1,-1 0 1,1 0 0,0 0 0,0-1 0,0 1-1,0-1 1,0 0 0,1 0 0,-1 0 0,1 0-1,-1 0 1,1-1 0,0 0 0,-1 1 0,1-1-1,0-1 1,0 1 0,7 0 0,8 1-1272,-1-1 0,1-1-1,0 0 1,25-5 0,9-13-5539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0:42.55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288 457 9674,'0'0'2823,"-12"1"-3519,-158 8 555,164-9 200,1 1 1,-1 0-1,1 0 0,0 1 1,-1-1-1,1 1 1,0 0-1,0 0 1,0 1-1,0 0 0,-7 5 1,9-5 13,0-1 0,0 1 0,0 0 0,1 0 1,-1 1-1,1-1 0,0 0 0,0 1 0,0-1 0,1 1 1,-1 0-1,1-1 0,0 1 0,0 0 0,0 0 0,0 0 0,1 6 1,-1-4-23,0 0 1,1 0 0,0 0 0,0 0 0,0 0 0,1 0-1,0-1 1,0 1 0,1 0 0,-1 0 0,1-1-1,1 1 1,-1-1 0,1 1 0,0-1 0,0 0 0,0 0-1,1 0 1,0-1 0,0 1 0,0-1 0,0 0-1,1 0 1,-1-1 0,1 1 0,0-1 0,8 4 0,-8-4-51,0-1 0,0 0 0,0 0 1,0 0-1,1-1 0,-1 0 0,0 0 1,1 0-1,-1-1 0,6 0 0,-8 0 2,0 0-1,-1-1 0,1 1 0,0-1 0,-1 1 0,1-1 0,-1 0 0,1 0 0,-1 0 0,1 0 1,-1-1-1,0 1 0,0-1 0,1 1 0,-1-1 0,0 0 0,0 0 0,-1 0 0,1 0 0,0 0 0,2-5 1,3-7 3,-1-1 1,0 0-1,-1 0 1,-1-1-1,0 1 1,-1-1-1,1-19 1,0-117-409,-4 111 287,0-9-62,-1 0 0,-2 0-1,-17-84 1,16 115 168,4 15 6,-1-1-1,1 1 1,-1-1-1,-1 1 1,1-1-1,0 1 1,-1 0-1,0-1 1,-5-6-1,7 43-135,1-5 155,2 0 0,1 1 0,1-1 0,11 34 0,43 109 4,-47-137-18,-1-2-3,-5-11-6,1 0 0,1 0 0,1-1 0,1 0 0,0-1 0,20 26 0,-28-41-109,1-1 0,-1 1 0,1-1 0,0 0 0,0 0 0,0 0 0,0 0-1,0-1 1,0 1 0,1-1 0,-1 0 0,0 0 0,1 0 0,-1 0 0,1-1 0,3 1 0,11-1-3525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0:42.94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0 84 6441</inkml:trace>
  <inkml:trace contextRef="#ctx0" brushRef="#br0" timeOffset="1">0 84 6441,'210'-77'3984,"-205"75"-3856,-1 1 1,1 0-1,-1 0 1,1 0-1,-1 1 1,1 0-1,5 0 1,-9 0-104,0 0 1,0 0 0,0 1 0,-1-1-1,1 0 1,0 0 0,-1 1-1,1-1 1,0 1 0,0-1-1,-1 1 1,1-1 0,-1 1-1,1-1 1,-1 1 0,1-1-1,-1 1 1,1 0 0,0 0 0,22 34 643,-9-13-206,1 0 0,1-1-1,29 29 1,-96-58-51,39 5-490,0 1-1,0 0 1,-19 0-1,29 1 76,-1 1 0,1 0-1,-1 0 1,0 0 0,1 0 0,-1 0-1,1 1 1,-1-1 0,1 1-1,-1-1 1,1 1 0,-1 0 0,1 0-1,0 0 1,-1 1 0,1-1-1,0 1 1,0-1 0,0 1 0,0-1-1,0 1 1,-3 3 0,2 2 33,1-1 0,0 1-1,-1 0 1,2 0 0,-1 0 0,1 0 0,0 0 0,1 0 0,0 0 0,0 0 0,0 0-1,1 0 1,0 0 0,0 0 0,1 0 0,0 0 0,0 0 0,1 0 0,0-1 0,0 1-1,0-1 1,1 0 0,0 0 0,0 0 0,0-1 0,1 1 0,0-1 0,9 7 0,-8-8-128,0-1 1,0 0-1,1-1 1,-1 1-1,1-2 1,0 1-1,0 0 1,-1-1-1,1-1 1,0 1-1,0-1 1,0 0-1,0 0 1,0-1-1,0 0 1,0-1-1,-1 1 1,13-5-1,23-19-3480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0:43.76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12 283 968,'0'0'12475,"29"23"-12407,93 70-57,-119-90-12,0-1 0,1 1 0,-1-1-1,1 0 1,-1 0 0,1 0 0,0-1 0,0 1 0,0-1 0,0 0 0,5 1 0,-8-2-2,0 0 1,0-1-1,0 1 0,0 0 0,0 0 0,0-1 0,0 1 0,0-1 0,0 1 0,0-1 1,0 1-1,-1-1 0,1 1 0,0-1 0,0 0 0,-1 0 0,1 1 0,0-1 0,-1 0 0,2-1 1,2-3-35,-1 1-23,-1 0 0,1 0 0,-1-1 0,0 1 0,0-1 0,0 0 0,0 0 0,-1 0 0,0 1 0,0-1 0,0 0 0,-1-1 0,0 1 0,0 0 0,-1-7 0,1 3 25,-1 0-1,0 0 0,-1 1 0,0-1 1,0 0-1,-1 1 0,0-1 0,-5-7 1,-2 0-49,-1 1 0,0 0 1,-1 0-1,0 1 0,-1 1 1,-1 0-1,0 1 0,-1 1 1,0 0-1,-20-10 0,32 20 85,0-1-1,0 1 1,-1 0-1,1 0 0,0 0 1,0 0-1,-1 1 0,1 0 1,0-1-1,-7 2 1,9-1 2,-1 0 1,1 0-1,0 1 1,0-1-1,0 1 1,-1-1 0,1 1-1,0-1 1,0 1-1,0 0 1,0 0 0,0-1-1,0 1 1,1 0-1,-1 0 1,0 0-1,0 0 1,0 0 0,1 0-1,-1 0 1,1 0-1,-1 1 1,1-1-1,-1 0 1,1 0 0,-1 0-1,1 0 1,0 3-1,-2 4 71,1 0 0,-1 1 0,2 0 0,-1-1 0,1 1 0,1-1-1,0 1 1,0-1 0,3 13 0,-2-17-31,-1 0 0,1 0 0,0-1 0,0 1 0,0-1 0,1 0-1,-1 1 1,1-1 0,0 0 0,0-1 0,0 1 0,0 0 0,0-1 0,0 0 0,1 1 0,-1-1 0,1-1 0,0 1-1,-1 0 1,1-1 0,0 0 0,4 1 0,0 0-29,1 0 0,-1 0 0,0-1 0,1 0-1,-1 0 1,1-1 0,-1 0 0,1-1 0,-1 0 0,1 0 0,-1-1-1,0 0 1,0 0 0,0-1 0,0 0 0,0 0 0,0-1 0,-1 0-1,0-1 1,0 0 0,0 0 0,12-11 0,-6 3-586,-1-2 1,-1 1-1,0-2 1,12-21-1,-18 28 203,-1 0-1,0-1 0,0 0 0,-1 0 1,0 0-1,-1-1 0,0 1 1,0 0-1,-1-14 1318,0 48 1556,0-11-2373,1 0-1,0-1 1,0 1 0,2-1-1,-1 0 1,2 0-1,-1 0 1,2 0 0,0-1-1,0 0 1,13 18 0,-14-23-110,0 0 0,1 0 1,0 0-1,0-1 0,0 1 1,1-1-1,-1-1 1,1 1-1,1-1 0,-1-1 1,0 1-1,1-1 1,0 0-1,-1-1 0,1 0 1,0 0-1,0-1 1,1 0-1,8 0 0,-12-1-46,1 0-1,-1 0 0,0-1 0,0 1 0,0-1 1,0 0-1,0-1 0,0 1 0,0-1 1,0 0-1,-1 0 0,9-6 0,-9 4-171,1 0 1,-1 0-1,0-1 0,0 1 1,0-1-1,0 0 0,-1-1 0,0 1 1,0 0-1,3-10 0,-1 1-459,0 0 1,-1-1-1,-1 0 0,0 0 0,-1 0 0,0-16 1,-1-22 5508,-1 57-3672,0 13-1147,0 0 0,1 1 0,0-1 0,1 0 0,2 0 0,-1-1-1,7 18 1,13 14-1830,-5-11-2320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0:44.15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0 5633,'0'0'10706,"38"146"-10666,-21-112-40,-6 0-400,-1-6-1368,-10-18-777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0:44.59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0 10610,'0'0'2633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0:44.93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1 402 12203,'0'0'3236,"18"18"-3257,55 57 26,-69-72 9,0 1-1,0 0 0,-1 1 1,1-1-1,-1 0 0,0 1 1,0 0-1,-1 0 0,1 0 1,-1 0-1,0 0 0,-1 0 1,1 1-1,-1-1 0,0 0 0,0 1 1,-1-1-1,1 1 0,-2 6 1,1-11-10,0-1-7,1 0 0,-1-1-1,0 1 1,0 0 0,0 0 0,0 0 0,1 0 0,-1 0-1,0 0 1,0 0 0,0 0 0,0 0 0,1 0-1,-1 0 1,0 0 0,0 0 0,0 0 0,1 0 0,-1 0-1,0 0 1,0 0 0,0 0 0,0 0 0,1 0-1,-1 0 1,0 0 0,0 0 0,0 0 0,0 0 0,1 0-1,-1 1 1,0-1 0,0 0 0,0 0 0,0 0-1,0 0 1,0 0 0,1 0 0,-1 1 0,0-1 0,0 0-1,0 0 1,0 0 0,0 0 0,0 1 0,0-1-1,0 0 1,0 0 0,0 0 0,0 1 0,0-1 0,0 0-1,0 0 1,0 0 0,0 0 0,0 1 0,0-1 1,4-7-35,0 0 0,-1 0 0,0 0 0,0 0 0,-1-1 0,2-9 0,8-23-240,-6 23 47,0 0-1,2 1 1,0 1 0,0-1-1,1 1 1,1 0-1,1 1 1,22-24-1,-30 36 190,-1 0 0,1 0 0,-1 0 0,1 0-1,0 1 1,0-1 0,0 1 0,0 0 0,0 0 0,0 0-1,0 0 1,0 0 0,0 1 0,0-1 0,1 1-1,-1 0 1,0 0 0,0 0 0,1 0 0,-1 1 0,0-1-1,0 1 1,0 0 0,0 0 0,0 0 0,0 0-1,0 1 1,0-1 0,0 1 0,-1 0 0,1 0-1,0 0 1,3 4 0,56 73-126,-44-53 237,33 35 0,-45-55-78,38 35 300,-41-39-283,0 0 1,1 0 0,-1 0-1,0 0 1,1 0-1,0-1 1,-1 0 0,1 1-1,0-1 1,0-1-1,0 1 1,6 0 0,-9-1-46,-1 0 1,1-1-1,0 1 1,0 0 0,0 0-1,0-1 1,0 1 0,-1-1-1,1 1 1,0-1 0,0 1-1,-1-1 1,1 1 0,0-1-1,-1 0 1,1 1 0,-1-1-1,1 0 1,-1 0 0,1 1-1,-1-1 1,1 0-1,-1 0 1,0 0 0,1 0-1,-1 1 1,0-1 0,0 0-1,1-2 1,2-31-598,-3 28 490,0-320-4158,-3 136 6316,6 223 2059,9 17-3286,-3-11-471,34 144 115,13 68 115,-55-245-1938,-2-10 574,-5-12-1196,-14-21-4179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0:45.31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0 3305,'0'0'14995,"175"100"-14979,-130-100-16,4 0-1312,9-22-1865,-13-6-7721,-7 3 8105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0:45.66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115 161 1832,'0'0'7586,"4"-18"-7759,2-9 179,-3 13 117,0-1 0,-1 1 0,0-1 0,-1-29 0,-1 43-37,-1 0 0,1 1 0,-1-1 0,1 0 0,-1 0 0,1 1 0,-1-1-1,1 0 1,-1 1 0,0-1 0,1 0 0,-1 1 0,0-1 0,1 1 0,-1 0 0,0-1 0,0 1 0,0-1-1,1 1 1,-1 0 0,0 0 0,0-1 0,0 1 0,0 0 0,0 0 0,1 0 0,-1 0 0,0 0 0,0 0 0,0 0-1,-1 1 1,-32 2 1466,30-1-1490,0 0 0,1 0 0,-1 0-1,0 1 1,1-1 0,0 1 0,0 0 0,0 0 0,0 0 0,0 0-1,0 0 1,1 1 0,0-1 0,0 1 0,0 0 0,-3 7 0,0-1-7,1 1 0,1-1 1,-1 1-1,2 0 1,-2 14-1,3-18 93,0 1-1,1-1 1,0 1-1,0-1 1,0 0-1,3 11 1,-2-15-110,0-1 1,0 1-1,0-1 1,0 0-1,1 1 0,-1-1 1,0 0-1,1 0 1,0 1-1,0-1 0,-1 0 1,1-1-1,0 1 1,1 0-1,-1-1 0,0 1 1,0-1-1,1 1 1,-1-1-1,5 1 0,5 2-69,1 0-1,1-1 1,-1-1-1,0 0 0,1 0 1,-1-2-1,1 0 1,25-3-1,-23 1-555,-1-1 0,0 0 0,1-1 0,15-7 0,25-16-5022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0:46.07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234 0 4417,'0'0'7440,"-23"1"-7430,-77 8 7,94-8-6,1 1 1,-1 0 0,1 0-1,-1 1 1,1-1-1,0 1 1,0 0-1,0 0 1,0 1-1,1-1 1,-1 1 0,1 0-1,0 1 1,0-1-1,0 1 1,1 0-1,-1-1 1,1 1-1,1 1 1,-4 5 0,4-5 99,-1 0 1,1 0 0,0 1 0,1-1 0,-2 13 0,2-17-83,1 0 1,0 0-1,0 1 1,0-1 0,0 0-1,0 0 1,0 0 0,1 1-1,-1-1 1,1 0 0,-1 0-1,1 0 1,0 0-1,0 0 1,0 0 0,0 0-1,0 0 1,0 0 0,1-1-1,-1 1 1,3 3 0,3-2-22,0 1 0,0-1 0,0-1-1,1 1 1,-1-1 0,0-1 0,1 1 0,-1-1 0,1 0 0,11-1 0,-12 0-44,0 0 0,0 0 0,0-1 0,0 0-1,0 0 1,0 0 0,-1-1 0,1 0-1,0-1 1,-1 0 0,12-6 0,9-17-501,-23 22 448,0 0 0,0-1 0,0 1 0,0 1 0,1-1 0,0 1 0,-1 0 0,1 0 0,0 0 0,11-4-1,-15 7 91,0 0-1,0 0 0,1 0 0,-1 0 0,0 0 0,0 1 1,0-1-1,0 0 0,1 0 0,-1 1 0,0-1 0,0 1 1,0-1-1,0 1 0,0 0 0,0-1 0,0 1 0,0 0 1,0 0-1,0-1 0,-1 1 0,1 0 0,0 0 0,0 0 1,-1 0-1,1 0 0,-1 0 0,2 2 0,12 36 54,-12-31-47,8 31-19,-1 0-1,-3 0 1,2 43 0,-3 122 923,-5-191-781,0 10 345,-1-1 1,-1 0-1,-8 39 0,8-53-359,0 0 1,-1 0-1,0-1 0,0 1 0,-1-1 0,0 1 0,0-1 0,-1 0 0,1 0 0,-2-1 0,1 0 0,-13 11 0,17-15-121,-1 0 1,0 0-1,0-1 0,0 1 1,0-1-1,0 1 0,0-1 1,0 0-1,-1 0 0,1 0 1,0 0-1,-1 0 0,1-1 1,-1 1-1,1-1 0,-1 1 1,1-1-1,-1 0 0,1 0 1,-1 0-1,1 0 0,-1-1 1,1 1-1,-1-1 0,1 1 1,0-1-1,-1 0 0,1 0 1,0 0-1,-1 0 0,1 0 0,0-1 1,0 1-1,0-1 0,0 1 1,0-1-1,0 0 0,1 1 1,-1-1-1,-2-4 0,-2-3-78,0-1-1,1-1 1,0 1-1,0-1 1,2 1-1,-1-1 0,-3-17 1,0-19-1028,2 0 0,2-86 0,3 120 746,4-70-3473,16-5-3700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0:46.41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0 0 696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0:46.77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72 696,'204'179'7722,"-163"-144"-3073,-41-39-3940,-3-205-454,3 207-262,0-1-1,0 0 1,0 1 0,1-1-1,-1 1 1,1-1 0,0 1-1,0-1 1,0 1 0,0-1-1,0 1 1,0 0 0,1 0-1,-1 0 1,1 0 0,0 0-1,-1 0 1,3-2-1,0 1 2,0 0-1,0 1 0,0-1 0,0 1 0,0 0 1,0 0-1,0 1 0,1-1 0,8-1 0,-6 2-3,-1 0-1,1 0 0,0 1 0,-1 0 0,1 0 1,0 1-1,0-1 0,-1 1 0,1 1 1,-1 0-1,1-1 0,-1 2 0,1-1 0,8 6 1,0 2-26,-1 1 0,-1 1 0,13 14 1,-20-20 94,-1 0 1,0 0 0,0 1 0,-1-1-1,1 1 1,-1 1 0,-1-1 0,6 16-1,-9-23-14,0 1-1,1 0 1,-1 0-1,0 0 0,0 0 1,1-1-1,-1 1 1,0 0-1,0 0 1,0 0-1,0 0 0,0 0 1,-1 0-1,1-1 1,0 1-1,0 0 0,0 0 1,-1 0-1,1 0 1,0-1-1,-1 1 1,1 0-1,-2 1 0,2-2-27,-1 1 0,0-1 0,0 0 0,0 1-1,0-1 1,0 0 0,0 0 0,1 0 0,-1 0-1,0 0 1,0 0 0,0 0 0,0 0 0,0 0-1,0 0 1,0 0 0,1 0 0,-3-1-1,-42-22-91,39 19 163,1 2-79,0-1 0,0 1 0,0 0-1,0 0 1,-1 0 0,1 1 0,-1 0 0,0 0 0,1 0 0,-1 1-1,0 0 1,1 0 0,-10 1 0,13 0 3,1 0 0,-1 0 1,1 0-1,0-1 0,-1 1 0,1 1 1,0-1-1,0 0 0,0 0 0,-1 0 1,1 1-1,1-1 0,-1 0 0,0 1 1,0-1-1,0 1 0,1-1 0,-1 1 1,1-1-1,-1 1 0,1 0 0,0-1 1,-1 1-1,1 0 0,0 1 0,-2 50 136,2-44-109,0-5-39,0-1 1,0 1-1,0-1 0,1 1 0,-1-1 0,1 1 0,0-1 0,0 0 0,0 1 0,0-1 0,1 0 0,-1 0 0,1 0 0,0 0 0,0 0 0,0 0 0,0 0 0,0-1 1,6 5-1,-4-4-70,0 0 0,1-1 0,-1 0 0,1 0 0,0 0 0,0-1 0,-1 0 0,1 1 0,0-2 0,0 1 0,0 0 0,10-1 0,32-2-2137,-4-9-2327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0:47.13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0 695 8418,'0'0'8043,"32"-23"-7804,-32 23-239,132-101-67,-128 98 17,1-1 1,-1 0 0,0 0-1,0 0 1,-1 0-1,1-1 1,-1 1 0,0-1-1,0 0 1,-1 0-1,1 0 1,-1-1 0,0 1-1,-1-1 1,1 1-1,-1-1 1,0 1 0,0-1-1,-1 1 1,0-1-1,0-6 1,0-7-163,3-35-463,-8-95 1,2 127 548,0 1 0,-1 0 0,-1 0 0,-1 1 0,-1-1 0,-1 1 0,-15-27 0,21 43 132,-1 0 0,0 0-1,0 0 1,0 0-1,0 0 1,-1 1-1,-4-4 1,7 6 20,0 0 0,-1 0 1,1 0-1,0 1 0,0-1 0,0 1 0,0-1 0,-1 1 0,1-1 1,0 1-1,0 0 0,-1-1 0,1 1 0,0 0 0,-1 0 1,1 0-1,0 0 0,-1 0 0,1 0 0,0 1 0,0-1 1,-1 0-1,1 1 0,0-1 0,0 1 0,-1-1 0,1 1 1,0-1-1,0 1 0,0 0 0,0 0 0,0-1 0,0 1 0,-1 2 1,-2 1 37,1 1 0,-1 0 1,1 0-1,1 0 1,-1 1-1,1-1 1,-4 12-1,-10 48 273,15-60-312,-11 54 406,3 1 1,2 0-1,4 1 0,4 77 1,-1-129-372,1 0 1,0-1 0,0 1 0,1-1-1,1 1 1,-1-1 0,1 0-1,0 0 1,8 13 0,-8-17-72,0 0-1,0-1 1,0 1 0,0-1-1,1 1 1,0-1 0,-1 0 0,1 0-1,0-1 1,1 1 0,-1-1-1,0 0 1,1 0 0,-1 0 0,1-1-1,0 1 1,5 0 0,43 1-2032,-7-3-2624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0:47.52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0 270 2961,'0'0'13330,"14"62"-13161,-14-34-169,0 6-48,0-6-185,0-6-567</inkml:trace>
  <inkml:trace contextRef="#ctx0" brushRef="#br0" timeOffset="1">107 0 10114,'0'0'568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0:47.88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41 10898,'0'0'6584,"13"21"-6496,44 67-41,-54-84-36,-1-1 0,1 0-1,-1 0 1,0 1 0,0-1 0,0 1-1,-1 0 1,1-1 0,-1 1 0,0 0-1,0 0 1,0 4 0,5 25 65,-6-38-70,0 0 0,0 0-1,0 0 1,1 0 0,0 0-1,0 0 1,2-8 0,2-6 0,-3 4 8,2-1-1,-1 1 1,2 0 0,0 0-1,10-20 1,-13 31-24,1 0-1,-1 1 1,1-1 0,-1 0-1,1 1 1,0 0 0,1 0 0,-1 0-1,0 0 1,1 0 0,0 1-1,-1-1 1,1 1 0,0 0-1,0 0 1,0 1 0,1-1 0,-1 1-1,0 0 1,1 0 0,-1 0-1,0 1 1,9-1 0,-10 2-40,0-1-1,0 1 1,-1 0 0,1-1-1,0 1 1,-1 0 0,1 0 0,-1 1-1,1-1 1,-1 1 0,0-1 0,1 1-1,-1 0 1,0 0 0,0 0-1,0 0 1,0 0 0,2 4 0,32 52-978,-23-34 688,8 13-15,-8-13-1303,24 32 1,-19-33-5797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0:48.33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261 517 1032,'0'0'13823,"-21"-6"-13923,-3-2 83,1 0 25,1 1-1,-1 1 1,-46-5-1,65 10 45,-1 1-1,0 0 1,0 0-1,0 0 1,0 0-1,0 1 1,-7 2-1,11-2-37,-1 0 0,0 0 0,1 0 0,-1 0 0,1 0 0,0 0 0,-1 1-1,1-1 1,0 0 0,0 1 0,0-1 0,0 1 0,0-1 0,0 1 0,0 0 0,0-1 0,1 1-1,-1 0 1,0 0 0,1 0 0,-1 2 0,-2 11-1,1 0 1,0-1-1,1 1 0,0 0 1,1 0-1,3 20 1,-2-31-15,-1 1 1,1-1 0,0 0 0,0 1 0,0-1 0,1 0-1,0 0 1,-1 0 0,2 0 0,-1 0 0,0 0 0,1 0-1,-1-1 1,1 0 0,0 1 0,0-1 0,1 0 0,-1 0-1,1 0 1,-1-1 0,1 1 0,0-1 0,0 0 0,0 0-1,5 1 1,-4-1-5,0-1 0,1 0 0,-1 0 1,1 0-1,0-1 0,-1 0 0,1 0 0,-1 0 0,1-1 0,0 0 0,-1 0 0,1 0 0,-1-1 0,8-3 0,-5 2 9,-2-1 0,1-1 0,0 1 0,-1-1 0,0 0 0,0 0 0,0-1 1,-1 0-1,6-8 0,5-10-125,-1-1 0,-1-1 0,-1 0 1,13-42-1,-13 30-118,-2 0 1,-1-1-1,-3 0 1,4-49-1,-3-156-631,-8 239 870,-1 88-61,-2-16-83,4 0 0,14 109 1,-7-133 280,2 1 1,2-1-1,24 57 1,-29-85-364,1-1 0,0 1 0,1-1 0,0 0 0,14 13 0,-16-19-546,0-1-1,1 0 1,0 0-1,1-1 0,-1 0 1,1 0-1,0-1 1,1 0-1,10 3 0,15 1-3078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0:48.73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237 39 264,'0'0'7006,"-23"-7"-5809,-73-20-217,93 26-918,0 0 1,0 0-1,0 1 0,-1-1 0,1 1 0,0 0 0,0-1 0,0 1 0,0 1 1,0-1-1,0 0 0,0 1 0,-1 0 0,1-1 0,0 1 0,0 0 0,1 1 0,-1-1 1,0 0-1,0 1 0,1 0 0,-1-1 0,1 1 0,-1 0 0,1 1 0,0-1 1,0 0-1,0 0 0,-2 4 0,-1 2 67,2 0 0,-1 0 0,1 0 1,0 1-1,1-1 0,0 1 0,-1 10 0,3-18-109,-3 11 187,2 0-1,-1 0 1,2 0-1,-1 0 1,2 0-1,0 1 1,0-1 0,1-1-1,3 13 1,-2-18-184,-1 0 1,1 0 0,0 0-1,0-1 1,0 1-1,1-1 1,0 0-1,0 0 1,0 0 0,0 0-1,1-1 1,0 0-1,0 0 1,0 0 0,1-1-1,-1 1 1,1-1-1,10 3 1,-7-2-262,1-1 1,-1-1-1,1 0 0,0 0 0,-1-1 1,1 0-1,0 0 0,0-1 1,0-1-1,0 0 0,0 0 1,0-1-1,12-3 0,17-15-4174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0:49.13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90 10042,'0'0'7610,"106"-90"-17076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0:49.54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176 0 6521,'0'0'10379,"-128"212"-10283,128-144-80,18 6-16,2 4 0,-2 0-192,-5 2-521,-2-11-391,-11-7-856,0-13-2729,0-8-1465,-17-20 4066</inkml:trace>
  <inkml:trace contextRef="#ctx0" brushRef="#br0" timeOffset="1">0 538 472,'0'0'7504,"24"-10"-7288,78-27-269,-89 33-503,1 0 0,0 1 0,25-2 0,-34 5 379,1 0 0,-1-1 0,0 0 0,0 0 0,0 0 0,0-1 0,0 0 0,0 0 0,0 0 0,7-4 0,-7 3 207,14-11 8423,-19 36-7712,-1-10-591,1-1 0,1 1 0,0 0 0,0 0 0,4 15 0,-4-24-154,1 1-1,-1-1 1,1 1-1,0-1 1,-1 0-1,1 0 1,1 0-1,-1 0 1,0 0-1,1 0 1,-1-1-1,1 1 1,0-1-1,0 1 1,0-1 0,0 0-1,0 0 1,1-1-1,-1 1 1,1-1-1,6 2 1,1 0-413,1-2 0,0 0 0,-1 0 0,13-1 1,-18 0-62,25 0-3776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0:49.93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0 11026,'0'0'3073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0:50.30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8 4457,'0'0'14211,"14"24"-15057,45 76-395,-56-96 1083,0 1 0,0 0 0,-1-1 0,1 1 0,-1 0 0,0 0 1,-1 0-1,1 1 0,-1-1 0,0 0 0,0 0 0,-1 1 0,0-1 0,0 6 0,0 5 661,0-20-281,-1-11-179,2 0 0,0 1 1,5-25-1,-4 33-45,0-1-1,0 1 1,1 0-1,-1 0 1,2 0 0,-1 0-1,1 0 1,-1 1-1,2-1 1,7-8-1,-6 8-46,1 0 0,0 0 1,1 0-1,-1 1 0,1 0 0,0 1 0,0 0 0,0 0 0,1 0 0,-1 1 1,1 0-1,0 1 0,0 0 0,0 1 0,0-1 0,0 2 0,0-1 0,0 1 1,12 2-1,-16-2-6,-1 1 1,1 0-1,-1 0 1,1 0-1,-1 1 1,0-1-1,1 1 1,-1 0-1,0 0 1,0 1-1,-1-1 1,1 1-1,6 5 1,4 6 10,-1 0 1,13 18 0,-18-21-136,1 0 1,1 0 0,18 16 0,-26-26 162,0 1 0,-1-1 0,1 0 0,0 0 0,0 0 0,0 0 1,0 0-1,0 0 0,0-1 0,1 1 0,-1-1 0,0 1 0,0-1 0,0 0 0,1 0 0,-1 0 0,0 0 0,0 0 1,0 0-1,1-1 0,-1 1 0,0-1 0,0 1 0,0-1 0,0 0 0,0 0 0,0 0 0,0 0 0,0 0 0,0-1 1,-1 1-1,1 0 0,0-1 0,2-2 0,3-5-220,1-1 0,-1 0 1,0 0-1,-1 0 0,5-12 1,-3 6-585,17-37-2297,-19 44 2910,-1 21 2625,-4-3-2140,1-1-1,1 1 0,-1-1 0,2 1 1,-1-1-1,1 0 0,0 0 1,0-1-1,11 14 0,-12-17-291,0-1 0,1 1 0,0 0-1,0-1 1,0 0 0,0 0 0,0 0 0,0-1-1,1 1 1,-1-1 0,1 0 0,0 0 0,0-1-1,0 1 1,0-1 0,0 0 0,0-1 0,8 1-1,15-1-2760,-6 0-4012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0:50.67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 4609,'0'0'7994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0:51.06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344 520 224,'0'0'14383,"-16"-2"-13941,-4 0-307,-86-6 371,97 7-467,-1 1 0,1 1 0,0 0 0,-1 0 0,1 1 0,0 0 0,0 0 0,0 1-1,-14 6 1,15-3 13,1-1 0,0 1 0,0 0 0,0 1 0,1 0 0,0 0 0,0 1 0,1-1 0,0 1 0,0 0-1,1 0 1,0 1 0,0-1 0,1 1 0,0 0 0,1 0 0,0 0 0,0 0 0,1 1 0,0-1 0,0 0-1,1 1 1,1-1 0,0 0 0,2 10 0,-2-16-45,0 0 0,0 0 0,1 0-1,0-1 1,0 1 0,0 0 0,0-1 0,0 1 0,0-1 0,0 0-1,1 0 1,-1 0 0,1 0 0,0 0 0,-1-1 0,1 1 0,0-1-1,0 1 1,0-1 0,0 0 0,0 0 0,0-1 0,0 1-1,1-1 1,-1 1 0,0-1 0,4 0 0,-1 0-47,1 1 1,-1-1-1,0-1 0,1 1 1,-1-1-1,0 0 1,0-1-1,1 1 0,-1-1 1,0 0-1,0-1 1,-1 0-1,8-4 0,-4-1-172,0-1 0,0 0-1,0-1 1,-1 0 0,-1-1-1,0 0 1,0 0 0,-1 0-1,-1-1 1,0 1 0,0-1 0,-1-1-1,3-15 1,0-7-184,-1 0 1,-2-1-1,0-55 1,-4-320 1737,1 500-1170,5-1 1,4-1-1,3 1 1,43 147-1,-44-197-171,26 55 0,-34-84-206,1 0-1,-1 0 1,2-1 0,-1 1 0,1-1 0,1-1 0,0 1 0,0-1-1,0 0 1,0-1 0,15 10 0,5-8-2652,-5-7-2453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0:51.48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94 0 1040,'0'0'16449,"11"11"-15785,36 35-225,-44-43-403,-2-2-21,0 0 0,0 0 0,0 0 0,0 0 0,0 0 0,0 0 0,0 0 0,0 0 0,0 0-1,-1 1 1,1-1 0,0 0 0,-1 0 0,1 1 0,-1-1 0,1 0 0,-1 1 0,0-1 0,0 0 0,0 1 0,1-1 0,-2 2 0,-5-3-643,-24-8 40,22 5 516,1 1 1,-1 0 0,1 0 0,-1 1 0,0-1 0,0 2 0,0-1-1,0 1 1,0 1 0,-7 0 0,12 0 49,1 0-1,0-1 1,1 1 0,-1 0 0,0 0-1,0 1 1,0-1 0,1 0 0,-1 1-1,0-1 1,1 1 0,-1-1 0,1 1-1,0-1 1,0 1 0,-1 0 0,1 0-1,0 0 1,0 0 0,1 0 0,-1 0-1,0 0 1,1 0 0,-1 4-1,-1 4 113,1 1-1,0 0 1,0 16-1,1-20-22,0-5-57,0-1 1,0 0-1,0 1 1,0-1-1,1 0 1,-1 1-1,0-1 0,1 0 1,-1 1-1,0-1 1,1 0-1,0 1 1,-1-1-1,1 0 0,0 0 1,-1 0-1,1 0 1,0 0-1,0 0 1,0 0-1,0 0 1,0 0-1,0 0 0,0 0 1,0-1-1,1 1 1,-1 0-1,0-1 1,3 2-1,1-1 10,1 0 0,-1 0 0,1-1 0,0 0 0,10 0 0,-4 0 48,-7-1-34,-1 0 1,0 0-1,1 0 0,-1-1 0,0 1 0,0-1 0,0 0 0,0 0 0,0-1 0,0 1 0,0-1 0,-1 0 0,5-4 0,-3 3-74,0 0 0,1 0-1,-1 0 1,1 1 0,10-5-1,-14 7-123,1 0 0,-1 1 0,1-1 0,-1 1 0,1 0 0,-1 0 0,1 0-1,0 0 1,-1 0 0,1 0 0,-1 1 0,1-1 0,-1 1 0,1 0 0,-1-1 0,0 1-1,1 1 1,-1-1 0,3 2 0,41 31-4670,-6-2-2555,-9-13 5317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0:58.19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28 373 8546,'0'0'8355,"-4"0"-7752,-15 0-286,15 0-229,13 3 56,46 6-74,1-4 0,-1-1 1,72-5-1,-45 0-40,954-2-71,-927-3 43,185-32 0,-187 20 3,187-7 0,-196 26-5,0-5 0,144-22 0,-157 8 3,1 5 0,130-5 1,730 18 13,-894-3-12,-1-2 0,58-13 0,17-2-4,197-4-16,-54 7-43,-167 8-81,1 1 95,0-5 1,122-31-1,-152 28 38,1 2 0,0 4 1,1 3-1,97 4 0,-4-4 30,-94 2-34,100 6 0,-104 10 31,-50-7-31,41 4 0,78-8 19,42 1-18,-161 2-116,1 1-1,-1 0 1,27 11 0,-29-9-85,0-1 1,0 0 0,0-1-1,0-1 1,23 0-1,501-12 169,-455 9-379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0:59.26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1 208,'0'0'11792,"5"34"-11393,0-4-292,1 17 76,2 0 0,3-1 0,18 50 0,-7-33-9,148 381 1290,-138-374-1262,3-1 1,3-1-1,3-3 0,56 69 0,-76-109-179,2 0 0,1-1-1,1-2 1,30 22-1,-37-32-34,0 0-1,1-1 0,1-1 0,0-1 0,0-1 1,0-1-1,34 8 0,13-7-912,1-2 1,96-5-1,-43-3-3461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0:59.77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204 0 24,'0'0'19340,"-1"0"-19318,1 1-1,-1-1 0,1 0 1,-1 1-1,1-1 1,-1 0-1,1 1 0,-1-1 1,1 1-1,0-1 1,-1 1-1,1-1 0,0 1 1,-1-1-1,1 1 1,0-1-1,0 1 0,-1-1 1,1 1-1,0-1 0,0 2 1,0 0-16,0-1 0,0 1-1,0 0 1,0-1 0,1 1 0,-1-1 0,0 1 0,1-1 0,0 1-1,-1 0 1,1-1 0,0 0 0,0 1 0,-1-1 0,1 0-1,0 1 1,1-1 0,-1 0 0,0 0 0,3 2 0,35 28 39,-18-15-64,-19-15 23,-1 1-1,1 0 0,-1-1 1,1 1-1,-1 0 0,0 0 1,0 0-1,0 0 0,0 0 1,0 0-1,0 0 0,-1 0 1,1 0-1,-1 1 0,1-1 1,-1 0-1,0 0 0,0 1 1,0-1-1,0 0 0,0 0 0,0 0 1,-1 1-1,1-1 0,-1 0 1,0 0-1,1 0 0,-1 0 1,0 0-1,-2 4 0,-3 2 7,1 1 0,-1-1 0,0 0 0,0-1 0,-12 11 0,-39 33-78,-42 43-645,80-73-1167,-20 29 0,19-18-2572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1:00.72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88 186 264,'0'0'16997,"-6"6"-16344,3-3-606,0 0-1,0 0 1,0 1-1,1-1 0,-1 1 1,1-1-1,0 1 0,0 0 1,0 0-1,1 0 0,0 0 1,-1 0-1,1 0 1,1 0-1,-1 1 0,0 7 1,1 12 186,-1-7-99,1 0-1,1 0 1,0 0 0,1 0-1,6 20 1,-7-33-125,0 0-1,1 0 1,-1 0 0,1 0 0,1-1-1,-1 1 1,0 0 0,1-1 0,-1 0-1,1 1 1,0-1 0,0 0 0,1 0-1,-1-1 1,1 1 0,-1-1 0,1 0 0,0 0-1,-1 0 1,1 0 0,0 0 0,1-1-1,-1 0 1,0 0 0,8 1 0,-8-1-8,-1-1 0,1 0 1,0 1-1,-1-1 0,1-1 1,-1 1-1,1 0 0,-1-1 1,1 0-1,-1 0 0,1 0 1,-1 0-1,1 0 1,-1-1-1,0 0 0,0 1 1,0-1-1,6-5 0,-5 3-10,0-1-1,-1 1 0,1-1 1,-1 0-1,0 0 1,0 0-1,0-1 0,-1 1 1,0-1-1,3-8 0,0-10-122,-2 1 0,0-1 0,-1 0-1,-2-40 1,-1 54 66,-1 0 0,0 0 0,0 1 1,-1-1-1,0 0 0,-1 1 0,0 0 0,-1-1 0,1 2 0,-2-1 0,1 1 0,-1-1 0,-1 2 1,1-1-1,-9-6 0,9 7-3,0 2 0,-1-1 0,0 1 0,0 0 0,0 0 0,0 1 0,-1 0 0,0 0 0,0 1 0,0 0 0,0 0 0,-1 1 0,1 0 0,0 0 0,-1 1 0,0 0 1,1 1-1,-12 0 0,18 0 62,1 1 0,-1-1 0,1 1 0,-1-1 0,1 1 1,-1-1-1,1 1 0,0 0 0,-1 0 0,1 0 1,0 0-1,0 0 0,-1 0 0,1 0 0,0 0 0,0 0 1,0 1-1,0-1 0,0 0 0,1 0 0,-1 1 1,0-1-1,0 1 0,1-1 0,-1 1 0,1-1 0,0 1 1,-1 2-1,0 6 5,0 0 0,0-1 1,2 19-1,0-9 0,-1-12 6,1-1-1,0 0 1,0 0 0,1 1 0,0-1-1,0 0 1,0-1 0,1 1 0,-1 0 0,2-1-1,-1 1 1,0-1 0,1 0 0,0 0-1,0 0 1,1-1 0,-1 1 0,1-1-1,0 0 1,0-1 0,1 1 0,-1-1-1,1 0 1,-1 0 0,10 3 0,-7-3-31,0 0 0,0-1 0,0 1 1,0-2-1,1 1 0,-1-1 0,1 0 1,-1-1-1,1 0 0,0 0 0,-1-1 1,1 0-1,-1 0 0,0-1 0,1 0 0,-1-1 1,0 0-1,15-7 0,-12 1-423,1 1-1,-1-1 0,-1-1 1,0 0-1,0 0 0,-1-1 1,0 0-1,-1-1 0,7-12 1,-5 5 107,0 0 0,-1 0 0,-2-1 0,0 0 0,6-29 0,-10 181 3821,-2-122-3447,0 0 0,1 0 0,1 1 0,-1-1 0,2-1 0,-1 1 0,1 0 0,1-1 0,0 0 0,0 0 0,1 0 0,0-1 0,12 13 0,-13-16-24,0 0-1,0 0 1,1-1 0,-1 1-1,1-1 1,0-1 0,0 1-1,0-1 1,1 0 0,-1-1-1,1 1 1,-1-1-1,1-1 1,0 1 0,0-1-1,0 0 1,0-1 0,0 1-1,0-1 1,0-1 0,8-1-1,-10 1-72,0-2-1,0 1 1,0 0-1,0-1 1,0 0-1,-1 0 0,1 0 1,-1-1-1,0 1 1,0-1-1,0 0 1,-1-1-1,1 1 1,-1 0-1,0-1 1,0 0-1,-1 0 0,1 0 1,2-8-1,1-2-158,-1 0 0,0 0 0,-1 0 0,0 0 0,1-26-1,-4 32 155,-1 1 2920,0 39-1760,0-20-1025,2 0 0,-1 0 1,1-1-1,1 1 1,0-1-1,0 1 1,1-1-1,1 0 0,0-1 1,0 1-1,0-1 1,1 0-1,1 0 1,0-1-1,0 1 0,0-2 1,1 1-1,12 9 1,-13-14-138,-1 1-1,1-1 1,-1 0 0,1 0-1,0-1 1,0 0 0,1 0 0,-1 0-1,0-1 1,0-1 0,1 1 0,-1-1-1,0 0 1,1 0 0,7-2 0,1 1-360,26-2-2120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7:23.7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49 1 512,'0'0'20530,"0"8"-20027,7 152-903,1 32-2336,-9-165 1603,-1 0 0,-1 0-1,-1 0 1,-15 50 0,2-32-1723,0-14-1326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7:24.2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29 8130,'0'0'5558,"26"-5"-5322,82-16-170,-103 20-60,0 0 1,0 1 0,1-1 0,-1 1-1,0 0 1,0 0 0,0 1 0,0 0-1,10 2 1,-13-2-3,0 0 0,0 0 0,0 0 0,0 0 0,0 1 0,0-1-1,0 1 1,0-1 0,0 1 0,-1-1 0,1 1 0,-1 0 0,1 0 0,-1 0 0,2 3 0,-1 2 4,1 0 1,-1 1-1,-1 0 1,1-1-1,-1 1 1,-1 0-1,0-1 1,0 1-1,-1 8 1,1 3-2,-1-12-7,0 1 1,0-1-1,-1 0 0,0 1 0,0-1 0,0 0 0,-1 0 0,0-1 0,-1 1 0,0 0 1,0-1-1,0 0 0,-1 0 0,1 0 0,-1-1 0,-10 9 0,-1 0-58,0-1 0,-1-1-1,-1-1 1,-34 18 0,47-27 33,1 0 1,-1 0-1,1 0 1,-1-1-1,0 0 0,0 0 1,1 0-1,-8 1 1,12-3 26,-1 0 0,1 0 0,0 1 0,0-1 0,0 0 0,-1 0 0,1 1 0,0-1 0,0 0 0,0 0 0,0 1 0,1-1 0,-1 0 0,0 0 0,0 1 0,0-1 0,1 0 0,-1 1 0,0-1 0,0 0 0,1 1 0,-1-1 0,1 0 0,0 0 0,5-1-3,1 0-1,-1 0 1,1 0-1,0 1 1,-1 0-1,1 1 1,0-1 0,0 1-1,13 2 1,-11-1-1,1 1-1,-1-1 1,0 1 0,0 1 0,0 0 0,17 8 0,-12-3-35,-1 1 0,0 0 1,0 1-1,-1 1 0,0 0 1,-1 1-1,0 0 0,-1 0 0,-1 1 1,0 0-1,0 1 0,-1 0 0,-1 0 1,-1 1-1,0 0 0,0 0 0,-2 1 1,0-1-1,0 1 0,-2 0 0,2 31 1,-4-27-162,0-4-795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7:24.7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1712,'0'0'12604,"1"14"-12416,19 156 423,-19-167-606,1 14 22,2-1 1,0 1-1,1-1 1,14 29-1,-17-41-25,0 0 0,1 0 0,-1 0-1,1 0 1,0-1 0,1 1 0,-1-1 0,0 0 0,1 0-1,0 0 1,-1-1 0,1 1 0,0-1 0,1 0 0,-1 0-1,0 0 1,0 0 0,1-1 0,-1 0 0,1 0 0,0 0-1,8 0 1,0 0-148,0-1 0,0 0 0,0-1 0,14-2 0,-24 2-147,1 1-1,0-2 0,-1 1 0,1 0 0,-1 0 1,1-1-1,-1 0 0,0 0 0,0 0 0,0 0 1,0 0-1,0-1 0,0 1 0,-1-1 0,1 0 1,-1 0-1,0 0 0,3-4 0,0-7-5212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7:25.1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28 280 728,'0'0'12411,"31"-22"-12259,-7 19-24,0 3-128,4-3-120,-4 0-1008,-10-3-1033</inkml:trace>
  <inkml:trace contextRef="#ctx0" brushRef="#br0" timeOffset="1">0 29 9250,'0'0'7266,"104"-7"-7451,-56 7-703,11-6-1192,-11-3-1977,-14 3-5017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7:25.5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123 0 880,'0'0'12995,"-5"1"-12742,-1 0-140,-1 1 0,0 0 0,0 1-1,1 0 1,-1-1 0,1 2 0,0-1-1,0 1 1,0 0 0,1 0 0,-10 10-1,12-11-77,0-1-1,0 1 1,0 0-1,1 0 0,0 0 1,-1 0-1,1 0 0,1 1 1,-1-1-1,0 0 1,1 1-1,-1 0 0,1-1 1,0 1-1,0 0 0,1 0 1,-1-1-1,1 1 1,0 0-1,0 0 0,0 0 1,0 0-1,1 0 0,1 6 1,-1-9-41,0 1 1,0-1-1,0 0 0,0 1 1,0-1-1,0 0 1,1 1-1,-1-1 0,0 0 1,1 0-1,-1 0 1,1 0-1,-1-1 1,1 1-1,0 0 0,-1-1 1,1 1-1,3 0 1,36 6-254,-33-6 133,21 1-241,49 9-1162,-72-9 1280,1-1 0,-1 1 0,0 0 0,0 0 0,0 1 0,0 0 0,-1 0 0,1 1 0,7 5 0,-11-7 165,0 0 0,0 0 1,0 1-1,-1-1 0,1 0 0,-1 1 0,1 0 1,-1-1-1,0 1 0,0 0 0,0-1 1,0 1-1,0 0 0,-1 0 0,1 0 1,-1 0-1,0-1 0,0 1 0,0 0 1,0 0-1,-1 0 0,0 4 0,0-3 85,0-1 1,0 1-1,0-1 0,0 1 0,-1-1 0,0 1 0,0-1 0,0 0 0,0 0 1,0 0-1,0 0 0,-1 0 0,0 0 0,1-1 0,-6 5 0,-4-1 65,1 0 1,-1 0-1,0-1 0,-1 0 0,1-1 0,-1-1 0,0 0 0,0-1 0,0 0 1,0-1-1,-17 0 0,29-1-70,1 0 0,-1 0 0,0 0 0,1 0 0,-1-1 0,0 1 0,1 0 0,-1 0 0,1-1 0,-1 1 0,0 0 0,1-1 0,-1 1 0,1 0 0,-1-1 0,1 1 0,-1-1 0,1 1 0,0-1 0,-1 1 0,1-1 0,-1 0 0,1 1 0,0-1 0,0 1 0,-1-1 0,1 0 0,0 1 0,0-1 0,0 0 0,0 1 0,-1-2 0,0-25-720,2 20 209,-1-15-2158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7:25.9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20 181 776,'0'0'11984,"13"11"-11653,38 40-179,-45-47-144,-1 1 1,1-1-1,0 0 0,0-1 1,1 1-1,-1-1 0,1-1 1,-1 1-1,1-1 0,0 0 1,0 0-1,0-1 1,0 0-1,0 0 0,0-1 1,0 0-1,0 0 0,1-1 1,-1 0-1,0 0 0,10-3 1,-11 2-1,0-1 0,-1 0 1,1 0-1,-1 0 0,1 0 0,-1-1 1,0 0-1,0 0 0,-1 0 0,1-1 1,-1 1-1,0-1 0,0 0 0,0-1 0,-1 1 1,0 0-1,5-11 0,-5 9-3,0 1 1,-1-1-1,1-1 0,-1 1 0,-1 0 1,1 0-1,-1-1 0,0 1 0,-1-1 1,0 1-1,0 0 0,-1-1 0,0 1 0,0-1 1,-2-6-1,1 10 5,0 0 1,-1 0 0,1 1-1,-1-1 1,1 1-1,-1-1 1,0 1-1,-1 0 1,1 0-1,0 1 1,-1-1-1,1 1 1,-1-1 0,0 1-1,0 0 1,0 1-1,0-1 1,0 1-1,-9-2 1,-5-1 20,1 0 0,-1 2 0,-27-1 0,35 2-31,-1 1 1,0 0-1,1 1 1,-1 0 0,0 1-1,1 0 1,0 1-1,-15 5 1,21-6-95,1 0-1,-1 0 1,0 1 0,0-1-1,1 1 1,0 0 0,-1 0-1,1 1 1,0-1 0,0 0-1,1 1 1,-1 0 0,1 0-1,0 0 1,0 0 0,0 0-1,1 0 1,-1 0 0,1 0-1,0 1 1,0-1 0,0 9-1,0-6-445,0 0 0,1-1 1,1 1-1,1 12 0,12 23-5117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7:26.4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0 143 96,'0'0'12139,"1"-18"-11490,6-57-122,-7 72-458,0-1 1,1 1 0,0-1-1,0 1 1,0-1-1,0 1 1,1 0-1,-1-1 1,4-3 0,-5 6-11,1 0 1,0 0 0,0 1-1,-1-1 1,1 0 0,0 0 0,0 1-1,0-1 1,0 0 0,0 1-1,0-1 1,0 1 0,0-1-1,0 1 1,0 0 0,0-1 0,0 1-1,0 0 1,2 0 0,-1 1-22,-1 0 1,0 1 0,0-1-1,-1 0 1,1 1-1,0-1 1,0 1 0,-1-1-1,1 1 1,-1 0 0,1-1-1,-1 1 1,0 0 0,0-1-1,1 1 1,-1 0 0,-1 2-1,2 1 19,3 58 48,-3 84 0,-3-61-81,3-84-27,-1-1 0,0 0 0,1 0-1,-1 0 1,1 1 0,-1-1 0,1 0-1,0 0 1,0 0 0,-1 0-1,1 0 1,0 0 0,0 0 0,0 0-1,0 0 1,0-1 0,0 1-1,0 0 1,0-1 0,1 1 0,-1-1-1,0 1 1,0-1 0,0 1 0,1-1-1,-1 0 1,0 1 0,0-1-1,1 0 1,-1 0 0,0 0 0,2 0-1,56-1-40,-40 1 34,131-9-829,-119 8-2560,-23 1 338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7:26.8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85 496,'0'0'10944,"12"28"-10804,42 91 25,-49-108-141,1 0 0,0 0-1,1-1 1,9 13 0,-12-19-12,0-1 0,1 1 0,-1-1 0,1 1 0,0-1 0,7 3 0,-9-4 4,0 0 1,0 0 0,1-1-1,-1 1 1,1-1-1,-1 0 1,0 0-1,1 0 1,0-1 0,-1 1-1,1-1 1,-1 0-1,1 0 1,0 0 0,-1 0-1,1 0 1,0-1-1,-1 0 1,1 0-1,-1 0 1,1 0 0,-1-1-1,0 1 1,0-1-1,1 0 1,-1 1-1,0-2 1,0 1 0,-1 0-1,1-1 1,0 1-1,-1-1 1,0 0-1,1 1 1,-1-1 0,0-1-1,-1 1 1,1 0-1,0 0 1,-1-1-1,2-3 1,1-9 4,0 0 0,-1-1 0,-1 0-1,0 1 1,-1-1 0,-2-33 0,0 10-332,1 33-413,0 0 0,-1 0 1,0 0-1,0 0 0,-1 0 1,0 0-1,-4-10 0,-2-6-5965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7:27.4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209 14 472,'0'0'8838,"0"0"-8756,0 0-1,0-1 1,1 1 0,-1 0-1,0 0 1,0-1 0,0 1 0,0 0-1,0-1 1,0 1 0,0 0-1,0 0 1,0-1 0,0 1-1,0 0 1,0-1 0,0 1-1,0 0 1,0-1 0,0 1 0,0 0-1,0 0 1,0-1 0,0 1-1,-1 0 1,1-1 0,0 1-1,0 0 1,0 0 0,0-1-1,-1 1 1,1 0 0,0 0 0,-1-1-1,-8 0 78,-1-1-1,1 2 1,-1-1-1,1 1 1,-1 0-1,1 1 1,-1 0-1,1 1 1,-1 0-1,1 0 1,-18 8-1,22-8-108,1 1 0,-1 0 0,0 0 0,1 0-1,-1 1 1,1-1 0,0 1 0,0 0-1,1 0 1,-1 1 0,1-1 0,0 1 0,0-1-1,0 1 1,1 0 0,0 0 0,0 0 0,0 1-1,0-1 1,1 0 0,0 1 0,-1 7 0,1-3-23,0 0 1,1 0-1,0 0 1,0 0-1,1-1 1,1 1-1,2 10 1,-2-14-23,0 0 1,0 0 0,1 0-1,0-1 1,0 1 0,0-1-1,1 0 1,0 0-1,0-1 1,0 1 0,1-1-1,6 6 1,-4-5-13,-1-1 1,1 1-1,-1-2 0,1 1 0,0-1 1,1 0-1,-1 0 0,1-1 1,10 2-1,4-1-52,-1-1 0,26-1 0,-42-1 15,-1 0 1,1-1-1,-1 1 1,1-1-1,-1 0 0,0 0 1,1 0-1,-1 0 1,0-1-1,0 0 0,0 0 1,0 0-1,0 0 1,0-1-1,-1 0 0,1 0 1,-1 1-1,0-2 1,1 1-1,-1 0 0,3-6 1,0 0-42,-1-1 0,-1 1 0,0-1 1,0 0-1,-1 0 0,0-1 0,3-20 0,-4 20 89,1-1 0,0 1 0,0 0 0,1 0 0,1 1 0,0-1 0,1 1 0,-1 0 0,2 0 0,9-11 0,-12 17-10,-1 0 0,1 0 0,0 0 0,0 1 1,0-1-1,0 1 0,0 0 0,1 0 0,0 1 0,-1 0 0,1-1 1,0 1-1,0 1 0,0-1 0,0 1 0,1 0 0,-1 0 1,0 1-1,0-1 0,1 1 0,-1 0 0,0 1 0,1-1 0,9 3 1,-11-1-1,0 0 1,1 0-1,-1 1 1,0 0-1,0-1 1,-1 1-1,1 1 1,0-1-1,-1 0 1,0 1-1,0 0 1,0-1-1,0 1 1,3 9-1,6 9-118,13 36-1,-20-46 71,1 5-60,0 0 1,-1 1-1,-1 0 0,4 29 0,-6 7-4107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7:27.8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 15 472,'0'0'11164,"-6"-2"-10607,-9-6-239,15 8-308,0-1-1,0 1 0,0 0 0,0 0 1,0 0-1,0 0 0,0 0 1,0 0-1,0-1 0,0 1 0,0 0 1,0 0-1,0 0 0,0 0 1,0 0-1,0-1 0,0 1 0,0 0 1,0 0-1,0 0 0,0 0 1,0 0-1,0 0 0,0 0 0,1 0 1,-1-1-1,0 1 0,0 0 1,0 0-1,0 0 0,0 0 0,0 0 1,0 0-1,1 0 0,-1 0 1,0 0-1,0 0 0,0 0 0,0 0 1,0 0-1,0 0 0,1 0 1,-1 0-1,0 0 0,0 0 0,0 0 1,0 0-1,0 0 0,0 0 1,1 0-1,-1 0 0,0 0 0,0 0 1,0 0-1,41 1 1033,-13 0-778,132-1-7242,-131 0-372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7:28.2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77 119 696,'0'0'12668,"5"11"-12589,1 3-73,0 0 18,0 0 0,1 0 0,13 18 0,-18-28 4,1-1-1,0 1 0,0-1 1,0 0-1,0 0 0,0 0 1,1 0-1,-1 0 0,1-1 1,0 0-1,0 1 0,0-1 0,0-1 1,0 1-1,0-1 0,0 1 1,1-1-1,5 0 0,-3 0-22,-1-1-1,0 0 0,0 0 1,0-1-1,1 0 0,-1 0 1,0 0-1,0-1 0,0 0 0,-1 0 1,1-1-1,0 1 0,-1-1 1,1 0-1,-1-1 0,0 1 1,0-1-1,0 0 0,-1-1 1,0 1-1,1-1 0,-2 0 1,1 0-1,0 0 0,-1 0 0,0 0 1,0-1-1,-1 0 0,3-7 1,-2 6-56,-1 0 1,-1-1-1,1 1 1,-1-1-1,0 1 1,-1-8 0,0 12 47,0 0-1,0 0 1,0 0 0,-1 0 0,1 0 0,-1 0 0,0 0 0,0 0 0,0 0 0,0 1-1,-1-1 1,1 0 0,-1 1 0,1-1 0,-1 1 0,0-1 0,0 1 0,-2-2 0,-5-2 48,0 0 1,0 1-1,0 0 1,0 1 0,-1 0-1,0 0 1,0 1-1,0 0 1,-20-2-1,-6 1 101,-55 2-1,72 2-150,16 0-81,0 0 0,0 0 0,0 0 0,0 1 0,0-1-1,0 1 1,0 0 0,0 0 0,0 0 0,1 0 0,-1 0 0,0 1 0,1-1 0,-1 1-1,1-1 1,-1 1 0,1 0 0,0 0 0,0 0 0,0 1 0,0-1 0,0 0-1,0 1 1,1-1 0,-1 1 0,1 0 0,-2 3 0,-5 11-3592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7:28.6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78 1856,'0'0'16180,"100"-22"-16180,-69 10-24,-3-4-976,-4 1-825,-7 3-2000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7:29.1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128 1 9026,'0'0'12651,"-118"168"-12651,115-128-200,0 7-769,3-10-1959,-4-9-3282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7:39.72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1 512 6481,'0'0'9169,"11"28"-9112,70 168 1,-71-168-25,-1 0 0,-2 1 1,0 0-1,-2 0 0,-1 0 1,-1 1-1,-2 36 0,-1-66-31,0 0-1,0 0 0,0 0 0,0-1 1,0 1-1,0 0 0,0 0 0,0 0 1,0-1-1,0 1 0,0 0 0,1 0 0,-1 0 1,0 0-1,0-1 0,0 1 0,0 0 1,0 0-1,1 0 0,-1 0 0,0 0 1,0-1-1,0 1 0,1 0 0,-1 0 1,0 0-1,0 0 0,0 0 0,1 0 0,-1 0 1,0 0-1,0 0 0,0 0 0,1 0 1,-1 0-1,0 0 0,0 0 0,1 0 1,-1 0-1,0 0 0,0 0 0,0 0 1,1 0-1,-1 0 0,0 0 0,0 1 0,0-1 1,0 0-1,1 0 0,-1 0 0,0 0 1,0 0-1,0 1 0,0-1 0,1 0 1,-1 0-1,0 0 0,0 0 0,0 1 1,0-1-1,0 0 0,0 0 0,0 0 0,0 1 1,0-1-1,0 0 0,0 0 0,5-15 5,-2-1 0,0 0 1,1-30-1,-1 12 17,14-139-3,42-289-358,-13 246 544,-46 216-198,1-1 0,0 0 0,-1 0 0,1 1 0,0-1 0,0 1-1,-1-1 1,1 0 0,0 1 0,0-1 0,0 1 0,0 0-1,0-1 1,0 1 0,0 0 0,0 0 0,0-1 0,0 1 0,0 0-1,0 0 1,0 0 0,0 0 0,0 0 0,1 1 0,34 0 26,-28-1 25,114 10 128,32 1-26,44-9-1743,246-28-1,-330 10-2739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7:40.94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 40 1136,'0'0'2533,"5"32"-2491,16 96 30,-19-116 164,0-1-1,-1 0 1,-1 1-1,1-1 1,-4 21-1,2-27 3,-1-1 0,0 1 0,0-1 0,0 1 0,0-1 0,-1 0 0,0 0 0,0 0 0,-5 5 0,8-8-209,-1-1 0,1 0 1,0 0-1,0 0 0,0 0 0,0 0 0,0 0 0,0 0 0,0 0 0,0 1 0,0-1 0,0 0 0,0 0 1,0 0-1,0 0 0,-1 0 0,1 0 0,0 0 0,0 0 0,0 0 0,0 0 0,0 0 0,0 0 0,0 0 1,0 0-1,-1 0 0,1 0 0,0 0 0,0 0 0,0 0 0,0 0 0,0 0 0,0 0 0,0 0 0,-1 0 0,1 0 1,0 0-1,0 0 0,0 0 0,0 0 0,0 0 0,0 0 0,0 0 0,0 0 0,0 0 0,-1 0 0,1 0 1,0-1-1,0 1 0,0 0 0,0 0 0,0 0 0,0 0 0,0 0 0,-2-10 548,1-17-502,1 23 75,1-17-52,0-1 1,1 1-1,2-1 0,8-32 1,-7 40-46,-1 1 1,2-1-1,0 1 1,0 0 0,1 1-1,1-1 1,16-19-1,-20 28-27,-1 1 0,1 0-1,-1 0 1,1 0-1,0 1 1,0 0 0,1-1-1,-1 1 1,9-3-1,-11 5-8,0-1 0,0 1 0,0-1 0,0 1-1,0-1 1,-1 1 0,1 0 0,0 0 0,0 0-1,0 0 1,0 1 0,0-1 0,0 0-1,0 1 1,0-1 0,0 1 0,0 0 0,0 0-1,-1-1 1,1 1 0,0 0 0,0 1 0,-1-1-1,1 0 1,-1 0 0,3 3 0,1 4 23,0 1 0,0 0 0,-1 0 0,0 0-1,-1 0 1,0 0 0,3 13 0,10 72 69,-15-87-88,1 27-584,0 43 0,-2-49-1405,0-5-2442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7:41.91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4 1568,'0'0'11331,"3"-3"-10963,-3 9-368,0 19 256,7 6-200,10 28-56,1-6-760,-1-10-2513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7:42.91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329 45 440,'0'0'11106,"-11"-4"-9955,-4-4-914,1 1-1,-1 1 0,0 1 1,-21-5-1,29 8-169,1 1 1,-1 1 0,1-1-1,-1 1 1,1 0-1,-1 0 1,1 1-1,-1 0 1,1 0-1,-1 0 1,1 1-1,0 0 1,-11 5 0,9-2-44,1 0 0,-1 1 0,1-1 1,0 1-1,0 1 0,1-1 1,0 1-1,0 1 0,0-1 1,1 1-1,0 0 0,1 0 1,0 0-1,0 0 0,0 1 1,-3 17-1,0 1-20,2 0 0,1 0 0,2 0 0,0 38 0,2-60-16,0 0 0,0-1 0,0 1-1,1 0 1,0-1 0,0 1 0,0 0 0,0-1 0,1 1 0,0-1 0,0 0 0,0 0-1,0 0 1,1 0 0,0 0 0,0 0 0,0 0 0,0-1 0,0 1 0,1-1 0,-1 0-1,1 0 1,0-1 0,0 1 0,0-1 0,0 0 0,0 0 0,1 0 0,-1 0 0,1-1-1,-1 1 1,1-1 0,0-1 0,-1 1 0,7 0 0,-7-1-8,-1 0-1,1 1 1,0-1 0,0-1-1,0 1 1,-1 0 0,1-1-1,0 0 1,-1 0 0,1 0-1,0 0 1,-1-1 0,1 0-1,4-2 1,-4 0 16,0 0-1,0 0 1,0-1 0,-1 1-1,0-1 1,0 0 0,0 0-1,0 0 1,2-8 0,4-12-10,-1 0 1,-1-1 0,-1-1-1,5-44 1,4-25 2,-12 128-50,-2 46 128,4-1-1,17 90 1,-6-107-981,2-24-2433,-7-25-1590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7:43.82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17 776,'0'0'9742,"8"-1"-9578,26-1-10,-32 2-137,0 0 1,0 0 0,-1 0-1,1 1 1,0-1 0,0 0-1,-1 1 1,1-1 0,0 1-1,-1-1 1,1 1 0,-1 0-1,1 0 1,-1 0 0,1 0-1,-1 0 1,0 0 0,1 0-1,-1 0 1,0 0 0,0 1-1,0-1 1,0 0-1,0 1 1,0-1 0,0 1-1,0 0 1,0-1 0,-1 1-1,1-1 1,-1 1 0,1 2-1,1 5 91,-1 0-1,0 1 0,0-1 0,-1 15 1,0-13 76,0 8-37,-1 1 0,0-1 0,-1 1 1,-8 28-1,10-45-147,0-2-35,0-4 16,-1-10 19,1 0 0,1 0-1,0 0 1,1 1-1,0-1 1,1 0 0,0 1-1,1 0 1,8-20-1,-6 21 1,23-39 4,-26 46-4,0 0 1,-1 0 0,2 1-1,-1 0 1,0-1 0,1 1-1,-1 0 1,1 1 0,0-1-1,4-2 1,-7 5-1,-1 0 0,0 0 0,0 0 0,1 0 0,-1-1 0,0 1 0,1 0 0,-1 0 0,0 0 0,1 0 0,-1 0 0,0 0 0,1 0 0,-1 0-1,0 0 1,1 0 0,-1 0 0,0 0 0,1 0 0,-1 0 0,0 0 0,1 0 0,-1 0 0,0 0 0,1 1 0,-1-1 0,0 0 0,1 0 0,-1 0 0,0 0 0,0 1 0,1-1 0,-1 0 0,0 0 0,0 1 0,1-1 0,-1 0 0,0 0 0,0 1 0,0-1-1,1 1 1,1 15 4,-2-11 1,6 145 276,-6-149-217,0-1-60,0 0 0,0 1-1,0-1 1,0 0 0,1 0 0,-1 0-1,0 0 1,0 0 0,0 0-1,0 0 1,0 0 0,0 0 0,0 0-1,0 0 1,1 0 0,-1 0 0,0 0-1,0 0 1,0 0 0,0 0-1,0 0 1,0 0 0,0 0 0,1 0-1,-1 0 1,0 0 0,0 0 0,0 0-1,0 0 1,0 0 0,0-1-1,0 1 1,0 0 0,0 0 0,1 0-1,-1 0 1,0 0 0,0 0 0,0 0-1,0 0 1,0 0 0,0 0 0,0-1-1,0 1 1,0 0 0,0 0-1,0 0 1,0 0 0,0 0 0,0 0-1,0 0 1,0 0 0,0-1 0,0 1-1,0 0 1,0 0 0,0 0-1,0 0 1,3-12-4,0 0 0,1 0-1,0 1 1,1 0 0,0 0 0,7-11-1,-10 18 1,1 1 0,-1-1 0,1 1 0,-1 0 0,1 0 0,0 0 0,0 0 0,0 0 0,1 1-1,-1-1 1,1 1 0,-1 0 0,1 0 0,0 0 0,0 1 0,0-1 0,0 1 0,0 0 0,0 0-1,0 1 1,6-1 0,-9 1 2,0 0 0,0 0 1,-1 0-1,1 0 0,0 1 0,0-1 0,-1 0 0,1 1 0,0-1 0,0 1 0,-1-1 1,1 1-1,-1-1 0,1 1 0,0-1 0,-1 1 0,1 0 0,-1-1 0,1 1 1,-1 0-1,1-1 0,-1 1 0,0 0 0,1 0 0,-1-1 0,0 1 0,0 0 0,0 0 1,1 0-1,-1-1 0,0 3 0,1 30 128,-1-25-93,0 262-1175,0-243-1385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7:44.47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0 984,'0'0'15508,"107"9"-15452,-76-9-16,4 0-40,3 0-176,0 0-833,17 0-839,-14 0 928,-6 0-5914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7:44.87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3505,'0'0'11930,"131"0"-11858,-82 9-72,9 1-952,-9-1-1576,-11-3-4650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7:45.93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363 83 680,'0'0'5317,"8"-9"-3946,24-27-169,-31 35-1150,-1 1 0,1-1 0,-1 1 0,1-1-1,-1 1 1,1-1 0,-1 1 0,0-1 0,1 0 0,-1 1 0,0-1 0,1 0 0,-1 1 0,0-1 0,0 0 0,0 1 0,0-1 0,0 0-1,0 1 1,0-1 0,0 0 0,0 0 0,0 1 0,0-1 0,0 0 0,0 1 0,0-1 0,-1 0 0,1 1 0,0-1 0,-1 0-1,1 1 1,0-1 0,-1 1 0,1-1 0,-1 0 0,1 1 0,-1-1 0,1 1 0,-1 0 0,1-1 0,-1 1 0,1-1 0,-1 1 0,0 0-1,1-1 1,-1 1 0,0 0 0,1 0 0,-1-1 0,0 1 0,1 0 0,-2 0 0,-35-6 581,36 6-573,-27-2 484,1 1 1,-53 7 0,68-4-415,-1 1-1,1 0 0,0 0 1,0 2-1,0-1 1,1 2-1,0-1 0,-18 13 1,22-13-50,0 1 0,0-1 0,0 2 0,0-1 0,1 1 0,0 0 0,1 0 0,-1 0 0,1 1 0,1 0 0,-1 0 0,-3 11 0,4-5-20,0 0 1,1 0-1,1 1 1,0-1-1,1 0 1,0 1 0,2 15-1,0-24-63,-1 1 0,1-1-1,0 0 1,1 0 0,-1 0-1,1 0 1,0 0 0,1-1 0,-1 1-1,1 0 1,1-1 0,-1 0-1,1 0 1,-1 0 0,1 0-1,1-1 1,7 8 0,-5-7-68,0 0-1,0-1 1,0 0-1,1 0 1,0 0 0,-1-1-1,1 0 1,0-1 0,0 0-1,1 0 1,-1-1 0,15 1-1,-12-1-63,0-1-1,-1 0 1,1-1-1,0-1 1,-1 1-1,1-2 1,-1 1-1,18-8 1,-23 7 65,1 1 0,-1-2 0,0 1 0,0 0 0,-1-1 0,1 0 0,-1 0-1,0-1 1,0 1 0,0-1 0,0 0 0,-1 0 0,0 0 0,0 0 0,0 0 0,-1-1 0,3-6 0,0-8-13,0 0 0,4-40 0,-8 44-19,1 1 0,1-1-1,0 0 1,1 1-1,12-29 1,-16 43 92,1 0 1,0-1-1,-1 1 1,1 0-1,0-1 1,-1 1-1,1 0 1,0 0-1,0 0 0,0-1 1,0 1-1,1 0 1,-1 1-1,0-1 1,0 0-1,0 0 1,1 0-1,-1 1 0,0-1 1,1 1-1,-1-1 1,1 1-1,-1-1 1,0 1-1,1 0 1,-1 0-1,1 0 1,-1 0-1,1 0 0,2 0 1,-3 0 10,0 1 0,-1-1-1,1 1 1,0-1 0,0 1 0,0-1 0,0 1 0,-1 0 0,1-1-1,0 1 1,-1 0 0,1 0 0,-1-1 0,1 1 0,-1 0 0,1 0-1,-1 0 1,1 0 0,-1 0 0,0-1 0,1 1 0,-1 0 0,0 0-1,0 2 1,6 29 44,-5-27-28,0 3 12,3 25 105,15 56-1,-16-81-102,0 1 0,0-1 1,0 1-1,1-1 0,1 0 0,-1 0 0,1-1 1,0 0-1,1 1 0,0-2 0,11 11 0,-11-13-51,0-1 0,1 0-1,-1 0 1,1 0 0,-1-1 0,1 0-1,0 0 1,0-1 0,0 0-1,0 0 1,0-1 0,0 0-1,0 0 1,7-1 0,3 1-324,18 0-1355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7:47.41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25 1216,'0'0'6703,"14"14"-5956,44 41 104,-56-53-752,0 0 0,0 0 0,0 1 0,0-1 0,-1 0 1,1 1-1,-1-1 0,0 0 0,1 1 0,-1 0 0,0-1 0,-1 1 0,1 0 1,0-1-1,-1 1 0,0 0 0,1 0 0,-1 0 0,0-1 0,0 1 1,-1 0-1,1 0 0,-2 3 0,1 10 201,-3 33 396,5-57-692,0 0 0,0 0 0,1 0 0,0 0 0,1 0 0,0 1 0,3-9 0,32-55-423,-30 55 209,-3 9 141,0-1 1,0 0-1,0 1 1,1 0-1,10-9 1,-15 15 62,0 0 1,0 0 0,0 0 0,0 0-1,-1 0 1,2 0 0,-1 1 0,0-1-1,0 0 1,0 1 0,0-1 0,0 1-1,0-1 1,1 1 0,-1-1 0,0 1-1,0 0 1,1 0 0,-1 0 0,0 0-1,0 0 1,1 0 0,-1 0 0,0 0-1,1 0 1,-1 0 0,0 1 0,0-1-1,1 0 1,-1 1 0,0-1 0,0 1-1,0 0 1,0-1 0,0 1 0,0 0-1,0 0 1,0 0 0,0-1 0,0 1-1,0 0 1,0 0 0,-1 0 0,1 0-1,0 1 1,-1-1 0,1 0 0,0 1-1,10 24 12,0 0 0,-2 1-1,-1 0 1,6 32-1,-12-66-12,0-1-1,0 0 0,1 1 0,0 0 0,1-1 0,-1 1 0,1 0 1,1 1-1,-1-1 0,1 1 0,8-8 0,-9 10 11,0 0-1,1 0 1,-1 0-1,1 1 1,0 0 0,0 0-1,0 0 1,0 0-1,1 1 1,-1 0-1,1 0 1,-1 0-1,1 1 1,0 0 0,11-1-1,-16 2 4,1 1-1,-1-1 1,0 1 0,0 0-1,1-1 1,-1 1 0,0 0-1,0 0 1,0 0 0,0 0-1,0 0 1,0 0 0,0 0-1,0 0 1,-1 0 0,1 0-1,0 1 1,-1-1 0,1 0 0,0 0-1,-1 1 1,0-1 0,1 3-1,10 39-76,-10-35 30,3 15-652,-1 0 0,-1 1 0,-3 35 0,1-24-3164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7:48.02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1 992,'0'0'9842,"4"0"-9087,291 0 94,-97 0-5645,-171 0 1899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7:48.8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0 264,'0'0'10652,"4"0"-10535,-3 0-110,1 0 0,0 0-1,0 1 1,-1-1 0,1 0 0,0 1 0,0-1-1,-1 1 1,1 0 0,0-1 0,-1 1-1,1 0 1,-1 0 0,1 0 0,-1 0 0,0 0-1,1 1 1,-1-1 0,0 0 0,0 0 0,0 1-1,0-1 1,0 1 0,0-1 0,0 1 0,0 0-1,-1-1 1,1 1 0,0 0 0,-1-1-1,0 1 1,1 3 0,3 26 129,-2 1 0,-2 39 0,0-60-69,1-14-42,0-8-23,1 0 1,0 0-1,0 0 0,1 0 0,1 0 1,0 1-1,0 0 0,1 0 0,6-10 1,-8 15-2,0 1 0,0 0 0,0 0 0,0 0 0,1 0 0,-1 0 0,1 1 0,0 0 0,0-1 1,1 1-1,-1 1 0,1-1 0,-1 1 0,1 0 0,0 0 0,0 0 0,0 1 0,0-1 1,0 1-1,0 0 0,7 0 0,-8 1-8,-1 0-1,0 0 1,1 0 0,-1 0 0,0 1 0,1-1 0,-1 1-1,0 0 1,0 0 0,0 0 0,1 0 0,-1 1-1,0-1 1,-1 1 0,1 0 0,0 0 0,0 0 0,-1 0-1,1 0 1,-1 1 0,0-1 0,0 1 0,0-1-1,0 1 1,0 0 0,0 0 0,-1 0 0,1 0 0,-1 0-1,2 5 1,1 8-670,0 0-1,-1 0 1,-1 1-1,-1-1 0,0 0 1,-2 25-1,1-16-762,0 0-653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7:50.23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39 0 1328,'0'0'14147,"0"109"-14131,0-44 32,0 7-48,-7-1 0,-3 0-64,-1-5-632,4-14-304,4-2-80,3-19-169,0-12-1887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7:50.68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39 1136,'0'0'9901,"32"-8"-9382,100-20-286,-129 27-228,0 0 0,0 1 1,0 0-1,0 0 0,-1 0 0,1 0 0,0 1 0,0-1 0,0 1 1,0-1-1,0 1 0,0 0 0,0 0 0,-1 0 0,1 1 0,0-1 1,-1 1-1,1-1 0,-1 1 0,0 0 0,0 0 0,1 0 0,-1 0 1,0 0-1,-1 1 0,1-1 0,0 1 0,-1-1 0,1 1 0,-1-1 1,2 5-1,2 2-6,1 5-14,-1-1 1,0 1-1,-1 0 0,-1 0 0,0 1 1,-1-1-1,0 1 0,-1-1 0,-1 1 0,0-1 1,-1 1-1,-3 16 0,2-23-25,0-1 0,0 0 0,0 0-1,-1 1 1,-1-2 0,1 1 0,-1 0 0,0-1-1,-1 1 1,1-1 0,-1 0 0,0-1 0,-1 1-1,1-1 1,-1 0 0,-11 6 0,5-3 12,0 0 0,-1-1 1,1-1-1,-2 0 0,1-1 0,-1-1 0,-27 6 1,19-9-2817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7:51.15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0 302 488,'0'0'9341,"9"-28"-9111,31-90 129,-32 95-157,1 0 0,16-30 0,-9 24-53,-16 28-137,0-1 0,1 1 0,0-1 0,-1 1-1,1-1 1,0 1 0,0 0 0,-1-1 0,1 1 0,0 0 0,0 0 0,1-1 0,-1 1-1,0 0 1,0 0 0,0 0 0,1 1 0,-1-1 0,1 0 0,-1 0 0,0 1 0,1-1-1,-1 1 1,1-1 0,0 1 0,-1 0 0,1-1 0,-1 1 0,3 0 0,-1 1-3,0 0 1,0 1-1,-1-1 1,1 0-1,-1 1 1,1 0 0,-1 0-1,1 0 1,-1 0-1,0 0 1,0 0-1,0 0 1,0 1 0,2 2-1,142 201-972,-146-205 929,1 1 1,0-1-1,0 0 0,0 0 0,0 0 0,0 0 0,0 0 0,0 0 0,0 0 0,0 0 0,0 0 1,0 0-1,3 1 0,-4-2 4,1 0-1,-1 0 1,0 0 0,1 0 0,-1 0 0,0-1 0,1 1 0,-1 0-1,1 0 1,-1 0 0,0 0 0,1 0 0,-1-1 0,0 1 0,1 0-1,-1 0 1,0 0 0,1-1 0,-1 1 0,0 0 0,0-1 0,1 1-1,-1 0 1,0 0 0,0-1 0,1 1 0,-1 0 0,0-1 0,0 1-1,0-1 1,0 1 0,2-7-347,0 0 0,0 0 0,-1 0 0,0-10 0,2-4 282,-3 21 104,1-1 0,-1 1 0,1-1-1,-1 1 1,1-1 0,-1 1 0,1-1 0,0 1 0,-1 0 0,1-1 0,-1 1 0,1 0 0,0-1-1,-1 1 1,1 0 0,0 0 0,-1 0 0,1 0 0,0 0 0,-1 0 0,1 0 0,0 0 0,-1 0-1,1 0 1,0 0 0,0 0 0,-1 0 0,1 0 0,0 1 0,-1-1 0,1 0 0,0 1-1,23 10 1038,-16-4-929,0-1 1,1 0-1,0-1 0,0 1 1,0-2-1,0 1 0,1-1 1,0-1-1,0 0 0,0 0 1,0-1-1,1 0 1,-1-1-1,0 0 0,1-1 1,13-1-1,-23 1-114,0 0 0,1 0 0,-1 0 0,0 0 0,0-1 0,0 1 0,1-1 0,-1 1 0,0-1 0,0 1 0,0-1 0,0 1 0,0-1 0,0 0 0,0 0 0,0 1 0,0-1 0,0 0 0,0 0 0,-1 0 0,1 0 0,0 0 0,-1 0 0,1 0 0,-1-1 0,1 1-1,-1 0 1,1 0 0,-1 0 0,0 0 0,0-1 0,1 0 0,-1-2 10,1 1 0,-1 0 0,0-1 0,0 1 0,0-1 0,-1 1 0,1 0 0,-1-1 0,0 1 0,0 0-1,-2-6 1,-2 1 0,0 1-1,0-1 1,-1 1-1,0 0 1,0 1-1,-11-9 0,-46-33 0,57 44-29,-1 0 0,1 0 0,-1 1 0,-12-4 0,18 6-2,0 1 0,-1-1 0,1 1 0,-1-1 0,1 1 0,-1 0 0,1 0 0,-1-1 0,1 1 0,-1 0 0,1 0 0,-1 0 0,1 1 0,-1-1 0,1 0 0,-1 0 0,1 1 0,-1-1 0,1 1 0,-1 0 0,1-1 0,0 1 0,-1 0 0,1 0 0,0-1 0,0 1 0,0 0 0,0 1 0,-2 1 0,-1 7-26,1 0 0,1 1 0,0-1-1,0 0 1,1 1 0,1-1 0,0 1 0,1 14 0,-1 0-313,0-2-1031,1 0 0,7 42-1,4-25-3432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7:51.54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63 800,'0'0'9694,"4"26"-9598,1 3-76,17 145 51,-21-115 79,-1-54-110,0-6-93,-1-32-515,2-28-1463,3 0 0,12-68 0,-2 59-982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7:51.91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0 194 2160,'92'-149'2358,"-88"142"-1934,0 1-1,0 0 1,1 0 0,9-9-1,-13 14-346,0 1 0,-1-1 1,1 1-1,0-1 0,-1 1 0,1 0 0,0-1 0,0 1 0,-1 0 1,1-1-1,0 1 0,0 0 0,0 0 0,-1 0 0,1 0 0,0 0 1,0 0-1,0 0 0,0 0 0,1 1 0,6-1 472,-5 1-489,0-1 1,0 1 0,0 0 0,0 0 0,0 0 0,0 0 0,0 1 0,0-1 0,0 1-1,0-1 1,-1 1 0,1 0 0,-1 0 0,1 0 0,-1 1 0,0-1 0,0 1 0,0-1 0,0 1-1,0-1 1,0 1 0,-1 0 0,1 0 0,-1 0 0,0 0 0,1 4 0,1 2-56,0 1 1,0 0-1,-1 0 1,-1 0-1,1 0 1,-2 0-1,0 14 1,-1-20 16,0 0 0,0 0 1,-1 0-1,1 0 0,-1-1 0,0 1 1,0-1-1,-1 1 0,1-1 0,-1 0 1,1 1-1,-1-1 0,0-1 0,0 1 1,-1 0-1,1-1 0,0 0 0,-1 1 1,-4 1-1,1 0-66,-1 0 0,1-1 1,-1 0-1,0 0 0,0 0 1,0-1-1,0-1 0,0 1 1,-8 0-1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7:52.32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4 182 1320,'0'0'8830,"-1"-7"-8802,1 0-18,-2-5 7,1 0 0,1-1-1,0 0 1,3-12 0,-3 21-17,1 0 1,0 0-1,0 0 1,1 1-1,-1-1 1,1 0-1,0 0 1,0 1-1,0-1 1,0 1-1,0 0 1,1-1-1,0 1 1,0 0-1,0 1 1,0-1-1,6-4 1,-2 3 10,1 0 1,0 1-1,-1 0 1,1 0-1,0 1 0,10-2 1,-15 3-149,0 0-1,0 1 1,0-1 0,0 1 0,0 0-1,1 0 1,-1 0 0,0 0 0,0 1 0,0-1-1,0 1 1,0 0 0,0-1 0,0 2-1,0-1 1,0 0 0,-1 0 0,1 1 0,3 2-1,5 11-2357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7:52.68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1 249 1512,'0'0'13747,"3"34"-13547,-3-9-144,0 3-16,0 0-32,0-3-16,7-7 8,0-5-224,3-10-560,1-3-560,-1 0-1249</inkml:trace>
  <inkml:trace contextRef="#ctx0" brushRef="#br0" timeOffset="1">15 1 1480,'0'0'8722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7:53.11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122 1 288,'9'9'11052,"-17"-12"-10885,0 1 0,-1 1 0,1 0 1,-1 0-1,1 0 0,-1 1 0,1 0 1,-1 1-1,-10 2 0,17-2-162,0 0-1,0 0 1,0 0-1,0 0 0,0 0 1,0 1-1,1-1 1,-1 1-1,1-1 1,-1 1-1,1-1 1,-1 1-1,1 0 1,0 0-1,0 0 1,0 0-1,0 0 1,0 0-1,0 0 1,1 0-1,-1 0 1,1 0-1,-1 0 1,1 0-1,0 3 0,-2 10 27,1 1 0,1 22-1,0-24-15,0-7-43,0 1 0,1-1 0,0 0 0,0 0 0,0 0 0,1 0 0,0-1-1,1 1 1,0 0 0,-1-1 0,2 1 0,-1-1 0,1 0 0,0 0 0,0-1 0,1 1 0,0-1 0,0 0 0,0 0 0,0 0 0,1-1 0,0 0 0,0 0 0,0 0 0,0-1 0,1 0 0,-1 0 0,1-1 0,0 0 0,0 0-1,0 0 1,0-1 0,0 0 0,0 0 0,11-1 0,-14 0-221,0 0-1,-1 0 0,1 0 1,0-1-1,-1 1 1,1-1-1,-1 0 0,1 0 1,-1 0-1,1-1 0,-1 1 1,1-1-1,-1 0 1,0 0-1,0 0 0,5-4 1,17-19-6469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7:53.49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0 152 1224,'0'0'10258,"104"-152"-18547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7:54.04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131 341 2272,'0'0'10301,"-5"-2"-10211,3 1-62,-1-1-1,0 1 1,1 0 0,-1 1 0,0-1 0,0 0 0,0 1 0,0 0 0,0-1-1,1 1 1,-1 0 0,0 0 0,0 1 0,0-1 0,0 1 0,0-1 0,0 1-1,1 0 1,-1 0 0,0 0 0,1 1 0,-1-1 0,1 0 0,-1 1 0,1 0 0,0 0-1,-1-1 1,1 1 0,0 1 0,-2 1 0,0 2 5,-1 0 1,1 1 0,0 0-1,0-1 1,1 1 0,0 0-1,0 1 1,1-1-1,-3 15 1,2 0-36,2-1 0,0 27 0,1-27-27,0-18 25,0-1 0,0 1 0,1 0 0,-1 0-1,1 0 1,-1 0 0,1 0 0,0 0 0,0-1 0,0 1-1,0 0 1,1-1 0,-1 1 0,1-1 0,0 1 0,-1-1-1,1 0 1,0 0 0,0 0 0,1 0 0,2 2 0,-2-2 10,0 0 1,1-1 0,-1 1 0,1-1-1,-1 0 1,1 0 0,-1 0-1,1-1 1,0 1 0,-1-1 0,1 0-1,0 0 1,-1 0 0,1 0 0,0-1-1,6-1 1,-7 1-2,0-1 0,0 1 0,0-1 0,-1 0 0,1 0 0,-1 0 1,1 0-1,-1 0 0,0 0 0,0-1 0,0 1 0,0-1 0,0 1 0,0-1 0,-1 0 0,1 0 0,-1 1 1,0-1-1,0 0 0,1-5 0,3-9-19,-1 1-1,2-25 1,0-42-411,-6-111 0,-2 80 156,1 80 177,3-33-396,1 70-456,-1 11 880,4 78 199,3 1 0,39 166 0,-39-231-111,-5-20-371,-2 0 1,1 0 0,-1 0-1,0 0 1,0 11-1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7:54.43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91 0 1192,'0'0'8519,"14"19"-8280,45 58-12,-37-43-96,-20-18 19,-2-7 45,-19-8 406,11-2-718,-1 0 0,1-1-1,0 0 1,-10-3 0,10 2 42,0 0 0,0 1 1,0 1-1,0-1 0,-15 1 0,21 1 75,0 0 1,0 0-1,0 1 0,0-1 1,-1 1-1,1 0 0,0-1 0,0 1 1,0 0-1,0 0 0,1 1 0,-1-1 1,0 0-1,0 0 0,1 1 0,-1-1 1,0 1-1,1 0 0,0-1 0,-1 1 1,1 0-1,0 0 0,0 0 0,0 0 1,0 0-1,-1 2 0,1 0 33,-1 0 1,1 0-1,0 0 0,0 0 0,0 0 1,0 0-1,1 0 0,0 0 0,0 0 1,0 0-1,0 0 0,1 1 1,1 5-1,-2-8-111,1 1 0,0-1 0,0 0 1,0 0-1,0 0 0,0 0 0,1 0 0,-1-1 1,1 1-1,-1 0 0,1 0 0,0-1 0,-1 1 1,1-1-1,0 0 0,0 0 0,0 1 0,0-1 1,0 0-1,0 0 0,1-1 0,-1 1 0,4 0 1,22 1-3763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7:55.13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218 278 616,'0'0'6570,"-14"-1"-6361,-5-2-159,2 1 5,-1 0 0,-21 1 0,36 1-5,0 1 0,0-1 0,0 0 0,0 1 0,-1 0 0,1 0 0,0 0 0,1 0 0,-1 0 0,0 1 0,0-1 0,0 1 0,1 0 0,-1 0 1,-2 2-1,0 1 102,1 0 1,-1 0 0,1 0 0,1 1 0,-1-1 0,-5 13 0,4-7 82,0 1 0,1 0 0,1 0 1,0 1-1,0-1 0,1 0 0,0 18 0,2-29-225,-1 3 41,1 1 1,0 0-1,0-1 0,1 1 1,0 0-1,-1-1 0,1 1 0,3 6 1,-3-9-41,0-1 1,1 0 0,-1 1 0,0-1 0,1 0 0,-1 0 0,1 0 0,0 0-1,-1 0 1,1 0 0,0 0 0,-1 0 0,1-1 0,0 1 0,0-1 0,0 1-1,0-1 1,-1 0 0,1 0 0,0 0 0,0 0 0,0 0 0,3 0 0,0 0 13,1 0 0,-1-1 1,0 1-1,1-1 0,-1 0 1,0 0-1,0-1 0,1 1 0,-1-1 1,0 0-1,7-5 0,-6 3-22,0-1-1,-1 0 1,1 0-1,-1-1 0,0 0 1,-1 0-1,8-12 0,1-4 22,-1-2-1,-2 1 1,0-1-1,-1 0 1,-2-1-1,0 0 0,3-29 1,-2-5-1562,0-106 0,-10 264 1026,0-31 797,8 99 0,-4-154-250,1 0 0,0 0-1,1-1 1,0 1 0,1-1 0,1 0-1,0 0 1,0-1 0,1 0-1,0 0 1,11 11 0,-14-17-180,0 0 0,0-1 1,1 1-1,0-1 0,-1 0 1,1-1-1,1 1 0,-1-1 0,0 0 1,1 0-1,0-1 0,0 1 1,-1-1-1,1-1 0,0 1 0,1-1 1,-1 0-1,0 0 0,0-1 1,0 0-1,1 0 0,-1 0 0,0-1 1,0 0-1,10-3 0,-12 3 79,0-1 0,0 0-1,0-1 1,0 1-1,0 0 1,0-1 0,-1 0-1,1 0 1,-1 0-1,0 0 1,0-1 0,0 1-1,-1-1 1,1 0 0,-1 0-1,0 0 1,0 0-1,0 0 1,0 0 0,-1 0-1,0-1 1,0 1-1,1-5 1,1-13 806,0-1 0,-2 1 1,-1-33-1,-1 26 530,1 29-1262,0 0-1,0-1 1,0 1-1,0 0 0,0-1 1,0 1-1,0 0 1,0-1-1,0 1 1,0 0-1,0-1 0,-1 1 1,1 0-1,0 0 1,0-1-1,0 1 1,-1 0-1,1 0 1,0-1-1,0 1 0,0 0 1,-1 0-1,1-1 1,0 1-1,-1 0 1,1 0-1,0 0 0,0 0 1,-1-1-1,1 1 1,0 0-1,-1 0 1,1 0-1,0 0 1,-1 0-1,1 0 0,0 0 1,-1 0-1,1 0 1,0 0-1,-1 0 1,1 0-1,0 0 0,-1 0 1,1 0-1,0 1 1,-1-1-1,1 0 1,-2 0 26,1 1 1,0-1 0,0 1-1,0 0 1,0-1 0,-1 1-1,1 0 1,0 0-1,0-1 1,0 1 0,0 0-1,1 0 1,-2 2 0,-3 6 187,1 1 0,0-1 0,1 1 0,0 0 0,0 0 1,1 0-1,1 0 0,-1 20 0,5 85 813,-3-113-1033,0-1 0,0 1 0,0 0 0,0-1 0,1 1 0,-1 0 0,0-1 0,1 1 1,-1 0-1,1-1 0,0 1 0,-1-1 0,1 1 0,0-1 0,0 1 0,0-1 0,0 0 0,0 0 1,0 1-1,2 0 0,0-1-203,-1 0-1,1 0 1,0 0 0,-1-1 0,1 1 0,0-1 0,-1 1-1,1-1 1,0 0 0,0 0 0,-1 0 0,4-1 0,14-2-3902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7:55.89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212 319 936,'0'0'6720,"-19"-1"-6098,-61 2 30,75 0-594,1 0 0,0 0-1,-1 0 1,1 1 0,0-1 0,0 1 0,-1 0 0,2 0-1,-1 1 1,0-1 0,0 1 0,1 0 0,-1 0-1,1 0 1,0 0 0,0 1 0,0-1 0,0 1 0,1 0-1,-1 0 1,-1 5 0,-1-1 78,1-1-23,0 0 0,1 1 0,0-1 0,0 1 1,1 0-1,0 0 0,0 0 0,1 0 0,0 1 0,0-1 0,1 0 0,0 0 0,2 10 0,-2-16-100,1 1 0,-1-1 0,1 0 0,0 1 0,0-1 0,0 0 0,0 1 0,0-1 0,1 0 0,-1 0 0,1 0 0,-1 0 0,1 0 0,0-1 0,0 1 0,0 0 0,0-1 0,0 1 0,0-1-1,0 0 1,0 0 0,1 0 0,-1 0 0,0 0 0,1 0 0,-1 0 0,1-1 0,-1 1 0,1-1 0,-1 0 0,5 0 0,-2 1-4,-1-1 0,1 0 0,0 0 0,0-1 1,-1 1-1,1-1 0,-1 0 0,1 0 0,-1 0 0,1-1 0,-1 0 0,0 1 0,1-2 1,-1 1-1,0 0 0,0-1 0,3-3 0,0-2-11,0-1 0,-1 0 0,0-1 0,-1 1 1,0-1-1,0 0 0,-1 0 0,-1-1 0,1 1 0,-2-1 0,4-21 0,-3-10-359,-2-77 0,-2 61-374,1-115-5069,-1 294 8412,30 231 1,-28-345-2568,1 0-1,0 0 1,0 0 0,1 0 0,0 0-1,0 0 1,0-1 0,6 9-1,-7-13-125,-1 0-1,0-1 1,1 1-1,-1-1 1,1 1-1,-1-1 0,1 0 1,0 1-1,-1-1 1,1 0-1,0 0 1,0 0-1,0 0 0,0-1 1,0 1-1,0 0 1,0-1-1,0 0 0,0 1 1,0-1-1,0 0 1,0 0-1,0 0 1,1 0-1,-1 0 0,0-1 1,0 1-1,0-1 1,0 1-1,0-1 0,0 0 1,0 0-1,3-2 1,13-15-2708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7:56.31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0 16 1016</inkml:trace>
  <inkml:trace contextRef="#ctx0" brushRef="#br0" timeOffset="1">0 16 1016,'136'85'532,"-121"-75"-402,4 0 199,-17-13 50,25 10 4298,9 17-2842,3 1-1358,3-14-478,-41-11-51,1 0-1,-1 1 1,0-1 0,0 0-1,0 0 1,1 0-1,-1 0 1,0 0 0,0 0-1,1 0 1,-1 0-1,0 0 1,0-1 0,0 1-1,1-1 1,-1 1 0,0-1-1,0 1 1,0-1-1,0 1 1,0-1 0,0 0-1,0 0 1,0 1-1,0-1 1,0 0 0,0 0-1,-1 0 1,1 0-1,0 0 1,0-2 0,1-5-109,-1 0 1,0 0-1,-1-1 1,0 1-1,0 0 1,-1 0-1,0 0 1,0-1-1,-4-9 1,4 13 158,-1 0 1,0 0 0,0 0-1,0 0 1,0 1 0,-1-1 0,0 1-1,0 0 1,0 0 0,0 0-1,-1 0 1,1 1 0,-1-1 0,0 1-1,-8-5 1,10 7-140,1 0-1,-1 0 1,0 1 0,1-1 0,-1 1-1,0-1 1,1 1 0,-1 0-1,0 0 1,0-1 0,1 1-1,-1 0 1,0 1 0,1-1 0,-1 0-1,0 0 1,-3 2 0,-6 11-1652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7:56.69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186 22 1016,'0'0'7460,"0"-3"-6707,1 2-695,-1 0 0,0 1 0,0-1 0,0 1 0,0-1 0,0 0 0,-1 1 0,1-1 0,0 0 0,0 1 1,0-1-1,0 1 0,-1-1 0,1 1 0,0-1 0,-1 0 0,1 1 0,0-1 0,-1 1 0,1-1 0,-1 1 0,1 0 0,-1-1 1,1 1-1,-1-1 0,1 1 0,-1 0 0,1-1 0,-1 1 0,0 0 0,-1-1 35,1 1 0,-1-1-1,1 1 1,-1 0 0,0 0 0,1 0 0,-1 0-1,1 0 1,-1 0 0,0 0 0,1 0 0,-1 1-1,1-1 1,-1 1 0,1-1 0,-3 2 0,-48 33 1142,32-23-507,1 0 0,1 1 0,-20 18 0,38-31-718,0 0-1,1 0 0,-1 0 1,0 0-1,1 0 1,-1 0-1,0 0 0,0 0 1,1 0-1,-1 0 0,0 0 1,1 0-1,-1 0 1,0 0-1,0 1 0,1-1 1,-1 0-1,0 0 1,0 0-1,0 1 0,1-1 1,-1 0-1,0 0 0,0 0 1,0 1-1,1-1 1,-1 0-1,0 0 0,0 1 1,0-1-1,0 0 0,0 1 1,0-1-1,0 0 1,0 0-1,1 1 0,-1-1 1,0 0-1,0 1 1,0-1-1,0 0 0,-1 1 1,1-1-1,0 0 0,0 0 1,0 1-1,0-1 1,0 0-1,0 0 0,0 1 1,0-1-1,-1 0 1,1 0-1,0 1 0,0-1 1,0 0-1,-1 0 0,1 1 1,0-1-1,0 0 1,0 0-1,-1 0 0,1 0 1,0 1-1,-1-1 0,1 0 1,0 0-1,0 0 1,-1 0-1,26 0-83,-22 0 101,120-6-1294,-122 6 1260,0 0 1,0 1-1,0-1 0,0 0 1,0 1-1,0-1 0,0 1 1,0-1-1,0 1 0,0-1 1,0 1-1,0 0 1,-1-1-1,1 1 0,0 0 1,0 0-1,-1 0 0,1-1 1,-1 1-1,1 0 0,-1 0 1,1 0-1,-1 0 1,1 0-1,-1 0 0,0 0 1,0 0-1,1 0 0,-1 0 1,0 0-1,0 2 0,1 41-169,-1-33 159,0-8 23,0 0 0,0 0 0,0 1 1,-1-1-1,1 0 0,-1 0 0,1 0 0,-1 0 0,0 1 0,0-1 0,0 0 0,-1 0 0,1-1 0,-1 1 0,-3 4 0,2-4 3,-1 0 0,0 0 1,0-1-1,0 1 0,0-1 0,0 0 0,-1 0 0,1-1 0,-1 1 1,-4 0-1,1 0-266,0 0-1,0-1 1,0 0 0,0 0 0,-10-1 0,14 0-125,-10 0-2556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7:57.58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8194,'0'0'7017,"45"186"-7217,-42-152-224,-3 0-8,0-9 120,0-3 264,-10-10 32,0-6-48,-1-6-1056,1 0-1273,3-15-3536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7:57.96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20 0 304,'0'0'12112,"24"3"-11992,72 10-63,-95-13-57,1 0-1,0 0 0,-1 0 0,1 1 0,-1-1 0,1 1 1,-1-1-1,1 1 0,-1 0 0,1-1 0,-1 1 1,1 0-1,-1 0 0,0 0 0,0 0 0,1 0 0,-1 0 1,0 1-1,0-1 0,0 0 0,0 0 0,0 1 1,-1-1-1,1 1 0,0-1 0,-1 1 0,1-1 0,-1 1 1,1-1-1,-1 1 0,0-1 0,1 1 0,-1 0 1,0-1-1,0 1 0,-1 2 0,1-1-7,-1 0-1,0 1 1,1-1-1,-1 0 1,-1 0-1,1 0 1,0 0 0,-1 0-1,0 0 1,0-1-1,0 1 1,-2 3-1,-8 3-121,0 0 0,-1-1-1,-27 13 1,26-14 16,1 0 0,-1 1 0,-23 19 0,57-24 395,-11-1-255,0 0-1,-1 1 0,1-1 1,0 2-1,-1-1 0,0 1 1,0 0-1,0 1 0,0 0 1,-1 0-1,1 1 1,-1 0-1,-1 0 0,1 0 1,-1 1-1,0 0 0,7 12 1,1 1-26,-1 1 0,-1 1 0,-1 0 0,-1 1 0,9 29 1,-17-46-106,-1-2 5,0 0 0,0-1 0,0 1 0,1 0 0,-1-1 0,1 1-1,0-1 1,0 0 0,0 0 0,1 1 0,4 4 0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7:58.34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108 0 1608,'0'0'14081,"8"12"-13965,-2-3-92,0-1-4,1 0 0,-2 1-1,1 0 1,-1 0-1,0 1 1,-1-1 0,0 1-1,-1 0 1,0 0 0,0 0-1,1 13 1,-5-22-13,1-1 0,0 1 0,0 0 0,-1-1-1,1 1 1,0 0 0,-1-1 0,1 1 0,0-1 0,-1 1 0,1-1 0,-1 1 0,1-1 0,-1 1 0,1-1 0,-1 1 0,1-1 0,-1 0 0,0 1 0,1-1-1,-1 0 1,0 0 0,1 1 0,-1-1 0,0 0 0,1 0 0,-1 0 0,0 0 0,1 0 0,-1 0 0,0 0 0,1 0 0,-1 0 0,0 0 0,1 0 0,-1 0 0,0 0-1,1-1 1,-1 1 0,-1-1 0,-40-10-349,27 6 318,10 4-10,0 0-1,1 0 0,-1 0 0,0 1 0,0-1 0,0 1 1,0 0-1,0 1 0,0-1 0,0 1 0,-8 2 0,11-2 25,0 0 0,0 1 0,0-1 0,0 1 0,0-1 0,1 1 0,-1-1 0,1 1 0,-1 0 0,1 0 0,-1 0 0,1 0 0,0 0 0,0 0 0,0 0 0,0 0 0,0 0 0,1 1 0,-1-1 0,1 0 0,-1 0 0,1 1 0,0-1 0,0 0 0,0 1 0,1 3 0,-2-4-44,1-1 0,0 1 0,0 0 0,0 0 0,1 0-1,-1 0 1,0-1 0,1 1 0,-1 0 0,1 0 0,-1 0 0,1-1 0,0 1-1,0 0 1,0-1 0,0 1 0,0-1 0,0 1 0,0-1 0,1 0 0,-1 1-1,0-1 1,1 0 0,-1 0 0,1 0 0,-1 0 0,1 0 0,0 0-1,-1 0 1,1-1 0,0 1 0,0-1 0,-1 1 0,1-1 0,0 1 0,0-1-1,0 0 1,2 0 0,34 4-1972,-3-3-1666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7:59.00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284 284 1176,'0'0'6692,"-23"0"-9904,-74 0 3214,90 0 211,0 0 0,0 0 0,0 0-1,0 1 1,0 1 0,1-1-1,-1 1 1,0 0 0,1 0 0,0 1-1,-1 0 1,1 0 0,0 0 0,0 1-1,1 0 1,-1 0 0,1 0 0,-9 11-1,9-10-20,1 2-1,1-1 0,-1 0 1,1 1-1,0-1 0,0 1 0,1 0 1,0 0-1,0 0 0,1 0 1,0 0-1,0 1 0,1-1 1,0 0-1,1 10 0,-1-14-195,1-1 0,0 1 0,0 0 0,0 0 0,0-1 0,0 1 0,1 0 0,-1-1 0,1 1 0,0-1 0,0 0 0,0 0 0,0 0 0,0 0 0,0 0 0,0 0 0,1 0 0,-1-1 0,1 1 0,-1-1 0,1 1 0,0-1 0,-1 0 0,1 0 0,0 0 0,0-1 0,5 1 0,3 2-5,0-2 0,-1 0 1,1 0-1,0-1 0,-1 0 1,20-3-1,-27 2 18,0 0 1,1 0-1,-1-1 0,0 0 1,0 1-1,0-1 1,0 0-1,0 0 0,-1-1 1,1 1-1,0-1 1,-1 1-1,0-1 0,0 0 1,0 0-1,0 0 1,0 0-1,0 0 0,-1 0 1,1 0-1,-1 0 1,1-5-1,4-11 95,-2 1-1,5-35 1,-8 44-68,18-254-456,-17 206-165,1 25 64,-2 30 292,0 9 43,1 54 210,7 132 224,-7-172-197,2 0-1,0-1 1,2 1 0,0-1 0,1 0-1,1 0 1,12 20 0,-17-36-38,-1 0 1,1 0-1,0 0 1,1-1-1,-1 1 1,1-1-1,0 0 1,0 0-1,0 0 1,0 0-1,0-1 1,9 4 0,-11-5-27,0 0 1,0 0-1,0-1 1,0 1 0,0-1-1,0 0 1,0 0-1,0 0 1,0 1 0,0-2-1,0 1 1,0 0-1,0 0 1,0-1 0,0 1-1,0-1 1,0 1 0,-1-1-1,1 0 1,0 0-1,0 0 1,0 0 0,-1 0-1,1 0 1,-1-1-1,1 1 1,-1 0 0,1-1-1,-1 1 1,0-1-1,0 0 1,1 1 0,0-4-1,7-15-942,0-1-1,-2 0 0,-1-1 0,0 1 1,-1-1-1,6-32 4272,-3 93-2586,-6-30-187,-1-1-373,2 8 103,1 0-1,0 0 0,11 24 0,-14-37-268,0 0 0,0 0 0,1 0-1,0-1 1,-1 1 0,1 0-1,0-1 1,0 1 0,0-1 0,1 0-1,-1 0 1,0 0 0,1 0-1,0 0 1,-1 0 0,1-1 0,0 1-1,0-1 1,0 0 0,0 0-1,0 0 1,0 0 0,0-1 0,0 1-1,4 0 1,11-1-1363,-1 0-1077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7:59.48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1608,'0'0'8930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7:59.85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116 0 904,'0'0'8602,"-14"5"-7876,-46 16 39,57-20-686,1 0-1,-1 1 1,1-1 0,0 0-1,0 1 1,-1-1-1,1 1 1,0 0 0,0 0-1,1 0 1,-1 0 0,0 0-1,1 0 1,-1 0 0,1 1-1,-1-1 1,1 0-1,0 1 1,-1 2 0,1 1 64,0 0 0,0 0 0,1 0-1,0 0 1,0 0 0,0 7 0,1 3 47,0-9-164,1 0 1,-1-1-1,1 1 0,1 0 0,-1-1 0,1 1 0,0-1 0,0 0 0,1 0 0,0 0 0,0 0 1,1-1-1,-1 1 0,1-1 0,0 0 0,0-1 0,1 1 0,10 6 0,-10-7-139,0-1-1,1 1 0,-1-1 0,1 0 0,-1-1 0,1 1 0,0-1 1,11 1-1,-14-2-69,0-1 0,-1 0 0,1 0 0,0 0 1,0 0-1,-1-1 0,1 1 0,0-1 0,0 0 0,-1 0 1,1-1-1,-1 1 0,1-1 0,-1 0 0,0 1 0,4-4 0,18-19-2714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8:00.27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95 187 880,'2'1'517,"0"1"1,-1 0-1,1-1 0,0 1 0,-1 0 0,1 0 0,-1 0 1,1 0-1,-1 0 0,0 0 0,0 1 0,0-1 0,0 0 0,0 1 1,0 3-1,7 39 1618,-4 1-473,-28-61-1998,22 13 308,0 0 0,-1 1 0,1 0 0,-1-1 0,1 1 0,-1 0 0,0 0 0,1 0 0,-1 1 1,0-1-1,1 1 0,-1-1 0,0 1 0,0 0 0,0 0 0,1 0 0,-1 1 0,0-1 0,0 0 0,1 1 0,-1 0 0,0 0 0,1 0 0,-1 0 0,1 0 0,-1 0 0,1 1 0,-1-1 0,1 1 0,0 0 1,0 0-1,0 0 0,0 0 0,0 0 0,0 0 0,0 0 0,1 0 0,-1 1 0,1-1 0,0 1 0,0-1 0,0 1 0,0-1 0,0 1 0,0 0 0,1 0 0,-1-1 0,1 1 0,0 4 0,-1-5 37,1 0 0,0-1 0,0 1 0,-1 0 0,1-1-1,0 1 1,1 0 0,-1-1 0,0 1 0,0 0 0,1-1-1,-1 1 1,1-1 0,0 1 0,-1-1 0,1 1 0,0-1-1,0 1 1,0-1 0,0 1 0,0-1 0,0 0 0,0 0-1,0 0 1,1 1 0,-1-1 0,0 0 0,1-1 0,-1 1-1,1 0 1,-1 0 0,1-1 0,-1 1 0,1 0 0,-1-1-1,1 0 1,0 1 0,-1-1 0,1 0 0,0 0 0,-1 0-1,1 0 1,0 0 0,1-1 0,7 2-38,0-1 0,0 0 0,-1 0 0,1-1 1,12-3-1,-17 3-103,-1-1 1,1 0 0,-1 0 0,1 0-1,-1 0 1,0-1 0,0 0 0,0 0-1,0 0 1,0 0 0,5-6-1,19-25-2368,-7 5-1786</inkml:trace>
  <inkml:trace contextRef="#ctx0" brushRef="#br0" timeOffset="1">247 196 640,'0'0'9746,"31"124"-9490,-14-96-168,4-3-32,-4-12-56,7-13-384,-3 0-888,-8 0-2961</inkml:trace>
  <inkml:trace contextRef="#ctx0" brushRef="#br0" timeOffset="2">247 196 3809,'75'-195'8434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8:00.65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190 2 4905,'0'0'11872,"-4"0"-11775,1 0-93,-2-1 15,-1 1 0,1 0-1,0 0 1,0 0 0,0 1-1,0 0 1,0 0 0,0 0-1,0 0 1,0 1 0,1 0-1,-1 0 1,0 0 0,1 1-1,0 0 1,-7 4 0,9-4 33,-1 0 0,0 0 1,1 0-1,-1 1 1,1-1-1,0 1 0,0-1 1,0 1-1,-1 7 0,2-10-44,0 1 0,1-1 0,0 1 0,-1-1 0,1 1 0,0-1 0,0 1-1,0-1 1,0 1 0,0-1 0,0 1 0,0 0 0,1-1 0,-1 1 0,0-1-1,1 1 1,-1-1 0,1 1 0,0-1 0,-1 0 0,1 1 0,0-1 0,0 0-1,0 0 1,0 1 0,0-1 0,0 0 0,2 1 0,34 18 54,-30-17-62,0 0-1,0 1 0,0-1 1,0 2-1,-1-1 0,0 1 1,9 7-1,-15-11-7,1-1-1,-1 1 1,1-1 0,-1 1-1,0-1 1,1 1-1,-1 0 1,0-1-1,1 1 1,-1-1 0,0 1-1,1 0 1,-1-1-1,0 1 1,0 0 0,0 0-1,0-1 1,0 1-1,0 0 1,0-1 0,0 1-1,0 0 1,0-1-1,0 1 1,0 0-1,-1-1 1,1 1 0,0 0-1,0-1 1,-1 1-1,1 0 1,0-1 0,-1 1-1,1-1 1,-1 1-1,1-1 1,0 1 0,-1-1-1,0 1 1,1-1-1,-1 1 1,-30 14-4,22-12-75,-96 43-4703,73-30-819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8:14.16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0 683 9314,'0'0'9113,"4"-1"-8859,-2 0-224,0 1-1,1 1 0,-1-1 1,0 0-1,0 0 1,0 1-1,1-1 0,-1 1 1,0 0-1,0 0 1,0 0-1,0 0 0,0 0 1,0 0-1,0 0 0,0 1 1,-1-1-1,1 0 1,0 1-1,-1 0 0,1-1 1,-1 1-1,0 0 1,2 3-1,8 11 83,17 31-1,-19-31-95,14 26 45,-15-25-89,1-1 0,0 0 0,1 0 0,1-1 0,21 23 0,-30-36-36,0-1-1,-1 1 1,1-1-1,0 0 1,0 1-1,0-1 1,-1 0-1,1 0 1,1 0-1,-1 0 0,0-1 1,0 1-1,0-1 1,0 1-1,0-1 1,1 0-1,-1 1 1,0-1-1,4-1 1,-5 1 3,1-1 1,0 0 0,-1 1-1,1-1 1,-1 0 0,1 0-1,-1 0 1,1 0-1,-1 0 1,0 0 0,1-1-1,-1 1 1,0 0 0,0-1-1,0 1 1,0-1 0,0 1-1,0-1 1,-1 1-1,1-1 1,0 0 0,-1 1-1,1-4 1,12-53-329,-3 0 0,4-77 0,4-32-280,-6 101 375,27-89 0,-28 122 302,1 1 0,2 0 0,1 0 1,28-42-1,-38 67 24,-1 0 1,1 1 0,0 0 0,0 0-1,0 1 1,1-1 0,0 1-1,0 0 1,1 0 0,-1 1-1,1 0 1,0 0 0,0 1 0,0 0-1,0 0 1,1 1 0,-1-1-1,1 2 1,0-1 0,0 1-1,-1 0 1,1 1 0,0 0-1,0 0 1,0 0 0,0 1 0,-1 0-1,10 3 1,-2 2 54,1-1-1,22 14 1,12 5 6,-19-13-81,1-1 0,0-1 0,1-2 0,37 3-1,128 0-199,-75-14-872,-17-14-1627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8:17.19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30 0 7866,'0'0'5065,"0"9"-4421,-17 349 257,9-291-994,4 1-1,6 116 0,-2-181 52,1-1 1,0 1-1,0 0 0,0 0 0,0 0 1,0 0-1,0-1 0,1 1 1,-1-1-1,1 1 0,0-1 0,-1 1 1,1-1-1,0 0 0,1 0 0,-1 0 1,0 0-1,1 0 0,-1-1 1,1 1-1,-1-1 0,1 1 0,0-1 1,0 0-1,-1 0 0,1 0 0,0 0 1,0-1-1,4 1 0,10 2-456,1-2-1,0 1 0,32-4 1,-24 2-988,-23 0 1094,0 0-1,0-1 1,0 1-1,0-1 1,0 1 0,0-1-1,-1 0 1,1 0-1,0 0 1,0-1-1,-1 1 1,1 0-1,-1-1 1,1 0-1,-1 0 1,5-4-1,12-13-2398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8:17.63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4 856,'0'0'14387,"45"-3"-14387,-17 3 16,-1 0 48,4 0-128,0 0-304,4 0-472,-7 0-1104,-11 0-3041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8:18.17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25 4017,'0'0'9586,"12"-5"-9567,39-11-67,-50 15 47,0 1 0,0-1 0,1 1 0,-1-1 1,0 1-1,1 0 0,-1 0 0,0 0 1,1 0-1,-1 0 0,1 0 0,-1 0 1,0 0-1,1 0 0,-1 0 0,0 1 0,1-1 1,-1 1-1,0-1 0,0 1 0,1-1 1,-1 1-1,0 0 0,0 0 0,0-1 0,0 1 1,0 0-1,0 0 0,0 0 0,0 0 1,0 0-1,0 0 0,-1 1 0,1-1 0,0 0 1,-1 0-1,1 0 0,-1 1 0,1 1 1,1 4-2,-1 0 0,0 0 0,-1 1 0,1-1 0,-2 13 0,0-8-18,1-11 15,0 1 0,-1 0 0,1-1 1,-1 1-1,1-1 0,-1 1 0,0-1 0,0 1 0,0-1 1,1 0-1,-1 1 0,-1-1 0,1 0 0,0 0 0,0 0 1,0 0-1,-1 0 0,1 0 0,0 0 0,-1 0 0,1 0 1,-1-1-1,1 1 0,-1 0 0,1-1 0,-1 1 0,1-1 1,-3 0-1,-21 13-50,53-11-129,-4-3 178,-16 0-5,1 1 1,0-1 0,-1 2 0,13 1-1,-20-2-16,1 0-1,-1 0 0,1 1 0,-1-1 0,0 1 0,1-1 1,-1 1-1,1 0 0,-1-1 0,0 1 0,0 0 1,0 0-1,1 0 0,-1 0 0,0 0 0,0 0 0,0 0 1,0 1-1,-1-1 0,1 0 0,0 0 0,0 1 1,-1-1-1,1 0 0,-1 1 0,1-1 0,-1 1 0,1-1 1,-1 1-1,0 1 0,1 2 12,-1-1 1,0 1 0,0 0-1,0-1 1,-1 1-1,0 0 1,0-1-1,0 1 1,0-1-1,-1 1 1,1-1-1,-1 1 1,0-1-1,-4 6 1,1-5 31,1 1 0,-1-1 0,-1 0 0,1 0 1,0-1-1,-1 0 0,0 0 0,0 0 0,-8 3 0,9-5-215,0 1-1,-1-1 0,0 0 1,1 0-1,-1-1 0,0 1 1,0-1-1,0-1 0,-8 1 1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8:18.69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7 10578,'0'0'8194,"65"0"-8194,-27 0-208,4 0-520,-1 0-672,-3 0-41,0 0-791,-7 0-881,-10-6-4905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8:19.06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31 1408,'0'0'14947,"0"-15"-14866,28 12-25,6-1-56,4 1-48,21 0-545,-14 0-1687,-4 3-5970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8:19.49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1 650 880,'0'0'14030,"23"34"-13911,77 111-89,4 3-63,-73-113-211,-31-42 393,-1-139-54,4-188-1290,0 301 927,1-1 0,2 1-1,16-55 1,-16 71 262,0 0-1,1 0 1,1 1-1,1 0 1,0 0-1,1 1 1,0 1 0,20-22-1,-23 30 36,0 0 0,0 1 0,1 0-1,0 0 1,0 0 0,0 1 0,0 1 0,0-1 0,1 1 0,0 1-1,0-1 1,17-1 0,8 1 220,1 1 0,38 3 0,-20 1-171,-17-2-70,0 0-1,0-3 1,0-1 0,0-1-1,45-13 1,-36 3-1035,57-27 1,-51 14-2873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8:20.85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112 28 904,'0'0'12128,"2"-4"-11561,-1 2-487,0 1 0,0-1-1,1 0 1,-1 1 0,1-1 0,-1 1 0,1 0-1,-1-1 1,1 1 0,0 0 0,0 0 0,0 0-1,-1 0 1,1 0 0,0 1 0,0-1 0,0 0-1,0 1 1,1-1 0,-1 1 0,0 0 0,0 0-1,0 0 1,0 0 0,0 0 0,0 0 0,0 1-1,0-1 1,0 1 0,4 1 0,-1-1-20,0 1 0,1 0 0,-1 1 0,0-1 0,0 1 1,0 0-1,0 1 0,-1-1 0,7 6 0,-8-6-58,0 0 0,0 0 0,0 0-1,-1 0 1,1 0 0,-1 1 0,1-1 0,-1 1-1,0 0 1,-1 0 0,1-1 0,-1 1 0,2 7 0,-2-5 3,0 1 1,0-1-1,-1 1 1,0 0 0,0-1-1,-1 1 1,0 0-1,0-1 1,-1 1 0,1-1-1,-1 0 1,-1 1 0,1-1-1,-1 0 1,0 0-1,-1 0 1,1-1 0,-5 6-1,7-10-18,-20 22 85,-46 38 0,60-56-258,1 0 0,-1-1 0,0 0 0,0 0 0,0 0 0,-1-1 0,0 0 0,1 0 0,-1-1 0,0 0 0,0 0 0,-14 0 0,20-2 113,1 0 0,-1-1 0,1 1 0,0 0 0,-1-1 0,1 1 0,0-1 0,0 0 0,-1 1 0,1-1 0,0 0 0,0 0 0,0 0 0,0 0 0,0 0 0,0 0 0,0 0 0,0 0 0,0 0 0,0 0 0,0 0 0,1-1 0,-1 1 0,1 0 0,-1-1 0,1 1 0,-1 0 0,1-1 0,0 1 0,0-1 0,-1-2 0,0-7-298,0-1 0,1 1 0,0-13-1,1 10-317,-2 13 660,1 0 0,0-1 0,0 1 0,0 0 0,0 0 0,0-1-1,1 1 1,-1 0 0,0 0 0,0 0 0,1-1 0,-1 1 0,1 0 0,-1 0 0,1 0 0,-1 0 0,1 0 0,0 0 0,0 0 0,-1 0 0,1 0 0,0 0 0,0 0 0,0 1 0,1-2 0,1 1 60,0 0 0,0 1 0,0-1 0,0 1 0,0 0 0,0-1 0,0 1 0,5 1 0,7-1 97,-8 1-40,-1 1-1,1-1 1,-1 1 0,1 0 0,-1 1 0,0 0 0,0 0 0,0 0 0,0 0-1,0 1 1,-1 0 0,0 0 0,0 1 0,9 9 0,-5-6-87,1 1 0,0-1-1,14 8 1,6 2-2102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8:21.68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28 1 1304,'0'0'9580,"1"0"-9545,0-1 0,0 1 1,0 0-1,0 0 1,0 0-1,0 0 0,0 0 1,0 1-1,0-1 1,0 0-1,0 0 0,0 1 1,0-1-1,1 1 0,0 5 105,-1-1 0,1 1-1,-2 0 1,1 0 0,0 0-1,-1 0 1,0-1-1,-2 9 1,2 6 44,-3 28 50,-16 95 1,9-88-104,-2 63 1,10-82-77,0-6-13,1 0 1,6 50 0,-4-77-54,0-1 1,0 1 0,0-1-1,0 0 1,1 1 0,-1-1 0,1 0-1,-1 0 1,1 0 0,0 0-1,0 0 1,0-1 0,0 1-1,0 0 1,0-1 0,0 0-1,0 1 1,1-1 0,-1 0 0,0 0-1,1 0 1,-1 0 0,1-1-1,0 1 1,-1-1 0,1 1-1,-1-1 1,1 0 0,0 0 0,-1 0-1,1-1 1,-1 1 0,5-1-1,-5 0-166,0 1 0,0-1 0,0 0-1,-1 0 1,1 1 0,0-1 0,0 0-1,0 0 1,-1-1 0,1 1 0,-1 0-1,1-1 1,-1 1 0,1 0 0,-1-1-1,0 0 1,2-2 0,5-18-3691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8:22.07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13 7722,'0'0'5841,"114"-12"-5889,-79 12-192,6 0-592,-10 0-257,-7 0-1519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8:22.61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11 1 9514,'0'0'4005,"20"2"-3988,62 8-19,-80-10 3,0 1 0,-1-1 0,1 0 1,-1 1-1,1-1 0,0 1 1,-1 0-1,1-1 0,-1 1 1,1 0-1,-1 0 0,0 0 1,1 0-1,-1 0 0,0 0 0,0 0 1,0 0-1,0 1 0,0-1 1,0 0-1,0 1 0,0-1 1,0 1-1,0-1 0,-1 1 0,1 1 1,0 1 6,-1 0 0,1 0-1,-1 0 1,0 0 0,-1 0 0,1 0 0,-2 6 0,1-1 8,-1-4-9,1 0 0,-2 1 0,1-1 0,0 0 0,-1 0 0,0-1 0,0 1 0,0 0 0,-1-1 0,1 0 0,-1 0 0,0 0 0,-1 0 0,1-1 0,0 0 0,-1 1 0,0-2 0,0 1 0,-8 3 0,78-5-12,-64-1 1,1 0 1,0 1-1,-1-1 1,1 1-1,0-1 0,-1 1 1,1-1-1,-1 1 1,1 0-1,-1 0 1,1 0-1,-1 0 0,0 0 1,1 0-1,-1 0 1,0 1-1,0-1 1,0 0-1,0 1 0,0-1 1,0 1-1,0-1 1,-1 1-1,1-1 1,0 1-1,-1 0 0,1-1 1,-1 1-1,0 0 1,1-1-1,-1 4 1,2 8 7,-1 0 1,-1 1 0,0 13-1,0-13-3,0-10 2,0 0 0,-1-1 1,1 1-1,-1-1 0,1 1 0,-1 0 0,0-1 0,0 1 0,-1-1 0,1 0 0,-1 1 1,0-1-1,0 0 0,0 0 0,0 0 0,0 0 0,0 0 0,-1-1 0,0 1 0,1-1 1,-1 0-1,0 1 0,0-1 0,0 0 0,-1-1 0,1 1 0,0-1 0,-1 1 0,1-1 1,-1 0-1,1 0 0,-1-1 0,1 1 0,-1-1 0,-4 1 0,-52 2-2615,36-3-2327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8:26.60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0 744,'0'0'13316,"32"4"-12267,97-6 128,-6 0-6711,-107 2-129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8:27.00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3593,'0'0'11842,"131"49"-12226,-93-39-648,11-10-736,-12 0-721,-9 0-3760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8:28.94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6465,'0'0'5886,"9"9"-5748,-2-2-111,-3-5-12,-1 1 0,0 0 1,0 0-1,0 0 0,0 1 1,0-1-1,0 1 1,-1-1-1,0 1 0,0 0 1,0 0-1,0 0 0,-1 0 1,1 0-1,-1 0 0,0 1 1,0-1-1,-1 0 0,1 5 1,-11 316 1653,9-288-1617,-1-13-33,1 0 0,1 0 0,1 0 1,1 0-1,9 39 0,-4-38-27,-1 0 0,-1 0 0,2 31 0,-7-55 3,0 1 0,0 0-1,1 0 1,-1 0 0,0 0 0,1 0-1,-1 0 1,1-1 0,0 1 0,0 0-1,0 0 1,0-1 0,0 1 0,0 0-1,0-1 1,0 0 0,1 1 0,-1-1-1,0 1 1,1-1 0,-1 0 0,1 0-1,0 0 1,-1 0 0,1 0 0,3 1-1,2 0-32,0-1-1,0 0 0,0 0 0,0-1 0,14 0 1,-7 0-8,-7-1-177,-1 0 0,1 0 0,-1-1 0,1 1-1,-1-2 1,1 1 0,-1 0 0,0-1 0,0-1 0,-1 1 0,1-1-1,0 1 1,-1-2 0,0 1 0,5-6 0,13-10-3677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8:29.38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25 3225,'0'0'9930,"152"-12"-9874,-117 5-8,-4 4-96,3 3-696,-6-3-1249,-11 3-4736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8:30.48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26 1720,'0'0'8657,"19"-5"-8664,57-13-130,-40 15-107,-35 3 242,0 0 1,0 1 0,0-1-1,0 0 1,0 0-1,0 1 1,0-1-1,0 1 1,0-1-1,0 1 1,0 0-1,0-1 1,0 1-1,0 0 1,-1-1-1,2 3 1,-1-1 38,0 1-1,0-1 1,0 1 0,0 0 0,-1-1 0,1 1-1,-1 0 1,0 0 0,0-1 0,0 1 0,0 0 0,-1 5-1,0 9 291,1-10-242,-1 1-1,1-1 1,-2 1-1,1-1 1,-1 0-1,0 1 1,0-1 0,-1 0-1,0 0 1,-5 8-1,1-3-110,-1-1 0,0-1-1,-1 0 1,0 0-1,-12 9 1,21-18-89,6-5 271,5 0-154,0 1 0,1 0 0,-1 1 0,1 1 0,0-1 0,0 2-1,17 0 1,-22 0-22,-6 1-5,1-1-1,0 0 1,-1 1-1,1 0 1,-1-1 0,1 1-1,-1 0 1,1 0-1,-1 0 1,0-1-1,1 2 1,-1-1 0,0 0-1,0 0 1,0 0-1,0 1 1,0-1 0,0 0-1,0 1 1,0-1-1,0 1 1,-1-1-1,1 1 1,-1-1 0,1 1-1,-1-1 1,1 1-1,-1 0 1,0-1-1,0 1 1,0 2 0,1 4-148,0 1 0,-1-1 1,0 1-1,-1-1 0,-1 10 0,1-14 159,-1 1-1,0 0 0,0 0 1,0-1-1,-1 0 0,0 1 0,0-1 1,0 0-1,0 0 0,-1 0 1,1-1-1,-1 1 0,0-1 0,0 0 1,0 0-1,0 0 0,-1-1 1,1 1-1,-1-1 0,-5 2 0,-2 1 126,0-1 0,-1 0 0,1-1 0,-1 0 0,0-1-1,-25 1 1,31-3-47,-13 0-3510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8:31.07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1384,'0'0'10731,"15"0"-10538,269 0-28,-272 0-226,-2-1-45,0 1-1,0 0 1,0 1 0,0 0 0,0 0-1,0 1 1,-1 0 0,1 1-1,16 7 1,-15 2-4628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8:31.90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105 3 776,'0'0'10113,"16"0"-10036,81-3-55,-96 3-18,1 1 0,-1-1 0,0 0 1,1 1-1,-1-1 0,0 1 0,0 0 1,0-1-1,1 1 0,-1 0 0,0 0 1,0 0-1,0-1 0,0 1 0,0 0 1,0 1-1,-1-1 0,1 0 0,0 0 1,0 0-1,-1 0 0,1 1 0,-1-1 1,1 0-1,-1 0 0,1 1 0,-1-1 1,0 0-1,0 1 0,0-1 0,0 3 1,2 52 194,-2-42-140,0-5 14,0 1 0,-1-1-1,0 1 1,0-1 0,-1 1 0,0-1-1,-1 0 1,0 0 0,0 0-1,-1 0 1,-1 0 0,1-1-1,-1 0 1,0 0 0,-1 0-1,0-1 1,0 1 0,-1-1-1,-12 10 1,12-12-57,0 0-1,0 0 0,-1 0 1,1-1-1,-1 0 1,0 0-1,0-1 1,-1 0-1,1-1 1,-1 0-1,1 0 1,-1-1-1,0 0 1,-12 0-1,20-1-43,0 0 1,0 0-1,0-1 0,-1 1 1,1 0-1,0-1 0,0 1 0,0-1 1,0 1-1,0-1 0,0 1 0,1-1 1,-1 0-1,0 0 0,0 1 1,0-1-1,1 0 0,-1 0 0,0 0 1,1 0-1,-1 0 0,1 0 0,-1 0 1,1 0-1,-1 0 0,1 0 1,0 0-1,-1 0 0,1-2 0,-5-37-288,5 32 187,-1-1-34,0-1 1,1 1 0,0 0 0,1-1 0,3-17 0,-2 24 161,-1 0 0,0 0-1,0 0 1,1 0 0,0 0 0,0 1 0,-1-1 0,1 0 0,1 1 0,-1 0 0,0-1-1,1 1 1,-1 0 0,1 0 0,-1 1 0,1-1 0,0 0 0,0 1 0,0 0-1,5-2 1,2 0 170,0 0-1,-1 1 1,1 1-1,0 0 1,0 0 0,0 1-1,17 1 1,-25 0-148,1-1 1,-1 1 0,0 0 0,1 0 0,-1 0-1,0 0 1,0 1 0,0-1 0,0 1 0,0-1-1,0 1 1,0 0 0,-1-1 0,1 1 0,0 0 0,-1 0-1,2 3 1,24 44 26,-18-30-35,-4-11-3,0 1 0,1 0 0,0-1 0,0 0 0,9 8 0,-12-13-20,0-1-1,0 1 1,0-1-1,0 0 0,1 0 1,-1 0-1,1 0 1,0-1-1,-1 1 0,1-1 1,0 0-1,0 0 0,0-1 1,0 1-1,7-1 1,6 0-717,-3 0-1063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8:38.10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297 28 3625,'0'0'13104,"-2"-4"-12327,1 3-708,1-1-1,-1 1 0,1 0 0,-1 0 0,1 0 0,-1-1 0,0 1 0,0 0 1,0 0-1,0 0 0,0 0 0,0 0 0,0 1 0,0-1 0,0 0 0,0 0 1,0 1-1,0-1 0,-1 1 0,1-1 0,-2 0 0,-34-2 1321,27 4-1327,3-1-45,-1 2 0,1-1 0,-1 1-1,1 0 1,0 1 0,0-1 0,0 2-1,0-1 1,0 1 0,1 0 0,0 0-1,-1 0 1,2 1 0,-1 0 0,0 1-1,1-1 1,0 1 0,-6 9 0,-1 1 3,1 1 1,0 0 0,1 1-1,1 0 1,1 0 0,-6 20-1,7-7-26,2-1-1,0 1 1,3 1-1,0-1 1,2 0-1,5 42 1,-2-46-56,1 0 0,1-1 0,1 0 0,16 41 0,51 96-632,-37-86 332,64 164-1942,-87-201 1568,-1 0 0,-2 1 0,-2 0 0,3 51 0,-9-68 174,-2 1 0,0-1 0,-1 0 0,-1 0 0,-2 0 0,-7 30 0,8-46 459,0 0 1,0-1-1,0 1 0,-1-1 1,0 0-1,0 0 1,-1 0-1,0 0 0,0-1 1,-1 0-1,1 0 0,-1 0 1,-1-1-1,1 0 1,-1 0-1,0 0 0,0-1 1,0 0-1,-1-1 0,1 0 1,-16 5-1,-36 3-1976,8-7-1862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8:39.52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135 56 432,'0'0'11465,"5"-9"-10590,16-29-11,-16 29 1858,-11 13-888,-5 7-1783,0 0-1,2 1 1,-1 1 0,2 0 0,-1 0-1,2 0 1,0 1 0,-10 28-1,3 0-52,2 0 0,-7 50-1,5 32-60,4 0-1,8 127 1,2-162 25,0-48-19,5 124-280,-2-137 161,2-1 0,0 0 0,2-1 0,12 33 1,-5-25-78,1-1 0,2-1 1,1 0-1,1-1 0,2-2 1,30 36-1,-22-34-1824,1-2 0,60 46-1,-24-29-5965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8:41.81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259 26 520,'3'-4'14863,"-2"4"-14686,-1-1 1,0 1-1,0 0 1,0-1-1,1 1 1,-1-1 0,0 1-1,0-1 1,0 1-1,0-1 1,0 1-1,0-1 1,0 1 0,0-1-1,0 1 1,0-1-1,-4-1-137,0 0-1,-1 0 1,1 0-1,0 1 1,0 0-1,-1 0 1,1 0-1,-1 0 1,-5 0-1,-48 1 0,33 1-29,22-1-13,-1-1-1,1 1 0,-1 0 1,1 1-1,-1-1 0,1 1 0,-1-1 1,1 1-1,0 0 0,-1 1 1,1-1-1,0 0 0,0 1 1,0 0-1,0-1 0,0 1 1,0 0-1,1 1 0,-1-1 0,1 0 1,-1 1-1,1 0 0,0-1 1,0 1-1,0 0 0,0 0 1,1 0-1,-1 0 0,1 0 1,0 1-1,-1-1 0,2 0 0,-1 1 1,-1 5-1,1-1 1,0 1 1,0-1-1,0 1 1,1-1-1,1 1 0,-1-1 1,1 1-1,1-1 1,-1 0-1,1 1 1,1-1-1,3 8 0,-4-12-7,0 0 0,1 0 0,0 0 0,-1 0 0,1 0 0,1-1 0,-1 0 0,0 1 0,1-1 0,0 0 0,-1-1-1,1 1 1,0-1 0,1 1 0,-1-1 0,0 0 0,1-1 0,-1 1 0,1-1 0,-1 0 0,1 0 0,9 0 0,-7 0-40,0 0 0,0-1-1,0 0 1,0-1 0,0 0 0,0 0 0,0 0 0,0-1 0,0 0 0,0 0 0,0-1 0,9-4 0,-12 4 17,-1 1 1,0-1 0,1 0-1,-1 0 1,0 0-1,-1 0 1,1 0-1,-1-1 1,1 1-1,-1-1 1,0 1-1,0-1 1,0 0-1,-1 0 1,0 0-1,1 0 1,-1 0-1,-1 0 1,1-1-1,-1 1 1,1 0-1,-1-6 1,1-16-129,6 41-50,2 9 266,4 10-137,-2 1 0,-1 0 0,-2 0 0,-2 1-1,-1 0 1,-1 0 0,-3 67 0,-1-94 76,-1-1-1,0 0 1,0 0-1,-1 0 1,0 0-1,-1 0 1,1 0-1,-1 0 1,-1-1-1,0 1 1,0-1-1,0 0 1,-1 0-1,0-1 1,0 1-1,0-1 1,-1 0-1,0-1 1,0 1-1,-1-1 1,0 0-1,0-1 1,0 0-1,0 0 1,0 0-1,-1-1 1,0 0-1,0 0 0,0-1 1,0 0-1,0-1 1,0 0-1,0 0 1,-9 0-1,10-1-121,1 1 0,-1-1-1,1-1 1,0 1 0,-1-1-1,1 0 1,-1 0 0,1-1-1,0 0 1,0 0 0,0-1-1,0 1 1,0-1 0,1 0-1,-1-1 1,1 0 0,0 0-1,0 0 1,0 0 0,0-1-1,1 1 1,0-1 0,0 0-1,0-1 1,-3-6 0,-11-20-2337,6 8-2784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8:42.33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9 176,'0'0'11156,"3"-2"-10272,-2 1-857,-1 1 0,0 0 0,0-1 1,1 1-1,-1 0 0,0-1 0,1 1 0,-1 0 0,0-1 0,1 1 1,-1 0-1,1-1 0,-1 1 0,0 0 0,1 0 0,-1 0 0,1-1 1,-1 1-1,1 0 0,-1 0 0,0 0 0,1 0 0,-1 0 0,1 0 1,-1 0-1,1 0 0,-1 0 0,1 0 0,-1 0 0,1 0 0,-1 0 1,0 0-1,1 1 0,-1-1 0,1 0 0,-1 0 0,1 0 1,-1 1-1,0-1 0,1 0 0,-1 0 0,1 1 0,2 31 1005,-3 353-386,0-374-645,0-1 0,1 0 1,0 0-1,1 0 1,0 0-1,0 0 1,7 15-1,-8-21-9,1 0 0,0-1 1,0 1-1,1-1 0,-1 1 1,1-1-1,0 0 0,0 0 0,0 0 1,0 0-1,0-1 0,0 0 0,1 1 1,0-1-1,-1 0 0,1 0 0,0-1 1,0 1-1,0-1 0,0 0 1,5 1-1,-1 0-180,1-1 0,-1 1 0,0-1 1,0-1-1,0 0 0,1 0 0,-1-1 0,0 0 1,0 0-1,0 0 0,0-1 0,0-1 0,0 1 1,0-1-1,-1-1 0,1 0 0,-1 0 0,0 0 0,0 0 1,-1-1-1,1-1 0,6-6 0,-5 1-1835,-7 2-2023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8:42.71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15 13 1008,'0'0'12595,"-14"-3"-12579,21 3 64,10 0 96,7 0-64,0 0-32,4-3 16,-1-1-192,4 4-264,-6-3-936,-8 3-2801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8:43.26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17 7314,'0'0'6385,"31"-3"-6174,100-10-99,-128 13-105,1-1 0,0 1 0,-1 0 1,1 0-1,0 1 0,-1-1 0,1 1 1,-1-1-1,1 1 0,-1 0 0,1 1 1,-1-1-1,1 1 0,-1-1 0,0 1 1,4 3-1,-5-3 14,0 0 1,0 1 0,-1-1-1,1 0 1,-1 1-1,0 0 1,0-1 0,1 1-1,-2 0 1,1 0-1,0-1 1,0 4 0,1 2 76,1 1-80,-1 1-1,0-1 0,-1 1 0,0-1 1,0 1-1,-1-1 0,0 1 0,0-1 0,-1 1 1,-1-1-1,0 0 0,0 1 0,-1-1 1,0 0-1,0 0 0,-1 0 0,0-1 0,-1 1 1,1-1-1,-2 0 0,1-1 0,-13 14 1,13-15-217,-1 1 1,0-1-1,-1-1 1,1 1-1,-1-1 1,0 0-1,0-1 1,-1 1-1,0-1 1,1-1-1,-1 0 1,0 0-1,-1 0 1,1-1-1,0 0 1,-13 1-1,20-4 81,-1 1 0,1 0 0,0-1-1,0 1 1,-1-1 0,1 1-1,0-1 1,0 0 0,0 1 0,0-1-1,0 0 1,0 0 0,0 0-1,0 0 1,0 0 0,0 0 0,0 0-1,1 0 1,-1 0 0,0 0-1,1 0 1,-1-1 0,1 1 0,-1 0-1,1 0 1,0-1 0,-1 1-1,1 0 1,0 0 0,0-1-1,0 1 1,0 0 0,0-1 0,0 0-1,0-3 72,0 0-1,0 1 1,1-1-1,-1 0 1,1 1-1,0-1 0,0 1 1,1-1-1,2-5 1,-2 6 45,0 1-1,1-1 1,-1 1 0,1 0-1,0 0 1,0 0 0,0 0-1,0 0 1,1 1 0,-1 0-1,1-1 1,-1 1 0,1 0 0,0 1-1,4-2 1,0 0 85,0 1 0,0 1-1,0-1 1,1 2 0,-1-1 0,16 1 0,-20 1-18,-1 0 0,1 0 1,-1 0-1,1 0 1,-1 1-1,1-1 1,-1 1-1,0 0 1,0 0-1,0 0 0,0 0 1,0 1-1,0-1 1,-1 1-1,5 5 1,34 51-129,-28-38-160,13 19-2008,-5-8-2837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8:43.65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18 0 856,'0'0'15235,"-17"28"-15035,17 3-87,0 9-113,3 7 24,4 3 72,-3 2-192,-1-2 39,1-6-351,-4-1-896,0-15-672,0-13-2481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8:44.17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13 808,'0'0'15235,"72"0"-14866,-27 0-321,4 0-96,33 0-369,-13-3-1223,-10-6-2945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8:44.73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46 106 928,'0'0'11713,"1"-17"-11141,3-53 113,-2 52 1183,-2 20-1360,1 26-362,3 0-1,0 0 1,2-1 0,13 41-1,-10-41-238,-2 0-1,-1 1 1,-1 0-1,3 43 0,-8-55-60,0-12 84,1 0 1,-1-1-1,0 1 1,-1-1 0,1 1-1,-1 0 1,-1 6-1,1-9 64,0 0 0,0 0 0,1 0 0,-1 0 1,0 0-1,0 0 0,0 0 0,0 0 0,0 0 0,0-1 0,0 1 0,0 0 0,-1-1 0,1 1 0,0-1 0,0 1 0,-1-1 0,1 0 1,0 0-1,0 1 0,-1-1 0,1 0 0,0 0 0,-1 0 0,-1-1 0,-84 1 141,87 0-117,4 0-46,172 0-1704,-134 0-531,-5 0-1719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8:45.17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29 600,'0'0'16324,"148"-13"-15908,-79 13 40,11 0-408,10 0 88,6 0-72,8 0-128,3 0-472,-7 0-849,10 0-959,-24-3-2033,-20-9-4721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8:46.46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65 912,'0'0'10006,"7"-12"-9238,21-38 131,-24 47 750,-2 10-1185,-1 12-269,-1-19-135,-10 241 498,7-37-563,3-195-13,1-1 0,0 1 0,0-1-1,1 1 1,1-1 0,-1 0 0,1 0 0,0 0 0,1 0 0,0 0-1,0-1 1,7 9 0,-7-12-6,0 1 0,-1-1 0,2 0 0,-1 0 0,0-1 0,1 0 0,0 1 1,-1-1-1,1-1 0,0 1 0,1-1 0,-1 0 0,0 0 0,1 0 0,-1-1 0,1 0 0,-1 0 0,1 0 0,7-1 0,-3 0-43,0 0 0,0-1-1,0 0 1,0-1 0,16-5 0,-22 6-118,1-1 0,-1 1 1,0-2-1,0 1 1,-1 0-1,1-1 1,0 1-1,-1-1 0,0 0 1,1 0-1,-1 0 1,0-1-1,-1 1 1,1-1-1,2-4 0,-2 2-1584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8:46.83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13 568,'0'0'15811,"89"-13"-15666,-58 13 7,0 0-144,4 0-16,10 0-937,-4 0-1255,-10 0-2889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8:47.72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10 80,'0'0'8747,"14"-2"-8717,109-6-560,-122 10 569,0-1-1,0 1 0,0-1 1,0 1-1,0 0 1,0-1-1,-1 1 0,1 0 1,-1-1-1,1 1 1,-1 0-1,0 0 1,1 0-1,-1-1 0,0 1 1,0 0-1,-1 2 1,2-3-16,-1 0 0,0 0 0,0 1 0,1-1 0,-1 0 0,0 0-1,0 0 1,-1 0 0,1 1 0,0-1 0,0 0 0,0 0 0,-1 0 0,1 0 0,-1 0 0,1 0 0,-1 1 0,1-1 0,-1 0 0,1 0 0,-1-1 0,0 1 0,0 0 0,1 0 0,-1 0 0,0 0 0,0-1 0,0 1 0,0 0 0,0-1 0,-2 2 394,5-2-427,1 1 0,0 0 0,-1-1 1,1 0-1,-1 0 0,1 0 1,0 0-1,-1 0 0,1 0 1,3-1-1,20 0-721,-25 2 719,0 0 0,0 1 1,0-1-1,0 0 0,0 0 0,-1 1 1,1-1-1,-1 0 0,1 1 0,-1-1 0,1 1 1,-1-1-1,0 1 0,0-1 0,0 1 1,0-1-1,0 1 0,0-1 0,0 0 0,0 2 1,-5 35 25,3-32-4,-1 0 0,-1-1 1,1 1-1,-1-1 0,0 0 1,0 0-1,-1 0 1,1 0-1,-10 6 0,2-1 80,-1-1 1,0-1-1,-15 8 0,24-14-31,0 0 0,0 0 0,0-1 0,-1 1 0,1-1 0,0 0 1,-1 0-1,-6 0 0,11-2-90,-1 1 1,1-1-1,-1 1 0,1-1 1,0 1-1,-1-1 1,1 1-1,-1-1 0,1 1 1,0-1-1,0 0 0,-1 1 1,1-1-1,0 0 1,0 1-1,0-1 0,0 0 1,-1 1-1,1-1 1,0 0-1,0 1 0,1-1 1,-1 0-1,0 1 1,0-1-1,0 0 0,1 0 1,-1-2-299,0-10-1861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8:48.19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0 397 656,'0'0'9864,"9"-17"-9508,65-128 813,-57 113-1165,53-94 1010,-55 104-3176,27-32-1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8:48.78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69 31 496,'0'0'11207,"14"-5"-11030,43-16-58,-55 20-110,0 0 1,0 1-1,0-1 0,0 1 1,1-1-1,-1 1 1,0 0-1,0 0 1,1 0-1,-1 0 1,0 0-1,0 1 1,5 0-1,-6 0-2,0-1 0,0 1-1,0-1 1,0 1 0,0 0-1,0 0 1,0-1 0,0 1-1,0 0 1,0 0 0,0 0-1,-1 0 1,1 0 0,0 0 0,-1 1-1,1-1 1,0 2 0,1 4 20,-1-1 0,0 1 1,-1-1-1,1 1 1,-1-1-1,-2 14 0,1-4 22,2-10-41,-1-1 0,0 1 0,-1 0 0,1-1 0,-1 1 0,0-1 0,-1 1 0,1-1 0,-1 0 0,0 0 0,0 1 0,-1-1 0,0-1 0,1 1 0,-2 0 0,1-1 0,0 1 0,-1-1 0,0 0 0,0 0 0,-7 5 0,5-4-55,0 0 0,-1-1 0,1 0 0,-1 0-1,0 0 1,0-1 0,0 0 0,0-1 0,-1 1 0,1-1 0,-1-1 0,0 1-1,1-1 1,-15-1 0,22 0 7,-1 0 1,0 0-1,0 0 0,1 0 0,-1-1 0,0 1 0,1 0 0,-1 0 1,0-1-1,1 1 0,-1-1 0,0 1 0,1-1 0,-1 1 0,1-1 1,-1 1-1,1-1 0,-1 1 0,1-1 0,-1 1 0,1-1 1,0 0-1,-1 1 0,1-1 0,0 0 0,-1 0 0,-4-28-559,5 25 544,0 1-1,0 0 1,0-1-1,0 1 0,1 0 1,-1 0-1,1-1 1,0 1-1,0 0 1,0 0-1,0 0 0,1 0 1,-1 0-1,3-3 1,2 3 153,0 0 1,1 1-1,-1 0 0,1 0 1,-1 0-1,1 1 1,0 0-1,-1 1 0,1-1 1,0 1-1,0 0 1,13 3-1,8-2-66,-23 0-3,0-1-1,0 1 1,-1 1 0,1-1 0,0 1 0,-1 0 0,1 0 0,-1 0 0,1 1 0,6 5-1,-5-5-454,-1 1 0,1-1 0,0 0 0,0 0 0,11 3-1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8:50.09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4433,'0'0'7354,"33"34"-6785,110 113-249,-119-122-262,-2 1 1,-1 1-1,34 57 0,-43-65-26,12 22-35,-2 1 0,-1 0 0,-3 2 0,-1 0 0,-3 1 0,-1 1 0,-2 0 0,-3 1 0,5 70 0,-10-70-11,-3 0 0,-1 1 0,-3-1 0,-1 0 1,-3-1-1,-2 1 0,-22 65 0,13-61 153,-41 75 1,51-110-563,0 0 0,-2-1 0,0 0 1,-1-1-1,0 0 0,-1-1 0,0 0 1,-21 14-1,-1-6-7619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8:50.94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207 483 1072,'0'0'12742,"-1"-3"-12576,-2 1-133,-1-1-1,1 1 1,0-1-1,-1 1 1,1 0-1,-1 0 1,0 0-1,1 1 1,-1 0-1,0-1 1,0 1-1,0 1 1,0-1-1,0 0 1,0 1-1,-8 0 1,7 0-19,0 0 1,-1 0-1,1 0 1,0 0-1,0 1 1,0 0-1,0 0 1,1 0-1,-1 1 0,0 0 1,0 0-1,1 0 1,-1 0-1,-5 5 1,5-2-11,0 1 1,0 0-1,1 0 1,0 0-1,0 0 1,0 1-1,1 0 1,0 0-1,0 0 1,1 0-1,-2 8 1,0 3 7,2 0 1,0 0-1,0 26 1,2-40-13,0 1 1,1-1-1,-1 0 1,1 0-1,0 0 0,0 0 1,0 0-1,0 0 1,1-1-1,-1 1 1,1 0-1,0-1 0,0 1 1,1-1-1,-1 1 1,1-1-1,0 0 0,-1 0 1,1-1-1,1 1 1,4 3-1,-3-3 0,0 0 0,0-1 0,0 0 1,1 0-1,-1 0 0,1 0 0,-1-1 0,1 0 0,0 0 0,-1-1 0,1 0 0,0 0 0,-1 0 0,1 0 0,7-2 1,-10 1 2,0 0 1,0-1 0,0 1-1,0-1 1,0 1 0,0-1-1,0 0 1,-1 0 0,1 0-1,0-1 1,-1 1 0,0 0 0,0-1-1,0 0 1,0 1 0,0-1-1,0 0 1,-1 0 0,1 0-1,0-4 1,3-4 13,-1 0 0,0-1-1,-1 0 1,2-16 0,3-64 44,-6-152-1,-4 119-125,3-48-1301,35 476 1518,24-1-130,-58-292-164,1 1 1,0-1 0,1 1-1,1-1 1,-1 0-1,1-1 1,1 1 0,0-1-1,0 0 1,1 0 0,0-1-1,12 12 1,3-5-3877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8:51.35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7610,'0'0'6270,"4"28"-6031,12 91-135,-13-80 31,-1 1-1,-5 42 1,2-56-50,0-1 0,2 1 0,4 28 0,-5-50-80,1 0 0,0-1-1,0 1 1,0 0 0,0-1-1,1 1 1,-1-1 0,1 1 0,0-1-1,0 0 1,0 0 0,1 0-1,-1 0 1,1 0 0,-1 0 0,1-1-1,0 1 1,0-1 0,0 0-1,1 0 1,5 3 0,0-1-95,0-2 1,-1 1-1,1-1 0,1 0 1,-1-1-1,0 0 0,16-1 1,-21 0-112,-1 0 0,1-1 0,-1 0 0,1 0 0,-1 0 0,1 0 1,-1 0-1,0-1 0,1 0 0,-1 1 0,0-1 0,0 0 0,-1-1 0,1 1 1,0 0-1,-1-1 0,1 0 0,-1 1 0,0-1 0,0 0 0,0 0 0,0 0 1,3-7-1,9-18-4051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8:51.69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53 576,'0'0'14251,"31"-12"-13763,-4 5-480,8-2-8,13 0-776,-6-1-1296,-8 4-4330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8:52.08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38 4841,'0'0'13027,"86"0"-12883,-58-3-64,-1-3-160,-3 0-568,11-4-977,-11 4-815,-3 0-2881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8:52.40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29 1664,'0'0'18580,"52"-19"-18572,-21 16-8,13 0-1104,-6 3-1272,-7-3-2834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8:53.45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262 0 7314,'0'0'5766,"-32"21"-5202,-11 6-272,-49 41-1,88-65-252,-1 1 0,1 0 0,0 1 0,0-1 0,1 1 0,-1 0 0,1 0 0,0 0 0,0 0-1,1 0 1,0 1 0,0-1 0,0 1 0,-2 9 0,-4 42 397,1 0 0,4 0-1,3 69 1,0-125-433,3 47 99,1 0-1,3-1 1,23 88 0,61 135 133,-3-14-622,-74-207 34,-3 2 0,-1 0 0,3 62-1,-12 25-612,-3-120 915,0 1 0,-1-1 0,-1 1 0,0-1 0,-10 22 0,3-12 50,-2-1-1,-1 0 1,-1-1-1,-22 28 1,32-46-27,0-1 0,-1 0 1,0 0-1,-1-1 1,0 1-1,0-1 0,0-1 1,0 1-1,-1-1 1,0-1-1,0 0 0,-1 0 1,1 0-1,-1-1 1,1 0-1,-1-1 1,-16 3-1,-7-4-2233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8:55.01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172 7 912,'0'0'12934,"0"0"-12905,0 0 0,0-1 0,0 1 0,0 0 0,0-1 0,0 1 0,0 0 0,0 0 0,0-1 1,-1 1-1,1 0 0,0-1 0,0 1 0,0 0 0,-1 0 0,1-1 0,0 1 0,0 0 0,-1 0 0,1-1 1,0 1-1,-1 0 0,1 0 0,0 0 0,0 0 0,-1 0 0,1-1 0,0 1 0,-1 0 0,1 0 0,0 0 1,-1 0-1,1 0 0,0 0 0,-1 0 0,1 0 0,-1 0 0,1 0 0,0 0 0,-1 0 0,1 0 0,0 1 0,0-1 1,-1 0-1,1 0 0,0 0 0,-1 1 0,-4 3 27,0 1-1,0 0 1,1 0 0,-1 1-1,1-1 1,1 1 0,-1 0-1,1 0 1,-4 8 0,5-8-40,-17 33 150,3 1-1,1 1 0,2 0 1,2 1-1,1 0 0,-4 51 0,4 23 62,6 125 0,3-211-214,3-1-1,0 1 0,2-1 1,1 0-1,1 0 0,2 0 1,16 40-1,-11-37-68,2 0 0,2-1 0,1-1 0,1-1 0,1 0 0,2-1 0,0-2 0,50 45 0,-32-39-1971,2-2 1,59 33-1,-32-28-6041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8:55.85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280 3 576,'0'0'11531,"-4"0"-11390,-34-1-79,20 0-43,1 1 1,-1 0-1,-31 5 0,44-4 1,0 0 0,0 1 0,0-1 0,1 1-1,-1 0 1,1 1 0,-1-1 0,1 0 0,0 1 0,0 0-1,0 0 1,0 1 0,1-1 0,-1 1 0,1-1 0,0 1-1,0 0 1,-3 6 0,2-3 62,1 1 1,-1-1-1,1 1 0,1 0 1,0-1-1,0 1 1,0 0-1,1 0 0,0 0 1,1 1-1,0-1 0,0 0 1,2 12-1,-1-14-69,1-1-1,-1 1 1,1-1-1,0 1 1,0-1-1,0 0 1,1 0-1,0 0 1,0 0-1,0-1 1,1 1-1,0-1 1,-1 0-1,2 0 1,-1 0-1,0 0 1,1-1-1,-1 1 1,9 3-1,-5-3-27,0-1 0,0 0 0,0 0 1,1-1-1,-1 0 0,1 0 0,-1-1 0,1 0 0,15-1 1,-20 0-50,1 0 1,-1 0 0,0-1-1,0 0 1,0 0 0,1 0 0,-1-1-1,0 1 1,-1-1 0,1 0 0,0 0-1,0 0 1,-1 0 0,1-1 0,-1 0-1,0 1 1,0-1 0,0 0-1,0-1 1,0 1 0,2-5 0,2-7-88,-1 0 1,-1 0 0,0-1 0,-1 1-1,-1-1 1,-1 0 0,0 0 0,-1-1-1,0 1 1,-1 0 0,-5-31 0,4 44 682,1 4-208,0 12-112,5 23-201,32 66 58,-18-55-366,16 66-1,-26-65 183,-2-1-1,-3 1 1,-1 56 0,-3-92 157,-1 0 1,0 1 0,-1-1-1,0 1 1,-1-1-1,-1 0 1,0 0 0,0-1-1,-1 1 1,0-1-1,-1 0 1,-1 0 0,-10 13-1,10-16 48,0 0 0,0 0 0,-1-1 0,0 0 0,-1-1 0,1 1 0,-1-2 0,0 1 0,-1-1 0,1-1 0,-1 1 0,0-2 0,0 0 0,-1 0 0,1 0-1,-11 0 1,13-1-120,0-1-1,1 0 0,-1-1 1,0 0-1,0 0 0,1 0 1,-1-1-1,0-1 0,1 1 1,-1-1-1,1 0 0,0-1 1,-1 1-1,1-2 0,0 1 1,1-1-1,-13-8 0,-17-24-1382,7 4-2229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8:56.40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0 592,'0'0'10514,"0"14"-10467,21 220 193,2 58 635,-23-256-615,-1-21-181,1 0-1,1 0 1,0 0 0,0 0-1,2 0 1,0-1 0,0 1-1,8 17 1,-9-30-66,-1 0 0,1 1 0,0-1 0,0-1 1,0 1-1,0 0 0,1 0 0,-1-1 0,0 1 0,1-1 0,-1 0 0,1 0 0,-1 0 0,1 0 0,0 0 0,-1-1 0,1 1 1,0-1-1,-1 1 0,1-1 0,3 0 0,7 0 185,1 0 1,24-4-1,-30 2-158,-1 0 1,0 0-1,1 0 0,-1-1 0,0 0 0,-1-1 1,1 0-1,7-5 0,-11 7-249,0 0 0,0 0 0,-1 0 0,1 0-1,0-1 1,-1 1 0,0-1 0,1 0 0,-1 0 0,0 0 0,-1 0-1,1 0 1,0 0 0,-1 0 0,0-1 0,0 1 0,0 0 0,0-1-1,0-3 1,-1-6-4296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8:56.76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50 128,'0'0'16796,"14"-34"-15308,27 25-608,7 6-224,7-1-552,1 4-32,-5 0-72,12 4-728,-19 8-1824,-9-3-2594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8:57.24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1 856,'0'0'14554,"33"2"-14382,101 13-87,-131-15-84,0 0 0,0 1-1,-1 0 1,1 0-1,0 0 1,-1 0-1,1 0 1,-1 0 0,1 1-1,-1-1 1,1 1-1,-1 0 1,0 0-1,0 0 1,0 0 0,0 0-1,0 0 1,-1 0-1,1 1 1,0-1 0,-1 0-1,0 1 1,0 0-1,1-1 1,-2 1-1,1 0 1,0-1 0,0 1-1,-1 0 1,0 0-1,1 3 1,0 4-18,2 6-48,0 1 1,-1 0-1,-2-1 1,1 1-1,-2 0 1,0-1-1,-1 1 1,-1 0-1,-6 22 1,6-30 0,0 0 0,-1 0 0,0-1 0,0 0 0,-1 1 0,0-1 0,0-1 0,-1 1 0,0-1 0,0 0 0,-1-1 0,0 1 0,0-1 0,-1 0 0,1-1 0,-1 0 0,0 0 0,-10 4 0,12-7-245,0 0-1,1 0 0,-1 0 0,0-1 1,0 0-1,-10 1 0,15-2 252,0 0 1,-1 0-1,1 0 0,0 0 0,-1 0 0,1 0 0,0-1 1,-1 1-1,1 0 0,0-1 0,-1 1 0,1-1 0,0 1 0,0-1 1,0 0-1,0 1 0,-1-1 0,1 0 0,0 0 0,0 0 1,0 0-1,0 0 0,1 0 0,-1 0 0,0 0 0,0 0 0,1 0 1,-1 0-1,0-1 0,1 1 0,-1 0 0,0-3 0,0-2 62,0 1 0,0-1-1,1 0 1,0 0-1,0 0 1,0 0-1,0 1 1,1-1-1,0 0 1,0 0-1,1 0 1,2-5 0,-2 7 25,0 0 1,0 1 0,1-1 0,-1 0-1,1 1 1,0 0 0,0-1 0,0 1-1,1 0 1,-1 1 0,1-1 0,0 1-1,-1-1 1,1 1 0,0 0 0,5-1 0,-2 0 78,1 0 1,-1 1-1,0 0 1,1 1 0,-1-1-1,1 2 1,0-1-1,-1 1 1,1 0 0,-1 0-1,1 1 1,0 0-1,-1 1 1,1-1 0,-1 2-1,0-1 1,0 1 0,0 0-1,0 0 1,0 1-1,-1 0 1,1 0 0,-1 0-1,8 8 1,70 85-2232,-49-58-2904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8:57.62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1 880,'0'0'14347,"0"167"-14267,0-108 0,0 7-160,3 2 88,4 0-120,-7-3-432,0-12 208,0-9-992,0-7-1289,-10-12-5793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8:58.03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29 832,'0'0'19324,"111"0"-19116,-59-4-208,17-5-1112,-11 0-1200,-13 3-3130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8:59.06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72 202 568,'0'0'8965,"2"-29"-8109,1-10-584,3-94 1560,-6 139 139,0 43 2091,6 116-4464,2 163-725,-9-224 523,-33-99-276,-20-3 1189,46-3-33,37 1-147,-14-1-422,-1-1-1,1-1 1,0 0-1,-1-1 1,23-9-1,-19 7-583,1 0-1,27-5 0,-27 10-2897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9:03.38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7 408,'0'0'22901,"0"-6"-22805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9:04.50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0 246 384,'0'0'11074,"3"0"-10705,-1 1 0,1-1 0,-1 0 0,0 0 0,1-1 0,-1 1 0,1 0 0,2-2 0,-1-1-337,0-1 0,-1 1 1,1-1-1,-1 0 0,0 0 0,0 0 0,-1-1 1,5-8-1,17-46 103,-9 18-61,-5 19 12,-5 14-36,-1 0 0,0-1 0,0 1 1,-1-1-1,-1 0 0,4-17 380,-6 26-451,1 1 1,-1-1-1,1 0 0,-1 1 0,1-1 0,-1 1 0,0-1 0,1 0 0,-1 1 0,0-1 0,1 1 0,-1-1 0,0 1 0,0-1 0,1 1 0,-1 0 0,0-1 0,0 1 0,0-1 0,0 1 0,0-1 0,0 1 0,0 0 0,0-1 0,0 1 0,0 0 1,-1 16-1420,-7 2-1428,-3-1-2921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9:05.08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1 328,'11'2'11433,"-4"43"-11838,-2 0-1,-1 0 0,-4 50 1,0-73-556,0 40-3824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9:06.12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17 54 776,'0'0'13912,"-2"-9"-13842,-10-26 45,9 26 567,3 13-70,42 599 46,-41-591-696,1-1 1,0 1 0,1-1-1,0 0 1,7 15-1,-9-23 24,0 0 1,1-1-1,-1 1 0,1-1 0,0 1 0,0-1 1,0 0-1,0 0 0,0 1 0,0-1 1,1-1-1,-1 1 0,1 0 0,-1-1 1,1 1-1,-1-1 0,1 0 0,0 0 1,0 0-1,0 0 0,0 0 0,0-1 0,0 1 1,0-1-1,4 0 0,2 0-20,-1 1-210,0 0 0,0-1 0,0-1 0,0 1 0,0-1 0,0-1-1,-1 1 1,1-1 0,0-1 0,-1 0 0,1 0 0,-1 0 0,8-5 0,37-32-4744,-36 22-1047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9:06.59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29 520,'0'0'18108,"131"0"-17724,-100 0-336,0 0-40,0 0-8,18-3-1216,-11-10-1409,-7 1-2200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9:07.36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7 512,'0'0'16220,"62"-7"-15956,-35 7-200,5 0-64,-1 0-8,17 0-761,-7 0-1663,-10 0-3153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9:08.16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13 536,'0'0'13692,"10"-2"-13638,33-3-45,54 0 0,-94 5-38,0 1 0,-1 0 0,1 0-1,-1-1 1,1 1 0,-1 1 0,1-1-1,-1 0 1,0 1 0,1-1 0,-1 1 0,0 0-1,0 0 1,0-1 0,0 1 0,-1 1-1,1-1 1,0 0 0,-1 0 0,1 1-1,-1-1 1,2 5 0,-2-5 4,0 1-1,0-1 1,0 1 0,0-1 0,0 1-1,0-1 1,-1 1 0,1 0-1,-1-1 1,0 1 0,0 0 0,0-1-1,0 1 1,0 0 0,-1 0 0,1-1-1,-1 1 1,0-1 0,0 1 0,0 0-1,0-1 1,0 0 0,-2 4-1,-3 0 29,0 0-1,0-1 0,-1 1 0,0-1 0,0-1 0,0 1 0,0-1 0,-10 4 0,47-23-93,-25 11 92,0 1 1,0 0 0,0 1-1,0-1 1,1 1 0,0 0-1,-1 0 1,1 1-1,0 0 1,9-1 0,-14 2 1,-1 0 0,1 1 0,-1-1 1,1 1-1,-1-1 0,1 1 0,-1-1 0,1 1 1,-1-1-1,0 1 0,1-1 0,-1 1 0,0-1 1,1 1-1,-1 0 0,0-1 0,0 1 0,0-1 1,1 1-1,-1 0 0,0-1 0,0 1 0,0 0 1,0-1-1,0 1 0,0 0 0,0 0 0,-1 27 33,1-19-19,0 0-34,0 1 0,0 0 0,-1 0-1,-1-1 1,-2 11 0,3-17 19,-1 1-1,1 0 1,-1 0 0,0-1-1,-1 1 1,1-1 0,0 1-1,-1-1 1,0 0-1,0 0 1,0 0 0,0-1-1,0 1 1,-6 3 0,-2-1 114,0 1 0,0-2 0,0 1 0,-1-1 0,0-1 1,1 0-1,-1-1 0,0 0 0,0-1 0,-1 0 0,-19-2 0,31 1-392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9:08.53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26 912,'0'0'13811,"107"-13"-13731,-72 10-8,3 3-144,7-3-304,20 0-896,-13 3-1201,-7-3-3176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9:09.18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45 36 1032,'0'0'11748,"14"-5"-11327,47-18-126,-56 21-267,-1 1 0,1-1 0,0 1 0,-1 1 0,1-1-1,0 0 1,0 1 0,0 0 0,0 0 0,-1 1 0,7 1 0,-8-2-18,-1 1 0,0 0 0,0 0 0,0 0 0,0 0 0,-1 0 1,1 0-1,0 1 0,0-1 0,-1 0 0,1 1 0,-1 0 0,1-1 1,-1 1-1,1 0 0,-1 0 0,1 3 0,2 4 6,-2 1-1,1-1 1,-1 1-1,-1 0 0,0 0 1,0 0-1,-1 0 1,-1 10-1,1-2 5,-1-9-17,0 1 1,-1 0-1,0 0 0,0-1 0,-1 1 0,-1-1 0,1 0 0,-1 0 0,-1 0 0,0 0 0,0-1 1,-8 11-1,2-6 27,0 0 0,-1 0 0,0-1 1,-1 0-1,0-1 0,-20 12 0,31-21-30,0-1-1,0 0 0,0 0 0,0 0 1,0 0-1,0 0 0,0 0 0,0-1 1,-1 1-1,1-1 0,0 0 0,0 1 1,-1-1-1,1 0 0,0 0 0,0 0 1,-1-1-1,1 1 0,-3-1 0,4 0-8,-1 0 0,1 0 0,-1 0 0,1 0 0,0 0 0,-1 0 0,1 0 0,0 0 0,0 0-1,0-1 1,0 1 0,0-1 0,0 1 0,0-1 0,0 1 0,1-1 0,-1 1 0,0-1 0,1 0-1,-1 1 1,1-1 0,0 0 0,0-2 0,-2-13 2,0 1 0,2-1 0,0 0 0,4-24 0,-4 39 17,1 1 1,0-1-1,0 0 0,0 1 0,0-1 0,1 1 0,-1-1 0,0 1 0,1-1 0,-1 1 0,1 0 0,-1 0 0,1 0 1,-1 0-1,1 0 0,0 0 0,0 0 0,-1 1 0,1-1 0,0 0 0,0 1 0,0 0 0,0-1 0,0 1 1,0 0-1,0 0 0,2 0 0,6-1 148,1 1-1,-1 1 1,20 2 0,-19 0-123,-1 0 1,0 0 0,17 9-1,-18-7-66,1-1 1,0 0-1,0-1 1,16 4-1,29 3-3305,-44-7-1337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9:09.99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149 1 592,'0'0'13847,"3"28"-12777,15 96-308,-15-111-695,1-1 0,0 1-1,0 0 1,1-1-1,1 0 1,0 0 0,8 12-1,1 2 18,67 138 104,-73-142-210,-1 0 1,-2 0 0,0 1-1,-1 0 1,2 43 0,-5-28-359,-5 50 0,2-72 241,-2 1 1,0-1-1,-1 0 1,-1 0-1,-10 25 1,-7 3-56,-2-1 1,-2-1-1,-2-2 1,-1 0 0,-2-2-1,-69 66 1,64-74-3457,10-14-6391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9:10.73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211 543 440,'0'0'16265,"-17"-3"-16174,-53-7-102,66 9 14,1 1 0,-1 0 0,0 0 0,1 0 0,-1 0 0,0 1 0,1-1 1,-1 1-1,1 0 0,-1 0 0,1 0 0,-1 0 0,1 1 0,-1-1 0,1 1 0,0 0 0,0 0 0,0 0 0,0 1 1,0-1-1,1 1 0,-1-1 0,1 1 0,-1 0 0,1 0 0,0 0 0,0 0 0,-1 4 0,-3 6 11,1-1-1,1 1 1,0 0 0,1 0-1,-3 23 1,3-4-19,1 1 1,3 39-1,-1-69 3,1 1-1,-1 0 1,1-1-1,0 1 0,0 0 1,0-1-1,1 0 1,-1 1-1,1-1 0,0 0 1,0 1-1,0-1 1,0 0-1,0 0 1,1-1-1,0 1 0,-1 0 1,1-1-1,0 0 1,0 0-1,0 1 0,0-2 1,1 1-1,-1 0 1,7 2-1,-6-3 6,1 0 0,-1 0 1,1 0-1,-1 0 0,1-1 0,-1 1 0,1-1 1,-1 0-1,1-1 0,-1 1 0,1-1 0,-1 0 0,0 0 1,1 0-1,-1-1 0,0 1 0,0-1 0,0 0 0,0 0 1,0-1-1,6-4 0,-2 0 10,-1-1 1,0 0-1,-1-1 0,0 1 0,0-1 1,-1 0-1,0-1 0,0 1 1,-1-1-1,0 0 0,-1 0 1,0 0-1,2-21 0,0-12 41,-1 1-1,-3-49 1,-2 62-49,-2-41-530,-20-108 0,12 110-44,-3-109 0,15 150 98,15 72 485,-3 1 1,-2 0-1,7 59 1,-4-26-15,4 23 45,74 311 41,-65-341-48,-25-67-294,0 0-1,1-1 0,0 1 0,0-1 0,1 0 1,-1 0-1,1 0 0,0 0 0,0 0 0,0-1 1,7 5-1,4-3-4550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9:11.11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0 600,'0'0'11247,"4"32"-10641,13 106-112,-12-73 197,-5 91-1,-2-120-180,1 0-1,2 0 1,2 0-1,12 61 1,-13-88-468,1 0 1,-1 0 0,2-1 0,-1 1 0,1-1 0,1 0-1,-1 0 1,1 0 0,9 9 0,-10-13-78,0 0-1,0 0 1,0-1-1,1 1 1,0-1 0,0 0-1,0-1 1,0 1-1,0-1 1,0 0 0,0 0-1,1-1 1,-1 1-1,1-1 1,0 0 0,6 0-1,-5-1-273,0 1 0,0-1 0,0 0 0,0-1 0,0 0 0,0 0 0,11-3 0,-15 2 8,0 1 1,1-1-1,-1 0 0,0 0 0,-1-1 1,1 1-1,0 0 0,-1-1 0,1 0 1,-1 1-1,0-1 0,0 0 0,0 0 1,0 0-1,2-7 0,7-12-3540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9:11.48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44 1176,'0'0'15732,"38"0"-15244,-18-3-184,5-7-208,6 1-64,3 0-32,8 3-1080,-8 2-1761,-6 1-4465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9:32.27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31 11306,'0'0'6282,"28"0"-5978,-11 0 120,0 0-408,7 0 88,0 0-8,4 0-120,3 0 24,0 0-968,17-3-617,-10-9-511,-7-4-2153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9:32.79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12019,'0'0'7449,"52"0"-7521,-21 0-104,3 6-1104,-6-2-1249,-7 2-1928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9:36.19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1800,'0'0'16796,"17"0"-16612,0 3 112,4 3-224,7 1 88,3-4-112,3 0-96,4 0-480,0-3-800,10 3-777,-10 0-1728,-10-3-3176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9:36.78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8242,'0'0'5673,"24"0"-5345,0 0-176,4 0-64,0 0-32,6 0-112,1 0-264,13 0-768,-7 0-889,-3 0-3184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9:41.62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 29 3729,'0'0'10171,"0"-5"-9599,-3-14-205,3 15 413,-4 13 535,2 122-794,6 157-471,7-206 387,4-1 0,32 104-1,-42-167-426,-4-17-6,-1 1-1,1 0 0,-1 0 1,1 0-1,0-1 0,0 1 1,0 0-1,0-1 0,0 1 1,0-1-1,0 1 0,1-1 1,-1 1-1,0-1 0,1 0 1,-1 0-1,1 0 0,0 0 1,-1 0-1,1 0 0,0 0 1,3 1-1,1-1 20,1 0 0,-1 0 0,0-1 1,1 0-1,9-1 0,5 1 21,-11-1-57,-1-1 0,1 0-1,-1 0 1,0-1 0,0 0-1,0-1 1,0 0-1,-1 0 1,1-1 0,-1 0-1,9-7 1,21-22-3674,-27 18-613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9:42.24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 1 6329,'-2'1'11069,"40"6"-11027,0-2 0,1-1 0,73-3 0,-73-1-1421,-28 0-2099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9:51.70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0 1984,'4'0'15342,"17"0"-15366,103 0 422,-120 2-382,0-1 1,0 1 0,0-1 0,0 1-1,0 1 1,-1-1 0,1 0-1,-1 1 1,6 5 0,6 4 18,-12-10-31,-1 1-1,0-1 0,0 1 0,0 0 0,0-1 1,0 1-1,-1 0 0,0 0 0,1 0 0,-1 0 1,0 0-1,0 1 0,0-1 0,-1 0 0,1 0 0,-1 6 1,1-3 2,0-1 0,0 0 0,0 1 0,0-1 0,5 9 0,-3-6 2,0 1 0,-1-1-1,0 1 1,0 0 0,-1-1-1,0 1 1,0 0 0,-1 0 0,0 0-1,-3 15 1,1 10 6,2-33 11,-10 17-23,-4-11 10,1 1 1,-25 18 0,-25 8-17,62-33 0,-1 0 1,0 0-1,0 0 0,0 0 0,0 0 0,0 0 0,1 0 0,-1-1 1,-1 1-1,1-1 0,0 1 0,0-1 0,0 0 0,0 0 1,0 0-1,0 0 0,0 0 0,0-1 0,0 1 0,0-1 1,0 1-1,0-1 0,0 0 0,-2 0 0,1-1 1,0 1-1,0 0 0,1-1 1,-1 1-1,0-1 0,1 0 1,0 0-1,-1 0 0,1 0 1,0-1-1,0 1 0,0 0 1,0-1-1,1 1 0,-3-6 1,2-1-51,0-1 1,1 0-1,0 0 1,1 0 0,0 1-1,2-14 1,-1-7-27,0 28 81,0 0-1,0 1 1,0-1-1,0 0 0,0 0 1,0 1-1,0-1 1,1 1-1,-1-1 1,1 1-1,-1 0 1,1 0-1,-1-1 1,1 1-1,2-1 1,29-16 8,-26 15 5,1 0 1,0 1-1,-1 0 0,1 0 0,13 0 0,-19 2 6,0-1 0,0 1 0,0 1 0,0-1 0,0 0-1,0 0 1,0 1 0,0-1 0,0 1 0,0 0 0,0-1 0,0 1 0,0 0 0,0 0 0,-1 0 0,1 1 0,0-1 0,-1 0 0,1 1 0,-1-1 0,0 0-1,1 1 1,-1 0 0,0-1 0,2 4 0,-1 0 20,0-1-1,1 0 0,-1 0 1,1-1-1,0 1 1,0 0-1,0-1 0,0 0 1,1 0-1,-1 0 1,1 0-1,0 0 0,0-1 1,4 3-1,2-1-21,0-1 1,1 0-1,-1 0 0,16 1 0,-6-1-18,-14-1 12,0-1 1,0 1-1,-1 0 1,1 0-1,0 1 1,-1 0-1,0 0 1,0 0-1,0 0 1,0 1-1,0 0 1,8 8-1,-11-10 0,1-1-6,1 0 0,0 0 0,0 0 0,0 0-1,0-1 1,1 1 0,-1-1 0,0 0 0,0-1 0,6 0-1,5 0 2,9 1-2792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9:53.22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42 106 576,'0'0'8178,"-6"-8"-7399,-18-22 98,23 28-512,-1-1 0,1 1 0,0-1 0,0 0 0,0 1 0,0-1 0,0 0 0,0 0 0,1 0 0,-1 0 0,1 0 0,0 0 0,0 0-1,0 0 1,0 1 0,1-1 0,0-3 0,0-8 573,-1 13-820,1 7-18,7 29 20,-1-1 1,-2 1 0,0 41 0,-5 112-141,-2-78 41,1-61-39,0-22 16,1-1 1,0 0-1,2 1 0,1-1 0,1 0 0,13 40 0,-14-51-1,-2-12 3,-1 0 0,1-1 0,-1 1 0,1 0 0,0 0 0,0-1 0,1 1 0,1 4 0,0-7-5,0 1-1,1 0 0,-1-1 0,0 0 1,0 1-1,0-1 0,0-1 0,0 1 1,5-1-1,3 0 3,33 3-52,38-2 125,-74-1-259,0 1 1,-1-2 0,1 1-1,-1-1 1,1 0 0,-1 0 0,0-1-1,8-4 1,-14 7-22,0-1 1,1 0-1,-1 1 1,0-1 0,1 0-1,-1 0 1,0 0-1,0 0 1,0 0-1,0 0 1,0 0-1,0 0 1,0 0-1,0-1 1,-1 1-1,1 0 1,0-1-1,-1 1 1,1 0-1,-1-1 1,1 1-1,-1-1 1,1 1-1,-1-1 1,0-1-1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9:53.64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16 8450,'0'0'9274,"21"-9"-9034,0 6-88,3 0-24,0 3-128,4 0 0,-1 0-32,1 0-64,13 0-1520,-6 0-1497,-4 0-5153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9:54.33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7 6785,'0'0'11823,"18"-4"-11618,93 1-844,-81 3-1954,-13 0-1370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9:55.57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0 5433,'0'0'7782,"18"0"-6762,118 0-493,-135 0-523,1 1 0,-1-1 0,0 1 0,1-1 1,-1 1-1,0-1 0,0 1 0,1 0 0,-1 0 0,0 0 1,0-1-1,0 1 0,0 0 0,0 0 0,0 1 0,-1-1 1,1 0-1,0 0 0,0 0 0,-1 0 0,1 1 0,-1-1 0,1 0 1,-1 1-1,1-1 0,-1 0 0,0 1 0,0-1 0,1 0 1,-1 2-1,3 47 164,-3-45-172,0-2 4,0 0 1,0 0-1,0 0 0,-1 0 0,1 0 0,-1 0 0,0 0 0,0 0 0,0 0 1,0 0-1,0 0 0,-1 0 0,-2 3 0,1-2 1,0-1 0,-1 1 0,0-1 0,1 0 0,-1-1 0,0 1 0,0-1 0,-5 2 0,-27 10 76,28-12 32,23-8-70,-3 3-43,0-1-1,-1 2 0,1 0 0,0 0 0,0 1 1,18 0-1,-30 2 6,1-1 0,-1 1 0,1-1 0,0 1 0,-1-1-1,1 1 1,-1 0 0,0-1 0,1 1 0,-1 0 0,1-1 0,-1 1 0,0 0 0,1 0 0,-1-1 0,0 1 0,0 0 0,0 0 0,0 0-1,0-1 1,0 1 0,0 0 0,0 0 0,0-1 0,0 2 0,0 32 48,-1-24-41,2-4 26,-2-1-1,1 1 0,-1 0 0,0-1 1,0 1-1,0-1 0,-1 1 0,0-1 1,0 0-1,0 0 0,-1 1 1,1-2-1,-1 1 0,-5 6 0,5-8-4,0 0 0,0 0-1,-1 0 1,0 0 0,1-1 0,-1 1-1,0-1 1,0 0 0,0 0-1,0 0 1,-1-1 0,1 1-1,0-1 1,-1 0 0,1-1-1,-1 1 1,1-1 0,-7 0-1,-44 0 1375,54 2-1656,0 0 0,0-1 0,1 1-1,-1 0 1,0-1 0,1 1-1,-1 0 1,1-1 0,-1 1-1,1 0 1,0 0 0,0 0 0,0 0-1,0-1 1,0 4 0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9:56.12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24 1528,'0'0'12307,"12"-4"-11716,27-3-456,1 1 0,0 2 1,0 1-1,49 5 0,-33-2-319,17 6-5069,-62-6 685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29:58.12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45 5 2481,'0'0'8241,"28"-3"-6155,-1 2-1767,-16 0-236,-1 1 1,1 0-1,0 1 0,-1 0 1,17 4-1,-24-4-55,-1 0 0,1 0 0,0 0 0,0 1 0,-1-1 0,1 1 0,-1 0 0,1 0 1,-1 0-1,0 0 0,0 0 0,0 0 0,0 0 0,0 1 0,0-1 0,-1 1 0,1 0 0,-1-1 0,1 1 0,-1 0 0,0 0 0,0 0 0,1 5 0,1 13 190,-1 1 0,-1-1-1,-3 39 1,0-9-91,2-49-118,-1 0 0,0-1 0,0 1 0,1 0 0,-2 0 0,1 0 0,0-1 0,0 1 0,0-1 0,-1 1 0,1-1 0,-1 1 0,1-1 0,-1 0 1,-2 2-1,2-1 1,0-1 1,-1 1 0,1 1 0,0-1-1,0 0 1,0 0 0,0 1 0,-2 3-1,-1 4 4,-2 1-1,1-2 0,-2 1 1,1-1-1,-1 0 0,-18 16 1,22-22-16,1-1 1,-1 1-1,1-1 1,-1 0-1,0 1 1,0-2-1,0 1 1,0 0-1,0-1 1,-1 0-1,1 0 1,0 0-1,-1 0 1,1-1-1,0 0 1,-1 0-1,-7 0 1,10-2-1,0 1 0,-1 0 0,1 0 0,0-1 0,0 1-1,0-1 1,0 1 0,0-1 0,1 0 0,-1 0 0,0 0 0,1 0 0,0 0 0,-1 0 0,1 0 0,0-1 0,0 1-1,0 0 1,0-1 0,1 1 0,-1-1 0,0-2 0,-1-6-1,0-1 1,1 0-1,0-15 0,1-38-14,2 62 19,0 1 1,1-1-1,-1 1 1,0-1-1,1 1 0,0 0 1,-1 0-1,1 0 1,0 0-1,0 1 0,0-1 1,5-1-1,2-2 11,-8 3-18,2 0 7,0-1 0,0 1 1,1 0-1,-1 0 0,0 0 0,1 0 1,5 0-1,-8 1 1,0 1 1,0 1-1,1-1 1,-1 0-1,0 1 0,0-1 1,0 1-1,0-1 0,0 1 1,0 0-1,0 0 1,0 0-1,0 0 0,0 0 1,-1 1-1,1-1 1,0 0-1,2 3 0,0 0 5,0-1-1,1 0 1,0-1 0,-1 1-1,1-1 1,0 0-1,0 0 1,0 0-1,0-1 1,0 1 0,1-1-1,-1-1 1,0 1-1,1-1 1,8 0-1,30 3 30,-40-1-12,-1-1 1,1 0 0,-1 1-1,1-1 1,-1 1 0,0 0-1,0 0 1,0 0 0,0 1 0,0-1-1,0 1 1,3 4 0,4 3 45,-3-10-1646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0:26.76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269 35 2529,'0'0'12205,"1"0"-12165,-1 0 0,0 0 0,0 0 1,0 0-1,1 0 0,-1 0 0,0 0 0,0 0 1,0 0-1,0 0 0,1-1 0,-1 1 1,0 0-1,0 0 0,0 0 0,0 0 0,0 0 1,1 0-1,-1 0 0,0 0 0,0-1 0,0 1 1,0 0-1,0 0 0,0 0 0,0 0 0,1 0 1,-1-1-1,0 1 0,0 0 0,0 0 1,0 0-1,0 0 0,0-1 0,0 1 0,0 0 1,0 0-1,0 0 0,0-1 0,0 1 0,0 0 1,0 0-1,0 0 0,0 0 0,0-1 0,0 1 1,0 0-1,-1 0 0,1 0 0,0 0 1,0-1-1,0 1 0,-33-3 328,1 0 1,-1 3-1,-55 5 1,84-4-371,0 0-1,0 0 1,0 0 0,0 0 0,0 1 0,0-1 0,0 1 0,0 0 0,1 1 0,-1-1 0,1 1 0,-1-1 0,1 1 0,0 0-1,0 0 1,0 0 0,1 1 0,-1-1 0,1 1 0,0-1 0,-1 1 0,2 0 0,-1 0 0,-2 7 0,2-6-6,1 0 0,0 0 0,0 0 1,1 1-1,0-1 0,-1 0 0,2 0 1,-1 0-1,0 0 0,1 0 0,0 0 1,0 0-1,1 0 0,0 0 0,-1 0 1,1 0-1,1-1 0,-1 1 0,1-1 1,4 7-1,-2-6-98,0 1 0,0-1-1,0 0 1,1-1 0,-1 1 0,1-1 0,0 0 0,1 0-1,-1-1 1,1 0 0,-1 0 0,1 0 0,0-1 0,0 0 0,0-1-1,0 1 1,0-1 0,0-1 0,11 1 0,-14-2 79,0 1 1,1-1 0,-1 0-1,0-1 1,0 1 0,0-1-1,0 1 1,0-1 0,0 0-1,-1-1 1,1 1-1,-1-1 1,1 1 0,-1-1-1,0 0 1,0 0 0,0 0-1,-1-1 1,1 1 0,-1-1-1,1 0 1,-1 1 0,3-9-1,2-3 6,-1-1-1,-1 0 1,0 0-1,5-32 1,-8 34 47,0-1 1,0 0 0,-1 1-1,-2-23 1,19 105-268,-3 0-1,11 119 1,-14 144-11,-12-304 297,-1 1-1,-9 47 1,8-66-11,0 0-1,0-1 0,-1 0 1,0 1-1,0-1 0,-1 0 1,0 0-1,-1-1 0,0 0 1,0 1-1,0-1 1,-10 8-1,13-13-27,0 0-1,0 0 1,-1 0 0,1 0-1,-1-1 1,1 1 0,-1-1-1,0 0 1,0 0 0,1 0 0,-1 0-1,0 0 1,0-1 0,0 1-1,0-1 1,0 1 0,0-1-1,0 0 1,0-1 0,0 1-1,0 0 1,0-1 0,0 0 0,1 1-1,-1-1 1,0 0 0,0-1-1,1 1 1,-1 0 0,-3-3-1,-6-5-167,0 0 0,1-1 1,1 0-1,-19-23 0,10 11-795,-7-5-1557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0:27.18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11947,'0'0'8305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0:29.58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0 72,'0'0'10200,"1"5"-9603,7 186 3679,1 17-3971,35 47-298,-12-90-366,-30-146 254,0-7-181,-1-1-1,2 1 1,6 20 0,-8-30 250,-1-1 1,1 1-1,0 0 1,0 0-1,0 0 1,0 0-1,1-1 1,-1 1 0,0 0-1,1-1 1,-1 1-1,1-1 1,-1 1-1,1-1 1,0 0 0,-1 0-1,1 0 1,0 0-1,0 0 1,0 0-1,0-1 1,0 1 0,0 0-1,0-1 1,0 0-1,4 1 1,4-2 56,0 0 0,-1-1-1,1 0 1,-1-1 0,1 0 0,-1 0 0,0-1 0,0 0 0,-1-1 0,1 0 0,-1 0-1,9-8 1,26-27-2738,-34 25-2511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0:29.99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10 2969,'0'0'10914,"89"-9"-10834,-58 9-80,21 0-104,-7 0-1144,-11 0-2745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0:30.62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 16 120,'0'0'10281,"23"-4"-9809,-2 0-315,-1 1 1,30-1-1,-48 4-138,-1 0 0,1 0 0,-1 0 1,1 1-1,-1-1 0,1 1 0,-1-1 0,0 1 0,1-1 0,-1 1 0,0 0 1,1 0-1,-1-1 0,0 1 0,0 0 0,0 0 0,1 0 0,-1 0 0,0 1 1,-1-1-1,1 0 0,0 0 0,1 3 0,6 30 304,-6-23-234,4 31 264,-3 0 1,-1 0-1,-7 79 1,4-110-323,0 0 1,-1 0-1,-1 0 0,0 0 1,0-1-1,-1 1 1,-1-1-1,-8 15 1,11-22-126,0 1 0,0-1 0,0 1 0,-1-1 1,1 0-1,-1 0 0,0 0 0,0-1 0,0 1 1,0-1-1,0 1 0,0-1 0,-1 0 0,1 0 1,-1-1-1,0 1 0,1-1 0,-1 0 0,0 0 0,0 0 1,0 0-1,0 0 0,0-1 0,0 0 0,0 0 1,-7-1-1,9 1 14,1-1 1,-1 0-1,0 0 1,0 0-1,0 0 0,0 0 1,1 0-1,-1-1 1,1 1-1,-1 0 1,1-1-1,-1 1 0,1-1 1,0 0-1,0 1 1,0-1-1,0 0 1,0 0-1,0 0 1,0 0-1,0 0 0,1 0 1,-1 0-1,1 0 1,-1-3-1,-1-7-15,1 0-1,-1-24 1,2 34 84,0 0 7,0-8 26,0-1 0,0 0 0,1 0 0,1 1 0,0-1-1,3-12 1,-3 20-1,-1 0-1,0 1 1,1-1-1,-1 1 1,1 0-1,0-1 1,-1 1-1,1 0 1,0 0-1,1 0 1,-1 0-1,0 1 1,0-1-1,1 0 1,-1 1-1,1 0 1,0-1-1,-1 1 1,1 0-1,0 0 1,-1 1 0,1-1-1,0 1 1,0-1-1,0 1 1,0 0-1,0 0 1,3 0-1,-3 1 12,1-1 0,0 0 0,-1 1 0,1 0 0,-1 0 0,1 0 0,-1 0 0,1 0 0,-1 1 0,0-1 0,1 1 0,-1 0 1,0 0-1,0 1 0,-1-1 0,1 0 0,3 4 0,3 6 1,0 0 0,0 0 0,7 15 0,-9-16-8,-1 0 0,2 0 0,15 18 1,-18-25-157,-1 0 0,1-1 1,0 1-1,0-1 0,0 0 0,0-1 1,1 1-1,10 3 0,3-2-3755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0:31.14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0 728,'0'0'12235,"7"106"-12059,-4-69 16,-3 3-184,4 4-16,-4-4 8,0 0-192,0-5-880,0-1-1345,0-9-3696,0-7 3192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0:31.54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1 544,'0'0'12243,"93"0"-12211,-59 0-32,-2 0-696,2 0-1545,-6 0-6177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0:31.95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114 53 912,'0'0'8529,"0"-9"-8016,0-26-42,0 26 78,0 481 1345,-31-473-2101,7-4 279,14 2 168,0 1 0,0 0 0,-19 0 1,41 2-121,0 2 1,-1-1-1,14 5 1,30 3-303,12-9-3362,-42 0-2345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0:32.52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0 1792,'0'0'13926,"5"3"-13022,5 2-745,-1-2 0,0 1 1,1-2-1,0 1 0,0-1 0,0-1 0,14 1 0,82-1 163,-55-2-288,271-4-570,-5 1-6283,-251 4 1484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0:33.41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52 22 936,'0'0'12670,"17"-3"-12082,6-3-420,-12 3-87,0 0 0,0 1 0,0 0 0,0 1 0,21 0 1,-29 1-63,-1 0 1,0 0 0,0 0 0,0 1-1,1-1 1,-1 1 0,0 0 0,0-1-1,0 1 1,0 0 0,0 0 0,0 0-1,0 1 1,0-1 0,-1 0 0,1 1-1,2 2 1,-1 0 17,0 0-1,0 0 1,0 0-1,-1 0 1,0 1-1,0-1 1,3 9-1,-1 4 56,-1-1 0,0 0 1,1 32-1,-6 110 16,1-136-107,-2 1 0,-1-1 0,-1-1 0,0 1 0,-10 21 0,6-18-29,-2-1 0,-1 0-1,0-1 1,-2-1-1,-1 0 1,-25 29 0,37-47-76,-1-1 1,0 0-1,0 1 0,0-2 1,0 1-1,-1-1 1,1 1-1,-1-1 1,-6 2-1,9-3 58,1-1 0,0 0 0,-1 1 0,1-1 0,-1 0 0,1 0 0,-1 0 0,1 0 0,0 0 0,-1 0 0,1 0 0,-1 0 0,1 0-1,-1-1 1,1 1 0,0-1 0,-1 1 0,1-1 0,0 0 0,-1 1 0,1-1 0,0 0 0,0 0 0,-1 0 0,1 0 0,0 0 0,0 0 0,0 0 0,1 0 0,-1 0 0,0-1 0,0 1 0,0 0 0,0-3-1,-2-3 35,0-1-1,1 1 0,0-1 0,1 1 1,-1-1-1,2 0 0,-1 0 0,1 0 1,0 0-1,0 1 0,3-15 0,-2 18 25,0 0-1,0 1 1,1-1-1,-1 0 1,1 0-1,0 1 0,0-1 1,0 1-1,0-1 1,0 1-1,1 0 1,0 0-1,-1 0 1,1 0-1,0 0 1,1 1-1,-1-1 1,0 1-1,1 0 1,-1 0-1,1 0 0,0 1 1,0-1-1,4 0 1,-3 0 32,-1 1 0,1 0 0,0 0-1,-1 0 1,1 1 0,0-1 0,0 1 0,0 0 0,-1 1 0,1-1 0,0 1 0,0 0 0,-1 0-1,1 1 1,0-1 0,-1 1 0,1 0 0,-1 0 0,0 0 0,0 1 0,0 0 0,0 0 0,0 0 0,4 5-1,49 64 176,-36-45-374,31 34-1,-42-52-823,0 0 1,0-1-1,21 14 0,-5-8-6289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0:33.82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0 1016,'0'0'11299,"14"115"-11219,-11-68 32,1 9-104,-1-1 16,-3 4-24,0-3-16,0-3-784,0-9-1905,0-10-3672,0-16 3792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0:34.19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44 6129,'0'0'7834,"179"-19"-7834,-127 7-320,-11 0-2089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0:34.55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25 1 384,'0'0'9804,"0"6"-9367,3 61-26,24 124 0,-14-122-101,6 134 0,-19-202-297,-1-1 1,1 1 0,0 0 0,-1-1 0,1 1 0,-1 0 0,1-1-1,-1 1 1,1 0 0,-1-1 0,1 1 0,-1-1 0,0 1 0,1-1-1,-1 1 1,0-1 0,1 0 0,-1 1 0,0-1 0,0 0 0,1 0-1,-1 1 1,0-1 0,0 0 0,1 0 0,-1 0 0,0 0 0,0 0 0,0 0-1,1 0 1,-1 0 0,0 0 0,-1-1 0,-41-3 868,23 1 193,45 3-1031,-5 0-496,0-1 0,35-6 0,-24-1-2904,0-4-3458,-6 0 4401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0:36.42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1 472,'0'0'16708,"0"59"-16164,0-16-296,0 10-112,0 9-128,3 6-16,1 1-56,3-1-216,0-6-1080,3 0-345,0-12-807,-3-19-2057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0:36.83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31 160,'0'0'15835,"58"-18"-15595,-34 18-240,28 0-696,-7-3-1424,0-7-3273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0:37.42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75 287 40,'0'0'8603,"1"-29"-8155,2-149 315,-3 116 942,0 45 568,0 44-1248,14 224-730,-1-42-274,-9 83-1784,-4-290 1715,-1-1 1,1 0-1,-1 0 1,0 1 0,1-1-1,-1 0 1,0 0 0,0 0-1,0 0 1,0 0-1,0 0 1,0 0 0,0 0-1,0 0 1,0 0 0,0-1-1,0 1 1,-1 0 0,1-1-1,-2 1 1,-35 14-735,25-10 643,-7 2-405,2 4 3797,35-10-2648,-10-1-584,95 4 421,-88-2-1367,0 0 1,24 8-1,-13 0-2890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0:37.78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13827,'0'0'4497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0:40.18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 62 224,'0'0'10834,"0"-10"-9939,0-31 57,0 30-30,0 15-211,-1 136 140,-1 57-1224,29 237 0,-26-423 165,0-1 1,2 0-1,-1 1 0,1-1 1,8 17-1,-10-24 203,1 0 0,0 0 0,0 0 0,0 0 0,1 0 0,-1 0 0,1-1-1,-1 1 1,1-1 0,0 1 0,0-1 0,0 0 0,0 0 0,0-1 0,1 1 0,-1-1 0,0 1 0,1-1 0,-1 0 0,5 0 0,65 6 43,-66-6-406,0-1 0,1-1 0,-1 1-1,0-1 1,0-1 0,0 1 0,14-6 0,0-7-3495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0:40.56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1 304,'0'0'15619,"120"0"-15619,-82 3-776,-10-3-2008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0:41.28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1 224,'0'0'13843,"79"0"-13755,-51 0-88,0 0-64,6 0-928,-6 0-1601,-4 0-6649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0:41.93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0 9194,'0'0'5988,"14"5"-6115,49 17-160,-60-21 238,-1-1-1,0 1 0,1 0 0,-1 0 1,0 0-1,0 0 0,1 0 0,-1 0 1,0 1-1,0-1 0,0 1 0,-1-1 0,1 1 1,0 0-1,0 0 0,-1 0 0,1 0 1,-1 0-1,0 0 0,0 0 0,0 0 1,0 0-1,0 1 0,0-1 0,0 0 0,-1 1 1,1-1-1,-1 1 0,0-1 0,1 0 1,-1 1-1,0-1 0,-1 1 0,1-1 1,0 1-1,-2 3 0,1 13-48,0-13 104,0 0 0,-1-1 0,0 1-1,0 0 1,0-1 0,-1 1 0,0-1-1,0 0 1,0 1 0,-1-2 0,0 1-1,1 0 1,-2-1 0,1 1 0,-9 5-1,17-10 15,0 0 0,1-1-1,-1 2 1,0-1 0,0 0-1,1 1 1,-1 0 0,0 0-1,0 0 1,0 1 0,0-1-1,0 1 1,-1 0 0,1 0-1,4 3 1,-4-1-20,0 0-1,-1 0 1,1 0 0,-1 1-1,0-1 1,0 1-1,0 0 1,-1 0 0,0 0-1,0 0 1,0 0-1,1 6 1,0 3 32,-1 1 0,-1-1 0,0 21 0,-1-34-11,0 1 0,0-1 1,-1 1-1,1-1 0,0 0 1,-1 1-1,1-1 0,-1 1 1,1-1-1,-1 0 0,1 1 0,-1-1 1,0 0-1,0 0 0,0 1 1,0-1-1,0 0 0,0 0 0,0 0 1,-1 1-1,-1 0 19,-1 0 0,1 0 0,-1-1-1,1 1 1,-1-1 0,1 0 0,-8 2 0,-5-1 21,0 0 1,-30-1 0,39-1-89,3 0-9,3 0-41,0 0 0,0 0 0,0 0 0,0 0 0,0 0 0,0 0 0,0 0 0,0 1 0,0-1 0,0 0 0,0 0 0,0 1 0,0-1 0,0 1 0,-1 0 0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0:42.36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0 9074,'0'0'5449,"189"3"-6025,-151-3-1160,-10 0-745,-8 0-3648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0:42.76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101 27 968,'0'0'12424,"4"-4"-11921,-2 2-428,1-1 0,1 0-1,-1 1 1,0 0 0,1 0 0,6-3-1,-9 4-63,0 1-1,0-1 1,0 1-1,0 0 1,0-1-1,0 1 1,0 0-1,0 0 1,0 0-1,0 0 1,0 0-1,0 0 1,0 0-1,1 0 1,-1 0-1,0 0 0,0 1 1,0-1-1,0 0 1,0 1-1,0-1 1,0 1-1,0-1 1,0 1-1,-1 0 1,1-1-1,0 1 1,0 0-1,0 0 1,-1-1-1,1 1 1,0 0-1,-1 0 1,1 0-1,-1 0 1,1 0-1,0 1 1,2 10 27,0-1 0,0 1 0,-1 0 0,-1 0 0,0 0 0,0 0 1,-3 24-1,1-2 51,1-25-78,0-1 0,-1 0-1,0 0 1,-1 1 0,1-1 0,-2 0-1,1 0 1,-1-1 0,-7 15 0,8-18-52,-1 0 0,1-1 0,-1 1 0,1-1 0,-1 0 0,0 0 0,-1 0 0,1 0 0,0-1 0,-1 1 0,1-1 0,-1 0 0,0 0 0,0 0 0,0-1 0,0 1 0,0-1 1,0 0-1,0 0 0,-1 0 0,-4 0 0,6-1-8,1 1 0,-1-1 0,0 0 0,1 0 0,-1 0 0,1 0 0,-1 0 0,0 0 0,1-1 0,-1 1 0,1-1 0,-1 0 0,1 0 0,-1 0 0,1 0 0,-1 0 0,1 0 0,0-1 0,0 1 0,0-1 0,0 0 0,0 1 0,0-1 0,0 0 0,0 0 0,1 0 0,-1 0 0,1-1 0,-1 1 0,1 0 0,0-1 0,0 1 0,0-1 0,0 1 0,1-1 0,-1 1 0,1-1 0,-1 1 0,1-1 0,0-4 0,0 4 45,-1 0 0,1-1 0,0 1 0,0 0 0,1-1-1,-1 1 1,1 0 0,-1 0 0,1-1 0,0 1 0,0 0 0,0 0-1,1 0 1,-1 0 0,1 0 0,0 0 0,0 1 0,3-5 0,-2 4 10,0 1 1,1 0 0,-1-1 0,1 1-1,0 0 1,0 1 0,0-1 0,0 1-1,0-1 1,0 1 0,0 0 0,0 1-1,0-1 1,6 1 0,-6-1 30,0 1 0,-1 0 0,1 0 0,0 0 0,-1 1 1,1-1-1,0 1 0,-1 0 0,1 0 0,-1 0 0,1 1 0,4 2 0,-3 0 28,0 0-1,0 0 1,0 0-1,-1 1 1,0-1-1,6 10 1,-3-4 0,1 0 0,1 0 1,-1-1-1,2 0 1,15 12-1,-22-19-228,0 0-1,1 0 1,-1 0 0,1 0-1,-1-1 1,1 1-1,0-1 1,-1 0 0,1 0-1,0 0 1,0 0 0,0-1-1,0 0 1,0 0 0,-1 0-1,1 0 1,0 0 0,0-1-1,0 0 1,0 0 0,0 0-1,5-2 1,12-15-6229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0:43.30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1 208,'0'0'9842,"4"47"-9122,-4-13-344,0 3-88,0 9-160,0 1-40,0 0-88,0-4 0,0-9-432,0-6-1144,0-12-3865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0:43.71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6 1136,'0'0'12411,"42"0"-12395,-11 0-16,-4 0-456,4 0-1537,-7-3-4848,-3 0 2568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0:44.10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55 74 672,'0'0'10060,"1"-16"-9280,0-3-1027,0-20 2379,0 83-552,-1 18-1490,6 154-143,-2-108-1646,-4-82 528,-30-31 1548,27 4-350,-22 0 215,24 2-225,1-1 1,-1 0-1,1 0 1,-1 0-1,0 1 1,1-1-1,-1 0 1,1 1-1,-1-1 1,1 1-1,-1-1 1,1 0-1,0 1 1,-1-1-1,1 1 1,-1-1-1,1 1 0,0-1 1,0 1-1,-1-1 1,1 1-1,0 0 1,0-1-1,-1 1 1,1-1-1,0 1 1,0 0-1,0-1 1,0 1-1,0-1 1,0 1-1,0 1 1,0-2 9,1 1 0,-1-1 0,0 0 0,0 1 0,0-1 0,0 1 0,1-1 0,-1 1 0,0-1 0,1 0 0,-1 1 0,0-1 0,1 1 0,-1-1 0,0 0 0,1 1-1,-1-1 1,0 0 0,1 0 0,-1 1 0,1-1 0,-1 0 0,1 0 0,-1 0 0,1 0 0,-1 0 0,1 1 0,-1-1 0,1 0 0,-1 0 0,1 0 0,20 0 111,-16 0-78,69 0 5,-24 0-3261,-25 0-2836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0:44.90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47 6329,'0'0'8410,"238"9"-7738,-148-9-344,14 0-176,9 0-152,8-3 0,3-7-272,4 1-528,-4 3-304,-3 0 224,-14 0-96,0 2 15,-31-2-2960,-28 0 3521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0:45.84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0 7194,'0'0'6113,"179"3"-8554,-127-3-2824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0:46.41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0 9114,'0'0'4039,"28"5"-3971,85 15-48,-111-19-19,1-1 1,0 0-1,0 1 0,-1 0 0,1 0 0,0 0 0,-1 0 0,1 0 0,0 0 0,-1 1 0,0-1 0,1 1 0,-1 0 0,0 0 0,0-1 0,0 1 0,0 1 0,0-1 0,0 0 0,1 4 0,-2-3 14,0 0 0,0 1 0,0-1 0,-1 0 1,1 1-1,-1-1 0,0 1 0,0-1 0,-1 0 1,0 6-1,-1 6 55,2-11-80,0 1 1,-1-1-1,0 0 0,0 0 0,0 1 0,-1-1 1,1 0-1,-1 0 0,0 0 0,0-1 0,-4 7 1,4-8 6,1 0 1,-1 0 0,0 0 0,0 0 0,0 0 0,0 0 0,0 0 0,0 0-1,0-1 1,-1 1 0,1-1 0,0 0 0,-1 0 0,0 0 0,1 0 0,-1 0 0,1 0-1,-1-1 1,-4 1 0,6-1 244,4-7-50,-3 6-193,0 1 1,0 0-1,0-1 1,0 1-1,0 0 0,0-1 1,0 1-1,0 0 1,0-1-1,0 1 1,1 0-1,-1 0 1,0-1-1,0 1 0,0 0 1,0-1-1,1 1 1,-1 0-1,0 0 1,0-1-1,0 1 0,1 0 1,-1 0-1,0 0 1,0 0-1,1-1 1,-1 1-1,0 0 1,1 0-1,-1 0 0,0 0 1,0 0-1,1 0 1,-1 0-1,0-1 1,1 1-1,-1 0 0,0 0 1,1 0-1,-1 0 1,0 1-1,1-1 1,3-1-6,0 0 0,0 0 0,0 1 0,0-1 0,0 1 0,0 0 0,0 0 0,0 1 1,0-1-1,0 1 0,0 0 0,0 0 0,0 0 0,-1 1 0,1-1 0,0 1 0,-1 0 0,1 0 1,-1 0-1,6 5 0,-5-3 8,0 1 0,0 0 1,-1-1-1,1 1 0,-1 1 0,0-1 1,0 0-1,-1 1 0,0-1 0,0 1 1,0 0-1,-1 0 0,2 9 1,-1-4 26,-1 0 1,0-1 0,0 1 0,-3 20 0,2-28-9,-1 1 0,0-1 1,0 1-1,0-1 0,0 0 0,0 1 1,-1-1-1,0 0 0,1 0 1,-1 0-1,0 0 0,0-1 0,-1 1 1,1-1-1,-1 1 0,1-1 0,-1 0 1,-5 4-1,-8 2 20,-1-1 1,0 0-1,0-1 1,0-1-1,0 0 1,-32 3-1,-6 2-1004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0:46.83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 3209,'0'0'11466,"200"3"-11466,-152-3-8,0 0-712,11 0-600,-11 0-457,-13-3-3856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0:47.22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88 1 8674,'0'0'3143,"22"1"-3113,70 10-8,-91-11-19,1 0 0,0 1 0,-1-1 0,1 1 0,0-1-1,-1 1 1,1 0 0,-1-1 0,1 1 0,-1 0 0,1 0 0,-1 0-1,0 0 1,1 1 0,-1-1 0,0 0 0,0 0 0,0 1 0,0-1-1,0 1 1,0-1 0,0 1 0,0-1 0,-1 1 0,1 0 0,-1-1 0,1 1-1,-1 0 1,0-1 0,1 1 0,-1 0 0,0-1 0,0 1 0,0 0-1,0 0 1,-1 3 0,1 4 34,0-7-30,2 19 22,-1 1 0,-1-1-1,-1 0 1,-1 0 0,0 0 0,-2 0-1,-9 29 1,-1-15 50,-28 49-1,34-70-129,-1-1 0,0 0 1,0 0-1,-1-1 0,-1-1 0,-16 15 1,26-25-12,-1 1 1,0-1 0,1 1-1,-1-1 1,0 0 0,0 0 0,0 0-1,0 0 1,0 0 0,0 0-1,0-1 1,0 1 0,0-1 0,0 1-1,0-1 1,0 0 0,0 0-1,-1 0 1,-3 0 0,4-1 28,1 0 0,-1 0 0,1 0 0,-1 0-1,1 0 1,0 0 0,-1 0 0,1 0 0,0-1 0,0 1 0,0 0 0,0-1 0,0 1 0,0-1 0,0 1-1,0-1 1,1 1 0,-1-1 0,0-1 0,-2-10 4,0 0-1,1 1 1,1-1-1,0 0 1,1-14-1,0 12-29,-1 6 135,1-1 0,0 1 1,1 0-1,0 0 0,0 0 0,5-15 0,-5 22-3,0-1-1,1 1 0,-1-1 0,1 1 1,0 0-1,0-1 0,0 1 0,0 0 1,0 0-1,0 0 0,0 1 0,1-1 0,-1 0 1,0 1-1,1 0 0,0-1 0,-1 1 1,1 0-1,0 1 0,-1-1 0,1 0 1,0 1-1,0-1 0,0 1 0,0 0 0,3 0 1,2 0 48,0-1 1,0 2 0,0-1-1,0 1 1,0 1 0,0-1 0,0 2-1,13 4 1,-3 2-35,0 0 0,20 16 0,-22-15-70,4 3-346,1 0-1,40 16 1,-35-21-1649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0:47.83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0 184,'0'0'14699,"0"44"-14547,0-13-40,0 9-112,0 4 8,0 9 48,0-4-56,0 4 0,0-6-216,0-4-624,0-12-1384,0-9-3338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0:48.23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0 904,'0'0'12099,"100"0"-11939,-69 0-160,1 0-144,9 4-1521,-13-1-4768,-4 0 1512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0:48.63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136 0 280,'0'0'12153,"-1"7"-11915,-4 15-105,2-1-1,0 1 1,1 35 0,8 76-83,-1-11-122,-5-46-727,-4-75 832,1 0-1,-1 0 1,0-1-1,1 1 1,-1-1-1,0 0 0,0 0 1,-5-1-1,3 1 83,-1 0 181,-1 1 0,1-1 0,0 2 0,0-1 0,1 1 0,-1 0 0,0 0 0,0 1-1,-11 6 1,17-9-276,1 0-1,0 0 1,-1 1-1,1-1 1,0 0-1,-1 0 1,1 0-1,0 0 0,0 0 1,-1 1-1,1-1 1,0 0-1,0 0 1,0 1-1,-1-1 1,1 0-1,0 0 1,0 1-1,0-1 0,0 0 1,-1 0-1,1 1 1,0-1-1,0 0 1,0 1-1,0-1 1,0 0-1,0 1 1,0-1-1,0 0 0,0 1 1,0-1-1,0 1 1,10 3 104,16-2-149,14-1 162,42-2-1377,-30-9-2797,-33 2-1074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0:52.62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1176,'0'0'10683,"3"167"-10908,-3-117 177,0 0 48,0-4-8,0-5 8,0-7-232,0-3-1152,0 0-920,0-9-5146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0:53.03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22 80,'0'0'15723,"42"0"-15355,-15 0-184,1-3-103,6 3-81,4 0 0,0 0-593,0 0-1079,0-6-2265,-10 0-6081,-11-1 9802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0:53.87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266 48 72,'0'0'12137,"2"-5"-11113,0 1-1178,7-20 3053,-9 23-2836,0 0 1,0 1-1,0-1 1,-1 0-1,1 1 1,0-1-1,-1 0 1,1 1-1,0-1 1,-1 1 0,1-1-1,0 0 1,-1 1-1,1-1 1,-1 1-1,1-1 1,-1 1-1,1 0 1,-1-1-1,0 1 1,1-1-1,-1 1 1,1 0-1,-1 0 1,0-1-1,1 1 1,-1 0-1,0 0 1,0 0-1,1 0 1,-1-1-1,0 1 1,1 0 0,-1 0-1,0 1 1,1-1-1,-1 0 1,0 0-1,0 0 1,-7 0-20,0 0 1,0 0 0,0 1 0,0 0 0,0 1 0,1-1-1,-1 2 1,0-1 0,1 1 0,0 0 0,0 0 0,0 1-1,0 0 1,0 0 0,1 1 0,-1 0 0,-8 8-1,4-2-33,1 0-1,0 0 0,0 1 0,1 1 0,1-1 0,0 2 0,1-1 0,0 1 0,1 0 0,-8 28 0,9-22-8,1-1 0,1 0 0,0 1 1,2 0-1,0 0 0,2 0 0,0-1 0,4 22 0,-3-31-3,1 1 0,0-1 0,1 0 0,0 0-1,0 0 1,1-1 0,0 1 0,1-1 0,0-1 0,0 1 0,1-1 0,0 0 0,1 0 0,0-1 0,0 0 0,0 0-1,1-1 1,10 5 0,-4-2 3,1-1-1,0-1 0,1 0 1,0-2-1,0 1 1,0-2-1,0-1 0,1 0 1,-1-1-1,21 0 0,-12-2-137,-1-1 0,41-6 0,-57 5-514,1-1 0,0 0 0,-1 0 0,0-1 1,0 0-1,0-1 0,0 0 0,-1 0 0,12-9 1,10-17-6869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1:02.02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13 12411,'0'0'7801,"35"-6"-7793,-11 3 40,4 0-48,6 3-440,0 0-648,4 0-1289,-3 0-1711,-11 0-3370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1:02.48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7 184,'0'0'17108,"104"6"-17220,-32-6-1289,-13 0-1775,-15-12-6994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1:03.41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253 10 7538,'0'0'7121,"-2"1"-6875,-6-1-213,0 1 0,0-1 1,0-1-1,1 1 1,-1-1-1,-7-2 1,-32-3-8,38 6-15,0 0-5,-1 0-1,1 0 1,-1 1 0,0 0-1,-11 4 1,18-4-7,0 0 0,0 0 0,0 1 0,0-1 0,1 1 0,-1 0 0,0 0 0,1 0 0,-1 0 0,1 1 0,0-1 0,0 1 0,0-1 0,0 1 0,0 0 0,0 0 0,1-1 0,-1 1 0,0 4 0,-2 2-2,1 0 1,1 0 0,0 0-1,0 0 1,0 1-1,1-1 1,1 1-1,0-1 1,0 0 0,1 1-1,0-1 1,0 0-1,1 1 1,0-1-1,1 0 1,0 0 0,5 8-1,-5-10-13,1 0 1,0-1-1,0 0 1,1 1-1,0-1 0,0-1 1,0 1-1,1-1 0,-1 0 1,1 0-1,1-1 0,-1 0 1,1 0-1,-1 0 0,1-1 1,0 0-1,0 0 0,1-1 1,-1 1-1,1-2 0,8 2 1,-7-2-122,0 0-1,0 0 1,1-1 0,-1 0-1,0-1 1,0 0 0,9-2-1,-14 2 65,-1 0 0,1 0-1,-1-1 1,0 1 0,0-1-1,0 0 1,0 0-1,0 0 1,0 0 0,0-1-1,-1 1 1,1-1 0,-1 1-1,1-1 1,-1 0-1,0 0 1,0 0 0,-1 0-1,1 0 1,1-6 0,3-9 17,-2-1 0,0 0 1,-1 0-1,-1 0 0,-1 0 1,-2-27-1,1 36 296,0 32 989,-1-13-1210,1 1 0,0-1 0,0 0-1,4 18 1,59 176 47,-51-151-66,-1 1 0,-3 1 1,-3 0-1,-2 0 1,-6 98-1,2-144 2,0 0-1,-1 0 1,0 0 0,0-1-1,0 1 1,-1-1-1,0 1 1,-1-1 0,0 0-1,0 0 1,-6 7-1,7-10-14,-1 1 0,-1-1-1,1 0 1,0 0 0,-1-1 0,0 1-1,0-1 1,0 0 0,0-1-1,0 1 1,-1-1 0,1 0 0,-1 0-1,1-1 1,-11 2 0,8-2-77,0 0 1,-1 0-1,1-1 1,-1-1-1,1 1 1,0-1 0,-1-1-1,1 1 1,0-1-1,0-1 1,0 0-1,-14-7 1,8 2-544,1-1 0,0 0 0,1-1 1,0-1-1,-18-21 0,0 0-6322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1:03.81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12755,'0'0'7009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1:05.89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0 5921,'0'0'4467,"6"31"-3839,14 100 36,-14-74 278,-3 86 1,-4-109-695,1 0 0,2 1 1,12 64-1,-6-69-243,2-2-1,1 0 1,16 28 0,-11-22-757,14 42-1,-29-73 688,-1-1-1,1 1 1,0 0 0,0 0-1,0-1 1,1 1 0,-1-1-1,0 1 1,1-1-1,0 0 1,0 0 0,-1 1-1,1-1 1,0 0 0,1-1-1,-1 1 1,0 0 0,5 2-1,-1-2 14,0-1 0,0 0 0,0 0 0,1-1 0,-1 1 0,0-1 0,0-1 0,8 0 0,-3-1-410,-1 1-1,1-2 0,-1 1 0,0-1 1,0-1-1,17-8 0,11-7-3571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1:06.28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0 720,'0'0'16508,"93"3"-16404,-72 0-104,-4 0 0,11-3-1153,-4 0-1095,-7 0-3537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1:06.85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0 3385,'0'0'13567,"14"0"-13513,47 3-172,-58-2 45,0-1-1,-1 1 1,1 0 0,0 0 0,-1 0 0,1 1 0,-1-1 0,0 0 0,1 1 0,-1 0 0,0-1-1,0 1 1,0 0 0,0 0 0,0 0 0,0 0 0,0 1 0,-1-1 0,1 0 0,-1 1 0,0-1 0,0 1-1,1 0 1,0 3 0,0 4-138,0-1-1,-1 1 0,0-1 0,0 20 1,-1-23 210,0-1 1,-1 1-1,0-1 1,0 0-1,0 1 1,-1-1-1,1 0 1,-1 0-1,-1 0 1,1 0-1,-1 0 1,0 0-1,0-1 1,0 1-1,0-1 1,-1 0-1,0 0 1,0 0-1,0-1 1,0 1-1,-1-1 1,1 0-1,-10 4 1,8-5 87,16-7-40,-5 4-59,-1 0 0,1 1-1,0-1 1,-1 1-1,1 0 1,-1 0-1,1 1 1,-1 0 0,1-1-1,-1 1 1,1 1-1,-1-1 1,1 1-1,-1 0 1,0-1 0,0 2-1,0-1 1,0 1-1,0-1 1,-1 1 0,1 0-1,3 4 1,-2 0-109,0 0 1,0 0 0,0 1-1,-1-1 1,-1 1 0,1 0-1,-1 0 1,0 0 0,-1 0-1,0 1 1,1 11 0,1 1 36,-2 0 1,-1 0-1,-1 24 1,-1-38 88,1-1 0,-1 0-1,0 0 1,-1 1 0,1-1 0,-1 0 0,0 0 0,-1-1-1,0 1 1,0 0 0,0-1 0,0 0 0,-1 1-1,-6 6 1,5-7-138,0-1 0,0 0 1,0 0-1,0 0 0,-1-1 0,1 0 0,-1 0 0,0 0 0,0-1 0,0 0 0,0 0 1,0 0-1,-1-1 0,1 0 0,-1 0 0,-9-1 0,-8 1-4756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1:07.52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0 1408,'2'0'15980,"379"0"-12908,-254 0-6797,-1 0-4955,-100 0 641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1:08.16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11 1328,'0'0'16256,"23"-2"-16047,8-1-183,83-2-45,-112 5-50,0 0 1,1-1 0,-1 1-1,0 0 1,0 0-1,0 1 1,0-1-1,0 0 1,0 1 0,1-1-1,-1 1 1,0 0-1,0-1 1,-1 1 0,1 0-1,0 0 1,0 0-1,0 1 1,-1-1 0,1 0-1,0 1 1,-1-1-1,1 1 1,-1-1-1,0 1 1,1 0 0,-1 0-1,0 0 1,0-1-1,0 1 1,0 0 0,-1 0-1,1 0 1,-1 0-1,1 0 1,-1 1-1,1-1 1,-1 0 0,0 3-1,0 3-6,0-1 0,0 1 1,-1-1-1,0 1 0,0-1 0,-1 1 0,0-1 0,0 0 0,-1 1 0,0-1 0,0 0 0,0-1 1,-1 1-1,0-1 0,-1 1 0,1-1 0,-1-1 0,0 1 0,-1-1 0,1 1 0,-1-2 1,0 1-1,0-1 0,-13 7 0,-5-4 1875,27-11-1646,6 1-143,0 1 0,0 0 0,0 0 0,1 1 0,-1 0 0,0 1 0,1 0 0,13 2 0,4-2-93,-24 0 32,0 0-1,1 1 1,-1-1-1,0 1 1,0-1 0,0 1-1,0 0 1,0 0-1,0 0 1,0 1 0,0-1-1,0 1 1,0-1-1,-1 1 1,1 0 0,0 0-1,-1 0 1,4 5-1,-3-3-59,0 1 0,0-1-1,0 1 1,-1 0 0,0 0 0,0 0-1,0 0 1,0 0 0,-1 1-1,1 7 1,0-3 40,-2 0 0,1 0 0,-1 0 0,-1-1 1,0 1-1,0 0 0,-1 0 0,0-1 0,-1 1 0,0-1 0,0 0 0,-7 13 1,0-8 187,0-1 0,0 1 0,-2-1 0,1-1 0,-2 0 0,-16 12 0,22-18 61,-1 0-1,0-1 1,0 0-1,-1-1 1,0 1-1,1-2 1,-1 1-1,0-1 1,-1-1-1,1 1 1,-1-1-1,-13 0 1,23-2-170,-1 0 0,0 0-1,0 0 1,0 0 0,0 0 0,1 0 0,-1-1 0,0 1 0,0 0-1,0 0 1,1-1 0,-1 1 0,0-1 0,1 1 0,-1 0 0,0-1-1,1 1 1,-1-1 0,0 0 0,1 1 0,-1-1 0,1 0 0,-1 1-1,1-1 1,-1-1 0,-5-22-1048,5 16 77,-2-14-3823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1:10.51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11474,'0'0'6722,"0"124"-6722,0-71 48,0 2-32,0 7-16,0 1 0,0-4-56,0 12-984,7-18-985,-3-16-2112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1:10.87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3441,'0'0'15035,"103"0"-15027,-65 0-8,28 0-480,-15 6-1529,-2 0-2432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1:11.59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80 1 912,'0'0'14189,"1"13"-14040,22 237-2,4 63-133,-26-5-1129,-1-306 986,0 0-1,0 1 0,0-1 1,0 1-1,0-1 1,0 0-1,-1 1 0,1-1 1,-1 0-1,0 1 0,0-1 1,0 0-1,0 0 0,-2 3 1,2-4 15,-1 1 1,0-1 0,0 0-1,1 0 1,-1 0-1,0-1 1,0 1-1,0 0 1,0-1 0,0 1-1,0-1 1,0 0-1,0 1 1,0-1-1,0 0 1,-4-1 0,-1 1 120,1 0 1,0-1-1,0 0 1,0 0 0,0-1-1,0 1 1,0-1 0,0 0-1,1-1 1,-10-5 0,3 2 2233,24 5-414,-11 1-1816,153 0 1619,-53 0-4803,-65 0-885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1:12.01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15723,'0'0'4321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1:21.35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5601,'0'0'3929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1:17.73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0 190 536,'0'0'9451,"9"-11"-8378,-6 3-628,-1-1 0,0 0 1,-1 0-1,0 0 0,-1 0 1,1 0-1,-2-11 0,0 5 39,1-66 1086,0 80-1590,4 22 57,16 245 177,2 8-247,-14-217 59,25 86 0,-27-122-63,2 0 1,0 0-1,1-1 0,1 0 1,1-1-1,1 0 0,16 19 1,-26-37-106,0 1-1,0-1 1,0 0 0,1 0 0,-1 0 0,0 0-1,1 0 1,-1-1 0,0 1 0,1-1 0,-1 0-1,1 1 1,-1-1 0,0 0 0,1 0 0,-1-1-1,1 1 1,4-1 0,45-14-50,-6-5-2446,-34 16-101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1:18.18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0 9058,'0'0'6793,"13"0"-6817,8 0 24,10 0 160,4 10 16,6 5 121,0 1-297,-3-1 0,0-2-81,-7-4-759,-6-3-1464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2:05.15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0 1328,'0'0'17251,"8"0"-16807,120 13-4256,-93-13-1031,-6 0-3909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2:06.09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51 126 496,'0'0'9201,"1"-16"-8861,2-1-57,2-30-377,-4 2 3259,-1 113-2843,-2 3-300,4 0 1,16 109-1,-12-162-61,1 9-311,-24-28 327,-3-2 62,10 2 33,0-1 1,-1 0-1,-13-5 0,57 5 371,-20 2-625,-1 1-1,0 0 1,12 3 0,15 8-4051,-21-5-1383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2:06.49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13 3489,'0'0'10106,"127"-13"-10098,-89 13-16,4 0-16,-1 0-200,-3 0-888,0 7-265,-10 5-775,-8-3-2177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2:06.87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31 23 824,'0'0'12407,"18"-5"-12283,57-11-83,-73 15-37,0 1-1,0 0 1,-1-1-1,1 1 1,0 0-1,0 0 1,0 1-1,0-1 1,0 0-1,0 1 1,0-1-1,-1 1 1,1-1-1,0 1 1,0 0-1,-1 0 1,1 0-1,-1 0 1,1 0-1,0 0 1,-1 0-1,0 0 1,1 1-1,-1-1 1,0 1-1,0-1 1,0 1-1,0-1 1,0 1-1,0 0 1,1 3-1,2 1 8,0 3-4,1 0 0,-2 0 0,1 0-1,-1 1 1,-1 0 0,1-1 0,0 19 0,-1 72 46,-3-58-45,1-37-188,0-1 1,-1 1 0,1-1-1,-1 0 1,-1 1-1,1-1 1,0 0-1,-1 0 1,0 0-1,0 0 1,0 0-1,-1 0 1,1 0-1,-1-1 1,0 1 0,0-1-1,0 0 1,0 0-1,-1 0 1,1 0-1,-1 0 1,1-1-1,-1 0 1,0 0-1,0 0 1,0 0 0,-1 0-1,1-1 1,0 0-1,-1 0 1,1 0-1,0-1 1,-1 1-1,1-1 1,-1 0-1,1 0 1,-1 0-1,1-1 1,-1 0 0,1 0-1,0 0 1,-1 0-1,1-1 1,0 1-1,0-1 1,0 0-1,0 0 1,0-1-1,1 1 1,-1-1-1,1 0 1,-5-5 0,5 5 181,0 0 1,0-1-1,0 1 1,1-1-1,0 0 1,-1 0-1,2 0 1,-1 0-1,0 0 1,1-1-1,0 1 1,0 0-1,0-1 1,0 1-1,0-9 1,6 11 858,2 2-566,0 0-1,1 0 1,-1 1 0,0 0-1,0 1 1,0-1-1,0 1 1,0 1 0,0-1-1,-1 1 1,1 0 0,9 7-1,28 18 72,69 41 57,-35-31-3371,-45-24-1620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2:07.56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0 224,'0'0'16388,"162"0"-15452,-93 0-608,7 16-88,10-1-160,0 1-136,0-4 56,-3 0-272,-7-5-872,-3-7-649,-18 0-943,-21 0-5922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2:08.28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0 2841,'0'0'11626,"86"0"-11618,-58 0-16,-1 0 8,4 0-624,-3 0-2177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2:08.90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42 120 160,'0'0'9523,"0"-25"-8590,0-57-162,0 69 2262,2 49-2958,2-1-1,1 0 1,12 39-1,-9-39-203,-1 1 1,-1 0-1,0 41 0,-8-76 90,-1 0 1,0 0-1,0 0 1,1-1-1,-1 1 1,0-1-1,0 0 1,0 1-1,0-1 1,0-1-1,-5 0 1,3 1 20,-47 0 307,52 0-101,6 0-189,197 15-1467,-169-10-1809,-8 3-2832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2:09.29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0 1792,'0'0'14347,"221"22"-14347,-169-19-16,20-3-760,-17 0-1720,-10 0-3145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2:09.65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56 1 2529,'0'0'8799,"33"12"-8834,104 43-184,-133-53 178,1 1 0,-1-1-1,0 1 1,1 0-1,-1 0 1,0 0-1,-1 0 1,1 1 0,6 7-1,-8-8 9,-1 0-1,0-1 0,1 1 1,-1 0-1,0 0 1,-1 0-1,1 0 0,0 0 1,-1 4-1,2 1-13,0 6 115,-1-1 0,0 1 0,-1-1 0,0 1 0,-1 0 0,-1-1 0,0 0 0,-1 1 0,0-1 0,-1 0 0,0 0 0,-1-1 0,-1 1 0,-10 17 0,12-23-174,0-1 0,-1 0 1,0 0-1,0 0 0,0-1 1,0 0-1,-1 1 0,0-2 1,0 1-1,0-1 0,0 0 1,-1 0-1,0-1 0,0 0 1,0 0-1,0-1 0,0 1 1,-1-1-1,1-1 0,0 0 1,-1 0-1,1 0 0,-1-1 1,0 0-1,1-1 0,-1 1 0,-9-3 1,14 1 40,0 1 1,0 0-1,0 0 1,1-1-1,-1 0 1,0 1-1,1-1 1,-1 0 0,1-1-1,0 1 1,0 0-1,0 0 1,0-1-1,0 0 1,0 1-1,0-1 1,1 0-1,0 0 1,-1 0-1,1 0 1,0 0-1,0 0 1,1 0-1,-1-3 1,0 3 142,0-1 1,1 1 0,-1 0-1,1 0 1,0 0-1,0 0 1,0-1-1,0 1 1,1 0-1,-1 0 1,1 0 0,0 0-1,0 0 1,0 0-1,0 0 1,1 0-1,-1 0 1,1 0 0,0 1-1,0-1 1,0 1-1,0-1 1,0 1-1,3-3 1,3 0 226,0 1-1,0 0 1,0 1 0,1 0 0,-1 0 0,1 0 0,-1 1-1,1 1 1,11-2 0,12 2 348,39 1 0,-71 0-652,10 2 37,-1-1 0,1 1 0,-1 0-1,1 1 1,-1 1 0,0-1-1,0 1 1,11 7 0,-10-6-13,0 0 0,0 0 0,1-1 0,0 0 0,0-1 0,12 3 0,-10-5-227,-1 0-1,1-1 0,22-2 0,-10-6-1856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2:11.77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2 3817,'0'0'12739,"0"0"-12734,0-1 0,0 1 0,0 0 1,1 0-1,-1 0 0,0 0 1,0 0-1,0 0 0,0 0 0,0 0 1,1 0-1,-1 0 0,0 0 1,0 0-1,0 0 0,0 0 0,1 0 1,-1 0-1,0 0 0,0 0 1,0 0-1,0 0 0,0 0 0,1 0 1,-1 0-1,0 0 0,0 0 1,0 0-1,0 0 0,0 0 0,0 0 1,1 1-1,-1-1 0,0 0 1,0 0-1,0 0 0,0 0 1,0 0-1,0 0 0,0 0 0,0 1 1,1-1-1,-1 0 0,0 0 1,0 0-1,0 0 0,0 0 0,0 1 1,0-1-1,0 0 0,0 0 1,0 0-1,0 0 0,0 1 0,0-1 1,0 0-1,0 0 0,2 13 30,-1-1-1,0 0 1,-1 1-1,-2 24 1,1 0-13,4 234-5761,-3-244 558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2:12.13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10298,'0'0'6650,"211"22"-6650,-132-22-56,-13 0-1777,-14 0-2800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2:12.50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244 67 5817,'0'0'10093,"-13"-11"-9557,-42-33-33,53 43-470,0-1 0,0 1 0,-1 0 0,1 0 0,-1 0 0,1 0 0,-1 0 0,1 0 0,-1 1 0,0-1 0,1 1 0,-1 0 0,0 0 0,1 0 0,-1 0 0,0 0 0,1 1 0,-1-1 0,1 1 1,-1-1-1,0 1 0,1 0 0,-1 0 0,1 0 0,0 1 0,-1-1 0,1 0 0,-2 3 0,-3 2 29,0 0-1,0 0 1,1 1 0,0 0-1,-8 13 1,14-19-58,-7 10 61,0 1 1,1 0-1,0 1 0,1-1 0,0 1 1,1 0-1,1 1 0,-2 15 0,2-4 53,1-1-1,1 1 0,4 40 0,-3-59-108,1 0-1,0 0 0,1 1 0,-1-1 1,1 0-1,1 0 0,-1 0 0,1-1 1,0 1-1,0-1 0,0 1 0,1-1 1,0 0-1,0 0 0,0-1 1,7 7-1,-2-5 16,0 0 0,0 0-1,0-1 1,1 0 0,0 0 0,-1-2 0,2 1 0,-1-1 0,11 2 0,8 0-320,0-2 0,1-1 1,-1-1-1,1-2 1,-1 0-1,32-7 1,-39 3-2038,40-13 1,12-9-6610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2:12.85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31 9330,'0'0'11442,"190"0"-12106,-156-6-1096,1-3-849,-8-1-1480,-9 4-1472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2:13.22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11114,'0'0'10579,"59"6"-10483,-28-6 0,3 0-192,4 0-873,-3-3-911,-8 0-2513,-6 3-4633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2:14.33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13 288,'0'0'19724,"0"-12"-16891,10 12-2681,21 0-152,7 0 0,11 0-480,6 0-592,14 9-1265,-11-3-1528,-13 1-1264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2:14.75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6 2969,'0'0'16963,"34"-6"-16619,1 6-232,3 0-112,3 0 0,7 0-1536,-10 0-1633,-10 0-5993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2:20.214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0 1125 9298,'0'0'6185,"145"-205"-6185,-80 106 8,4-16-8,4-13-160,-4-2-224,-10 3-448,-1-10-400,-16 32-889,-15 27-2784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2:21.021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1 718 10042,'0'0'5545,"186"-171"-5401,-120 97-88,3-10-56,0-6-200,-4 3-528,-6 6-216,-11 16-328,-13 22-521,-15 21-2304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2:22.023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4 16 10058,'0'0'5008,"19"-3"-4985,63-9-26,-80 12 5,1 0-1,-1-1 1,0 1 0,0 0-1,1 1 1,-1-1 0,0 0-1,1 0 1,-1 1 0,0 0 0,0-1-1,0 1 1,0 0 0,1 0-1,-1 0 1,0 0 0,-1 0-1,1 1 1,0-1 0,0 1 0,0-1-1,-1 1 1,1-1 0,-1 1-1,1 0 1,0 2 0,1 1 10,-1 1 1,0-1-1,0 1 1,0 0 0,-1 0-1,0 0 1,0 6-1,1-2 13,1 16-36,-1-1 0,-2 1 0,-2 29 0,2-53-14,0 0 1,0 0-1,0 0 1,0 0 0,-1 0-1,1 0 1,-1 0 0,0 0-1,1 0 1,-1 0 0,0 0-1,0 0 1,0 0-1,0 0 1,-1-1 0,1 1-1,0 0 1,-1-1 0,1 1-1,-1-1 1,1 0 0,-1 1-1,0-1 1,0 0-1,0 0 1,1 0 0,-1 0-1,0 0 1,0-1 0,0 1-1,0-1 1,0 1 0,-1-1-1,1 0 1,0 0-1,-3 0 1,4-1 19,1 0-1,-1-1 0,1 1 1,-1 0-1,1-1 1,-1 1-1,1-1 1,0 1-1,0-1 1,0 1-1,0-1 1,0 1-1,0-1 1,0 1-1,0-1 0,1 1 1,-1-1-1,1 1 1,0-2-1,1 2-11,1 1 0,-1-1 0,1 1 0,0 0 0,-1 0 0,1 0 0,-1 0 0,1 1 0,-1-1 0,1 1 0,-1-1-1,1 1 1,-1 0 0,1 0 0,-1 0 0,0 0 0,0 0 0,1 1 0,-1-1 0,0 1 0,0-1 0,0 1 0,0 0 0,-1 0 0,1-1-1,0 2 1,-1-1 0,1 0 0,-1 0 0,0 0 0,0 1 0,2 3 0,0 3-53,0 1 0,0-1 0,-1 1 0,0 0 0,0 0 0,-1 0 0,-1 12 0,0-20 70,0 0 0,0 0 0,-1 0-1,1 0 1,-1 0 0,0 0-1,1 0 1,-1 0 0,0 0-1,0 0 1,0-1 0,0 1 0,-1 0-1,1-1 1,0 1 0,-1-1-1,1 1 1,-1-1 0,1 0-1,-1 1 1,0-1 0,1 0 0,-1 0-1,0 0 1,-3 1 0,-6 2-12,-1 0 1,0 0 0,-16 2-1,-8 3-52,-9 12-472,18 1-2858,16-10-1947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2:32.27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3721,'0'2'12540,"2"66"-11823,17 107 0,29 67-1043,-45-227-477,0-1 0,2 1 1,0-1-1,0 0 0,10 16 0,-7-13-3091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2:32.69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16 4441,'0'0'12475,"100"-6"-12251,-58 6-104,2 0-120,25 0-728,-10 0-1249,-11-10-2440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2:33.33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2833,'0'0'12216,"0"12"-12076,24 267 39,-4-87-194,-17-90-214,-3-64 181,2 0 0,9 60-1,-10-93 45,0 0 0,1 0 0,-1 1 0,1-1 0,0 0 0,1 0 0,-1-1 0,1 1 0,0 0 1,0-1-1,0 0 0,5 5 0,-5-6-6,1-1 1,-1 1 0,1-1-1,-1 0 1,1 0 0,0 0 0,0 0-1,0-1 1,0 0 0,0 0 0,0 0-1,0 0 1,1 0 0,-1-1-1,7 0 1,33 2-17,-25-1-396,-1 0 0,0-2 0,36-4 0,-34-5-2001,-7 0-2570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2:33.77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8434,'0'0'6953,"141"19"-6953,-99-16-104,16-3-928,-13 0-1416,-7-6-4330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2:34.36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2657,'0'0'15611,"10"0"-15603,11 0-16,6 0-64,18 0-864,-3 0-1153,-8 0-2080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2:35.08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90 177 832,'0'0'9802,"1"-19"-9706,2-138 3904,-3 170-3333,0 377-1190,-4-389 406,0 0 0,0 0 0,1-1-1,-1 1 1,0-1 0,0 0 0,0 0 0,0 0 0,-4-1 0,3 1-35,-40 0 1380,51 0-1109,86 0-241,-29 0-4041,-45 0-1537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2:35.49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1 628 8938,'0'0'6569,"120"-180"-6521,-92 114-48,-4-8-200,4-1-824,-4-21-528,-7 19-657,-10 18-2592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2:35.93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25 6201,'0'0'7946,"28"-4"-7755,86-15-69,-110 19-96,-1-1-1,1 1 0,-1-1 0,1 1 0,-1 0 0,1 0 0,0 1 0,-1-1 0,1 1 1,-1 0-1,0-1 0,1 2 0,-1-1 0,0 0 0,1 1 0,-1-1 0,0 1 0,0 0 0,0 0 1,2 3-1,-1-1 57,-1 0 0,0 0 0,0 1 0,-1-1 0,1 1 0,-1 0 0,0 0 0,2 9 0,0-4 38,1 12-56,0 0-1,-1 0 1,-1 0 0,-1 0-1,-1 1 1,-4 39-1,2-55-188,0-1-1,-1 0 1,1 1-1,-2-1 1,1 0-1,0 0 0,-1 0 1,0 0-1,-1-1 1,1 1-1,-1-1 0,0 0 1,0 0-1,-1 0 1,1-1-1,-1 1 1,0-1-1,-1 0 0,1 0 1,0-1-1,-1 0 1,0 0-1,0 0 1,0-1-1,0 0 0,0 0 1,-1 0-1,1-1 1,-1 0-1,1 0 0,-1 0 1,1-1-1,-1 0 1,1-1-1,-12-1 1,15 1 66,-1-1 0,0 1 0,1-1 0,0 1 1,-1-1-1,1 0 0,0-1 0,0 1 0,0-1 1,0 1-1,1-1 0,-1 0 0,1 0 1,-1 0-1,1 0 0,0 0 0,-2-5 0,1 2-9,0 0-1,0-1 0,1 1 1,0-1-1,0 1 0,1-1 1,-1 0-1,1-12 0,1 18 100,0 0-1,0 1 1,0-1-1,0 0 1,1 1-1,-1-1 1,0 0-1,0 1 1,1-1-1,-1 1 1,1-1-1,-1 1 1,0-1-1,1 1 1,-1-1 0,1 1-1,-1-1 1,1 1-1,-1-1 1,1 1-1,0 0 1,-1-1-1,1 1 1,-1 0-1,1 0 1,0-1-1,-1 1 1,1 0-1,0 0 1,-1 0-1,1 0 1,0 0-1,0 0 1,30 0 624,-19 1-425,21-2-151,-1 2 0,0 1-1,0 2 1,48 11 0,-70-12-592,0-1 0,0 0 1,0-1-1,15 1 0,4-2-4469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2:42.44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4233,'0'0'15803,"0"15"-15467,0-12-1144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2:45.56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1 312,'0'28'20240,"5"-28"-19541,325 0 1592,-321 0-2236,0 1-1,0 0 1,0 1-1,0 0 0,-1 0 1,1 1-1,-1 0 0,15 7 1,-12-5 19,1-1 0,-1-1 0,1 0 1,0 0-1,22 1 0,65-3-76,-59-2 46,66 3 70,109-4 388,-253 9-3732,13-1-2616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2:47.58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169 0 9242,'0'0'5564,"-21"31"-5424,10-17-118,-3 6 12,0 0 1,1 1 0,0 1-1,2 0 1,1 0-1,1 1 1,1 0 0,1 1-1,0 0 1,-3 31 0,-10 401 1373,32 3-170,-1-332-861,44 201-1,-26-207-276,6 0 0,96 221 0,-110-300-464,1-1-1,44 59 1,20 8-3423,-24-35-3844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2:48.32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22 10458,'0'0'4073,"169"-22"-13859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2:49.23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1 720,'0'0'14103,"5"0"-13947,194 0 282,-115 0-4062,-65 0-159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2:49.77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12891,'0'0'4698,"34"7"-4567,113 26-65,-79-21-48,-1-3-1,79 1 1,-82-7-16,296 23-3649,-174-18-1126,-130-8 2490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2:50.59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30 384,'0'0'15023,"33"-5"-14405,105-16-226,-128 19-352,-1 1-1,0 0 1,1 1 0,-1 0 0,1 1-1,-1 0 1,0 0 0,1 1 0,-1 0-1,10 3 1,-12-1-7,0 0 0,0 0 0,0 1 0,0 0 0,-1 0 0,0 0 1,0 1-1,8 9 0,-8-7 28,0 0-1,-1 0 1,0 0 0,0 1 0,-1-1 0,0 1 0,-1 0 0,0 1 0,0-1 0,-1 0 0,0 1-1,1 10 1,-1 15 184,-3 69 0,0-98-245,0 12 24,-2 0 0,-1 0-1,0 0 1,-1-1 0,-1 1 0,0-1-1,-1 0 1,-1-1 0,-1 0-1,-11 16 1,5-11-286,0-1-1,-1-1 1,0 0-1,-2-2 1,0 0-1,-40 28 1,49-39-143,0-1-1,0 0 1,0-1-1,-1 0 1,-11 3 0,19-6 323,0 0 0,0 0 0,0-1 0,0 1 0,0-1 0,0 1 0,-1-1 0,1 0 0,0 0 0,0 0 1,0 0-1,-1 0 0,1-1 0,0 1 0,0-1 0,0 1 0,0-1 0,0 0 0,0 0 0,0 0 0,0 0 0,0 0 1,0 0-1,0-1 0,1 1 0,-1 0 0,0-1 0,1 0 0,0 1 0,-3-4 0,1-5-81,0 0-1,1-1 0,0 1 1,0-1-1,1 1 0,1-1 1,-1 0-1,3-11 0,-2 0 0,0 18 162,0 0 0,0 1 0,0-1 0,1 0 0,0 0 0,-1 0 0,1 0 0,1 0 0,-1 1 0,1-1 0,-1 1 0,1-1 0,0 1 0,0-1 1,0 1-1,1 0 0,-1 0 0,1 0 0,0 0 0,4-3 0,-1 3 128,-1 0 1,1 0-1,-1 0 1,1 1-1,0 0 1,0 0-1,0 0 0,0 1 1,1 0-1,-1 0 1,0 1-1,9 0 1,-9 0-56,-1 1 0,1 0 0,0 0 1,-1 1-1,1-1 0,0 1 0,-1 1 1,0-1-1,0 1 0,1 0 0,-2 0 1,1 0-1,0 0 0,-1 1 0,8 8 1,6 7-13,-1 1 0,19 29-1,-9-11 8,-12-19-31,33 33-1,-42-46-218,2 0 1,-1 0 0,1-1 0,0 0-1,0 0 1,0-1 0,16 6 0,-1-3-2019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2:51.25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61 134 992,'0'0'9011,"0"-19"-8658,0-70 167,0 64 3725,0 35-4152,-1 23-29,2-1 0,0 0-1,3 1 1,13 56 0,10-6-29,20 71-20,-40-126 0,-2 0 0,-1 1 0,1 45 0,-5-73-27,0 0 0,-1 0 0,1 1-1,0-1 1,-1 0 0,1 0 0,-1 0-1,1 0 1,-1 0 0,0 0 0,0 1-1,1-2 1,-1 1 0,0 0 0,0 0-1,0 0 1,0 0 0,0 0 0,0-1-1,0 1 1,0-1 0,0 1 0,-1 0-1,1-1 1,0 0 0,0 1 0,0-1 0,-1 0-1,1 0 1,0 1 0,0-1 0,-1 0-1,-1 0 1,-52-1-550,42-1 505,7 2 64,0 0-1,0-1 1,0 1-1,0-2 1,0 1-1,0-1 1,1 0-1,-1 0 0,0 0 1,1-1-1,-6-3 1,11 6 5,0 0 1,-1-1-1,1 1 1,0 0-1,0 0 1,0 0-1,0 0 1,0-1-1,0 1 0,-1 0 1,1 0-1,0 0 1,0 0-1,0-1 1,0 1-1,0 0 1,0 0-1,0 0 1,0-1-1,0 1 1,0 0-1,0 0 0,0 0 1,0-1-1,0 1 1,0 0-1,0 0 1,0 0-1,0-1 1,0 1-1,0 0 1,0 0-1,1 0 1,-1 0-1,0-1 0,0 1 1,0 0-1,0 0 1,0 0-1,0 0 1,1 0-1,-1-1 1,0 1-1,0 0 1,0 0-1,0 0 1,1 0-1,-1 0 1,0 0-1,0 0 0,0 0 1,1 0-1,-1 0 1,0 0-1,13-4 547,33 0 118,82 2-1,-5 2-3096,-74-3-1657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2:51.81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9082,'0'0'5046,"29"28"-4280,7 5-575,3 1 14,-3 2 1,61 76-1,-63-63-161,-1 1 0,-4 2 0,-1 1 0,-3 2 0,-2 0 0,-3 2 0,-2 0 0,19 108 0,-16-16 116,-7 0 1,-6 197-1,-11-241-129,-5 0-1,-4 0 0,-47 185 1,-6-55-1174,21-84-3400,18-67-2734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2:55.47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2617,'0'0'8236,"2"19"-7497,7 122 513,10 48 502,-4-56-2507,-11-45-3729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2:55.86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7 7818,'0'0'7073,"87"-6"-6953,-46 6-112,7 0-16,0 0-8,25 0-368,-18 0-1376,-3 0-2745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2:56.25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339 0 8362,'0'0'4630,"-32"5"-4296,-104 19 280,130-23-529,0 0-1,0 1 0,1 0 0,-1 0 1,0 0-1,1 1 0,-1 0 1,1 0-1,0 0 0,0 1 0,0-1 1,0 1-1,1 1 0,-1-1 1,1 0-1,-7 11 0,3-5 130,0 1-130,0 0-1,1 1 1,0 0-1,1 0 1,0 0-1,1 1 0,1-1 1,0 1-1,0 1 1,1-1-1,1 0 1,0 1-1,1-1 0,1 1 1,0-1-1,1 1 1,0-1-1,1 1 1,0-1-1,1 0 1,1 0-1,0 0 0,1 0 1,0-1-1,1 1 1,0-1-1,1-1 1,0 1-1,1-1 0,0 0 1,1-1-1,0 0 1,1-1-1,0 0 1,1 0-1,-1-1 0,2 0 1,21 11-1,-21-14-110,-1 0-1,1-2 0,0 1 0,0-1 1,0-1-1,0 0 0,13-1 1,-17 0-249,0-1 0,0-1-1,0 1 1,1-1 0,-1-1 0,0 0 0,0 0 0,-1 0 0,1-1 0,0 0 0,7-5 0,19-16-3316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2:57.80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4 4513,'0'0'6508,"0"19"-5209,0-18-1251,0 1-1,0 0 1,0 0-1,1 0 1,-1 0 0,0 0-1,1 0 1,0 0 0,-1 0-1,1-1 1,0 1-1,0 0 1,0 0 0,0-1-1,0 1 1,0-1-1,0 1 1,1-1 0,-1 1-1,1-1 1,-1 0 0,1 0-1,-1 0 1,1 0-1,0 0 1,-1 0 0,1 0-1,0 0 1,0-1-1,0 1 1,0 0 0,-1-1-1,5 1 1,-5-4-29,0 1 0,-1 0 0,1-1 0,-1 1 0,0 0 0,1-1 0,-1 1 0,0 0 0,0-1 0,-1-3 0,1 5-13,-4-26 103,4 26-106,0 1 1,0-1 0,0 1-1,0 0 1,-1-1-1,1 1 1,0-1 0,0 1-1,0-1 1,0 1-1,-1-1 1,1 1-1,0 0 1,0-1 0,-1 1-1,1-1 1,0 1-1,0 0 1,-1-1-1,1 1 1,-1 0 0,1 0-1,0-1 1,-1 1-1,1 0 1,-1 0-1,1-1 1,0 1 0,-1 0-1,1 0 1,-1 0-1,1 0 1,-1 0-1,1 0 1,-1 0 0,1 0-1,-1 0 1,1 0-1,-1 0 1,1 0-1,-1 0 1,1 0 0,0 0-1,-1 0 1,1 1-1,-1-1 1,1 0 0,-1 0-1,1 0 1,0 1-1,-1-1 1,1 0-1,0 1 1,-1-1 0,0 1-1,1 2 7,-1 0 0,1 0 0,-1 0 0,1 0 0,0 0-1,0 0 1,0 0 0,1 3 0,0 0 10,-1-2-21,0-1 0,0 1 0,0-1 0,1 1 0,-1-1 0,1 0-1,0 1 1,0-1 0,0 0 0,1 1 0,-1-1 0,1 0 0,3 5-1,-3-6-3,0 0 0,0 0 0,0-1-1,0 1 1,0-1 0,0 1 0,1-1-1,-1 0 1,0 0 0,1 0 0,-1 0-1,1 0 1,0 0 0,-1-1-1,1 1 1,-1-1 0,1 0 0,5 0-1,-8 0 3,1-1-1,-1 1 0,1 0 0,-1-1 1,1 1-1,-1 0 0,1-1 0,-1 1 1,1-1-1,-1 1 0,0-1 0,1 1 1,-1-1-1,0 1 0,1-1 0,-1 0 1,0 1-1,0-1 0,1 1 0,-1-1 1,0 0-1,0 1 0,0-1 0,0 1 1,0-1-1,0 0 0,0 1 0,0-2 1,-1-25-45,1 21-10,0 5 48,0 0 1,0 0 0,0 0-1,0 1 1,0-1-1,0 0 1,0 0 0,0 0-1,-1 0 1,1 1-1,0-1 1,0 0 0,-1 0-1,1 0 1,-1 1-1,1-1 1,-2-1 0,2 2 4,-1-1 0,1 1-1,0 0 1,-1 0 0,1 0 0,-1 0 0,1-1 0,0 1 0,-1 0 0,1 0 0,-1 0 0,1 0 0,-1 0 0,1 0 0,-1 0 0,1 0 0,0 0 0,-1 0 0,1 1 0,-1-1 0,1 0 0,-1 0 0,1 0 0,-1 1 0,0-1 1,-1 1 0,1 0 0,0 0 0,0 0 1,0 0-1,0 0 0,0 0 0,0 0 1,0 1-1,0-1 0,0 0 0,0 0 1,0 1-1,1-1 0,-1 1 0,1-1 1,-1 0-1,0 4 0,1-3 0,-1 1 1,1-1-1,0 0 1,-1 1-1,1-1 1,0 1-1,1-1 1,-1 1 0,0-1-1,1 1 1,-1-1-1,2 4 1,-1-5 2,1 0 0,-1 0 1,1 0-1,-1 0 0,1-1 1,-1 1-1,1 0 1,-1-1-1,1 1 0,-1-1 1,1 0-1,0 1 0,-1-1 1,1 0-1,0 0 1,-1 0-1,1 0 0,3-1 1,-4 1 2,0-1 1,0 0-1,-1 0 1,1 0-1,0 1 1,0-1-1,0 0 1,-1 0-1,1 0 1,0 0-1,-1 0 1,1-1-1,-1 1 1,1 0-1,-1 0 1,0 0-1,1 0 0,-1 0 1,0-1-1,0 1 1,0 0-1,0 0 1,0 0-1,0-3 1,0 3 2,0 0-1,0 0 1,0 0 0,0 0 0,0 0-1,0 0 1,0 0 0,0 0 0,0 0 0,0 0-1,0 0 1,-1 0 0,1 0 0,0 1-1,-1-1 1,1 0 0,-1 0 0,1 0-1,-1 0 1,1 0 0,-1 1 0,0-1-1,1 0 1,-1 0 0,0 1 0,0-1-1,1 1 1,-1-1 0,0 1 0,0-1-1,0 1 1,0-1 0,-1 0 0,1 1-6,0 0 0,1 0 0,-1 0 1,0 0-1,1 0 0,-1 0 1,0 0-1,1 0 0,-1 0 0,0 0 1,1 0-1,-1 1 0,0-1 1,1 0-1,-1 0 0,1 1 0,-1-1 1,1 0-1,-1 1 0,0-1 0,1 1 1,-1-1-1,1 1 0,-1-1 1,1 1-1,0-1 0,-1 1 0,1-1 1,0 1-1,-1-1 0,1 1 0,0 0 1,0-1-1,-1 1 0,1 0 1,0-1-1,0 1 0,0 0 0,0-1 1,0 1-1,0 0 0,0-1 0,0 1 1,0 0-1,0-1 0,0 1 1,0 0-1,1-1 0,-1 2 0,0 7-62,1-9-12,0 1 0,-1-1 0,1 1 0,0-1 0,0 0 1,-1 1-1,1-1 0,0 0 0,0 1 0,-1-1 0,1 0 1,0 0-1,0 0 0,0 0 0,-1 0 0,1 0 0,0 0 1,0 0-1,0 0 0,-1 0 0,1 0 0,0-1 0,0 1 1,-1 0-1,2-1 0,9-7-2263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2:59.87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8042,'0'0'9346,"65"7"-9226,-34 2-72,4-6-48,6 0-336,11-3-1025,-7 0-855,-11 0-1865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3:00.36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78 784,'0'0'16772,"0"-3"-16628,0 0-48,4-3-88,20-3-16,7-1 0,7-2-584,14-4-889,-8 7-999,-9 0-2289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2:28.27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8570,'0'0'7431,"35"1"-7438,112 7-290,-140-7 205,0 0 1,0 0-1,-1 0 1,1 1-1,0 0 1,-1 1 0,0 0-1,1 0 1,9 6-1,-13-6 50,1 0-1,0 0 0,-1 0 1,0 1-1,0-1 1,0 1-1,0 0 1,0 0-1,-1 0 0,0 0 1,2 5-1,0 3 24,-1 1-1,0-1 1,-1 1-1,-1 0 0,0 0 1,-1-1-1,-1 19 1,0-3 99,1-20-69,-1 1 0,0-1 0,0 0 0,-1 0 0,0 1 0,-1-1 0,0-1 0,0 1 0,-1 0 0,-7 12 0,8-16-10,0 0 1,1 0-1,-1 0 0,0-1 0,-1 1 1,1-1-1,0 0 0,-1 0 0,0 0 0,0-1 1,0 1-1,0-1 0,0 0 0,-1 0 0,1 0 1,0-1-1,-1 1 0,1-1 0,-1 0 1,-9 0-1,13-1-7,0-1 1,1 1 0,-1-1-1,0 1 1,0-1-1,1 1 1,-1-1 0,0 0-1,0 1 1,1-1-1,-1 0 1,1 0-1,-1 0 1,1 1 0,-1-1-1,1 0 1,-1 0-1,1 0 1,0 0 0,0 0-1,-1 0 1,1 0-1,0 0 1,0 0 0,0 0-1,0 1 1,0-1-1,0 0 1,0 0 0,1-2-1,-1 2 6,-1 0 0,1 0-1,1-1 1,-1 1 0,0 0-1,0 0 1,0 0 0,0 0-1,1-1 1,-1 1-1,1 0 1,-1 0 0,1 0-1,-1 0 1,1 0 0,0 0-1,-1 0 1,1 0 0,0 0-1,0 0 1,0 0 0,-1 1-1,1-1 1,0 0 0,0 1-1,0-1 1,0 0 0,2 0-1,2 1-32,0-1 0,0 1 0,0-1 0,0 1 0,0 1 0,0-1 0,-1 1 0,1 0 0,0 0 0,0 0 0,0 1 0,-1 0 0,1 0 0,-1 0 0,1 0 0,5 5 0,-4-2-76,0 0-1,0 0 1,-1 1 0,0 0 0,0 0 0,0 0-1,-1 1 1,0-1 0,6 15 0,-4-9 60,-2 0 0,0 1 0,0-1 0,-1 1 1,-1 0-1,0 0 0,-1 0 0,0 1 0,-1-1 0,-1 0 1,0 0-1,-4 20 0,3-26 59,-1-1-1,0 0 1,0 0 0,-1-1 0,1 1-1,-1 0 1,-1-1 0,1 0 0,-1 0 0,0-1-1,0 1 1,0-1 0,0 0 0,-1 0-1,0-1 1,0 1 0,0-1 0,0-1-1,0 1 1,0-1 0,-10 2 0,5-1-22,-1 0 1,1-1-1,-1 0 0,0-1 1,0 0-1,0-1 1,0 0-1,0-1 1,0 0-1,1-1 0,-16-4 1,21 3-131,-1 1 0,1-1 0,0-1 1,1 1-1,-9-7 0,-20-21-1765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2:28.81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0 888,'0'0'14911,"9"17"-14316,29 58-237,-34-67-330,-1 0 0,-1 1 0,1-1 1,-1 1-1,-1 0 0,1-1 1,-1 1-1,-1 0 0,0 0 0,-2 15 1,1 8-6,1 40 19,2 0-1,14 81 1,-12-132-72,0-1 1,2 1 0,0-1 0,1 1-1,1-2 1,1 1 0,0-1 0,2-1-1,0 0 1,1 0 0,27 29 0,-37-44-52,1-1 1,0 1-1,0-1 1,0 0-1,0 0 1,0-1-1,0 1 1,0-1-1,1 1 1,-1-1-1,1 0 1,-1 0 0,1-1-1,-1 1 1,1-1-1,-1 1 1,1-1-1,-1 0 1,1-1-1,-1 1 1,1 0-1,0-1 1,-1 0-1,7-2 1,0-1-139,0-1-1,0 0 1,0 0-1,0-1 1,-1 0 0,14-13-1,33-34-2940,-41 33-943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2:29.22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54 3793,'0'0'12715,"118"-53"-12419,-81 53-216,8 0-80,-3 0-1209,13 6-1919,-14 6-6754,-6-2 7633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2:29.67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9026,'0'0'2879,"28"10"-5797,80 39 2682,-106-48 250,0 0-1,0 0 1,0 1-1,0-1 1,0 1-1,0-1 1,0 1 0,-1 0-1,1 0 1,0 0-1,-1 0 1,0 0-1,1 0 1,1 4-1,-3-4 43,1-1-1,-1 1 0,0 0 0,0-1 0,0 1 1,0-1-1,0 1 0,0 0 0,0-1 0,0 1 1,-1 0-1,1-1 0,0 1 0,-1-1 1,0 1-1,0 1 0,-2 2 195,0-1-1,0 1 1,0-1 0,-1 0-1,0 0 1,0 0 0,0-1-1,-4 4 1,5-5-112,1 0 20,-1 0 0,0 0 1,1 0-1,-1 0 0,0 0 0,0-1 0,0 0 0,0 1 0,0-1 1,0 0-1,-1 0 0,1-1 0,0 1 0,0-1 0,-5 1 1,7-1-106,4-3 7,5 1-93,-1 0 0,1 1 0,0 0 0,0 0 0,-1 1 0,1 0 0,0 1 0,-1 0 0,1 0 0,0 0 0,-1 1 0,1 0 0,-1 1 0,0 0 0,14 7 0,-10-3-152,-1 2-1,0-1 1,0 1 0,-1 1 0,0 0-1,14 20 1,-20-24 187,0-1 1,0 0-1,0 1 0,-1-1 1,0 1-1,0 0 0,0 0 1,-1 0-1,0 0 0,0 0 1,0 0-1,-1 0 0,0 0 1,0 0-1,-1 0 0,1 0 0,-3 9 1,1-11 34,0 0 0,0 0 0,-1 0-1,1-1 1,-1 1 0,0-1 0,0 1 0,0-1 0,-1 0 0,1 0 0,-1 0 0,1-1 0,-1 1-1,0-1 1,0 0 0,0 0 0,0 0 0,0 0 0,-1-1 0,1 0 0,-7 1 0,5 0-331,-1 0 0,0-1 0,1 0 0,-1-1 0,0 0 0,1 0 0,-1 0 0,0 0 0,1-1 0,-1 0 0,0-1 0,1 0 0,0 0 0,-8-3 0,-7-12-9087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3:05.10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1 912,'0'0'968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3:05.79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10458,'0'0'9402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3:09.83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8 8570,'0'0'8156,"32"-2"-8062,106-3-37,-129 5-63,1 0 0,0 1 0,0 0 0,-1 0 0,1 1 0,-1 0 1,1 1-1,-1 0 0,0 0 0,14 8 0,-17-7-9,0 0 1,0 0-1,-1 1 1,1 0-1,-1 0 1,0 0-1,0 1 1,-1 0-1,0-1 1,0 2 0,5 8-1,-3 1-52,0 1-1,-1 0 1,-1 0-1,0 1 1,-2-1-1,0 1 1,0-1-1,-2 1 1,-2 20-1,2-33 56,0-1 0,-1 1-1,0 0 1,1 0-1,-2-1 1,1 1-1,-1-1 1,1 1-1,-1-1 1,0 0-1,-1 0 1,1 0 0,-1 0-1,0 0 1,0 0-1,0-1 1,0 1-1,-1-1 1,1 0-1,-6 3 1,3-2-14,-1 0 1,0-1 0,0 0-1,0 0 1,0-1-1,-1 1 1,1-2-1,-1 1 1,1-1-1,-1 0 1,-11-1 0,18 0-50,4 0-122,12-3 151,0 1 0,0 1 1,0 1-1,1 0 1,24 3-1,-34-2 22,0 1-1,-1-1 0,1 1 0,-1 0 0,0 0 1,0 1-1,0 0 0,0 0 0,0 0 0,0 0 1,-1 1-1,1-1 0,-1 1 0,0 0 1,0 1-1,-1-1 0,1 1 0,3 7 0,-2-4 6,-1 0 0,-1 1 0,1-1-1,-2 1 1,1 0 0,-1 0-1,0 0 1,0 9 0,-1-13 20,-1 0 0,0 0-1,0 0 1,-1-1 0,1 1 0,-1 0 0,0 0 0,0-1 0,0 1 0,-1-1 0,0 1 0,0-1 0,0 1-1,0-1 1,-1 0 0,1 0 0,-5 4 0,-5 4 3,-1-1 0,0-1 0,-1 1 0,-30 15 0,-66 24-95,96-44-251,0-1 0,0-1-1,-1-1 1,1 0-1,-1 0 1,0-2 0,-28 0-1,17-1-2260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3:10.35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3513,'0'0'7563,"4"32"-7413,16 105-94,3 94 628,6 13 1513,-26-226-2094,1-1 1,1 1-1,1-1 0,0-1 0,1 1 0,13 21 1,-17-32-106,0-1 1,1 0 0,0-1-1,0 1 1,0 0-1,0-1 1,1 0 0,0 0-1,-1-1 1,2 1-1,-1-1 1,0 0 0,1 0-1,-1-1 1,1 1 0,0-1-1,-1-1 1,1 1-1,0-1 1,0 0 0,0 0-1,8-1 1,-8 1-193,0-2 0,0 1 0,0-1 0,0 0 0,0 0 0,-1 0 0,1-1 0,0 0 0,0 0 0,-1-1 1,1 1-1,-1-1 0,0-1 0,0 1 0,0 0 0,0-1 0,-1 0 0,5-6 0,19-17-2511,-6 4-1534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3:10.78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13 2761,'0'0'11106,"183"-12"-11106,-138 12-600,-11 0-2201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3:11.16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9762,'0'0'2699,"29"9"-3735,84 27 773,-111-35 260,1-1 0,-1 1-1,1 1 1,-1-1 0,1 0-1,-1 1 1,0-1 0,0 1-1,0-1 1,0 1 0,3 4-1,-4-6 8,-1 1 0,1 0 1,-1 0-1,0-1 0,0 1 0,0 0 0,1 0 0,-1 0 1,0 0-1,0-1 0,0 1 0,0 0 0,0 0 0,0 0 0,0 0 1,-1-1-1,1 3 0,-1 3 68,1-3 48,-1 0 0,1 0 0,-1 1 0,1-1-1,-1 0 1,0 0 0,0 0 0,0 0 0,-1 0 0,1 0 0,-1 0-1,0 0 1,0-1 0,0 1 0,0-1 0,0 1 0,0-1 0,-6 4-1,2-1 43,0-1-1,-1 1 1,0-2-1,0 1 1,0-1-1,-14 4 0,29-7-145,-1-1 0,1 1 0,0 0 0,0 1 0,-1 0 0,1 0-1,0 1 1,-1 0 0,1 0 0,-1 1 0,0 0 0,0 0 0,0 0-1,13 10 1,-13-9-37,-1 0 1,1 0-1,-1 1 0,0 0 0,0 0 0,-1 0 0,0 1 1,1 0-1,-2 0 0,1 0 0,-1 1 0,0-1 0,0 1 0,-1 0 1,0 0-1,0 1 0,3 14 0,-5-18 27,-1 0 1,1 0-1,-1-1 0,0 1 0,0 0 1,0 0-1,-1 0 0,1 0 0,-1 0 1,0 0-1,0 0 0,-1-1 0,1 1 1,-1 0-1,1-1 0,-1 1 0,0-1 1,0 0-1,-4 4 0,2-3 13,-1 0-1,0-1 0,-1 0 1,1 0-1,0 0 1,-1 0-1,1-1 1,-1 0-1,0 0 1,0-1-1,-9 2 1,0-1-269,0 0 1,0-1 0,-18-1-1,10-1-2656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3:15.18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44 760,'0'0'11141,"14"-18"-4502,11 11-6759,0 2 0,0 1 0,1 2-1,-1 0 1,42 2 0,-18 0-886,20-2-1499,-11-1-1793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3:16.07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22 7 7730,'0'0'8822,"34"-2"-8402,107-2-11,-135 4-388,0 0 0,0 1 1,0-1-1,0 2 0,-1-1 0,1 0 0,0 1 1,6 3-1,-9-3 1,0 0 1,0 0 0,0 0-1,0 1 1,-1-1 0,1 1-1,3 4 1,2 3 44,-1-3-28,-1 1 0,0 0 0,0 1 0,-1-1 0,0 1 0,-1 0-1,0 0 1,0 1 0,-1-1 0,0 1 0,2 13 0,-1 8 35,-1 1-1,-1 40 1,-3-54-63,-1 0 0,-1 1 0,0-1 0,-1-1 0,-1 1 0,-1-1 0,0 1 0,-1-1 0,-14 24 0,9-22-95,0-1 0,0 0-1,-2 0 1,0-1 0,-1-1-1,-1-1 1,-28 23 0,38-34-109,-1 0 0,1 0 1,-1 0-1,0-1 0,0 0 0,0-1 1,0 1-1,0-1 0,0-1 0,-1 1 1,1-1-1,-1-1 0,1 1 0,-11-2 1,17 1 123,-1 0 1,1 0-1,-1-1 1,0 1 0,1-1-1,-1 1 1,1-1 0,-1 1-1,1-1 1,0 0-1,-1 0 1,1 0 0,0 0-1,-1 0 1,1 0 0,0 0-1,0 0 1,0 0-1,0-1 1,-1-1 0,0 0-13,0-1 0,0 0 0,1 0 0,-1 1 0,1-1 0,0 0 0,0 0 1,0-6-1,0 4 26,1-1 1,0 0 0,0 1 0,1-1-1,-1 0 1,2 1 0,-1-1 0,1 1-1,-1-1 1,7-11 0,-5 13 53,0 1 0,0-1 0,1 1-1,0-1 1,0 1 0,0 0 0,0 1 0,1-1 0,0 1 0,-1 0 0,1 0-1,0 0 1,1 1 0,7-3 0,-3 2 48,-1 0 1,1 1-1,0 1 1,0-1-1,0 2 1,0-1-1,17 3 1,-21-1-12,0 0 0,-1 0 0,1 1-1,-1 0 1,1 0 0,-1 1 0,0-1 0,0 1 0,0 1 0,0-1 0,0 0 0,-1 1 0,8 8 0,6 7 75,27 40 1,-19-24-49,-19-25-14,1 0 0,1-1-1,0 0 1,0-1 0,1 1 0,13 7-1,-16-12-450,0 0 0,0-1-1,0 0 1,1 0 0,-1-1-1,1 0 1,-1 0-1,1-1 1,0 0 0,14 0-1,-3-1-5731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3:16.59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2593,'0'0'12682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3:17.84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0 592,'0'0'13474,"0"6"-13086,9 228 892,-1-42-433,-8-172-799,1 37 87,11 76 0,-9-117-131,0 0 1,1-1-1,0 1 1,1-1 0,1 0-1,0 0 1,1-1 0,1 0-1,16 23 1,-20-33-30,0 0 0,0 1 1,0-1-1,1-1 0,0 1 1,-1-1-1,1 1 0,1-1 0,-1-1 1,0 1-1,1-1 0,-1 0 0,1 0 1,0-1-1,-1 1 0,1-1 1,0-1-1,0 1 0,0-1 0,0 0 1,0 0-1,-1 0 0,10-3 0,-12 3-11,0-1 0,0 0 0,0 0 0,0 0-1,0-1 1,0 1 0,0-1 0,0 1-1,-1-1 1,1 0 0,-1 0 0,1 0-1,-1-1 1,0 1 0,1 0 0,-1-1-1,-1 1 1,1-1 0,0 0 0,0 0-1,-1 0 1,1-3 0,2-2-490,-2 0 0,1 0 0,-1 0 0,0-1 0,-1 1 0,0-1 0,0-11 0,-3 3-3020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3:18.25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13 8186,'0'0'6593,"144"-9"-6593,-112 9-24,5 0-560,-9 0-1464,-11-3-2825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3:25.29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7 10 3409,'0'0'12266,"-7"0"-10353,25 0-1921,9 0-64,29 0-1057,-8 0-1223,-3-9-2969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3:26.19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44 206 3697,'0'0'5920,"0"-19"-5139,3-136 1232,-3 131-2037,0 17 331,0 15 1429,0 30-1508,-2 5-178,3 0-1,1 0 1,2 0 0,18 75 0,-22-117-60,1 0-1,-1-1 1,0 1 0,1 0-1,-1-1 1,0 1-1,0 0 1,1-1-1,-1 1 1,0 0 0,0-1-1,0 1 1,0 0-1,0 0 1,0-1 0,0 1-1,0 0 1,-1-1-1,1 1 1,0 0 0,0-1-1,0 1 1,-1 0-1,1-1 1,0 1 0,-1 0-1,1-1 1,-1 1-1,1-1 1,-1 1-1,1-1 1,-1 1 0,1-1-1,-1 1 1,0 0-1,-26 0-654,12-2 574,-12 1 179,27 0-74,0 1-1,0-1 1,0 0-1,0 0 1,0 0-1,0 0 1,0 0-1,0 0 1,0 0 0,0 0-1,0 0 1,0 0-1,0 0 1,0 0-1,0 0 1,0 0-1,0 1 1,0-1 0,0 0-1,0 0 1,0 0-1,0 0 1,0 0-1,0 0 1,42 5 799,-20-3-647,67 5-2995,-64-5-714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3:26.63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44 7034,'0'0'7009,"69"-19"-6961,-38 19-64,4-3 16,-1 3-280,11-6-648,-7 0-841,-3-3-1383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3:27.25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33 43 7362,'0'0'7823,"11"-7"-7547,36-20-192,-44 26-80,-1 0 1,1 0-1,-1 0 1,0 0-1,1 0 1,0 0-1,-1 1 1,1-1-1,-1 1 1,1 0-1,0 0 1,-1 0-1,1 0 1,0 0-1,4 1 1,-6 0 1,1 0 1,-1 0-1,1-1 1,-1 1-1,1 0 1,-1 0-1,0 1 1,1-1 0,-1 0-1,0 0 1,0 1-1,0-1 1,0 0-1,0 1 1,0-1-1,-1 1 1,2 3 0,1 4 20,-1 0 0,0 0 0,-1 1 0,0-1-1,-1 0 1,0 14 0,0-14-21,0 1-138,0 0 1,-1 0-1,0 0 1,0 0-1,-1 0 1,0 0-1,-1-1 1,0 1 0,-1-1-1,0 1 1,0-1-1,-1-1 1,0 1-1,-1-1 1,0 1-1,0-2 1,-1 1-1,-12 11 1,16-16-71,-1-1-1,1 0 1,0 0 0,0 0 0,-1 0-1,1 0 1,-1-1 0,0 0-1,0 1 1,-6 0 0,9-2 164,-1 0 0,1 1 1,0-1-1,-1 0 0,1 0 0,0 0 1,-1 0-1,1 0 0,0-1 0,0 1 1,-1 0-1,1-1 0,0 1 0,-1-1 1,1 1-1,0-1 0,0 1 0,0-1 0,0 0 1,0 0-1,0 1 0,0-1 0,0 0 1,0 0-1,0 0 0,0 0 0,0 0 1,0 0-1,1-1 0,-1 1 0,1 0 1,-1 0-1,0-2 0,-1-10 49,0 1-1,1-1 1,0 0 0,1 1-1,2-19 1,-2 29 30,1 0 0,0 0 0,-1 1 0,1-1-1,0 0 1,0 0 0,0 1 0,0-1 0,0 0 0,0 1 0,1-1-1,-1 1 1,1-1 0,-1 1 0,1 0 0,-1 0 0,1 0 0,0 0-1,-1 0 1,1 0 0,0 0 0,0 0 0,0 1 0,0-1 0,0 1 0,-1-1-1,1 1 1,0 0 0,4 0 0,4-1 202,0 0-1,-1 1 1,1 0 0,19 4-1,-20-2-126,1 2-1,-1-1 0,1 1 0,-1 1 1,-1-1-1,1 2 0,0-1 1,7 7-1,-7-4-113,0-2 1,1 0-1,0 0 1,0 0-1,1-1 1,12 4-1,-12-7-326,1 0 0,-1-1 0,1 0 0,18-1 0,-16 0-816,10 0-3299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3:28.13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7922,'0'0'9575,"0"6"-8848,2 71-1121,19 129 0,7-31-6290,-24-151 2733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3:28.50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22 8282,'0'0'7993,"86"-21"-7897,-48 21-96,7 0-48,20 0-616,-10 0-1056,-3 0-2945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3:29.01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156 36 592,'0'0'11240,"1"-6"-10013,1-16-78,-2 21-1106,-1 1 0,1-1 0,0 1 0,0-1 0,-1 1-1,1-1 1,-1 1 0,1 0 0,0-1 0,-1 1 0,1 0-1,-1-1 1,1 1 0,-1 0 0,1 0 0,-1-1 0,1 1-1,-1 0 1,1 0 0,-1 0 0,1 0 0,-1 0-1,1-1 1,-1 1 0,1 0 0,-1 0 0,1 0 0,-1 1-1,1-1 1,-1 0 0,1 0 0,-1 0 0,1 0 0,-2 1-1,1-1 113,-3 1-108,0 0 1,-1 0-1,1 1 0,0-1 1,0 1-1,0 0 0,0 0 0,1 1 1,-1-1-1,1 1 0,-1 0 1,1 0-1,0 0 0,0 0 1,0 0-1,0 1 0,1-1 0,-1 1 1,-2 6-1,-4 5-10,0 1 0,1 1 1,-9 26-1,11-22 20,0 1 0,1 0 1,2 0-1,-2 37 0,4-48-6,1-1-1,1 1 1,0 0 0,0 0-1,1-1 1,1 1-1,0-1 1,0 1 0,1-1-1,0 0 1,9 15-1,-2-10-24,2 0-1,-1-1 0,2-1 0,0 0 1,0 0-1,1-2 0,1 0 0,0 0 0,0-2 1,1 0-1,1-1 0,-1 0 0,1-2 0,0 0 1,1-1-1,-1-1 0,1 0 0,0-2 0,28 1 1,-27-2-207,-1-1 0,33-5 1,-45 4-58,0-1 1,0 0 0,0 0-1,0-1 1,0 0 0,-1 0-1,1-1 1,-1 0 0,10-7-1,26-27-4288,-9 4-4371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3:38.05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173 2571 120,'0'0'3483,"0"16"-2504,0 53 178,0-8 6919,0-72-7996,4-752 247,-6 722-298,-2 0 1,-9-42 0,5 44-5,3-2 1,-1-42-1,6-989 757,-1 1032-750,-1-1 1,-2 1 0,-2 0-1,-1 0 1,-15-41 0,-8-55-3,15 62-92,14 71 59,0-1 1,-1 1 0,1 0 0,-1 0 0,0 0 0,0 0 0,0 1 0,0-1-1,-1 1 1,1-1 0,-1 1 0,1-1 0,-1 1 0,0 0 0,0 1-1,0-1 1,0 0 0,0 1 0,-5-2 0,8 3-41,28 0-121,-11-1 161,-1 2-1,1 0 1,-1 1 0,0 1-1,0 0 1,20 7-1,-10-2 1,1-1 0,0-1-1,54 5 1,84-8-24,-108-4 18,-1 3 0,78 11 1,-82-3 3,-1-2 0,1-3 1,0-2-1,1-2 1,-1-2-1,74-12 1,-85 5-89,0 3 1,63-2-1,-80 7-19,1 2 1,-1 0-1,1 2 0,-1 0 0,36 13 0,-31-10 125,1-1 0,0-2 0,-1 0 0,1-2 0,0-2 0,38-3 0,7 1 12,-7 3 35,109 14-1,-127-10-18,83-1 1,-2 0-53,-126-3 5,-1 0 1,1 0-1,-1 1 0,1-1 0,-1 1 0,1 0 1,-1 1-1,8 5 0,16 8 129,-9-10-44,-1-1 1,1 0-1,0-2 0,37 3 1,81-5 135,-66-3-166,5 3-62,151-7-59,-211 3 59,1 2 0,0 0 0,0 1 0,0 1 0,0 0 0,0 1 0,-1 1 0,1 1 0,22 7 1,-18-4 15,0 0 0,1-2 0,-1-1 0,43 3 0,91-7 34,-75-1-20,-22-1 5,-27 1-65,-1 1-1,35 4 1,-15 11-345,-40-12 379,1 1-1,-1-1 0,21 2 0,5 0 62,0 2 0,52 16 0,28 6 25,-43-20-68,0-3 0,113-6-1,-78-2 37,-96 2-48,243-8 37,-150 2-85,118 8 0,-213-1 46,206 10-55,-215-11 60,24 1-11,0-1-1,0-2 1,0 0-1,38-10 1,-37 4 7,1 1-1,0 1 1,0 2 0,1 0 0,-1 2-1,1 1 1,-1 1 0,1 2 0,-1 0-1,38 9 1,-38-5 2,0-1 1,0-2-1,0 0 0,0-2 0,32-3 0,-48 1 4,0-1-1,0-1 1,0 0-1,0 0 1,-1-1-1,1-1 0,15-8 1,-16 7-2,0 1 0,0 0 0,0 1 0,1 0 0,-1 1 0,1 0 0,0 1 0,21-3 0,75 9 35,-65-1-30,0-2 0,0-2 0,0-1 0,66-13 0,-46-4-9,69-31-1,38-12 41,-127 53-36,-1 3-1,1 1 1,0 2-1,84 4 0,-39 1-1,44 2 13,-63 0-18,94-7 0,-135-1 8,53-16 1,-56 13-21,1 1 0,40-4-1,141 7-389,-112 5 314,-93-2 91,1 0 0,-1 0 0,0 0 0,1-1 0,-1 1 0,1 0 0,-1 0 0,0-1 0,1 1 0,-1-1 0,0 1 0,0-1 0,1 1 0,-1-1 0,0 0 0,0 0 0,0 0 0,0 0 0,0 0 0,0 0 0,0 0 0,0 0 0,0 0 0,0 0 0,0 0 0,-1 0 0,1-1 0,-1 1 0,1 0 0,-1-1 0,1 1 0,-1 0 0,0-1 0,1 1 0,-1 0 0,0-1 0,0-2 314,0 36-468,-1 89 292,16 335-56,5 105-238,-20-532 138,-10 197-42,20 13-867,-5-26 942,-6-134 18,0 16-27,5 164 9,-3-101 33,-2-87-20,2-59 39,1-1 0,-1 1 0,2-1 0,0 0 0,6 18 0,-5-18 117,0 0-1,-1 0 1,0 0-1,-1 1 1,1 18-1,-3-5-974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3:40.99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1 212 496,'0'0'10390,"0"0"-10315,0 1-1,0-1 1,0 0-1,1 1 1,-1-1-1,0 0 1,0 1-1,0-1 1,1 0-1,-1 1 1,0-1-1,0 0 1,1 0-1,-1 1 1,0-1-1,1 0 1,-1 0-1,0 0 1,1 1-1,-1-1 1,0 0-1,1 0 0,-1 0 1,0 0-1,1 0 1,-1 0-1,31-1 961,45-9-1,-46 6-909,47-2-1,30 7 11,-5 0-96,161-16 1,-221 10-29,0 1 0,0 3 0,0 2 0,77 10 1,-73-6 12,0-3 1,79-5 0,47 1 11,-156 5-21,-1 0-1,1 0 1,-1 2 0,29 12-1,-25-9 4,1-1-1,22 5 1,-2-4-12,135 21 13,-158-27-12,0-1-1,1-1 1,-1-1 0,0 0-1,0-2 1,0 0 0,0 0-1,17-7 1,12-8 9,-23 8-1,1 1 0,-1 1 0,1 1 0,0 1 0,1 1 0,-1 1 0,29-1 0,-45 5 13,0 1 0,0-1-1,1 1 1,-1 0 0,0 1 0,0 0-1,0 0 1,0 1 0,-1 0-1,1 1 1,-1-1 0,0 1 0,0 1-1,12 8 1,-8-5 11,0 0 0,0-1-1,1-1 1,0 0 0,0 0 0,1-1 0,0-1-1,-1 0 1,1-1 0,1 0 0,-1-1 0,16 1-1,-9-3 30,0 1-1,0-2 0,-1-1 0,1 0 1,-1-2-1,36-10 0,207-65 401,-214 67-431,1 3-1,1 2 1,73-1 0,-113 8-31,1 0-3,-1-1-1,0 1 1,0 1 0,1 0 0,-1 0 0,0 1 0,0 0-1,0 1 1,-1 0 0,1 1 0,11 5 0,1 4 60,-10-4-38,1-1 0,1 0-1,-1-1 1,1 0 0,1-1 0,-1-1 0,1 0 0,0-1 0,30 4 0,6-6 67,0-1 1,-1-4-1,94-15 0,10-14-53,169-32 100,2 25-57,-169 39-65,-107 2-6,1-2-1,-1-2 1,91-16-1,-10-20 11,-90 24-4,1 2 0,0 2-1,81-10 1,-114 20-13,27-3 1,0 2 0,0 1 0,0 2 0,49 8 0,-25 1 30,1-3-1,0-3 0,82-2 0,-53-2-33,639-22 65,-432 15-54,-280 9-8,0 0-1,-1 1 0,1 1 1,-1 0-1,0 1 0,-1 1 0,18 10 1,-9-5 4,40 14 0,-46-21-10,0 0 1,1-2-1,-1 0 0,1-1 0,-1-1 0,1-1 1,0 0-1,25-4 0,-12-2-8,0-1-1,-1-1 1,53-22 0,-70 24 11,1 0-1,1 0-1,26-6 0,-38 11 2,1 0-1,-1 1 0,1-1 0,-1 1 0,1 0 0,-1 0 1,0 0-1,1 1 0,-1-1 0,1 1 0,-1 0 0,0-1 1,1 2-1,-1-1 0,0 0 0,0 1 0,0-1 0,4 4 0,0-1-2,-1 1 0,1-1 0,1-1 0,-1 1 0,1-1 0,-1 0 0,1-1 0,0 1 0,0-2-1,0 1 1,9 0 0,15-1 38,50-2 0,-24-1 214,-48 2-213,1 0 83,0 0 2841,-11-23-11022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3:43.46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25 11923,'0'0'5969,"149"10"-5969,-118-10-560,13-10-945,-9-2-607,-11-1-2601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3:43.91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7 78 3513,'0'0'14587,"-7"0"-14579,42 0-16,-1-3-360,15-25-1321,-11 3-1255,-7 4-4450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3:51.79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1 704,'0'0'14435,"6"0"-14307,5 0-120,-1 0 80,4 0-80,7 0-8,3 0 0,7 0-48,7 0-696,7 0-1008,-4 0-1281,-10 0-5705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3:52.20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16 992,'0'0'14427,"97"-15"-14523,-32 15-616,-13 0-1216,-7 9-2497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3:52.91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59 0 11330,'0'0'5831,"21"6"-5814,65 19-35,-80-23-11,0 1 0,-1 0 0,1 0 1,-1 0-1,1 1 0,-1 0 0,0 0 0,-1 0 1,1 0-1,-1 1 0,0 0 0,0 0 0,0 0 1,0 0-1,-1 1 0,0-1 0,0 1 1,-1 0-1,3 8 0,0 2-165,-2 1 0,0 0 0,-1 0 0,0 0-1,-2 21 1,0-18-85,-1 0-1,0-1 0,-2 1 0,-5 21 0,6-34 227,0 0 0,-1 0-1,1 0 1,-1 0 0,-1-1-1,1 0 1,-1 0 0,0 0-1,0 0 1,-1 0 0,0-1-1,0 0 1,0 0 0,-9 7-1,13-11 19,-1 0 0,1 0 0,0 0 0,-1 0 0,1-1 0,0 1 1,-1 0-1,1-1 0,-1 1 0,1-1 0,-1 1 0,0-1 0,1 1 0,-1-1 0,1 0 0,-1 0 0,0 0 0,1 0 0,-1 0 0,1 0 0,-1-1 0,-2 0 0,3 0-30,-1 0 0,1 0 0,0 0 0,0 0 0,0 0 1,0-1-1,0 1 0,0 0 0,0-1 0,0 1 0,1-1 0,-1 1 0,0-1 0,1 1 0,-1-1 0,1 1 0,-1-4 0,0-7-244,0 0 1,1 0-1,0 0 0,3-17 0,-3 27 299,0 0-1,1 1 0,-1-1 1,0 0-1,1 0 0,-1 1 1,1-1-1,0 0 1,-1 1-1,1-1 0,0 1 1,0-1-1,0 1 0,0-1 1,1 1-1,-1 0 0,0 0 1,0-1-1,1 1 0,-1 0 1,1 0-1,-1 0 0,1 0 1,-1 1-1,1-1 0,1 0 1,4-1 10,-1 1-1,1 0 1,0 0 0,-1 1 0,12 0 0,-5 0-12,-9 1 28,0-1 0,0 0 0,-1 1-1,1 0 1,0 0 0,0 0-1,-1 0 1,1 1 0,0-1 0,-1 1-1,0 0 1,1 0 0,-1 0-1,4 4 1,-1-1 8,-1 0 1,0 1-1,0-1 0,-1 1 1,0 0-1,0 1 0,4 7 0,-2-2 16,-1 1 0,0 0-1,-1 0 1,-1 0-1,0 0 1,0 1 0,0 25-1,-3-22 60,-2 28 350,1-42-420,0-1 0,1 1 0,-1-1 0,0 1 0,-1-1 0,1 1-1,0-1 1,-1 0 0,1 0 0,-1 1 0,0-1 0,0 0 0,0-1 0,-3 4 0,-4 1 10,1-1 1,0-1-1,-1 1 0,0-1 1,0-1-1,0 0 1,-1 0-1,1-1 1,-19 3-1,-6-3-489,-50-1 0,41-2-567,5 0-1418,9-4-2226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3:53.43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1 568,'0'0'14829,"4"9"-14687,6 19-115,-1 0 0,-1 1-1,-1 0 1,-2 0 0,3 41-1,-8 10-21,-1-28 1,7 60 1,-4-97-7,0-2 1,1 1 0,0 0-1,1 0 1,1-1 0,0 0-1,1 0 1,0 0 0,10 14-1,-12-22-45,-1-1-1,1 1 1,1-1-1,-1 1 1,0-1-1,1-1 1,0 1-1,0-1 1,0 1 0,1-1-1,-1-1 1,1 1-1,10 2 1,-1-1-135,-1-1 1,1-1-1,0-1 1,24 0 0,-37-1 111,0 0 1,1 0-1,-1-1 0,0 1 1,0-1-1,1 1 1,-1-1-1,0 0 0,0 1 1,0-1-1,0 0 1,0 0-1,0-1 0,0 1 1,0 0-1,0-1 1,-1 1-1,1-1 0,1-2 1,0 1-231,-1-1 1,1 0-1,-1 0 1,-1 0 0,1 0-1,0 0 1,-1 0-1,0 0 1,1-6-1,2-18-3244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3:53.82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28 880,'0'0'14971,"131"-6"-14771,-86 6-144,0 0-56,3 0-712,7-6-888,-7-3-1497,-13 2-4136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3:54.38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4745,'0'0'8717,"22"8"-8816,65 25-136,-84-31 218,0-1-1,0 0 0,0 1 1,0-1-1,-1 1 1,1 0-1,0 0 0,-1 0 1,0 0-1,1 1 1,-1-1-1,0 1 1,0-1-1,0 1 0,-1 0 1,1 0-1,-1-1 1,2 6-1,-1-2 25,-1 0-1,0-1 0,-1 1 1,0 0-1,0 0 1,-1 11-1,0 2 31,1-16-35,0 0-1,0 0 1,0-1 0,-1 1-1,1 0 1,-1 0-1,1-1 1,-1 1 0,0 0-1,0-1 1,0 1-1,0-1 1,0 1 0,-1-1-1,1 0 1,-1 0 0,0 1-1,0-1 1,0 0-1,0 0 1,0-1 0,0 1-1,0 0 1,0-1 0,-1 1-1,1-1 1,-1 0-1,1 0 1,-1 0 0,1 0-1,-1 0 1,-5 1-1,8-2-87,0-2 86,1 1 0,-1-1 0,1 1 0,-1 0-1,1-1 1,0 1 0,0 0 0,0 0 0,0 0 0,0 0 0,0-1 0,0 1 0,0 0 0,0 1 0,1-1 0,-1 0 0,0 0 0,1 1 0,-1-1 0,0 0 0,1 1 0,-1-1 0,1 1-1,-1 0 1,1-1 0,-1 1 0,1 0 0,2 0 0,49-3 27,-51 3-32,3 0 3,0 1-1,0 0 1,1 0 0,-1 0 0,0 0 0,0 1 0,-1 0 0,1 0-1,0 0 1,0 1 0,-1 0 0,0 0 0,1 0 0,-1 0 0,0 1-1,-1-1 1,1 1 0,-1 0 0,1 0 0,-1 0 0,-1 1 0,1-1-1,0 1 1,1 5 0,1-1 3,-2 0-1,1 0 1,-1 1-1,-1-1 1,0 1-1,0-1 1,-1 1-1,0 0 1,-1 0-1,0 0 1,0-1 0,-3 15-1,2-21 19,0 1 0,0-1 1,-1 0-1,1 0 0,-1 0 0,0 0 0,0 0 0,0 0 1,0 0-1,-1-1 0,1 1 0,-1-1 0,1 0 0,-1 1 1,0-1-1,0 0 0,0-1 0,0 1 0,0-1 0,0 1 1,-7 1-1,0 0-208,-1 0-1,1-1 1,-1 0 0,0 0 0,-19-1 0,17-1-1600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3:54.91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2513,'0'0'14915,"114"3"-14915,-66-3-40,24 0-1033,-9 0-1247,-12 0-2441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3:56.12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0 107 184,'0'0'10873,"27"-18"-10674,85-52 97,-75 52 30,-22 17 168,-6 2-90,-8-1-342,0 1 0,0-1 0,0 0 0,0 0 0,0 0 0,0 1 0,0-1 0,0 1 0,0-1-1,0 1 1,0-1 0,-1 1 0,1-1 0,0 1 0,0 0 0,0-1 0,-1 1 0,1 0 0,0 0 0,-1 0 0,1 0 0,-1-1 0,1 1 0,-1 0 0,1 0-1,0 2 1,7 31 467,-6-21-351,10 62-10,-3 0-1,-4 1 0,-5 84 1,0-146-206,-1 0 0,0 0 0,-1 0 0,-1 0 0,0 0 0,-1 0 0,-1-1 0,0 0 0,0 0 0,-2 0 0,1 0 0,-2-1 0,-14 18 0,20-27-94,0 0 0,-1-1 1,0 1-1,1-1 0,-1 0 1,0 0-1,0 0 1,-1 0-1,1 0 0,0-1 1,0 1-1,-1-1 0,-3 1 1,5-2 22,0 1-1,0-1 1,0 0 0,0 0 0,0 0 0,0-1 0,0 1-1,0 0 1,0-1 0,0 1 0,0-1 0,0 0 0,0 1 0,0-1-1,0 0 1,1 0 0,-1 0 0,0-1 0,1 1 0,-1 0-1,1 0 1,-1-1 0,1 1 0,0-1 0,-2-1 0,-2-5-22,1 0 0,-1 0 1,1 0-1,0 0 1,1-1-1,0 0 0,1 0 1,0 1-1,-2-13 1,1-11 165,1-42 0,2 69-26,0 2 88,0-1 1,0 0 0,0 1 0,0-1 0,1 0 0,0 1-1,0-1 1,0 1 0,0-1 0,0 1 0,1 0-1,-1-1 1,1 1 0,0 0 0,0 0 0,0 0-1,1 0 1,-1 0 0,1 1 0,-1-1 0,1 1 0,0 0-1,0-1 1,0 1 0,0 1 0,1-1 0,-1 0-1,0 1 1,1-1 0,-1 1 0,1 0 0,-1 0-1,6 0 1,-2 0 6,0 1-1,0 0 0,0 0 1,0 0-1,0 1 0,0 0 0,-1 1 1,1-1-1,0 1 0,-1 1 1,1-1-1,-1 1 0,1 0 1,-1 0-1,0 1 0,-1 0 0,8 6 1,33 32-3,101 84-936,-143-124 727,0 1 0,0 0 0,0-1 0,0 0 0,0 0 0,1 0 0,-1-1 0,7 2 0,23-1-4177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3:56.58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0 904,'0'0'15708,"242"7"-14700,-153 5-464,15 4-224,10-1-240,10-3-24,0-5-56,0-7-8,-10 0-536,-10 0-1072,-18-19-65,-17-3-455,-21 7-1969,-20 2-4001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3:57.47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1 464,'0'0'14256,"0"6"-13891,17 204 14,-3-71-213,-10-74 20,15 125 344,-16-170-514,2 1 1,0-1-1,2 0 0,0 0 0,1-1 0,20 36 1,-22-46-26,1 1 1,0-2 0,0 1 0,1-1 0,0 0 0,1 0 0,0-1 0,0 0 0,0-1 0,11 6 0,-15-9-13,0-1 0,0 0 0,0 0 0,1 0 0,-1-1 0,0 1 0,1-1 0,-1-1 0,1 1 0,-1-1 0,1 0 0,-1 0 0,1 0 0,-1-1 0,1 0 0,-1 0 0,1 0-1,-1-1 1,0 0 0,0 0 0,1 0 0,5-4 0,13-8-369,38-27-1226,-57 38 1034,-1 0 0,0-1 0,0 1 0,-1-1 0,1 0 1,-1 0-1,0-1 0,0 1 0,0 0 0,-1-1 1,3-5-1,-3-6-4461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3:57.92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13 600,'0'0'13163,"24"-13"-12427,-3 13-104,7 0-344,3 0-152,0 0-136,3 0-56,18 0-824,-7 0-1464,-7 0-3266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3:58.76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57 186 568,'0'0'8425,"3"-22"-8125,3-8-201,-2 13-1,-1 0 0,-1 0 0,0-1 0,-1-17 0,-1 5 3527,0 33-2874,0 59-435,10 82 0,-5-103-752,-3 61 1,-2-74 260,-31-26-1064,-24-2 1948,54 0-697,0 1 0,1-1 0,-1 1 0,1-1 1,-1 1-1,0-1 0,1 1 0,0 0 1,-1-1-1,1 1 0,-1 0 0,1-1 1,0 1-1,-1 0 0,1-1 0,0 1 1,0 0-1,0 0 0,-1-1 0,1 1 1,0 0-1,0 0 0,0-1 0,0 1 1,0 0-1,1 0 0,-1 0 0,0-1 1,0 1-1,0 0 0,1-1 0,-1 1 0,0 0 1,1 0-1,-1-1 0,0 1 0,1-1 1,0 2-1,6-1-5,0 1 1,0-1-1,1-1 1,-1 1-1,0-1 1,0-1-1,1 1 1,10-3-1,57-18-2157,-55 13-1116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3:59.15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1 488 1328,'0'0'10931,"76"-174"-10803,-56 124-64,1-6-64,0 0-360,0-6-593,-4 6-799,-7 22-3769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3:59.51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8 1072,'0'0'12618,"29"-2"-12548,93-4-44,-118 6-24,0 0 1,0 0 0,0 1 0,0-1 0,0 1 0,0 0-1,0 0 1,0 0 0,-1 1 0,7 2 0,-8-2 4,0-1 1,0 0 0,-1 1-1,1 0 1,-1-1-1,1 1 1,-1 0-1,0 0 1,0 0 0,2 3-1,2 4 36,0 0 7,0 0-1,0 0 1,-1 0 0,-1 1-1,1-1 1,-2 1-1,1 0 1,-1 0 0,1 20-1,-3-15-28,1-1 1,-2 1-1,0-1 0,-1 1 0,0-1 0,-6 19 0,5-24-37,-1 1 0,0-2 1,-1 1-1,0 0 0,0-1 0,-1 0 0,0 0 0,-11 11 0,13-15-76,0 0 0,-1 0 0,1 0-1,-1-1 1,0 1 0,0-1 0,0-1-1,0 1 1,0-1 0,-1 1-1,1-1 1,-1-1 0,1 1 0,-1-1-1,-9 1 1,13-2 80,-1-1 1,1 1-1,0 0 0,0 0 1,0-1-1,0 1 0,0-1 0,0 0 1,0 0-1,0 0 0,0 0 0,0 0 1,0 0-1,1 0 0,-1-1 1,0 1-1,1 0 0,-1-1 0,-1-1 1,0-1 3,1 0 0,-1 0 0,1 0 0,0-1 0,0 1 0,0 0 0,1-1 0,-2-7 0,1 1 4,0 0 1,1 0-1,1 0 0,0-1 0,0 1 1,4-21-1,-3 29 26,-1 0 1,1 0-1,1 0 0,-1 0 0,0 0 1,1 0-1,0 0 0,-1 0 0,1 1 1,0-1-1,0 1 0,1-1 0,-1 1 1,0 0-1,1 0 0,0 0 1,-1 0-1,1 0 0,0 1 0,0-1 1,0 1-1,0 0 0,0 0 0,0 0 1,5-1-1,7-1 113,1 1 1,-1 1-1,0 0 1,19 2-1,-10 0-235,-15 0-84,0 0 0,0 0-1,0 1 1,-1 1 0,1-1-1,-1 2 1,1-1 0,-1 1-1,0 0 1,11 8-1,14 6-3064,-8-5-3466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4:00.29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9 624,'0'0'12225,"0"-8"-11051,0 18-905,2 14-191,1 0-1,1-1 1,0 1-1,10 23 0,7 40-153,2 103-1894,-18-63-3759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4:00.69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50 576,'0'0'16180,"118"-50"-15828,-80 50-216,0 0 0,3 0-136,4 0-816,20 3-697,-9-3-543,-11 0-1073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4:01.16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280 51 264,'0'0'12677,"1"-8"-11795,0-23-114,-2 30-737,1 0 0,0 1 0,0-1 0,-1 1 0,1-1 0,0 0 0,-1 1 0,1-1 0,-1 1 1,1-1-1,0 1 0,-1-1 0,1 1 0,-1-1 0,1 1 0,-1 0 0,0-1 0,1 1 0,-1 0 0,1 0 0,-1-1 0,0 1 0,1 0 0,-1 0 0,0 0 0,1-1 0,-1 1 0,0 0 0,0 0 0,-23 1 352,17-1-223,0 1-124,0 0 0,1 1 1,-1-1-1,0 1 0,1 1 1,0-1-1,-1 1 0,1 0 0,0 0 1,0 1-1,1 0 0,-1 0 1,1 0-1,0 1 0,0 0 1,-5 6-1,-6 7-4,2 0 1,0 0-1,-17 33 1,22-33 82,1 2 0,0-1 0,2 1 1,0 0-1,1 0 0,1 0 1,1 1-1,1 0 0,1-1 1,1 26-1,0-39-91,0 0 1,0 0-1,1 0 0,0 0 1,0 0-1,1 0 0,0 0 1,0 0-1,1-1 0,-1 1 1,1-1-1,1 1 0,-1-1 1,1 0-1,0 0 1,1-1-1,0 1 0,-1-1 1,2 0-1,-1 0 0,0-1 1,13 8-1,-6-5-17,1 0-1,1-1 1,-1 0 0,1-1-1,0-1 1,0 0 0,0-1-1,0 0 1,1-1 0,-1-1-1,1 0 1,0-1 0,-1-1-1,1 0 1,15-4 0,-20 3-270,0-2 1,0 1 0,0-1-1,-1-1 1,1 0-1,-1 0 1,0-1 0,0 0-1,-1 0 1,0-1-1,0 0 1,-1-1 0,1 0-1,-2 0 1,9-13-1,9-16-5219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4:07.08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215 3503 5601,'0'0'2513,"0"-9"-2281,4-452 4854,-1-20-5026,-10 258-59,4-131 769,7 43-255,-5 184-482,-6-88 213,-15-85 25,6 144-238,-7 1 46,-2-20-60,20 120 74,-1 1-1,-21-78 1,18 69-73,7 42 6,-9-35-1,10 50-22,-1 1 1,0-1-1,0 1 0,0 0 0,-1 0 0,1 0 0,-1 0 0,-1 1 1,1-1-1,0 1 0,-6-5 0,7 6-12,-1 0-1,1-1 1,0 0-1,1 1 1,-1-1-1,1 0 1,-1 0-1,1 0 1,0 0-1,0 0 1,1 0 0,-1-7-1,-5-20-310,10 30 284,0 0-1,0 0 0,1 1 0,-1-1 1,0 1-1,0 0 0,1 0 0,6 2 1,21 3 66,48 16 1,-49-12-7,47 8 0,-15-8-12,-13-1 32,83 2 0,618-10 263,-731 1-257,0 1 1,32 8 0,-32-6 93,0-1 0,35 2 0,-34-5-117,4 1 45,0-1 0,0-2 1,1 0-1,38-10 0,-26 1-78,-13 2 15,1 2 0,0 1 0,0 0 0,50-2 0,-71 9 3,-1 0 1,1 0-1,-1 0 1,0 0-1,1 1 1,-1 0-1,0 0 1,0 0-1,0 0 1,6 6-1,20 9 100,-9-9 33,-1-1-1,1-2 1,0 0 0,0-1-1,32 2 1,113-5 155,-85-2-273,209-9 4,2 1 19,-165 20-3,2 0 34,96-13 253,242 4-152,-443 1-170,-1 1-1,0 0 1,0 2 0,0 1-1,27 11 1,-27-8 1,1-2 0,0-1 0,0-1 0,34 5 0,51-8 3,-78-3-14,1 0 0,-1 2-1,0 2 1,0 0 0,59 18 0,-67-12-52,32 19 0,-41-21 47,1 0 1,0-1-1,0 0 1,0-1-1,1-1 1,27 6-1,60-3 35,130-7-1,-104-3-38,349 21-15,-449-16 3,0-1-1,0-1 1,0-2 0,0-1 0,0-1 0,0-1-1,35-10 1,-59 12 16,150-44-62,-135 41-60,-1 2 0,1 0 0,0 1 0,0 1 0,-1 1 0,23 3 0,8 5 24,36 4-106,120-12-315,-181-2 422,0-2 1,44-11-1,-46 9 89,0 1 0,1 1 0,40-3 0,-54 7-3,1-1 0,0-1-1,-1 0 1,1 0 0,-1-1 0,0 0 0,0-1 0,0 0-1,0 0 1,-1-1 0,0-1 0,11-7 0,-11 7 1,9-7-61,0 1-1,1 0 0,0 2 1,1 0-1,0 1 1,0 1-1,22-5 0,-35 13 63,-6 0 20,-1 0-1,1 1 1,0-1 0,-1 1-1,1-1 1,-1 1-1,1-1 1,-1 1-1,1 0 1,-1-1-1,1 1 1,-1 0-1,0-1 1,1 1 0,-1 0-1,0-1 1,0 1-1,1 0 1,-1 0-1,0-1 1,0 1-1,0 0 1,0 0-1,0 0 1,0-1-1,0 1 1,-1 1 0,0 28 97,1-27-103,-7 110-29,5-1-1,5 1 1,27 176 0,-15-160-726,-3 220 1,3 48 191,-3-296-109,35 504-1406,-47-556 1705,-1 25-731,16 132 0,-8-141-690,0 77 1,6 55 2100,-6-122 358,-3 113 1,-4-123 511,0-60-1052,0 0 0,1 0 0,0-1 0,0 1 0,0 0 1,1 0-1,0-1 0,3 7 0,-2-10-1535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4:09.63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99 6969,'0'0'4067,"13"-1"-3969,46-3 818,1 3 0,108 12 0,-70 3-662,0-6 0,175-5 1,-139-5-233,16 4-16,170-5 60,-183-16-106,-96 11 51,0 2-1,47 0 0,454 6 163,-411-11-168,2 0-12,-85 11 42,1 1 1,-1 3 0,60 12-1,-53-6-19,84 5-1,122-15 1222,-220-5-902,59-12-1,-7 0-126,-38 8-143,-28 4-13,1 1-1,-1 1 0,54 2 0,-77 2-28,1 0-1,-1 0 1,0 0-1,0 1 0,1-1 1,5 4-1,-6-2-19,1-1 0,0 0 0,0 0 0,0 0 0,0-1 0,8 1 0,18-1 160,0-2 0,0-1 0,0-1-1,0-2 1,55-15 0,54-9-93,-66 20-49,112 2 1,-149 8 5,-1 2-1,0 1 1,0 2 0,0 1 0,40 15 0,-40-11-4,0-1 0,1-2 0,0-2 0,1-1 0,-1-2 0,1-2 0,0-1 0,-1-2 0,71-12 0,-63 8-13,1 3-1,73 4 1,-44 0-8,-41 1 0,0 2 0,0 1 1,0 2-1,-1 1 0,34 14 0,-30-10 1,0-1 0,0-2-1,63 6 1,-66-13-5,0-1 0,0-2 0,0-1 0,0-2 0,39-9 0,-51 9 1,-1 1 1,1 0-1,0 2 0,31 2 0,-17-1 1,-25 1-1,0 0 0,0 1 0,0 0 0,0 1 0,0 0 0,10 5 0,-7-3 1,0-1-1,24 5 0,24 0 2,79 0 0,-72-7 2,-26-1-1,62-5 0,-55-6 10,-36 7-4,0 0 0,0 1-1,19-1 1,-10 4 51,40 7 0,-25-2-21,-24-4-38,0-1 1,0-1-1,0 0 1,16-2-1,-24 1 2,1 0-1,-1-1 0,0 1 0,-1-1 1,1 0-1,0-1 0,0 1 0,-1-1 0,0 0 1,1-1-1,6-5 0,-12 9 0,0-1-8,1 1 0,-1 0 1,0-1-1,1 1 1,-1 0-1,0-1 0,0 1 1,1-1-1,-1 1 0,0-1 1,0 1-1,0-1 0,0 1 1,0-1-1,0 1 0,0 0 1,0-1-1,0 1 1,0-1-1,0 1 0,0-1 1,0 1-1,0-1 0,0 1 1,0-1-1,-1 0 0,0-2-291,0 1-1,-1-1 1,0 0-1,1 1 0,-1 0 1,0-1-1,0 1 0,-1 0 1,1 0-1,0 0 1,-1 0-1,-4-2 0,-17-14-6802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4:23.68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1394 0 3001,'0'0'8878,"-4"6"-8804,-7 6 19,0-1 0,-1-1 0,0 0 0,0 0 0,-23 13 0,-80 38 1388,77-42-1137,-1 1-34,-199 97 511,177-91-636,-127 36 1,148-55-154,0-2 0,0-1 0,-69-3-1,70-1-61,-1-3-67,1-1 1,0-2-1,0-2 0,1-2 0,-70-27 0,104 36-161,-26-14 938,21 4-1607,6-5-3542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4:24.69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205 1 2312,'0'0'14156,"-25"0"-13056,7 4-1063,1 1 0,0 0 1,0 1-1,0 0 0,1 2 1,-19 11-1,32-18-21,1 0 0,-1 0 0,1 1 0,-1-1 0,1 1 0,-1 0 0,1 0 1,0 0-1,0 0 0,0 0 0,0 0 0,0 0 0,1 1 0,-1-1 0,1 1 0,-1-1 0,1 1 0,0 0 0,0-1 0,0 1 0,0 0 0,1 0 0,-1 0 0,1-1 0,0 1 0,-1 0 1,1 0-1,1 5 0,0 0-12,-1-1 1,1 1 0,1-1-1,0 1 1,0-1 0,0 0-1,1 0 1,0 0 0,0 0-1,1 0 1,0-1 0,0 0-1,0 1 1,1-2 0,0 1-1,0 0 1,7 5 0,-3-1-1,-7-8 2,0 1 0,1 0 0,-1 0 0,1-1 0,0 0 0,0 1 0,0-1 0,0 0 0,0 0 0,0-1 0,0 1 0,6 1 0,-5-1 244,0 0-310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4:19.22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41 4049,'0'0'13115,"73"-13"-13075,-35 7-40,7 6-8,0-9-608,13 6-489,-10-3-775,-10 3-2537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4:19.70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29 968,'0'0'13531,"79"-3"-13523,-41 0 24,7 3-32,4-7-104,13 4-936,-11-3-769,-9 0-1135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4:35.27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10178,'0'0'6414,"29"0"-6352,91 1-11,-113-1-50,-1 0 1,1 0-1,-1 1 1,1 0-1,-1 1 1,0-1-1,1 1 1,-1 0-1,7 4 1,-10-4 1,0 0 1,0 0-1,0 0 1,0 1 0,0-1-1,-1 1 1,1 0-1,-1-1 1,0 1-1,1 0 1,-1 0 0,2 5-1,-1 1-2,0 1-1,-1 0 0,1 0 1,-2 0-1,0 0 1,0 0-1,0 0 0,-2 13 1,0-6-33,1-10-39,-1 0 0,0 0 1,0 0-1,-1 0 0,0 0 0,0 0 0,-1-1 0,0 1 0,0-1 0,-1 0 1,1 0-1,-1 0 0,-5 6 0,-14 23-338,22-34 263,14-1-545,13 0 644,-20-1 39,1 0 0,0 1 0,0 0 0,0 0 0,0 0 0,0 1 0,-1 0 0,1 1 0,0-1 0,-1 1 0,1 0-1,-1 1 1,0 0 0,1 0 0,7 5 0,-4 3-31,0 0 0,0 0 0,-1 1 0,0 0 0,-1 0 0,-1 1 0,0 0 0,0 0 0,-2 1-1,0 0 1,0 0 0,-1 0 0,-1 1 0,0-1 0,-1 1 0,-1 0 0,0 0 0,-2 17 0,1-28 37,0 0 0,-1 0 0,1 0 1,-1 0-1,-1 0 0,1 0 1,0 0-1,-1 0 0,0-1 0,0 1 1,0 0-1,0-1 0,0 0 0,-1 1 1,-4 4-1,1-3-61,0 0-1,0-1 1,0 0-1,-1 0 1,1 0 0,-1 0-1,-14 4 1,1-2-340,0-1 0,0-1 1,0-1-1,0 0 0,-29-1 0,44-2 104,-1 0-1,1 0 1,0-1-1,-1 1 1,1-1 0,0 0-1,0 0 1,0-1-1,0 0 1,0 0-1,0 0 1,-9-6-1,-12-13-5245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4:35.96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0 744,'0'0'11037,"9"9"-10370,-2-3-530,-3-3-78,0 0 0,0 1-1,0 0 1,0 0 0,0 0-1,-1 0 1,0 1 0,0-1-1,0 1 1,0 0 0,-1 0 0,0 0-1,0 0 1,2 6 0,20 162 340,-20-123-388,3 1 0,2-2-1,16 51 1,0-33-9,54 101 0,-76-162-11,0 0 0,1-1 0,0 1 0,0-1 0,0 0 0,1 0 0,0 0 0,0-1 0,0 1 0,0-1 0,1-1-1,0 1 1,0-1 0,9 4 0,-10-5-2,-1-1 0,0 1-1,1-1 1,-1 0 0,1-1 0,0 1-1,-1-1 1,1 0 0,-1 0 0,1-1-1,0 1 1,-1-1 0,1 0-1,-1 0 1,1 0 0,-1-1 0,0 0-1,0 0 1,1 0 0,-1 0 0,4-3-1,0-2-228,7-3-1323,-1 0 1,20-21 0,-22 17-4150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4:36.34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25 7154,'0'0'9161,"121"-24"-8912,-76 24-193,3 0-104,4 12 48,-7-3-713,-8 1-847,-9-1-1377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4:36.92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10922,'0'0'5998,"31"4"-5960,96 17-38,-124-20-1,0-1 0,1 1 0,-1 0 0,0 0 1,0 0-1,0 0 0,0 0 0,0 1 0,0-1 0,0 1 0,0 0 0,0 0 0,-1 0 0,1 0 0,-1 1 0,0-1 0,1 0 0,-1 1 0,2 3 0,-3-2 0,0-1 0,0 1-1,0-1 1,0 1 0,0 0-1,-1 0 1,0 0 0,0-1-1,0 1 1,-1 5 0,0 5 14,1-12-13,0 1 0,-1-1 0,1 1 0,-1-1 0,1 1 0,-1-1 0,0 1 0,0-1 0,0 1 0,-1-1 0,1 0 0,-1 0 0,1 0 0,-1 0 0,0 0 0,1 0 0,-1 0 0,0 0 0,0-1 0,0 1 0,-1-1 0,1 0 0,0 1 0,0-1 0,-1 0 0,-3 1 0,0 0-73,0 0 0,-1 0 1,0 0-1,1-1 1,-10 1-1,26-2 81,-5-1-3,1 1 0,-1 0 0,1 0 0,0 0 0,-1 1 0,1 0 1,-1 0-1,1 0 0,-1 1 0,0-1 0,0 1 0,1 1 0,-1-1 0,-1 1 0,8 4 1,-2 2 6,-1 0 1,1 1 0,-2 0-1,1 0 1,6 12 0,-12-19-12,-1 1 0,1 0 0,-1 0 1,0 0-1,-1 0 0,1 1 0,-1-1 1,0 0-1,0 1 0,0-1 1,0 1-1,-1-1 0,0 1 0,0-1 1,0 1-1,0-1 0,-1 1 0,-2 7 1,2-10-1,1 0 0,-1 0-1,-1-1 1,1 1 0,0 0 0,0-1 0,-1 1 0,1-1 0,-1 0 0,1 1 0,-1-1 0,1 0 0,-1 0 0,0 0 0,0 0 0,1 0 0,-1-1 0,0 1 0,0 0 0,0-1 0,0 0 0,-3 1 0,-53 1-143,21-1-721,-6 10-4506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4:37.73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0 824,'0'0'17932,"117"10"-17924,-72-10-8,7 0-304,17 0-1472,-10 0-1185,-15 0-5905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4:39.39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35 16 6281,'0'0'8753,"26"-4"-8588,85-7 150,-108 11-291,0-1 0,1 1 0,-1 0 0,0 1 0,0-1 0,1 0 0,-1 1 0,0 0 0,0 0 0,0 0 0,0 0 0,0 0 0,0 1 0,0-1 0,0 1 0,0 0 0,-1 0 0,1 0 0,-1 0 0,1 0 1,-1 0-1,0 1 0,4 4 0,0 1 96,4 4-47,-1 0 0,-1 0-1,0 1 1,0 0 0,-1 1-1,-1-1 1,0 1-1,-1 1 1,5 23 0,-6-18-76,-1 0 1,-1 0 0,-1 0 0,-1 1 0,0-1-1,-6 33 1,4-43-119,0-1-1,-1 0 1,0 1-1,-1-1 1,0 0-1,0-1 1,-1 1-1,0-1 1,-1 0-1,0 0 1,0 0-1,-1-1 1,1 0-1,-2 0 1,-14 11-1,14-13-290,0 1 0,-1-2 0,1 1 0,-1-1 0,0 0 0,0-1 0,0 0-1,-1 0 1,1-1 0,-1 0 0,1-1 0,-1 0 0,0-1 0,0 0 0,-17-2-1,23 2 283,1-1 0,0 0 0,-1 0-1,1-1 1,0 1 0,0-1-1,0 1 1,0-1 0,0 0-1,0 0 1,1 0 0,-1-1-1,1 1 1,-1-1 0,1 1 0,0-1-1,0 0 1,0 0 0,0 0-1,1 0 1,-2-4 0,-1-1 117,2 0 0,-1 0 1,1-1-1,1 1 0,-1 0 0,1-1 1,1-12-1,0 19 103,0 0 0,0 0 0,1 0 0,-1 0 0,1 0 1,0 1-1,-1-1 0,1 0 0,0 0 0,0 1 0,0-1 0,0 1 0,1-1 1,-1 0-1,0 1 0,1 0 0,-1-1 0,1 1 0,-1 0 0,1 0 0,-1 0 0,1 0 1,0 0-1,0 0 0,-1 0 0,1 1 0,0-1 0,0 1 0,0-1 0,0 1 1,0 0-1,2 0 0,11-2 280,-1 1 1,1 0-1,18 2 0,-20 0-286,4 1-5,0 1 0,0 1-1,0 1 1,-1 0-1,1 1 1,-1 0-1,-1 2 1,16 9-1,-17-9-216,1 0-1,0-1 0,0-1 1,1 0-1,0-1 0,0 0 0,0-1 1,30 2-1,-30-6-2618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4:40.07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32 288,'0'0'14331,"31"0"-13721,192 0 34,189-16-134,-206 5-2266,-1 6-4957,-175 5-73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4:41.80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0 384,'0'0'9425,"10"9"-9099,-6-5-278,2 0 54,-1 0 0,0 1 0,0 0 0,-1 0 0,1 0 0,-1 1 0,0-1 0,-1 1 0,1 0 0,-1 0 1,0 0-1,-1 0 0,1 1 0,-1-1 0,2 12 0,-2 187 1176,-4-106-1204,3-95-51,0 1 1,0-1-1,1 1 0,-1-1 0,1 0 0,0 0 0,0 0 1,0 0-1,1 0 0,0 0 0,-1-1 0,1 1 1,0-1-1,1 1 0,-1-1 0,7 4 0,0 1 7,1 0 0,0 0-1,0-1 1,21 9 0,-26-14-34,-1 0 0,1 0 0,-1 0 1,1-1-1,-1 0 0,1 0 0,0 0 0,0-1 0,-1 0 0,1 0 0,0 0 1,0-1-1,0 0 0,-1 0 0,1 0 0,5-3 0,1-1-207,0-2-1,0 1 0,-1-2 0,0 1 0,16-16 1,12-8-3589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4:42.22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0 496,'0'0'14443,"110"0"-14371,-79 0-64,7 0-8,0 0-200,4 0-568,-4 0-1096,3 0-2601,-7 0-3257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4:44.67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3 416,'0'0'12121,"1"0"-12106,-1 0-1,0-1 0,0 1 0,1 0 0,-1 0 1,1-1-1,-1 1 0,0 0 0,1 0 0,-1 0 1,0 0-1,1-1 0,-1 1 0,1 0 0,-1 0 1,1 0-1,-1 0 0,0 0 0,1 0 0,-1 0 1,1 0-1,-1 0 0,0 0 0,1 0 0,-1 1 1,1-1-1,-1 0 0,0 0 0,1 0 0,-1 0 1,1 1-1,-1-1 0,0 0 0,1 0 0,-1 1 1,1-1-1,3 13 48,0 0 0,-1 0 0,0 0 0,-1 0 1,1 18-1,-2 74 108,-1-63-149,-1 37 2,-2-25-14,4 0-1,2 0 1,10 60-1,-11-100-10,1 0 0,1 0-1,1 0 1,0-1 0,0 1-1,1-1 1,1 0 0,0-1-1,1 0 1,0 0-1,1 0 1,0-1 0,1-1-1,1 1 1,-1-2 0,19 14-1,-21-19-54,-1 0 0,1 0 0,1 0-1,-1-1 1,0-1 0,1 1 0,0-2-1,-1 1 1,1-1 0,0 0 0,0-1-1,11 0 1,-17-1-26,1 0-1,0 0 1,-1-1 0,1 1-1,-1-1 1,1 1 0,-1-1-1,0 0 1,0-1-1,0 1 1,0-1 0,0 1-1,0-1 1,-1 0 0,4-5-1,2-1-1158,-1-1 0,0 1 1,9-21-1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4:45.09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4 576,'0'0'15291,"38"-3"-15363,-3 3 72,6 0 0,21 3-576,-10 3-1112,-11 0-1521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4:45.70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1 155 784,'0'0'6077,"4"-24"-5768,19-107 136,-25 172 3726,3 47-3637,1-12-485,-1-50-103,2 1-1,10 46 0,-4-30-383,-8-41 346,-1 0 0,1 0 0,-1 0 1,0 0-1,1 0 0,-1 0 1,0 0-1,0 0 0,0 0 1,-1 0-1,1 0 0,0 0 1,-1 0-1,1 0 0,-2 2 1,1-2 39,-1-1 0,1 0 0,-1 0 0,0 0 0,1-1 0,-1 1 0,1 0 0,-1-1-1,0 1 1,0-1 0,1 1 0,-1-1 0,0 0 0,-3 0 0,4 1-9,-15 2 1017,16-3-944,0 0-1,0 0 1,-1 0 0,1 0 0,0 0 0,0 0 0,0 0 0,-1 1 0,1-1-1,0 0 1,0 0 0,0 0 0,0 0 0,-1 0 0,1 0 0,0 1 0,0-1-1,0 0 1,0 0 0,0 0 0,0 0 0,-1 0 0,1 1 0,0-1 0,0 0-1,0 0 1,0 0 0,0 1 0,0-1 0,0 0 0,0 0 0,0 0 0,0 1-1,0-1 1,0 0 0,0 0 0,0 0 0,0 1 0,0-1 0,0 0 0,0 0 0,0 0-1,0 1 1,0-1 0,0 0 0,0 0 0,1 0 0,-1 0 0,0 1 0,0-1-1,0 0 1,0 0 0,0 0 0,1 0 0,-1 0 0,0 1 0,0-1 0,0 0-1,0 0 1,1 0 0,-1 0 0,0 0 0,0 0 0,0 0 0,0 0 0,1 0-1,-1 0 1,0 0 0,1 0 0,4 2-49,0-1 0,0 1 0,1-2 0,-1 1 0,1 0-1,-1-1 1,1 0 0,6-1 0,22-3-3482,-18-1-2889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4:46.12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0 628 864,'0'0'11883,"52"-199"-11227,-31 131-160,-4-7-144,4-2-344,-7 5-8,-1 10-176,-6 13-888,-7 24-1273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4:46.49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17 0 672,'0'0'12209,"27"7"-12038,83 29-75,-107-36-89,-1 1 0,1 0 0,-1 1 0,0-1 0,0 0 0,1 1 0,-1-1 0,0 1 0,0 0 0,0 0 0,-1 0 0,1 0 0,0 0 0,-1 0 0,1 0 1,-1 0-1,0 1 0,0-1 0,0 0 0,0 1 0,0-1 0,0 1 0,-1-1 0,1 1 0,-1 0 0,0-1 0,1 1 0,-1-1 0,-1 4 0,2 4 38,0 6 5,0 1 0,-1-1 0,0 1-1,-1 0 1,-2-1 0,1 1 0,-10 29 0,10-41-126,1 0 0,-1-1 0,0 1 0,-1-1 0,1 1 1,-1-1-1,0 0 0,0 0 0,0 0 0,-1-1 0,1 1 1,-1-1-1,0 0 0,0 0 0,0 0 0,0 0 0,0 0 1,-1-1-1,1 0 0,-1 0 0,0 0 0,0-1 0,1 0 1,-1 0-1,0 0 0,0 0 0,0-1 0,0 1 0,0-2 1,-6 1-1,8-1 34,1 1 1,-1-1 0,1 0-1,-1 0 1,1 0 0,0 0-1,-1 0 1,1-1 0,0 1-1,0-1 1,0 1-1,0-1 1,0 0 0,0 0-1,1 0 1,-1 0 0,0 0-1,1 0 1,0 0 0,-1-1-1,1 1 1,0 0 0,0-1-1,0 1 1,1-1-1,-1 1 1,1-1 0,-1-4-1,-2-9-179,1-1 0,1 0-1,0-19 1,1 28 205,0 6 41,0 0 0,1 0 0,-1 1 0,0-1-1,1 0 1,-1 1 0,1-1 0,-1 0 0,1 1 0,0-1-1,0 1 1,0-1 0,0 1 0,0-1 0,0 1-1,0 0 1,0-1 0,0 1 0,1 0 0,-1 0 0,1 0-1,-1 0 1,1 0 0,-1 0 0,1 1 0,-1-1 0,1 0-1,0 1 1,-1-1 0,4 0 0,-1 1 43,0-1-1,0 0 1,0 1 0,0 0 0,0 0 0,0 0-1,0 1 1,0-1 0,0 1 0,0 0 0,0 0 0,7 3-1,-2 1-50,-1 1 0,1 0 0,-1 0 0,0 1 0,-1 0 0,0 0 0,12 15 0,40 63-1288,-57-81 1111,25 39-3184,-8-7-3019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4:46.88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31 744,'0'0'13763,"87"-28"-13547,-56 25-216,0 3 0,0 0-144,0 0-600,-4 6-712,-6 7-1369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4:47.30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22 12107,'0'0'5321,"172"-22"-6081,-130 41-1721,-11 0-3920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4:47.68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0 634 128,'0'0'12855,"22"31"-12675,71 102-25,-20-13-79,-60-96-57,1-1 0,33 42 0,-45-63-23,0 0 1,0 0 0,0-1-1,0 1 1,0-1-1,0 1 1,0-1-1,0 0 1,5 2-1,-7-3-11,1 1-1,0-1 1,0 0-1,0 0 1,-1 0-1,1 0 0,0 0 1,0 0-1,0 0 1,-1 0-1,1 0 1,0 0-1,0 0 1,0-1-1,-1 1 1,1 0-1,0 0 0,0-1 1,-1 1-1,1-1 1,0 1-1,-1-1 1,1 1-1,-1-1 1,1 1-1,0-1 0,-1 1 1,1-1-1,-1 0 1,1 1-1,-1-1 1,0 0-1,1 1 1,-1-1-1,0 0 1,1 0-1,-1-1 0,8-21-119,-2-1 0,-1 1 0,0-1 0,1-38 0,-4-104-264,-3 96 128,-1-28 145,5-125 699,-1 198-358,2 0 1,0 0 0,1 1-1,2 0 1,0 0 0,19-38-1,-24 56-185,1 0-1,0 0 1,1 0-1,0 1 0,0-1 1,0 1-1,0 0 1,1 0-1,0 1 1,0-1-1,0 1 1,0 0-1,1 0 0,0 1 1,-1 0-1,1 0 1,1 0-1,-1 0 1,0 1-1,1 0 0,-1 1 1,1 0-1,-1 0 1,1 0-1,13 0 1,11 3 41,1 2 1,-1 0 0,0 2 0,47 16-1,-44-11-72,1-3 0,0 0-1,49 3 1,-16-9-628,0-3-1,0-3 1,-1-3-1,0-3 1,97-27-1,-47 3-4171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4:48.66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81 0 368,'0'0'11318,"20"2"-11260,64 8-34,-80-9-18,-1 1 1,0-1-1,1 1 1,-1-1-1,0 1 1,0 0-1,0 0 1,0 1 0,0-1-1,-1 0 1,1 1-1,-1 0 1,1 0-1,-1-1 1,0 1-1,0 1 1,0-1-1,-1 0 1,1 0-1,-1 1 1,0-1-1,0 1 1,0-1-1,0 1 1,0-1-1,-1 1 1,1 4-1,0-3 4,1 12 23,0 0-1,0 0 1,-2 0 0,0 0 0,-1 0 0,-1 0-1,0 0 1,-8 26 0,8-35-152,0 0 0,-1-1 0,0 1 0,-1-1 0,1 0 0,-1 0 0,-1 0 0,1-1 0,-1 1 0,0-1 0,-1 0 0,1-1 0,-1 1 0,-1-1 0,1 0 0,-1-1 0,1 1-1,-1-1 1,0-1 0,-11 5 0,14-7-52,0 1 1,0-1-1,-1 0 0,1 0 0,-1 0 0,1-1 0,-1 0 0,1 1 0,-1-2 0,1 1 0,-1 0 0,1-1 0,-1 0 0,1 0 0,-1 0 0,1-1 0,-5-2 0,6 2 200,0 0 0,1 0 0,-1 0 1,1 0-1,-1-1 0,1 1 0,0-1 0,0 0 0,0 1 0,0-1 0,0 0 0,1 0 0,0 0 0,-1-1 0,1 1 1,0 0-1,0 0 0,1-1 0,-1 1 0,1 0 0,0-1 0,-1 1 0,2-4 0,-2 5 5,1 0-1,0 0 0,0 0 1,0 0-1,0 0 0,0 0 1,0 0-1,0 0 0,1 0 1,-1 0-1,1 0 0,-1 0 1,1 0-1,0 1 0,0-1 1,0 0-1,0 0 0,0 1 1,0-1-1,0 1 0,1-1 1,-1 1-1,1-1 0,-1 1 1,1 0-1,-1 0 0,1-1 1,0 1-1,-1 1 0,1-1 1,0 0-1,0 0 0,0 0 1,0 1-1,-1-1 1,1 1-1,4-1 0,6-1 74,0 0 0,0 0 0,0 1 0,0 0 0,0 1 0,0 1 0,0 0 0,-1 0-1,1 1 1,0 1 0,0 0 0,-1 0 0,0 1 0,0 1 0,0 0 0,0 0 0,0 1 0,-1 0 0,0 1 0,-1 0 0,0 1-1,12 12 1,-7-4-2036,22 30-1,-20-20-3233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4:49.26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2 1040,'0'0'10249,"3"-1"-9881,-2 1-319,-1 0 0,1 0-1,0 0 1,0 0 0,0 0 0,0 0 0,0 0-1,0 0 1,0 0 0,0 1 0,-1-1-1,1 0 1,0 1 0,0-1 0,0 0-1,-1 1 1,1-1 0,0 1 0,0-1-1,-1 1 1,1 0 0,0-1 0,-1 1-1,1 0 1,11 27 721,-8-12-525,-2 1 0,1 19 0,-2-22-112,2 140 280,-4-111-391,1 0-1,3 0 1,1 0 0,15 64-1,-18-103-20,1 0 0,-1 0 1,1 0-1,0-1 0,1 1 0,-1 0 0,0-1 0,1 0 1,0 1-1,0-1 0,0 0 0,0 0 0,0-1 0,1 1 0,-1-1 1,1 0-1,0 0 0,0 0 0,0 0 0,0 0 0,0-1 0,0 0 1,0 0-1,7 1 0,8 1-30,0-2-1,1 0 1,0-1 0,19-3 0,-24 2-69,-12 1-93,0 0 0,0-1-1,-1 1 1,1-1-1,0 0 1,-1 0-1,1 0 1,-1 0-1,1 0 1,-1-1-1,1 1 1,-1-1-1,0 1 1,0-1-1,1 0 1,-1 0-1,-1 0 1,1 0-1,0 0 1,0 0-1,1-3 1,4-6-3744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4:49.68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31 392,'0'0'14419,"69"-31"-13923,-45 31-488,1 0 88,-1 0-96,0 0-144,7 16-1096,-7-4-1521,-3 0-5032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4:50.23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56 20 256,'0'0'12276,"0"-4"-11740,0-7-368,0 7 45,0 7 629,13 179 84,1 6-4010,-25-188 2790,0-1 378,0 0 0,0-1-1,0 0 1,-12-5-1,19 3 326,11 1-205,10-2 13,46-6 281,17-2-3765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4:51.01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10850,'0'0'4481,"159"0"-4489,-125 0-904,1 0-280,6 0-417,-10 0-559,-7 0-1977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4:51.44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32 264,'0'0'13547,"124"0"-13555,-83-10-552,-6-2-1505,-8 3-4336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4:52.02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0 563 8346,'0'0'3130,"19"27"-2985,62 88-116,-30-53-42,-45-56-2,0-1 1,1 0-1,-1-1 0,11 6 1,-16-9 12,0 0 1,0-1-1,0 1 1,0 0 0,0 0-1,1-1 1,-1 1-1,0-1 1,0 1-1,1-1 1,-1 0-1,0 1 1,0-1-1,1 0 1,-1 0 0,0 0-1,1 0 1,-1 0-1,0 0 1,1 0-1,-1 0 1,0-1-1,1 1 1,-1-1-1,0 1 1,0 0 0,0-1-1,1 0 1,-1 1-1,0-1 1,0 0-1,0 0 1,0 1-1,0-1 1,0 0-1,0 0 1,0 0 0,-1 0-1,1 0 1,0-1-1,0 1 1,-1 0-1,1 0 1,-1 0-1,1-3 1,2-6-5,0 0 1,-2 0-1,1 0 0,0-20 0,-1 19 3,2-94-500,-5 1 0,-15-107-1,10 6 898,7 188-138,0 15-193,0 1 0,0-1 0,0 1 1,0-1-1,0 1 0,1 0 0,-1-1 0,1 1 0,-1 0 0,1-1 1,0 1-1,-1 0 0,1 0 0,0 0 0,0 0 0,0-1 0,-1 1 1,1 0-1,1 0 0,-1 1 0,0-1 0,0 0 0,0 0 0,0 0 1,1 1-1,-1-1 0,0 1 0,0-1 0,1 1 0,-1-1 0,1 1 1,-1 0-1,0 0 0,1-1 0,-1 1 0,1 0 0,-1 0 0,3 1 1,5-1 165,0 1-1,0 0 1,1 1 0,16 5 0,22 9 174,-17-5-329,1-1 0,0-2 0,0-1 0,34 2 0,-23-6-386,0-1 1,-1-3-1,1-2 1,0-1 0,70-17-1,73-31-4248,-117 31-2108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4:52.68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0 744,'0'0'12063,"5"5"-11527,-2 0-492,1 1 0,0 0 0,-1 0 1,0 0-1,-1 0 0,1 0 0,-1 1 1,0-1-1,-1 1 0,0-1 0,1 9 0,1 17 38,-2 35 0,-2-41 64,1 19 183,-1-4 138,7 72 0,-4-102-442,0-1-1,0 1 0,0-1 1,2 0-1,-1 1 0,1-1 0,1-1 1,0 1-1,0-1 0,0 0 1,14 16-1,-16-22-51,1 0 0,0-1-1,0 1 1,0 0 0,0-1 0,1 0 0,-1 0-1,1 0 1,-1-1 0,1 0 0,-1 0 0,1 0-1,0 0 1,0 0 0,-1-1 0,1 0 0,0 0-1,0-1 1,0 1 0,-1-1 0,1 0 0,0 0 0,-1-1-1,1 1 1,-1-1 0,1 0 0,5-4 0,-1-1-591,0 0 0,0-1 0,-1 0 0,0-1 0,0 0 0,-1 0 0,-1-1 0,11-19 0,-9 9-3988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4:53.08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19 968,'0'0'15211,"103"-16"-15267,-68 13-272,6 3-1048,-10 0-1433,-7 0-6000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5:05.01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3489,'0'0'3096,"38"199"-3248,-21-137 24,-3-6-40,-4-6 152,-3-4 16,4-9-56,-4-9-64,-7-9-736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5:05.45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10 6065,'0'0'7082,"56"0"-6834,-32 0-248,7 0 88,7 0-88,0 0-8,17 0-592,-10-3-1625,-7-3-5280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5:06.01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274 43 6937,'0'0'6151,"-21"-8"-6088,-68-21 15,85 28-41,1 0-1,-1 0 1,0 0-1,1 1 1,-1-1-1,0 1 0,0 0 1,0 0-1,1 0 1,-1 0-1,0 1 0,0 0 1,1 0-1,-1 0 1,0 0-1,1 0 0,-1 1 1,1-1-1,-7 5 1,5-2 64,0 1 1,0 0 0,0 1-1,1-1 1,0 1 0,0-1-1,-4 10 1,5-10-43,-4 9 25,1 0-1,0 0 1,1 1 0,1 0 0,0 0-1,1 1 1,1-1 0,0 0 0,1 1 0,2 26-1,-1-34-64,1-1-1,0 1 1,1 0-1,0-1 1,0 1 0,1-1-1,0 0 1,0 0-1,0 0 1,1 0-1,0-1 1,1 1-1,-1-1 1,1 0-1,1 0 1,-1-1-1,1 1 1,-1-1-1,2 0 1,-1-1 0,8 5-1,1 0-5,1-1 0,-1 0 0,1-1 0,1-1 0,-1 0 0,1-1 0,0-1 0,29 3-1,-27-5-235,1-1 0,0-1-1,0-1 1,-1 0 0,1-2-1,-1 0 1,1-1-1,-1-1 1,33-13 0,6-10-3377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5:11.46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277 2670 624,'0'0'3018,"1"-17"-2985,8-115 2493,-8 95-516,0 23-1725,0-1 1,-1 1-1,-1 0 1,0 0-1,-1 0 0,-8-26 1,-15-41 311,3-2 0,-20-148 0,30 159-554,-7-54 19,16 97-61,-4-106 316,8 53-14,-9-179 971,3 185-1104,7-107-1,0 162-140,1 0 0,11-39 0,-8 37 0,-1 0 0,2-26 1,-1-64 126,-5 0 1,-6 0 0,-34-208 0,35 309-147,0 2 1,0-1 0,-1 0 0,0 1-1,0 0 1,-1 0 0,-1 0 0,0 1 0,0 0-1,-1 1 1,-17-16 0,24 23-13,-1 0 0,1 0 0,-1 0 0,1 0 0,-1 1 0,0-1 0,1 1-1,-1-1 1,0 1 0,0-1 0,1 1 0,-1 0 0,0 0 0,0 0 0,0 0 0,1 0 0,-1 0 0,-2 1 0,-9 0 61,12 3-82,1-1 0,0 1 0,0 0 0,0 0 0,0 0 0,1-1 0,1 6 0,0-7 24,1 0 0,-1 0 0,1 0 0,0 0 1,0 0-1,0 0 0,0-1 0,0 1 0,0-1 0,0 0 0,0 0 0,5 1 1,48 7 9,-38-7-9,69 5-38,133-6-1,-98-3-606,259-4 492,-243 8 154,164-5 37,-228-4-45,-22 1-142,1 2 0,61 5 0,-92 1 86,-1 2 0,36 11-1,-36-8 80,0-2 0,0-1 0,25 3 0,182-5 196,76 7-33,-263-3-157,62 19 1,-64-14 74,74 11 1,-34-18 74,149-12 1,-143 2-142,118 6 0,-173 4-23,0 2-1,-1 1 1,0 1 0,32 13 0,-34-10-1,1-2 1,0 0-1,0-2 0,45 4 1,-8-8 51,0-3 1,1-3-1,111-19 0,-133 14-48,0 2-1,1 2 0,0 1 0,64 6 1,-99-2-22,0 1-1,0 0 1,0 1 0,0 0 0,0 1 0,-1 0 0,12 6 0,4 6 7,27 20 0,-31-20 13,42 24 0,-54-36-11,-1 0 0,1 0-1,0-1 1,0 0 0,0-1-1,1 0 1,-1-1 0,0 0 0,11 0-1,-4 0-4,1-1 0,0-1 0,-1 0 0,1-2 0,-1 0 0,0-1 0,21-7 0,30-15 17,-22 6-108,1 2 1,1 3-1,93-19 0,-128 33 81,0 0 0,-1 0-1,1 1 1,0 1-1,-1 0 1,1 1-1,-1 0 1,1 0-1,-1 1 1,0 1-1,0 0 1,15 7-1,-15-6 37,0-1 0,0 0 0,1-1 0,-1 0 0,1-1 0,0-1 0,17 1 0,86-5 149,-105 3-168,19-4 4,0-1 1,42-12-1,-47 10-1,1 1 0,0 1-1,0 1 1,26 0 0,240 3 210,-275-1-198,0 0 1,0-1 0,-1-1 0,1-1 0,-1 0 0,20-10-1,-21 8-11,1 1-1,-1 0 1,1 2 0,0-1-1,0 2 1,1 0-1,19-1 1,13 7 43,21 0 158,-64-4-155,0 1-1,1-1 0,-1 0 0,0 0 0,1 0 0,-1-1 0,0 0 0,0 0 0,8-5 0,4-3-29,1 1 1,0 0 0,28-9-1,-30 10-15,3 0 74,-19 8-81,4 0 1299,-4 23-810,1 65-582,18 122 0,-3-98 77,44 328-1177,-32 2-456,-30-272 1575,-1-9-16,22 186-1,-7-244 110,-4 1 0,-4 0-1,-14 143 1,6-157 138,4-61-549,-7 54 0,2-66-1929,-4 1-2685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5:14.04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1 704,'0'0'6097,"7"11"-5885,1-1-21,-5-6-65,0-1 1,-1 1-1,1 0 1,-1-1-1,1 1 0,-1 0 1,0 1-1,-1-1 0,1 0 1,-1 0-1,2 9 1,-3-10 149,1 4 285,0 0 1,1 0-1,-1 0 0,1 0 0,4 9 1,-4-14-496,-1 0 1,0 0-1,1 0 0,-1 0 1,1-1-1,0 1 1,-1 0-1,1-1 1,0 1-1,0-1 1,0 1-1,0-1 0,0 0 1,1 0-1,-1 0 1,0 0-1,0 0 1,1-1-1,3 2 1,21 1 103,-1-1 1,1-2 0,30-2 0,3 0-101,452-13 117,-475 14-165,-1 2 0,0 2 0,49 9 0,-26 1-21,115 10 0,-145-21-13,0-2 1,0-1-1,-1-1 1,1-2-1,-1-1 1,33-9-1,-27 3 16,0 3 0,0 0 0,1 2 0,35-1-1,-53 7 4,1 0 0,-1 1 0,0 1 0,0 0 0,0 1 0,0 1-1,0 1 1,-1 0 0,1 1 0,16 10 0,-31-15-6,168 81 65,-146-73-64,-1-1 1,1-1 0,0-1-1,1-1 1,39 3-1,12-6-6,0-3 0,0-4 0,123-24 0,-117 18 46,0 4 0,152 5 0,-117 3 194,-39-1-142,337-11 880,-284 2-760,179 9-1,-222 13 59,-64-8-222,-1-2 0,35 2-1,-24-4 33,-1-1-1,0-2 0,0-2 1,55-13-1,-38 4-45,0 2 1,1 2-1,-1 3 0,2 1 1,-1 3-1,0 2 0,95 13 1,-18-1 319,214-7 0,-188-7-107,98-7-87,-237 10-142,0 0 1,0 2 0,17 4-1,21 4-2,-14-7-18,44 0 1,-68-5 3,0 0 1,0 0-1,-1-1 1,1-1-1,-1-1 0,18-6 1,-24 8 17,1 0 0,0 0 0,0 1 0,0 0 1,0 1-1,0 0 0,12 1 0,6 0 99,-11 2 52,4 0-11,-19-3-162,0 0-1,-1 0 1,1-1-1,-1 1 0,1 0 1,-1-1-1,1 1 1,-1-1-1,1 1 1,-1-1-1,1 1 1,-1-1-1,0 1 1,1-1-1,-1 1 1,0-1-1,1 0 0,-1 1 1,0-1-1,0 1 1,1-1-1,-1 0 1,0 1-1,0-1 1,0 0-1,0 1 1,0-1-1,0 0 0,0 1 1,0-1-1,-1 0 1,1-33-2593,0 17-1974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7:37.09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0 96,'0'0'17652,"5"16"-16677,3-11-659,0 0 0,0-1 1,1 0-1,17 6 1,6 2 413,-19-8-531,1-1 0,0 0 1,0-1-1,0 0 0,0-2 0,0 1 0,0-2 0,14-1 0,17 0-17,890 2 1936,-934 0-2114,-96 1 1623,60 3-1540,10-2 20,-40 11-1,-98 22 72,67-25-9,82-8-96,0 0 0,0-2 0,-1 0 0,-16-1 0,-11-1-24,34 1-40,0-1 0,0 0 1,0 0-1,0 0 0,1-1 0,-1-1 0,1 1 0,0-1 0,0 0 0,-7-6 0,5 4 4,0 1-1,-1-1 0,-17-5 1,-1 3 40,0 0 39,-40-17 0,57 21-37,1 2 0,-1 0 0,1 0 0,-1 1 0,0 0 0,0 1 0,-17 1 0,1-1 139,-152 0 580,178 0-570,8-1-3244,-5 0 2606,0 1-1,0 0 0,0 0 0,-1 0 0,1 0 0,0 0 0,2 1 0,8 0-1379,31-1-4988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7:39.93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80 1176,'0'0'10497,"10"-5"-8639,-9 5-1856,0 0 1,0 0-1,0 0 1,0 0-1,0 0 0,0 0 1,0 0-1,0 0 1,0-1-1,0 1 0,0 0 1,0-1-1,0 1 1,0 0-1,-1-1 0,1 1 1,0-1-1,0 1 1,0-1-1,-1 0 0,1 1 1,0-1-1,0-1 1,1-20 90,-2 7 684,0 26-685,-1-9-92,1 0 0,0 1 0,1-1 0,-1 0 0,0 0 0,1 0 0,-1 1 0,1-1 0,0 0 0,-1 0-1,1 0 1,0 0 0,0 0 0,0 0 0,1 0 0,-1-1 0,0 1 0,1 0 0,-1-1 0,1 1 0,0-1 0,-1 1 0,1-1 0,0 0 0,0 0 0,0 1-1,0-1 1,0-1 0,4 2 0,3 1-5,1-2 0,0 1 0,0-1 0,0-1 0,14 0-1,-11 0-8,-12 0 15,0-1 0,0 1-1,0 0 1,0 0 0,0-1 0,0 1-1,-1-1 1,1 1 0,0-1-1,0 1 1,-1-1 0,1 0-1,0 1 1,-1-1 0,1 0-1,0 1 1,-1-1 0,1 0-1,-1 0 1,1 0 0,-1 0-1,0 1 1,1-1 0,-1 0-1,0 0 1,0 0 0,1 0-1,-1 0 1,0 0 0,0 0 0,0 0-1,0-1 1,0-41 112,-1 30-14,1 12-73,0 1 0,-1-1 0,1 1 0,0-1 0,-1 1-1,1 0 1,0-1 0,-1 1 0,1 0 0,-1-1 0,1 1 0,0 0-1,-1-1 1,1 1 0,-1 0 0,1 0 0,-1 0 0,1 0 0,-1-1 0,1 1-1,-1 0 1,1 0 0,-1 0 0,1 0 0,-1 0 0,0 0 0,1 0 0,-1 0-1,-23 1 541,16-1-394,8 0-171,-1 1 0,1-1 0,-1 1-1,1-1 1,-1 1 0,1 0 0,-1-1-1,1 1 1,0 0 0,-1-1-1,1 1 1,0 0 0,-1-1 0,1 1-1,0 0 1,0 0 0,0-1 0,0 1-1,0 0 1,0 0 0,0-1 0,0 1-1,0 1 1,0 28-4,1-21 4,-2 6 4,1-9-8,0-1 1,0 1 0,0-1 0,1 1 0,-1-1 0,4 11 0,-3-15-3,-1 1 1,1-1-1,0 0 1,0 1 0,0-1-1,0 0 1,0 1-1,0-1 1,1 0-1,-1 0 1,0 0 0,0 0-1,1 0 1,-1-1-1,1 1 1,-1 0-1,1 0 1,-1-1 0,1 1-1,-1-1 1,1 0-1,0 1 1,-1-1-1,1 0 1,-1 0 0,1 0-1,3 0 1,-1 0-6,2 0 1,-1 0 1,1 0-1,-1 0 1,1-1 0,-1 0-1,11-3 1,-14 3 11,-1 0 1,1 0-1,-1 1 1,0-2-1,1 1 1,-1 0-1,0 0 0,0 0 1,0 0-1,0-1 1,0 1-1,0-1 1,0 1-1,0-1 1,-1 1-1,1-1 0,-1 1 1,1-1-1,-1 1 1,1-1-1,-1 0 1,0 1-1,0-1 0,0 0 1,0 1-1,0-4 1,0-7 13,-2-19 146,2 30-154,0 0 0,-1 0 0,1 0 0,-1 1 0,1-1 0,-1 0 0,1 0 0,-1 0 0,0 0 0,1 0 0,-1 1 0,0-1 0,0 0 0,0 1 1,0-1-1,0 1 0,1-1 0,-1 1 0,0-1 0,0 1 0,0-1 0,0 1 0,0 0 0,0 0 0,-1-1 0,-1 1 0,-85-1 961,50 1-572,37 0-383,0 1 0,0-1 0,0 0 0,0 0 0,0 1 0,1-1 0,-1 0 0,0 1 0,0-1 0,0 1 0,0-1 0,1 1 1,-1 0-1,0-1 0,1 1 0,-1 0 0,1-1 0,-1 1 0,0 0 0,1 0 0,-1-1 0,1 1 0,0 0 0,-1 0 0,1 0 0,0 0 0,-1 0 0,1 0 0,0-1 0,0 1 0,0 0 0,0 0 0,0 1 0,0 41 154,1-27-153,-1-12-11,1 0 0,0 0 0,0 1 0,0-1-1,1-1 1,-1 1 0,1 0 0,0 0 0,0 0-1,0-1 1,0 1 0,1-1 0,-1 0 0,1 0 0,0 0-1,0 0 1,0 0 0,0-1 0,1 1 0,-1-1-1,5 2 1,-1 1-19,0-1-1,1-1 1,-1 1 0,1-1-1,0-1 1,0 1 0,0-2-1,0 1 1,1-1 0,7 1-1,-15-3 20,1 1 1,-1-1-1,0 1 0,0-1 0,0 0 0,0 1 1,0-1-1,0 0 0,0 0 0,0 0 0,-1 0 1,1 0-1,0 0 0,0 0 0,-1 0 0,1 0 0,-1 0 1,1 0-1,-1 0 0,1 0 0,-1-1 0,0 1 1,1 0-1,-1 0 0,0-1 0,0 1 0,0 0 0,0 0 1,0-1-1,-1 0 0,1-57 115,-1 39-66,1 17-33,0 0 1,0 0-1,0 0 0,-1 0 1,1 0-1,-1 0 0,0 0 1,0 0-1,0 0 0,0 1 1,0-1-1,-1 0 0,1 1 1,-1-1-1,0 1 0,0-1 1,0 1-1,0 0 0,0 0 1,0 0-1,-1 0 0,1 0 1,-1 0-1,1 1 0,-5-3 1,-1 1 155,0 0 0,0 1 0,0 0 0,0 0-1,0 1 1,-1 0 0,1 0 0,-9 1 0,17 1-173,-1-1 1,1 0-1,-1 1 0,1-1 1,-1 0-1,1 1 0,-1-1 1,1 1-1,0-1 0,-1 1 0,1-1 1,0 1-1,-1-1 0,1 1 1,0-1-1,0 1 0,0 0 1,-1-1-1,1 1 0,0-1 0,0 1 1,0 0-1,0-1 0,0 1 1,0-1-1,0 1 0,0 1 1,0 25 34,1-17-37,-2 15-1,0-12 1,1 1 0,0-1 0,3 17 1,-3-27-3,1 0 0,-1 0 0,1 0 1,0 0-1,0 0 0,0 0 1,1-1-1,-1 1 0,1 0 1,-1 0-1,1-1 0,0 1 0,0-1 1,0 0-1,0 0 0,1 0 1,-1 0-1,1 0 0,2 2 1,5 0-9,-1-1 0,1 0 0,0-1 0,-1 1 0,1-2 0,0 0 0,0 0 0,0-1 1,0 0-1,19-3 0,-26 2 9,1 0 1,-1 0-1,0 0 1,0 0-1,0-1 1,0 0-1,0 1 1,0-1-1,0 0 1,-1-1 0,1 1-1,-1 0 1,1-1-1,-1 1 1,0-1-1,0 0 1,0 0-1,-1 0 1,1 0-1,0 0 1,-1 0-1,0 0 1,0 0-1,0-1 1,1-6-1,1-8 31,0 0-1,-1 0 0,-2-27 1,0 41-25,1 1-4,-1-1 0,-1 1 1,1 0-1,0 0 0,-1-1 0,0 1 0,0 0 1,0 0-1,0 0 0,0 0 0,0 0 0,-1 0 1,1 0-1,-1 1 0,0-1 0,0 0 0,-3-2 1,1 2 4,0-1 1,-1 2 0,1-1 0,-1 0 0,1 1 0,-1 0-1,0 0 1,0 0 0,0 1 0,-6-2 0,-2 1 24,-1 0 0,1 1 1,0 0-1,-1 1 0,1 1 1,-20 3-1,32-4-30,0 1-1,0 0 1,0 0-1,0 0 1,0 0-1,0 0 1,1 0-1,-1 0 1,0 1-1,0-1 1,1 0 0,-1 0-1,1 0 1,-1 1-1,1-1 1,0 0-1,-1 1 1,1-1-1,0 0 1,0 1-1,0-1 1,0 0 0,0 3-1,1 45 38,0-32-22,-1-12-18,0 1 1,0-1 0,0 0 0,1 1-1,0-1 1,0 0 0,1 0 0,-1 0-1,1 0 1,0 0 0,5 9 0,-5-12-2,1 1 0,-1-1 0,0 0 1,1 1-1,-1-1 0,1 0 1,0 0-1,-1-1 0,1 1 1,0-1-1,0 1 0,0-1 0,1 0 1,-1 0-1,0 0 0,0-1 1,0 1-1,1-1 0,-1 0 0,0 1 1,4-2-1,6 1-19,-8 1 20,-1-1-1,0 0 1,0 0 0,0-1-1,1 1 1,-1-1-1,5-1 1,-7 1 4,-1 0 0,0 0 0,1 1 1,-1-1-1,0 0 0,0 0 0,0-1 0,0 1 0,0 0 0,0 0 0,0 0 1,0-1-1,0 1 0,0-1 0,-1 1 0,1 0 0,0-1 0,-1 1 0,0-1 1,1 1-1,-1-1 0,0 0 0,1-2 0,0-4 15,0 0 0,-1-1 0,1 1 1,-1 0-1,-1 0 0,0-1 0,-2-11 0,2 18 8,0 0-1,0 0 1,0-1-1,0 1 1,0 0 0,-1 0-1,1 0 1,-1 0-1,1 1 1,-1-1 0,0 0-1,1 1 1,-1-1-1,0 1 1,0-1 0,0 1-1,0 0 1,0 0-1,-1 0 1,1 0 0,0 0-1,0 1 1,-1-1-1,1 1 1,0-1 0,-1 1-1,1 0 1,0 0-1,-5 0 1,3 1-750,-6-2 3915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9:37.47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258 0 3025,'0'0'7259,"-35"58"-6249,-109 194-72,134-233-819,1 0-1,0 1 1,1 0 0,2 1-1,-8 34 1,5 5 136,2-1 0,2 1 0,4 0 0,11 113 0,-3-134-178,1 0 0,3-1 1,1 0-1,1-1 0,3 0 0,19 34 1,5 0 25,95 124 0,-90-138-135,71 69 0,-94-104-153,1-2 0,1 0 0,1-2 0,1 0 0,47 23 0,-59-36 56,0 0-1,1-1 0,-1 0 1,1-1-1,0-1 0,0 0 1,0-1-1,24-2 0,-39 5 765,1 14-549,2 0 0,0-1 1,1 1-1,0-1 0,2 0 0,0 0 0,0 0 0,2-1 0,0 0 1,16 23-1,12 13-104,70 77 0,-70-88 18,2-1-1,2-2 1,2-2-1,66 44 1,-82-64-67,0-1 0,1-1 0,1-1-1,0-2 1,1-1 0,0-1 0,0-1 0,1-2 0,50 4 0,-40-7-99,-1-1 0,0-2-1,0-2 1,1-2 0,-1-1 0,60-17 0,-13-8 83,-49 15 112,2 2 0,41-8 0,-77 20 55,-1 1 1,1-1-1,-1 1 0,1 0 1,-1 0-1,1 0 0,-1 0 1,1 0-1,-1 0 0,0 1 1,1-1-1,-1 1 0,1-1 1,-1 1-1,0 0 1,1 0-1,-1 0 0,0 1 1,2 0-1,0 2 140,-1 0-1,0-1 1,0 1 0,-1 0-1,1 0 1,-1 1 0,3 6 0,9 17 24,-3-10-88,1-1 1,0-1-1,1 0 1,0-1-1,2 0 1,0-1-1,0 0 0,33 20 1,-24-19-92,1-2 0,1 0 0,0-2 0,1-1 0,46 11 0,-19-10-77,1-2-1,59 2 0,107-6 129,-128-6-97,0-4 0,-1-3 0,0-5 0,95-26 0,-177 36-24,245-73-26,-211 60-11,-1-3 1,-1-1-1,67-43 0,-105 62 131,1-1-1,-1 1 1,1 0 0,0 0-1,0 0 1,0 1 0,-1 0-1,1 0 1,0 0 0,0 0-1,0 1 1,-1 0 0,1 0-1,0 0 1,5 2 0,2 0-6,17 3-43,64 15 51,184 16 1,169-36-26,-346-7-382,0-5-1,0-3 0,181-53 0,-147 23-298,-2-5-1,148-79 0,-264 120 399,-8 5 151,-1 0-1,1-1 0,-1 0 1,0-1-1,0 1 0,0-1 0,-1 0 1,1-1-1,-1 0 0,0 0 0,6-9 944,-4 15 896,49 1-1511,22 0-205,0-4 0,102-15-1,-72-6-52,-2-4-1,-1-4 0,-1-6 0,103-52 1,-39 4-246,244-167 1,-382 232 193,69-52-82,-90 65 136,-1-1 0,0 0 0,0 0 0,-1-1-1,0 0 1,-1-1 0,9-15 0,77-203 563,-40 91-331,-48 126-242,23-54-5,35-128 0,-62 191 712,-1 9-310,2 11-142,1-15-206,2-11 69,0-5-220,-1-1 0,0 0 0,-1 0 0,-1 0 0,0-22 0,2 1-972,7-79-4635,-6 67-970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9:38.11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204 352 9826,'0'0'8317,"34"1"-8272,3 1-41,66-5 0,-100 3-10,0-1 0,0 1 0,1-1-1,-1 0 1,0 0 0,0 0 0,0-1 0,0 1 0,0-1 0,0 0 0,0 1-1,0-1 1,-1-1 0,1 1 0,-1 0 0,0 0 0,1-1 0,-1 0 0,0 1-1,-1-1 1,1 0 0,0 0 0,-1 0 0,2-4 0,-1-1-30,0-1 0,0 0 0,-1 0 0,0 1 0,0-1 0,-1-11 0,0 12 41,0-1-8,0-3 6,0 1 0,-1-1 0,0 1 0,-3-15 0,2 21 2,1 1 0,-1-1 0,-1 1 0,1-1 1,-1 1-1,1 0 0,-1 0 0,0 0 0,-1 0 0,1 1 0,-1-1 0,-4-3 0,-4-2 38,0 0-1,0 0 0,-1 1 0,0 1 0,0 0 0,-1 1 0,0 0 0,0 1 0,0 1 0,-1 0 0,1 1 0,-1 1 0,0 0 0,0 1 0,0 0 0,0 1 0,1 1 0,-22 3 0,31-2-26,-1-1-1,1 1 0,-1 0 1,1 1-1,0-1 1,0 1-1,0 0 0,0 1 1,0-1-1,1 1 0,-1 0 1,1 0-1,0 0 1,0 0-1,1 1 0,-1 0 1,1-1-1,0 1 0,0 0 1,-3 10-1,1-1-22,0-1 1,1 1-1,1 1 0,0-1 1,1 0-1,0 1 0,1 17 1,1-26-23,0-4-40,-1 1 0,1 0 1,0 0-1,0 0 0,0 0 1,0 0-1,1-1 0,-1 1 0,1 0 1,0 0-1,0-1 0,0 1 1,0 0-1,0-1 0,0 1 1,1-1-1,-1 1 0,1-1 1,0 0-1,-1 1 0,1-1 0,0 0 1,1 0-1,-1-1 0,4 4 1,9 1-900,1 0 0,-1-1 0,1 0 0,0-2 0,23 3 0,17 0-5703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9:38.52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1 1 9394</inkml:trace>
  <inkml:trace contextRef="#ctx0" brushRef="#br0" timeOffset="1">1 1 9394,'332'181'2673,"-266"-149"-1837,-46-28-332,8-3-192,-15 0-260,0-1 0,0 0 0,1-1 0,20-5 0,-30 6-130,-1-2 0,1 1-1,-1 0 1,1-1 0,-1 1 0,0-1 0,1 0-1,-1 0 1,0-1 0,-1 1 0,1-1 0,0 1-1,-1-1 1,1 0 0,-1 0 0,0 0 0,0 0-1,0 0 1,0 0 0,0-1 0,1-3 0,-1-1 162,0 0 0,0 0 0,-1 0 1,0 0-1,0 0 0,0 0 0,-1 0 1,-1 0-1,0 0 0,-2-11 0,2 18 112,0 0-1,0 0 1,0 0 0,0 0-1,0 1 1,0-1-1,0 0 1,0 1-1,-1-1 1,1 1-1,0-1 1,-1 1-1,1 0 1,0 0-1,-1-1 1,1 1-1,0 0 1,-1 0-1,1 0 1,-3 1-1,-28 2 2173,29-2-2311,0 0-1,0 0 1,1 0 0,-1 1-1,0 0 1,1-1 0,-1 1-1,1 0 1,-1 0 0,1 0 0,0 0-1,0 1 1,0-1 0,0 1-1,0-1 1,0 1 0,1 0-1,-1-1 1,1 1 0,0 0 0,0 0-1,0 0 1,0 0 0,0 0-1,1 0 1,-1 0 0,1 0-1,0 1 1,0-1 0,0 0 0,1 0-1,0 3 1,-1-5-123,0-1 0,0 1 0,0-1 0,0 1 0,0-1 0,1 1 0,-1-1 0,0 0 0,0 1 0,1-1 0,-1 1 0,0-1 0,0 0 0,1 1 0,-1-1 0,1 0 1,-1 1-1,0-1 0,1 0 0,-1 0 0,1 1 0,-1-1 0,0 0 0,1 0 0,-1 0 0,1 1 0,0-1 0,28 1-4406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9:52.37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1 103 3505,'0'-4'11484,"1"3"-11455,-1-1-1,0 1 1,1 0-1,-1 0 1,1-1 0,-1 1-1,1 0 1,0 0-1,-1-1 1,1 1 0,0 0-1,0 0 1,0 0-1,0 0 1,0 0 0,1-1-1,21-9-10,-1 1 0,1 0 0,1 2-1,0 1 1,39-7 0,-41 9-14,12 0 3,1 1 0,0 1 0,0 2 0,54 6 0,-74-3-39,0 1-1,1 1 1,-1 1 0,0 0 0,-1 1 0,16 9 0,12 3-322,72 24-2334,-37-23-3262,-54-15 1050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39:53.04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132 3 1568,'0'0'11706,"1"-1"-11553,1 1 1,-1-1-1,1 1 1,-1 0 0,1 0-1,-1-1 1,1 1 0,-1 0-1,1 0 1,-1 0-1,1 1 1,-1-1 0,1 0-1,1 1 1,0 2-153,1-1 0,-1 1 1,-1-1-1,1 1 0,0 0 0,-1 1 1,1-1-1,-1 0 0,0 1 0,0-1 1,0 1-1,0-1 0,-1 1 0,0 0 1,1 0-1,-1 0 0,0 6 0,2 9 48,-1-1 0,-1 27 0,-1-41-29,0-3-1,0 1 0,-1 0 0,1-1 0,-1 1 0,1 0 0,-1-1 0,1 1 0,-1-1 0,0 1 0,0-1 0,0 0 0,1 1 0,-1-1 0,-1 0 0,1 1 0,0-1 0,0 0 0,0 0 0,-3 1 0,-33 19 278,13-8-260,-38 35-681,27-19-2981,11-13-2282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0:15.79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8 3 696,'0'-3'15031,"1"8"-14631,12 257 1480,-24-103-1814,1 0-31,10-154-36,0 15-86,0 0 1,1 0 0,1 0-1,8 29 1,-9-45 67,0 1 1,0-1 0,1 0 0,-1 0 0,1 0-1,0 0 1,1 0 0,-1 0 0,1-1-1,-1 1 1,1-1 0,0 0 0,1 0-1,-1 0 1,0 0 0,1 0 0,-1-1-1,1 1 1,0-1 0,0 0 0,0 0 0,0-1-1,0 1 1,1-1 0,-1 0 0,8 1-1,-6-1-32,0-1 0,0 1-1,0-2 1,0 1 0,0-1-1,0 0 1,0 0 0,0 0-1,0-1 1,-1 0 0,1 0-1,-1-1 1,1 1 0,-1-1-1,5-4 1,-1 1-167,-1-1 0,0-1 1,0 1-1,0-2 0,-1 1 1,-1-1-1,9-14 0,-11 17-318,-1 0 0,0-1 0,0 1 0,0-1 0,-1 0-1,2-8 1,-3-2-3937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0:16.35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0 520,'0'0'13043,"31"0"-12963,0 0 48,0 0-120,4 0-16,-4 0 8,7 0-456,-7 0-1209,-14 0-2695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0:17.45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19 5313,'0'0'6396,"3"0"-6382,58-9 77,-46 6-57,0 0 0,25-1 0,-39 4-35,-1 1 0,1-1 1,-1 0-1,1 1 0,-1-1 1,0 0-1,1 1 0,-1-1 1,1 1-1,-1-1 0,0 1 1,1-1-1,-1 1 0,0-1 1,0 1-1,0-1 0,1 1 0,-1-1 1,0 1-1,0-1 0,0 1 1,0 0-1,0-1 0,0 1 1,0-1-1,0 2 0,0 20 13,0-17-8,-6 196 254,2-136-52,4 17-134,0-49-3290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0:17.84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13 488,'0'0'12323,"10"0"-12147,7 0 8,4 0-176,7 0 64,3 0-72,7-4-528,-4-2-1017,-6 3-3008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0:18.20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0 569 800,'0'0'9690,"79"-165"-9362,-44 109-208,3-9-64,3 0-56,-6 0-56,-1-4-784,-6 20-840,-18 15-1209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0:18.58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29 1512,'0'0'13363,"69"-16"-13323,-45 13-40,-3 0-528,0 0-568,3 3-553,-10-3-1151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0:18.94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59 1 368,'-18'23'5617,"12"-15"-3869,0 0-1,0 0 1,-8 17 0,12-21-1753,1 0 0,0 0 0,0 0 1,0 0-1,0 0 0,0 0 0,1 7 0,0 33 31,2-43-22,0-1 0,0 1 0,1 0 0,-1-1 0,1 0 0,-1 1 0,0-1 0,1 0 0,-1 0 0,5-1 0,-3 1 10,24-1 58,-17 0-91,0 1 0,-1 0 0,1 1 0,18 3-1,-26-4-10,0 1 0,0 0 0,0 0 0,0 1 1,0-1-1,-1 1 0,1-1 0,-1 1 0,1 0 0,-1 0 0,0 0 0,1 0 0,-1 0 0,0 1 0,0-1 0,-1 1 0,1-1 0,0 1 0,-1 0 0,3 5 0,-2 2-126,1 1 0,-1-1 1,-1 1-1,0-1 0,-1 1 0,-1 19 0,1-4-55,0-23 217,-1 0-1,1 0 0,-1 0 0,1 0 0,-1 0 0,0 0 0,0 0 1,0 0-1,-1-1 0,1 1 0,-1 0 0,1-1 0,-1 1 0,0-1 1,0 0-1,0 1 0,0-1 0,-1 0 0,1 0 0,0-1 0,-1 1 1,0 0-1,1-1 0,-1 1 0,0-1 0,0 0 0,1 0 0,-1 0 1,-3 0-1,-3 2-90,0-1 0,0-1 0,0 0 0,0 0 0,0-1 0,0 0 1,0 0-1,-17-4 0,5-4-2398,4-7-3155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0:19.51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3 8546,'0'0'9874,"83"-3"-9874,-52 3-568,0 0-696,0 0-457,4 0-239,-7 0-505,-11 0-2928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0:19.95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7 728,'0'0'15860,"69"0"-15860,-35 0 0,22 0-1041,-15-3-679,-3-1-2377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0:20.87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0 814 1376,'0'0'10184,"17"35"-10094,55 113-88,-58-120-16,1 0 1,1-1 0,2-1-1,0 0 1,39 40 0,-56-64 9,1 0-1,0 1 1,0-1 0,0 0 0,0 0 0,0 0-1,0-1 1,1 1 0,-1-1 0,1 1 0,-1-1-1,1 1 1,-1-1 0,1 0 0,0-1 0,0 1-1,-1 0 1,1-1 0,5 1 0,-7-1 15,0 0 1,0-1-1,0 1 0,0-1 1,0 1-1,0-1 0,0 1 1,-1-1-1,1 0 1,0 1-1,0-1 0,-1 0 1,1 1-1,0-1 0,-1 0 1,1 0-1,0 0 0,-1 0 1,1 0-1,-1 0 1,0 0-1,1 0 0,-1 0 1,0 0-1,0 0 0,1 0 1,-1-1-1,5-35 195,-4 29-179,28-364 141,29-192 49,-56 555-185,0-7 97,2 0 1,0 0-1,1 0 1,6-15-1,-9 27-74,-1 1 1,1 0-1,0 0 0,0 0 0,0 0 1,0 0-1,1 0 0,-1 0 0,1 1 0,-1-1 1,1 1-1,0 0 0,0-1 0,0 1 0,0 1 1,1-1-1,-1 0 0,0 1 0,1 0 1,-1 0-1,1 0 0,-1 0 0,8 0 0,241 3 580,57-3-632,-17-44-1667,-177 23-1784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0:22.22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22 1672,'0'0'11411,"90"-13"-11403,-66 10-8,0 0 0,-3 0-312,-4 3-320,-10 0-441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0:22.64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46 1 336,'-24'36'1908,"13"-17"5043,4-1-3955,6-11-3147,0 0 0,0 0 0,0 1-1,1-1 1,1 8 0,-1 3 1182,0-17-1019,1 0 1,-1 0 0,0 0-1,1 0 1,-1 0 0,1 0 0,-1 0-1,1 0 1,-1-1 0,1 1-1,0 0 1,-1 0 0,1-1-1,0 1 1,0 0 0,-1-1 0,1 1-1,0 0 1,0-1 0,0 1-1,0-1 1,0 0 0,0 1-1,0-1 1,0 0 0,0 0 0,2 1-1,35 5 84,-25-5-53,-2 1-67,1 1 0,-1 0 0,1 1-1,-1 0 1,0 1 0,0 0-1,-1 0 1,1 2 0,18 13-1,-25-16-27,-1-1-1,1 0 0,0 1 0,-1 0 1,0 0-1,0 0 0,0 0 0,0 1 0,-1-1 1,1 1-1,-1-1 0,0 1 0,-1 0 1,1 0-1,-1 0 0,0 0 0,0 0 1,-1 0-1,1 0 0,-1 0 0,0 0 0,-1 0 1,1 0-1,-1 0 0,-2 9 0,1-10 54,1-1 0,-1 0-1,0 0 1,0 0-1,0 0 1,0 0 0,-1 0-1,1 0 1,-1-1-1,0 1 1,0-1 0,0 0-1,0 0 1,0 0-1,0 0 1,-4 1 0,-57 22 18,62-24-19,-9 2-503,-1-1 1,0 0 0,0 0 0,0-2-1,-19 0 1,22 0-777,-16 0-5492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0:23.36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80 224,'0'0'10332,"2"-13"-9603,8-39-7,-5 38 1156,-1 18-845,-1 14-565,8 55-241,2 111-1,-23 40-182,7-145-41,3-78-4,0 0-1,0 1 1,0-1 0,0 0-1,1 1 1,-1-1 0,1 0-1,-1 0 1,1 0 0,-1 1-1,1-1 1,-1 0 0,1 0-1,0 0 1,0 0 0,0 0-1,0 0 1,0 0-1,0 0 1,2 1 0,0 0-11,0 0 1,1 0 0,-1-1-1,1 1 1,0-1-1,7 2 1,4-1-84,0 0 1,26 0-1,-30-2-54,-3 1-94,-1-1 0,1 0-1,-1 0 1,1-1-1,-1 0 1,0 0-1,1-1 1,-1 0-1,0 0 1,0-1-1,11-5 1,9-10-1599,-5 2-1114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0:23.77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28 728,'0'0'13043,"72"-12"-12995,-44 9-24,-4 3-24,11-6-480,-8 3-1321,-6-1-3920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0:24.36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0 568,'0'0'13415,"3"2"-13360,1 0-51,0 0 1,0 0-1,0 0 1,0-1 0,1 0-1,-1 0 1,0 0-1,1 0 1,-1-1-1,6 1 1,56-3 50,-29 1-40,-36 0-25,-1 1 0,1 0 1,0 0-1,0 0 0,-1 0 0,1 0 1,0 0-1,-1 0 0,1 0 1,0 0-1,-1 1 0,1-1 0,0 0 1,-1 0-1,1 1 0,-1-1 1,1 0-1,0 1 0,-1-1 0,1 0 1,-1 1-1,1-1 0,-1 1 1,1-1-1,-1 1 0,1-1 0,-1 1 1,0-1-1,1 1 0,-1-1 1,0 1-1,1 0 0,-1-1 0,0 1 1,0 0-1,0-1 0,1 1 1,-1 0-1,0-1 0,0 1 0,0 0 1,0-1-1,0 1 0,0 0 0,0-1 1,-1 1-1,1 0 0,0-1 1,0 1-1,-1 1 0,1 7-30,-1 0 36,0 0 1,0-1-1,-1 1 0,-1 0 1,1-1-1,-6 10 1,-8 36-10,11-10-214,2 74 0,4-86-668,-1-28 455,0-1 0,0 0 0,-1 0 1,1 0-1,0 0 0,-1 0 1,0 1-1,0-1 0,0 0 0,-1 3 1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0:24.81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1272,'0'0'10931,"69"0"-10875,-31 0-56,17 0-48,-7 0-1169,-10 0-3248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1:05.1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90 1 12427,'0'0'5874,"-3"6"-5556,-5 13-138,2 0 1,0 1-1,1 0 1,1 0 0,-3 31-1,2-12-110,-24 236-1034,20-92-5414,5-113 1699,1-10-2432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1:05.6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10746,'0'0'9662,"10"11"-9326,21 24-8,-1 2 0,-1 1 0,23 43-1,-31-38-42,23 41 339,-43-82-579,0-1 0,1 1 0,-1-1 0,1 1 0,-1-1 0,1 1 0,0-1 0,-1 0 0,1 0 0,0 0 0,0 0 0,0 0 0,0 0 0,0-1 0,0 1 0,0-1 0,0 1 1,0-1-1,0 0 0,0 1 0,0-1 0,0 0 0,0-1 0,3 1 0,-1-1 3,0 1 0,0-1 0,0-1 0,0 1 0,0 0 0,0-1 0,0 0 0,0 0 0,-1 0 0,1 0 1,3-3-1,66-69 139,-52 51-48,1 1-1,34-28 1,-48 44-439,0 1 1,1 0 0,-1 0-1,1 0 1,0 1 0,0 1 0,1 0-1,-1 0 1,1 0 0,-1 1-1,19-1 1,4 3-5240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1:06.6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2985,'0'0'6953,"176"137"-6049,-80-75-264,11 3-71,14-3-121,10-9-240,10-19-56,11-18-104,0-16-40,3 0 0,-13-28-8,-15-6 0,-27-7-304,-31 4-128,-24-10-441,-21 10-151,-20 6-1528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1:07.1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1 6057,'0'0'16057,"-3"3"-15905,3-2-147,-1 0 0,1 0 0,-1-1 0,1 1 1,-1 0-1,1 0 0,0 0 0,-1 0 0,1-1 0,0 1 0,0 0 0,0 0 0,-1 0 0,1 0 1,0 0-1,0 0 0,0 0 0,0 0 0,1-1 0,-1 1 0,0 0 0,0 0 0,1 0 0,-1 0 1,0 0-1,1 0 0,-1-1 0,0 1 0,1 0 0,0 0 0,-1-1 0,1 1 0,-1 0 0,1-1 1,0 1-1,1 0 0,38 26 77,-13-11-36,114 75 351,-138-89-392,0 0 0,-1 0 0,1 0 0,-1 0 0,0 0 0,1 1 0,-1-1 0,0 1 1,0 0-1,-1-1 0,1 1 0,0 0 0,-1 0 0,0 0 0,0 0 0,0 0 0,0 1 1,0-1-1,-1 0 0,1 0 0,-1 1 0,0-1 0,0 0 0,0 0 0,0 1 0,-1-1 0,1 0 1,-1 0-1,0 1 0,-2 4 0,-3 9 23,0-1 0,-1 0-1,-1 0 1,-13 19 0,-24 35-350,-39 67 1092,76-121-1599,1-1 0,1 1 0,0-1 1,1 2-1,1-1 0,0 0 0,-1 21 0,4-15-6319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1:12.1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0 143 7378,'0'0'2648,"0"215"-2160,4-122 24,2-6 40,8-13 1,14-21-65,10-22-24,17-28-280,21-6 136,20-59-184,36-53-136,43-74-176,-26 18-1240,-18 13-2441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1:12.9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1 217 4657,'0'0'10866,"3"22"-10342,0 5-362,0 6 54,2-1 0,10 38 0,-11-55-135,1 0 1,1-1-1,0 1 1,15 24-1,-18-33-60,1-1 0,-1 0 1,1 0-1,1-1 0,-1 1 0,1-1 1,-1 0-1,1 0 0,0 0 0,1-1 1,-1 1-1,1-1 0,-1-1 0,1 1 1,8 2-1,-1-3-4,1 1 1,0-1 0,0-1 0,0-1-1,0 0 1,0-1 0,0 0 0,-1-1-1,1 0 1,0-1 0,18-7-1,2-3 18,-1-2-1,0-1 0,37-25 0,212-154-346,-237 162 47,130-94-1737,-20 13-2058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1:13.8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8 394 7866,'0'0'9450,"-7"193"-9442,7-137-8,13-3 0,15-10 0,10-12 0,10-19 0,7-12-8,14-15 16,11-56 72,27-44-72,-11-3-16,39-72-376,-28 32-1649,-35 43-3336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9:04.53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14123,'0'0'4529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2:24.61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287 1 832,'0'0'12808,"-34"20"-12397,-14 8-326,-45 37-1,86-59-67,-1 1 0,2 0 0,-1 0 0,1 1 0,0-1 0,1 1 0,-1 1-1,2-1 1,-1 1 0,1 0 0,0 0 0,1 0 0,0 0 0,1 0 0,-2 15-1,-2 0 37,-4 35 115,2 1 1,2 0-1,4 89 0,2-147-165,2 50 162,2-1-1,20 94 1,40 100 111,13 65-502,-62-189-2490,-1 230-1,-13-336 2518,-1 0-1,-1 1 1,-1-1 0,0 0-1,-7 26 1,8-38 65,-1 1 0,0 0 0,1 0 0,-2-1 0,1 1 0,0-1 1,-1 1-1,1-1 0,-1 0 0,0 0 0,0 0 0,0 0 0,0-1 1,-1 1-1,1-1 0,-1 0 0,1 0 0,-1 0 0,0-1 0,0 1 1,0-1-1,0 0 0,0 0 0,0 0 0,-4 0 0,-27 1-5231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2:25.37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267 0 640,'0'0'11803,"-31"25"-11249,31-25-554,-130 110 507,122-101-457,1 0 0,0 0-1,0 0 1,1 1-1,0 0 1,0 0 0,1 0-1,1 1 1,0-1 0,0 1-1,1 0 1,0 1 0,-1 20-1,-2-2 64,-5 47 271,3 1 1,2 116-1,5-167-386,2-1 0,1 1 1,1-1-1,1 1 0,1-1 1,1 0-1,1-1 0,2 0 1,1 0-1,0-1 0,27 44 1,-9-28-733,1-2 1,3-1-1,47 44 1,-2-17-3416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2:26.18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281 41 496,'0'0'12231,"-6"-2"-12031,-4-3-140,-2-1 54,0 1-1,-1 0 1,1 1 0,-1 0-1,0 0 1,-14 0 0,22 3-93,0 0 0,0 1 0,0 0 0,0 0 0,0 1 0,1 0 0,-1-1 0,0 1 0,0 1 0,0-1 0,1 1 0,-1 0 0,0 0 0,1 0-1,0 1 1,0-1 0,-1 1 0,1 0 0,1 0 0,-1 1 0,0-1 0,1 1 0,0 0 0,0 0 0,0 0 0,0 0 0,1 0 0,-4 8 0,0-1 26,1 0 1,0 0-1,1 1 0,0-1 1,1 1-1,-3 21 0,2 0 82,2 42 1,2-68-130,0 0 1,1 0 0,-1 0 0,1 0 0,1 0-1,0 0 1,0 0 0,0-1 0,0 1 0,1-1 0,0 0-1,1 1 1,-1-1 0,1-1 0,0 1 0,1-1 0,-1 1-1,1-1 1,0-1 0,1 1 0,-1-1 0,1 1-1,0-2 1,0 1 0,0-1 0,0 0 0,0 0 0,1 0-1,0-1 1,-1 0 0,1 0 0,0-1 0,12 1 0,-13-1-21,0-1 0,0 1 0,1-1 0,-1-1 0,0 1 0,0-1 0,0 0 0,0-1 0,0 1 0,0-1 0,0 0 0,0-1 0,-1 1 0,1-1 0,-1 0 0,0-1 0,0 1 0,0-1 0,0 0 0,-1 0 0,1-1 0,-1 1 0,0-1 1,0 0-1,-1 0 0,0 0 0,0-1 0,0 1 0,2-7 0,3-6-57,0 0 0,-2 0 0,-1 0 0,0-1 0,4-37 0,-3-97 101,-6 132-10,0 20-80,0 32 72,2-1-1,1 0 1,1 0-1,1 0 1,15 43-1,-16-60-197,1 0-1,0 0 0,1-1 1,0 0-1,1 0 1,1-1-1,0 1 0,0-2 1,1 1-1,1-1 0,-1 0 1,2-1-1,-1 0 0,14 8 1,9-2-4743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2:32.98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0 281 128,'4'-4'15945,"17"-17"-15489,31-29 55,-2-1 0,64-86 1,-104 120-223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2:33.85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1 544,'0'0'13792,"3"22"-13075,10 30 75,1-1 1,3 0 0,39 82 0,-55-132-710,0 2 82,1 1 1,0-1-1,-1 0 0,1 0 1,1 0-1,-1 0 0,0-1 1,1 1-1,-1-1 0,1 1 1,4 2-1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2:37.10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1 411 3017,'0'0'9835,"3"-1"-9636,3-3 39,1 0 0,-1 0 1,0-1-1,-1 0 0,1 0 1,-1 0-1,0-1 0,0 0 1,-1 0-1,5-7 0,18-21 598,83-91-185,53-56-852,-156 174-507,-22 27-7188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2:37.54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1 544,'0'0'13860,"21"19"-13411,67 64-104,0 5 55,-66-63-398,2-1 1,0-1 0,1-2 0,2 0-1,36 22 1,-48-36-354,4 3-822,-8-2-3227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2:38.27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87 44 4913,'0'0'7702,"3"-7"-7472,15-29 585,-21 59 644,3-2-1195,-7-3-189,0 0 0,-1-1 0,-1 0 0,-16 23 0,-19 37-47,44-76-30,-1 0 0,1 0 0,-1 0 0,1-1 0,-1 1 0,1 0 0,0 0 0,-1 0-1,1 0 1,0 0 0,0 0 0,0-1 0,0 1 0,-1 0 0,1 0 0,1 0 0,-1 0 0,0 0 0,0 0 0,0 0 0,0 0 0,1 0 0,-1 0 0,0-1 0,1 1-1,-1 0 1,1 0 0,-1 0 0,1-1 0,-1 1 0,1 0 0,-1 0 0,1-1 0,0 1 0,-1-1 0,2 2 0,2-1 7,0 1-1,0-1 1,0 0 0,1 0 0,-1 0-1,8 0 1,7 1 47,-9-1-120,-1 2 0,1-1 0,-1 1-1,1 0 1,-1 1 0,0 0-1,0 0 1,-1 1 0,12 9 0,-19-14-30,2 0 65,-3 0-22,0-7 46,0-57 166,0 64-137,0 3 35,7 107-626,0-1-3279,-7-52-286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2:41.50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5 616,'0'0'14203,"2"-5"-12608,0 13-1070,2 29 103,2 51-278,-1-13-574,9 153 338,-6-77-6156,-7-121 294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2:41.93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19 1016,'0'0'13947,"248"-18"-14163,-182 18-1384,-11 0-3465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2:42.34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14 0 1168,'0'0'12915,"-14"171"-12763,28-109-152,0 10 8,-1 2 72,-2 4 104,-4 2-72,-7-5-104,0-7-16,0-15-16,7-13-64,-4-18-1136</inkml:trace>
  <inkml:trace contextRef="#ctx0" brushRef="#br0" timeOffset="1">62 531 200,'0'0'13682,"29"-7"-13253,96-19-194,-114 24-211,0 0 1,0 1 0,1 0 0,-1 1-1,0 1 1,13 1 0,-18-1-21,0 0 0,0 1 0,0 0 0,-1 0 0,1 0 0,-1 1 1,0-1-1,1 1 0,7 7 0,-8-5 9,0-1 0,-1 1 0,0 1 1,0-1-1,0 1 0,0-1 0,-1 1 0,0 0 0,0 0 1,-1 0-1,0 1 0,0-1 0,0 1 0,-1-1 0,0 1 0,0 0 1,-1-1-1,0 12 0,0-11 27,0 0 0,0 0 0,-1 0 1,0 0-1,0 0 0,-1 0 0,0 0 0,-5 12 1,5-14 7,-1-1 1,-1 1 0,1-1-1,-1 1 1,0-1 0,0 0 0,0-1-1,0 1 1,0-1 0,-1 1-1,0-1 1,-6 2 0,-8 5-83,-1-2 0,-1-1 0,1 0 0,-1-2 0,0 0 0,-1-1 0,1-1 0,-1-2 0,-29 0 0,32-1-2508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2:44.25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0 457 384,'0'0'14917,"11"-13"-13388,31-48-699,53-57-1,-56 73-2584,-3-2-1,43-70 1,-62 84-1694,-11 10-1732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2:44.65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0 832,'0'0'17116,"148"196"-16988,-103-146-128,3-7 0,1-3 0,-5-5-256,1-11-1257,-14-5-623,-13-10-2401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2:45.12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 0 9210,'0'0'5498,"24"6"-5384,78 22-85,-99-27-27,-1-1 0,0 1 0,1 0 0,-1-1 0,1 1 0,-1 0 0,0 1 0,0-1 0,1 0 0,-1 1 0,0-1 0,0 1 0,-1 0 0,1-1 0,0 1 0,0 0 0,-1 0 0,1 0 0,-1 0 0,0 0 0,0 1 0,1-1 0,-1 0 0,-1 1 0,1-1 0,0 1 0,-1-1 0,1 1 0,-1-1 0,0 1 0,1-1 0,-1 1 0,-1-1 0,1 1 0,0-1 0,0 1 0,-2 3 0,0 6 37,1-8-38,0 1 0,-1-1 0,1 0 0,-1 0 1,0 0-1,0-1 0,-1 1 0,1 0 0,-1-1 0,0 1 0,0-1 0,0 0 1,0 0-1,0 0 0,-1-1 0,0 1 0,-5 2 0,-5 4-1,0-1 0,0-1 0,-25 9 0,104-25-122,-59 9 115,0-1 0,1 1 0,-1 0 0,0 0 0,0 1 0,0 0 0,1 0 0,-1 0 0,0 1 0,-1 0 0,1 0 0,0 1 0,7 3 0,-9-1-23,1-1 0,-1 1 0,0 0 0,0 1 0,-1-1 0,1 1 1,-1-1-1,0 1 0,-1 0 0,1 0 0,-1 0 0,-1 1 0,1-1 0,-1 0 0,0 1 0,0 11 1,-1-13 25,1 0 0,-2 0 0,1 0 1,-1 0-1,1 0 0,-1 0 0,-1 0 1,1 0-1,-1 0 0,0 0 0,0 0 1,0-1-1,-1 1 0,1-1 0,-1 1 1,0-1-1,0 0 0,-1 0 0,1-1 1,-1 1-1,-6 4 0,0-3 7,-1 1 0,0-2 0,0 1 0,0-2 0,-1 1 1,1-2-1,-1 1 0,0-2 0,0 1 0,-14-1 0,16-2-1196,0 1 0,0-1 1,-19-4-1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2:47.17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1 544,'0'0'13091,"0"136"-12923,0-86-168,0 0 72,3 3-72,-3-7 8,0-2-8,0-7 0,0-6-320,0-6-1424,0-10-3594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2:47.54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3 680,'0'0'17140,"58"-3"-16956,-20 3-184,38 0 0,-3 0-1977,-8 0-2255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2:47.95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12635,'0'0'4874,"31"15"-5103,93 52-409,-120-64 580,0-1 0,0 0 1,-1 1-1,1 0 0,-1 0 0,1 0 0,-1 1 0,0-1 0,0 1 0,3 5 0,-5-7 17,0 1 0,-1-1 0,1 0 0,0 1 0,-1-1 0,0 1 0,1-1 0,-1 1 0,0-1 0,-1 5 0,1 5-74,0-1 58,1 1 1,-2-1-1,0 0 0,0 0 0,-4 15 0,3-20 51,0 1 1,-1-1-1,0 0 1,0 0-1,0 0 0,-1 0 1,0-1-1,0 1 1,0-1-1,-5 5 1,0-1 18,0-1 1,0 0 0,0 0 0,-1-1 0,0 0 0,0 0-1,-12 4 1,22-11-1,0 0 1,-1 0-1,1 0 0,0 0 0,-1 0 1,1 0-1,0 0 0,0 0 0,-1-1 0,1 1 1,0 0-1,0 0 0,-1 0 0,1-1 1,0 1-1,0 0 0,-1 0 0,1 0 0,0-1 1,0 1-1,0 0 0,0 0 0,0-1 1,-1 1-1,1 0 0,0-1 0,0 1 0,0 0 1,0 0-1,0-1 0,0 1 0,0 0 1,0-1-1,0 1 0,0 0 0,0-1 0,0 1 1,0 0-1,0-1 0,0 1 0,0 0 0,0 0 1,1-1-1,2-15 20,0 14-33,-1-1 0,1 1 0,0 0 0,0 0 0,0 0 1,0 0-1,0 1 0,0-1 0,0 1 0,0 0 0,1 0 0,-1 0 0,0 0 0,4 0 0,51-3-40,-54 4 27,0 0 0,0 0 0,0 1 0,0 0 0,0 0 0,0 0 0,0 0 0,-1 0 0,1 1 1,0 0-1,-1 0 0,1 0 0,-1 0 0,6 5 0,-4-2-51,0 0 0,-1 0 0,1 1 1,-1-1-1,0 1 0,0 0 1,5 12-1,-2-1-97,-2 0 0,1 0 0,-2 0 0,0 0 1,2 36-1,-5-35 117,0 0 0,0 0 0,-2 0 0,-1 0 0,-3 21 0,3-34 54,1-1 0,-1 1 0,1-1 0,-1 1 0,-1-1 1,1 0-1,-1 0 0,1 0 0,-1 0 0,0 0 1,-1 0-1,1-1 0,0 0 0,-1 0 0,0 0 1,0 0-1,0 0 0,0-1 0,0 1 0,-1-1 1,1 0-1,-1-1 0,1 1 0,-7 0 0,7 0-70,0-1-1,0 0 0,0-1 0,0 1 0,-1-1 0,1 0 1,0 0-1,0 0 0,0-1 0,0 1 0,0-1 1,0 0-1,0 0 0,0 0 0,0-1 0,0 1 1,0-1-1,1 0 0,-1 0 0,1 0 0,-1-1 0,1 1 1,0-1-1,0 0 0,0 0 0,0 0 0,1 0 1,-1 0-1,-3-8 0,-12-20-2629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2:48.41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270 1 496,'0'0'13066,"-31"3"-12362,-99 13 19,125-15-646,0 0 1,0 0 0,0 0 0,0 1 0,0 0 0,0 0 0,1 0-1,-1 0 1,1 1 0,-1-1 0,1 1 0,0 0 0,0 1-1,0-1 1,0 1 0,1 0 0,-1 0 0,1 0 0,0 0 0,1 0-1,-5 7 1,4-1 63,0 0 0,1 0 0,0 0 0,0 1 0,1-1 0,1 0 0,0 15 0,0-21-133,0 1 9,0 0 0,1 0 0,-1 0 0,1 0 0,0 0 0,0 0 1,1 0-1,0 0 0,0-1 0,0 1 0,0-1 0,0 1 0,1-1 0,0 0 0,0 0 0,5 5 0,-2-3-28,0-1 1,0-1-1,1 1 0,-1-1 1,1 0-1,0-1 0,0 1 1,1-1-1,12 3 0,-2-2-314,0 0 0,0-2-1,0 0 1,0-1-1,0-1 1,0 0-1,0-2 1,26-4-1,-33 2-451,1 1 0,-1-1 0,18-9 0,24-15-5285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2:52.89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1 377 464,'0'-3'15570,"5"-17"-15087,0 8-437,2 0 1,-1 0-1,2 0 1,-1 1-1,19-21 1,9-13-26,-9 7-384,-1-2 0,-2-1 0,20-51 0,-40 86-739,-7 19-4647,-11 5 1172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2:53.32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0 488,'0'0'14062,"14"9"-13218,19 11-502,-1 2-1,0 1 1,-2 1 0,49 52-1,-45-31-600,-3 1-1,35 69 1,2 4-5571,-49-90-879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2:54.02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 95 728,'0'0'11627,"-2"9"-11341,-1 8-41,1-1 0,1 0-1,1 30 1,1-37-130,0 0 0,0 0 1,1 0-1,0-1 0,0 1 0,1-1 1,1 1-1,-1-1 0,10 15 0,-10-18-54,0 0-1,1 0 1,-1 0-1,1 0 0,0-1 1,1 0-1,-1 1 0,1-1 1,0-1-1,0 1 0,0-1 1,0 0-1,0 0 1,1 0-1,0-1 0,-1 0 1,1 0-1,0 0 0,0-1 1,0 0-1,0 0 0,0-1 1,0 1-1,0-1 0,0-1 1,10-1-1,-11 2-46,-1-2-1,0 1 1,0 0 0,0-1-1,0 0 1,0 0 0,0 0-1,0 0 1,-1-1-1,1 1 1,-1-1 0,1 0-1,-1 0 1,0 0 0,0-1-1,-1 1 1,1-1 0,-1 1-1,0-1 1,1 0-1,-2 0 1,1 0 0,0 0-1,1-8 1,2-5-4,-1 1 1,-1-1 0,0 1-1,-2-1 1,1-20-1,-2 30-12,0 0-1,0 0 0,-1 0 0,0 0 1,0 0-1,0 0 0,-1 1 1,0-1-1,0 0 0,-1 1 0,0 0 1,0-1-1,0 1 0,-1 1 1,0-1-1,0 0 0,0 1 0,-1 0 1,0 0-1,0 0 0,0 0 1,-1 1-1,1 0 0,-1 0 0,0 1 1,0 0-1,-1 0 0,-6-3 1,6 4-67,0 0 1,0 0 0,-1 1 0,1 0 0,0 0-1,-13 0 1,18 1 21,0 0-1,-1 0 1,1 1-1,0-1 1,0 1 0,-1-1-1,1 1 1,0 0-1,0-1 1,0 1-1,0 0 1,0 0-1,0 1 1,0-1-1,0 0 1,1 1 0,-1-1-1,0 1 1,1 0-1,-1-1 1,1 1-1,0 0 1,-1 0-1,1 0 1,-1 3 0,-4 14-788,2 0 0,0 1 0,-1 22 0,1 8-3937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3:05.42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11642,'0'0'7706,"103"226"-7242,-68-142-400,-4 12 8,-4 10-24,-6 3-96,-7 2-48,-14-5-480,0-4-320,-14 10-1137,-17-22-399,-4-25-3129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3:13.38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187 578 328,'0'0'13790,"-2"4"-13573,-22 12 32,10-8-91,1 1 0,0 1 0,0 0 0,1 1 0,-20 22-1,24-22-145,0 0-1,1 1 1,1 0-1,0 0 0,1 1 1,0-1-1,0 1 1,2 0-1,0 0 1,0 1-1,1-1 0,1 1 1,0 26-1,1-38-7,0 1 0,1-1-1,-1 1 1,1-1-1,0 1 1,-1-1 0,1 0-1,0 1 1,0-1-1,1 0 1,-1 0 0,0 0-1,1 1 1,-1-2-1,1 1 1,0 0 0,0 0-1,0 0 1,0-1-1,0 1 1,0-1 0,0 0-1,0 1 1,0-1-1,1 0 1,-1 0 0,0 0-1,1-1 1,-1 1-1,1-1 1,-1 1 0,1-1-1,-1 0 1,4 0-1,-2 1 7,1-1-1,-1 0 0,1 0 1,-1-1-1,0 1 0,1-1 0,-1 0 1,0 0-1,1 0 0,-1-1 1,0 1-1,0-1 0,0 0 1,0 0-1,0-1 0,-1 1 1,1-1-1,-1 0 0,6-6 0,1-6 14,0 0 0,-2-1 0,0-1-1,-1 1 1,0-1 0,-2-1-1,0 1 1,-1-1 0,3-26-1,-1-21 14,-3-84 0,-3 103-17,-2-23-21,-2 0 0,-4 1 1,-19-83-1,12 87-4,8 39-19,5 20-59,1 7-70,2 31 140,2-1-1,14 63 1,27 71 49,-13-55-61,3 29 31,26 95-319,-58-226 106,16 40-248,-17-46 109,1-1 0,-1 1 1,1-1-1,-1 0 1,1 1-1,0-1 1,0 0-1,0 0 0,3 2 1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3:42.80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489 1 12499,'0'0'5474,"-35"0"-4112,-117 6-162,145-5-1139,0 0 1,0 0-1,0 1 0,1 0 1,-1 1-1,0-1 0,1 1 1,0 0-1,-1 1 0,1-1 1,1 1-1,-1 0 0,0 1 0,1 0 1,0 0-1,0 0 0,1 0 1,-1 1-1,1-1 0,-4 7 1,-3 4 38,-7 11-20,0 1-1,2 1 0,1 0 0,2 1 1,1 1-1,1 0 0,1 1 1,-5 37-1,0 18-28,-5 162-1,18-128-14,14 133-1,-3-183-37,2 1 0,4-1 0,27 80 0,146 304-289,7 22-2280,-183-437 2085,-1 1-1,-2 1 1,-2 0 0,-2 0 0,-2 0-1,-1 0 1,-5 44 0,2-74 395,-1-1 0,0 1 0,-1 0 1,0-1-1,-1 0 0,0 0 0,-1 0 1,0-1-1,-1 1 0,0-1 0,-11 14 0,0-4-769,-1-1-1,-1 0 0,-1-2 0,-23 17 1,-45 25-6603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3:46.79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1 593 320,'0'0'6794,"0"3"-6714,0 10 4534,15-15-4162,-5-5-236,-1 0-1,1-1 1,-1 0 0,0-1-1,10-12 1,37-55 35,-40 54-162,219-337-34,-207 315-94,-24 37-195,8-14 173,-9 4-2985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3:47.17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1 360,'0'0'14407,"22"20"-13615,8 8-571,105 89 487,-34-38-556,137 83 1,-228-156-386,0-1-1,1 0 1,10 4-1,16-2-4759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3:47.74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 6489,'0'0'6072,"16"22"-5714,50 73-173,-62-87-172,0-1 1,-1 1-1,0 0 0,0 0 1,-1 0-1,0 0 0,0 0 0,-1 1 1,0-1-1,-1 1 0,1-1 1,-2 1-1,-1 11 0,1 13 57,1 32 376,0-46-149,0-49 63,0 5-274,1 0 0,7-36 0,-6 51-55,1-1 1,0 1 0,0 0-1,1-1 1,0 2 0,1-1-1,0 0 1,9-12 0,-13 21-31,0-1 1,0 1 0,1-1-1,-1 1 1,0 0-1,1-1 1,-1 1-1,0 0 1,1 0-1,0 0 1,-1 0 0,1 0-1,0 0 1,-1 1-1,1-1 1,0 0-1,0 1 1,0-1-1,-1 1 1,1 0 0,0 0-1,0 0 1,0 0-1,0 0 1,0 0-1,0 0 1,-1 1-1,1-1 1,3 1 0,-2 1-1,0-1 0,0 1 1,0 0-1,-1 0 1,1 0-1,0 0 0,-1 0 1,1 1-1,-1-1 1,0 1-1,0-1 1,0 1-1,0 0 0,0 0 1,1 4-1,18 43-1146,-3 2-1,15 68 1,-19-65-261,-3-15-3034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3:50.95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307 575 80,'0'0'12080,"-33"7"-11312,-106 26-93,134-32-637,0 0 0,0 1 1,0 0-1,0 0 0,1 0 0,-1 1 1,1 0-1,-1 0 0,1 0 1,0 0-1,0 1 0,1-1 0,-1 1 1,1 0-1,-1 0 0,1 0 0,0 1 1,1-1-1,-1 1 0,-3 9 0,1-2 52,-3 6 3,0 1 0,2 0-1,1 0 1,0 0 0,1 0 0,-1 21-1,2 2 10,5 73 0,-3-111-95,2 0 1,-1 0-1,0 0 1,1 0 0,0 0-1,0-1 1,0 1 0,0 0-1,0 0 1,1-1-1,0 1 1,0-1 0,0 0-1,0 1 1,0-1 0,1 0-1,-1 0 1,1 0-1,0-1 1,0 1 0,0 0-1,0-1 1,0 0 0,1 0-1,-1 0 1,1 0-1,-1-1 1,1 1 0,0-1-1,0 0 1,-1 0-1,1 0 1,0-1 0,0 1-1,0-1 1,0 0 0,0 0-1,0 0 1,0-1-1,0 1 1,6-3 0,-5 2 11,0 0 1,-1-1 0,1 0-1,-1 0 1,0 0-1,1 0 1,-1-1 0,0 0-1,0 0 1,0 0 0,-1 0-1,1 0 1,-1-1-1,0 1 1,0-1 0,0 0-1,4-8 1,3-6 35,-1-1-1,12-37 1,-19 50-50,11-36 59,-3 0-1,-1-1 0,7-83 0,-11-136 19,-5 182-79,-2 14-2,-3 0 1,-19-90-1,18 120 27,3 12-51,2 21-237,1 7-277,4 28 450,1-1 1,2 1-1,18 52 0,-7-29 32,18 70-203,46 147-259,-56-199-1767,55 110-1,-52-131-3077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3:51.34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1 472 9202,'0'0'7626,"55"-170"-7482,-27 123-64,-4 1-80,3-1-8,-6 4-368,-11-7-921,-6 13-831,-4 6-1057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3:51.70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12643,'0'0'6817,"172"174"-6537,-120-125-264,0 7-16,-4-3-368,14 9-1016,-14-15-1625,-10-13-3152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3:52.07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83 218 8938,'0'0'10330,"156"-7"-10330,-118 7-48,-4 0-544,-6 0-1072,-4 0-673,-14 0-880</inkml:trace>
  <inkml:trace contextRef="#ctx0" brushRef="#br0" timeOffset="1">1 0 5433,'0'0'13971,"79"0"-13835,-38 0-136,25 0-112,-11 0-1664,-10 0-3425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3:54.01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1 743 10202,'0'0'4225,"86"-165"-4217,-45 106 40,4-12-48,0-4 0,3-2-176,-6-1-760,-8-12-416,-10 19-705,-13 15-2568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3:54.39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0 12395,'0'0'6401,"145"168"-5897,-89-112-368,2 6-80,1 0-56,3-6-168,-7-10-1064,4-15-1049,-11-12-1687,-20-16-3114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3:54.77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37 10490,'0'0'7230,"21"11"-7196,70 41-40,-87-49 7,0 1 0,0 0 0,0 0 0,0 0 0,-1 0 0,1 0 0,-1 1 0,0-1 0,0 1 1,-1 0-1,0 0 0,0 0 0,0 0 0,0 0 0,-1 1 0,1-1 0,-1 0 0,-1 1 0,1-1 0,-1 9 0,2 5 58,2 73-758,-4-119 617,2 0-1,0 0 0,10-36 0,-9 47 89,2 1-1,0-1 0,1 1 1,1 0-1,0 1 1,1 0-1,11-16 0,-17 27-4,1-1-1,0 1 1,0 0-1,0 0 1,1 1-1,-1-1 1,1 1-1,-1-1 0,1 1 1,0 0-1,0 0 1,0 1-1,5-2 1,-7 2-5,0 1 1,0 0-1,1-1 0,-1 1 1,0 0-1,0 0 0,0 0 1,0 0-1,0 0 0,0 1 1,0-1-1,0 1 1,0-1-1,0 1 0,0 0 1,0 0-1,0 0 0,0 0 1,0 0-1,0 0 1,-1 0-1,1 1 0,-1-1 1,1 1-1,-1-1 0,1 1 1,-1-1-1,2 5 1,8 15 5,-1 1 0,-1 1 0,-1-1 0,9 46 0,-12-45-71,1 0 0,2 1 0,0-2 0,1 1 1,13 22-1,-20-41-289,1 0 1,0 0 0,0 0-1,0 0 1,1-1-1,-1 1 1,1-1 0,0 0-1,0 0 1,0 0-1,0-1 1,7 4 0,11-1-6777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3:55.15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 4321,'0'0'12315,"38"149"-12219,-24-97-96,0 4-8,-4 0-288,7 3-1073,-6-15-1335,-5-13-2409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3:55.57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0 12171,'0'0'4993,"186"7"-9954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3:55.96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28 0 824,'0'0'13942,"-3"3"-13734,0 2-189,0-1 0,1 0 0,-1 1 0,1-1 0,0 1 0,1 0-1,-1 0 1,1 0 0,0 0 0,0 0 0,0 0 0,1 0 0,0 0 0,0 0 0,1 10 0,1 10-3,1 0 0,7 26 0,1 6-285,-1 0-1,-4 1 1,0 71 0,-7-128 274,0 0-1,-1 0 1,1-1-1,-1 1 1,1-1-1,-1 1 1,1-1-1,-1 1 1,0-1-1,1 0 1,-1 0-1,0 0 1,1 0-1,-1 0 1,1 0 0,-1-1-1,0 1 1,1 0-1,-1-1 1,-1 0-1,1 0 80,1-1 0,-1 1 0,1-1 0,0 0 0,-1 1 0,1-1 0,0 0 0,0 0 0,0 0 0,0 1 0,1-1 0,-1 0 0,0 0 0,1 0 0,-1-1 0,1 1 0,0 0 0,0-3 0,2 3-37,1 1-1,-1 0 0,1 0 1,-1 1-1,1-1 0,0 0 0,-1 1 1,1 0-1,0-1 0,0 1 1,-1 0-1,1 0 0,3 1 1,0-1 19,177-15-2956,-143 12-2496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3:56.39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1 218 3753,'0'0'16835,"227"24"-16491,-130-24-103,24 0-233,13-15-8,22-19-56,2-7-1121,8-2-1039,30-7-769,-40 13 209,-42 15-1929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3:57.03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0 10538,'0'0'5525,"15"28"-5430,50 91-20,-56-105-44,-2 1 0,0 0 0,0 0 0,-2 1 0,0 0 0,-1 0 0,0 0 0,-1 1 0,-1-1 0,-1 1 0,-1 28 0,0-38 22,0-17-18,0-26 33,1 0 1,10-55 0,-10 81-67,1 0 1,1 1-1,0-1 0,0 1 1,1 0-1,0 0 0,1 0 1,0 0-1,0 1 1,0 0-1,1 0 0,1 0 1,-1 1-1,13-11 0,-16 16 9,-1 1 0,1-1 0,-1 0 0,1 1 0,0-1 1,0 1-1,0 0 0,0 0 0,0 0 0,0 1 0,0-1 0,0 1 0,0-1 0,0 1 0,0 0 0,0 0 0,0 0 0,1 1 0,-1-1 0,0 1 0,5 1 0,-3 0 7,-1 0 0,0 0-1,0 1 1,0-1 0,0 1-1,0 0 1,-1 0 0,1 0 0,-1 0-1,0 1 1,1-1 0,-2 1-1,4 4 1,18 35-161,-2 1 1,-2 1-1,14 49 0,-14-50-2307,2-21-2301,-5-15-1357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3:57.47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0 728,'0'0'16612,"17"162"-16396,-7-119-136,1 7-64,-4-4-16,0-5-448,-1-1-921,-2-15-1247,-1-10-3409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3:57.84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 1640,'0'0'14323,"179"12"-14323,-127-12-952,-4 0-3385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3:58.24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62 1 120,'0'0'13988,"0"21"-13494,-1 1-408,-1 153 317,12-66-342,1 29-360,-12-137 288,1 0 1,0-1-1,0 1 1,0-1-1,0 1 1,-1-1-1,1 1 1,0-1-1,0 1 1,-1-1-1,1 1 1,0-1-1,-1 1 1,1-1-1,-1 1 1,1-1-1,0 1 1,-1-1-1,1 0 1,-1 1-1,1-1 1,-1 0-1,0 0 1,1 1-1,-1-1 1,0 0-1,-23 5-272,-19-6 1432,41 1-582,43 1-396,-18 0-623,0-1-1,1-1 1,41-7-1,-27-4-3884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3:59.97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6 360,'0'0'18228,"0"-6"-16862,-1 95-1068,4 129-97,0-185-1459,10 41 0,-8-54-215,0-1 1,2 0 0,10 21 0,-6-21-3542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4:00.37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69 2897,'0'0'15963,"193"-22"-15963,-86 7-32,-17-1-2545,-15 1-5736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4:00.72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245 1 3577,'0'0'13332,"-21"2"-12372,6-1-778,8-1-127,0 0 0,0 0 0,0 0 0,0 1 0,1 0 0,-1 1 0,0 0 0,0 0 0,1 0-1,0 1 1,-1 0 0,1 0 0,0 0 0,0 1 0,1 0 0,-1 0 0,1 1 0,-6 5 0,1 3-4,1 1 0,0 1-1,0 0 1,2 0 0,0 0 0,1 1 0,0 0 0,1 0 0,1 1 0,0 0 0,2-1 0,0 1-1,0 0 1,2 0 0,0 0 0,1 0 0,3 17 0,-2-25-46,0-1 0,0 1 0,1-1 0,-1 0 1,2 1-1,-1-1 0,1-1 0,1 1 0,0 0 0,0-1 0,0 0 0,0 0 0,1-1 1,1 0-1,-1 0 0,1 0 0,0-1 0,0 0 0,0 0 0,1 0 0,0-1 1,0 0-1,0-1 0,16 5 0,-11-5-226,-1 1 1,1-2 0,0 0-1,1-1 1,-1 0-1,0 0 1,0-2-1,0 0 1,1 0-1,-1-1 1,0-1-1,-1 0 1,1-1-1,0 0 1,21-11 0,30-24-4766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4:01.08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38 1 17148,'0'0'3977,"4"257"-4994,-18-170-1519,-14-9-2713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4:01.45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11859,'0'0'7852,"11"27"-7792,60 154-43,-64-163-88,0 1-1,-1-1 1,-1 1-1,-1 0 0,3 39 1,-7-83 0,1 0 0,1 0 0,6-25 0,-5 37 71,1 0 1,0 0-1,1 0 0,1 0 1,0 1-1,0-1 0,12-15 0,-7 13-3,1 0-1,0 1 1,20-17-1,-29 27-2,0 1-1,1 0 1,-1 0-1,1 1 0,0-1 1,0 1-1,0 0 1,0 0-1,0 0 1,1 1-1,-1-1 1,0 1-1,1 0 0,-1 0 1,1 0-1,-1 1 1,1 0-1,0 0 1,8 1-1,-11 0-5,0 0-1,1 0 0,-1 0 1,0 0-1,0 1 1,0-1-1,0 1 1,0-1-1,0 1 1,0 0-1,0 0 1,0 0-1,-1 0 1,1 0-1,-1 0 1,0 0-1,2 4 1,15 47-40,-13-38 57,5 22-63,16 48 318,-24-78-399,1 0 0,0-1 0,0 0 0,1 1-1,0-1 1,0 0 0,0-1 0,1 1 0,6 6-1,7-2-2423,-1-6-2070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4:01.91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32 280,'0'0'19628,"83"0"-19508,-45 0-120,3 0-72,14-6-1224,-10-7-1409,-7 1-2256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4:02.30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1 283 56,'0'0'18220,"114"-22"-18148,-70 19-72,1 3-80,14 0-1048,-7 0-1449,-14 0-1896</inkml:trace>
  <inkml:trace contextRef="#ctx0" brushRef="#br0" timeOffset="1">208 0 3081,'0'0'14643,"-31"177"-14475,27-108-88,-6 5-72,-1 7 16,-2-1-24,-1 1-16,4 6-824,3-22-1217,3-21-2128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4:02.66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15459,'0'0'6250,"128"24"-6330,-94-24-625,18 0-1359,-7-9-2017,-10-6-2824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4:03.19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118 0 704,'0'0'14781,"2"33"-14587,8 104-55,-8-118-125,15 272 598,-17-289-614,-1-1 1,1 0 0,0 0 0,0 0 0,-1 0 0,1 0 0,-1 0 0,1 0 0,-1 0 0,0 0 0,1 0 0,-1 0 0,0 0 0,0 0 0,1 0 0,-1 0 0,0-1 0,0 1 0,0 0 0,0-1 0,0 1 0,0 0 0,0-1 0,0 0 0,0 1 0,0-1 0,-1 1 0,1-1 0,0 0 0,0 0 0,-2 0 0,-43 2-274,37-2 290,-58 6 2209,141-1 77,6 0-3202,-43-5-1473,-11 0-2831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4:05.32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7 6081,'0'0'12587,"138"-4"-12611,-49 4-1312,-13 0-945,-14-3-1976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4:05.73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23 9722,'0'0'9290,"138"-7"-9290,-45 4-72,-17-3-1720,-14 0-2665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4:06.46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6 6689,'0'0'9707,"204"0"-9707,-111 0-433,-17 0-1439,-14-6-2289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4:06.88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10 9394,'0'0'8746,"269"0"-8746,-159-3-936,-10-3-3265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4:13.76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292 42 3209,'0'0'15215,"-1"-3"-14358,-1 0-761,0 1 0,-1-1 0,0 0 0,1 1 0,-1-1 0,0 1 0,0 0 0,0 0 0,-1 0 0,1 0 0,0 1 0,-1-1 0,1 1 0,-1 0 0,1 0-1,-1 0 1,0 0 0,-5 0 0,-12-1-58,0 1 1,-22 1-1,22 0 20,16 0-80,-1 0 1,1 1 0,-1-1 0,0 1 0,1 0 0,-1 1 0,1-1 0,0 1 0,-1 0 0,1 0 0,0 1 0,-6 4-1,7-5 7,1 1 0,0 0-1,0 1 1,0-1-1,0 0 1,0 1 0,1-1-1,0 1 1,-1 0-1,2 0 1,-1 0 0,0 0-1,1 0 1,-1 0-1,1 0 1,-1 8-1,0 0 14,1 0 0,0 1 0,1-1 0,0 0 0,1 0 0,0 0 0,1 0 0,1 0 0,-1 0 0,2 0 0,0-1 0,0 1 0,1-1 0,7 11 0,-9-17-2,10 19-39,2-1 1,1 0-1,31 33 1,-42-51-76,-1-1 1,1 1-1,0-1 1,0 0-1,0 0 0,0-1 1,1 0-1,-1 0 0,1 0 1,0 0-1,0-1 0,0 0 1,0 0-1,0-1 1,1 0-1,-1 0 0,0 0 1,1-1-1,-1 0 0,0 0 1,1 0-1,6-2 0,-8 0 64,0 0-1,0-1 1,0 1-1,0-1 0,0 0 1,-1 0-1,1 0 0,-1-1 1,0 1-1,0-1 0,0 0 1,0-1-1,-1 1 0,0 0 1,0-1-1,0 0 0,4-8 1,1-5 23,-1 0 0,0-1-1,6-31 1,-4 1 43,3-72-1,-10 102-8,-2 46-463,1-1 0,1 1 0,1-1-1,9 31 1,-9-39 442,2-1 0,0 1 0,1-1 0,1-1 0,0 1 0,2-1 0,0 0 0,18 24-1,13-3-1558,-4-15-1920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4:14.15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7698,'0'0'11794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3:15.39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0 599 360,'0'0'12861,"5"-5"-11923,11-15-405,-1 0 0,-1-1 0,0-1 0,-2-1 0,12-28 0,15-27-241,-3 12-344,49-85-274,-66 121-1783,2 0-1,40-44 0,-54 67-326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3:15.81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0 464,'0'0'16292,"121"180"-16188,-80-139 56,7-4-72,1 0-88,-1-3 0,0 1 0,-3-4-72,-7 0-881,-10 6-759,-8-3-1537,-13-9-4672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4:17.11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7 552 6529,'-4'6'12126,"4"-6"-11986,-1 0 1,1 0 0,0 0-1,-1 0 1,0 1 0,2-7-29,-1 0 0,1 0 1,0 0-1,1 0 0,-1 1 0,1-1 1,0 1-1,1-1 0,4-7 0,35-49 77,-13 22-128,122-204-28,-80 128-785,-65 108 480,-5 7 158,0 0 1,0-1 0,0 1 0,-1-1-1,1 1 1,0-1 0,0 1-1,-1-1 1,1 0 0,-1 1-1,1-1 1,-1 0 0,0-1-1,-11 32-8021,-2-10 2450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4:17.66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0 8346,'0'0'13981,"14"23"-13286,49 74-136,-41-66-364,0-2-1,3 0 1,51 46 0,-32-34-132,-8-6 55,113 123 2240,-125-123-1338,-20-23 1817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4:19.70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1 516 5977,'0'0'10491,"89"-192"-10291,-61 139-80,3 0-120,-3-3 0,-1 7-8,-3 8-441,-3 7-703,-4 9-808,-10 13-1217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4:20.09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 6345,'0'0'10067,"121"133"-9859,-73-92 40,0 5-136,1 4-56,-1 0-56,-3-1 0,-7-5-136,3-1-1001,-13-15-2071,-7-12-4466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4:20.62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122 0 6993,'0'0'6567,"-11"28"-6167,-78 189-14,87-213-388,-1 3 53,0-1-1,0 1 1,1-1 0,0 1-1,0 0 1,1 0-1,0 0 1,0 0 0,0 0-1,1 0 1,0 0-1,2 13 1,-1-18-49,-1-1 1,2 1-1,-1 0 0,0-1 1,0 1-1,0-1 0,1 1 1,-1-1-1,1 1 0,-1-1 1,1 0-1,0 0 0,-1 0 1,1 0-1,0 0 0,0 0 1,0 0-1,3 0 1,43 12 32,-35-10-50,14 3-596,1-2 0,-1-1 0,48-1 0,-74-2 609,-1-1 0,1 0 0,-1 1 0,1-1 0,-1 1 0,0-1 0,1 0-1,-1 1 1,0-1 0,1 0 0,-1 0 0,0 1 0,0-1 0,0 0 0,0 0 0,1 1 0,-1-1 0,0 0 0,-1 0 0,1 1 0,0-2 0,0-26 84,0 22-73,-3-44 523,3 37 1283,5 44-830,36 134-466,-21-94-597,13 43-2573,-22-78-1114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4:21.00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 9914,'0'0'5201,"4"195"-5201,2-148 0,1 0-424,4 2-1328,-1-8-1089,-6-16-5649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4:21.40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31 9634,'0'0'6842,"207"-31"-7875,-162 31-2944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4:21.82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76 1 8770,'0'0'7758,"-3"22"-7870,-1 7 48,0 0-105,0 1-1,2 40 0,4-27-35,8 47 1,-4-48-903,0 50 0,-8-91 1088,1-1 1,-1 1-1,0 0 0,0-1 0,0 0 1,0 1-1,0-1 0,0 0 0,0 0 0,1 0 1,-1 0-1,-3-1 0,2 1 38,-50 0 4840,67 0-4616,37 0-150,24-1-784,-26 3-2992,-17 0-3236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4:22.20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0 118 9522,'0'0'11522,"242"9"-11113,-156 1-209,10-7-200,15-3-48,10-6-857,44-44-1255,-30 6-2521,-25 4-3617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4:22.74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97 0 9178,'0'0'8168,"0"13"-8002,-2 7-263,0 0 0,-2 0 0,0-1 0,-1 0 0,-13 31 0,1-14-13,10-25 110,1 2 0,0-1 0,0 1 1,2 0-1,0 0 0,0 0 0,-3 27 0,7-39-9,0-1-1,0 1 1,1-1-1,-1 0 1,0 1 0,1-1-1,-1 1 1,0-1 0,1 0-1,-1 1 1,1-1-1,-1 0 1,1 1 0,-1-1-1,1 0 1,-1 0 0,0 1-1,1-1 1,-1 0-1,1 0 1,0 0 0,-1 0-1,1 0 1,-1 1 0,1-1-1,-1 0 1,1 0-1,0-1 1,20 2 22,-17-2-25,39 1-126,0-3 0,49-9-1,-68 8-526,0 1 0,27 1-1,-50 1 655,0 1 0,0-1 0,0 1 0,-1 0 0,1-1 0,0 1 0,0-1 0,-1 0 0,1 1 0,-1-1 0,1 1 0,0-1 0,-1 0 0,1 0 0,-1 1 0,1-1 0,-1 0 0,0 0 0,1 0 0,-1 1-1,0-1 1,0 0 0,1 0 0,-1 0 0,0 0 0,0 0 0,0 1 0,0-1 0,0 0 0,-1-1 0,1-38 633,-1 29-147,2 48 2588,0-1-2926,2-1-1,7 37 1,28 70-413,-29-116-1235,19 39 1,-11-32-2382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4:23.16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0 6585,'0'0'10851,"7"208"-10851,-3-152 0,-4 6-256,6 10-897,-2-13-1583,3-13-2305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4:23.55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47 9762,'0'0'8346,"166"-12"-8762,-115-4-1585,-9-3-2792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4:23.91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62 0 8834,'0'0'7375,"0"17"-7126,0 8-188,0 48 35,14 126-1,-3-143-379,-3 0 0,1 63 0,-41-118 56,24-2 396,0 0 0,-1-1 1,1 0-1,-12-5 0,1 2 1877,34 5-2193,0 0-1,0-1 1,1-1 0,-2 0 0,27-8-1,-6-3-2163,-3 0-2128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4:26.38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 1 9026,'0'0'9209,"-1"11"-8779,-1 109-334,26 219-1,-9-265-3057,0-27-2638,-8-27-957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4:26.79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20 5617,'0'0'13867,"103"-19"-13419,-65 19-200,4 0-184,-4 0-64,-4 0-304,-3 0-584,0 0-1256,-10 0-1793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4:49.57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3897,'0'0'13940,"2"24"-13873,-1-16-64,3 35 3,3 0 0,14 53 0,-7-39 23,-3 2 0,7 79 1,-8 119 67,-8-150-127,-1-98-125,2 38-94,-3-45-56,1 0 1,-1 0 0,1 0-1,-1 0 1,1 1 0,0-1-1,0 0 1,0 0-1,0 0 1,0 0 0,0-1-1,1 1 1,-1 0-1,1 0 1,-1-1 0,4 3-1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4:49.99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80 37 3545,'0'0'15544,"21"-6"-15157,72-19-172,-85 23-206,0 1-1,0 0 1,0 0 0,0 0-1,0 1 1,0 0 0,0 1-1,0 0 1,0 0 0,9 3-1,-12-2-16,0 0 0,-1 0-1,1 0 1,-1 1-1,0-1 1,0 1 0,0 0-1,0 0 1,0 1-1,0-1 1,-1 1 0,6 8-1,-3-2-61,-1 1 1,0 0-1,0 0 0,-1 0 0,-1 1 1,0-1-1,-1 1 0,0 0 0,-1 0 1,0 0-1,-1 16 0,0-20 34,0 0 0,-1 0 0,0-1 0,0 1 0,-1-1 0,0 1 0,0-1 0,-1 0 1,0 1-1,0-1 0,-1-1 0,0 1 0,0 0 0,0-1 0,-1 0 0,0 0 0,0 0 0,-1-1 0,1 0 0,-9 6 0,-1 1 35,-1 0 0,0-1 0,-1-1 0,0-1 0,0-1 0,-1 0 1,0-1-1,-1-1 0,1 0 0,-1-2 0,0 0 0,0-1 0,-27 0 0,41-3-60,4 1-9,0-1 0,0 0 0,0 0 0,0 0 0,0 1 0,-1-1 0,1 0 0,0-1 0,0 1 0,0 0 0,0 0 0,0 0 0,0-1 0,-1 1 0,1 0 0,0-1 0,0 1 0,0-1 0,0 1 0,0-1 0,0 0 0,1 1 0,-1-1 0,0 0 0,0 0 0,0 0 0,1 0 0,-1 0 0,0 1 0,1-1 0,-2-2 0,1-17-3706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4:50.38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14131,'0'0'7698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4:52.35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0 563 9858,'0'0'8882,"6"-5"-8855,8-10 7,0 0-1,-1-1 1,0 0 0,19-35 0,39-86-27,-27 47-229,9-17-1809,-21 34-2139,-17 36-1597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4:52.76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0 11226,'0'0'9434,"149"174"-9402,-87-124-32,7-3-96,21 18-984,-18-16-1888,-13-2-2090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5:06.05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 3 13899,'0'0'6740,"10"-1"-6631,-1 1-121,4-1 23,0 0 0,0 2-1,22 2 1,-31-3-42,0 1 1,1 0-1,-1 1 0,0-1 1,0 1-1,1 0 0,-1 0 1,0 0-1,-1 0 0,1 1 1,0-1-1,-1 1 0,0 0 1,1 0-1,-1 1 0,3 4 1,-1-1-36,-1 0 0,0 0 1,-1 1-1,0 0 1,0-1-1,-1 1 0,0 0 1,0 0-1,1 11 0,-1 10-252,-2 38 0,0-33 245,0-33 78,0 0 0,0 1 0,0-1 0,0 0 0,0 0 0,0 0 0,0 0 0,-1 0 0,1 1 0,0-1 0,-1 0-1,1 0 1,0 0 0,-1 0 0,0 0 0,1 0 0,-1 0 0,1 0 0,-1 0 0,0 0 0,0-1 0,1 1 0,-1 0 0,-2 1 0,0-1 22,1-1 1,-1 1 0,0 0-1,1-1 1,-1 0-1,0 0 1,1 0 0,-5 0-1,-4 0 46,11 0-67,0 0 0,1-1 0,-1 1 0,0 0 0,1 0 0,-1 0 0,0 0 0,0 0-1,0-1 1,1 1 0,-1 0 0,0 0 0,0 0 0,1-1 0,-1 1 0,0 0-1,0 0 1,0-1 0,0 1 0,0 0 0,1 0 0,-1-1 0,0 1 0,0 0 0,0 0-1,0-1 1,0 1 0,0 0 0,0-1 0,0 1 0,0 0 0,0 0 0,0-1-1,0 1 1,0 0 0,0-1 0,0 1 0,0 0 0,-1 0 0,1-1 0,0 1 0,0 0-1,0 0 1,0-1 0,0 1 0,-1 0 0,1 0 0,0 0 0,0-1 0,0 1-1,-1 0 1,1 0 0,0 0 0,0 0 0,-1-1 0,6 1-72,0 0 1,0 0-1,0 0 0,1 1 1,-1-1-1,0 1 1,0 0-1,-1 1 0,1-1 1,0 1-1,0 0 1,-1 0-1,1 1 0,-1-1 1,1 1-1,-1 0 1,0 0-1,0 1 0,-1-1 1,1 1-1,-1 0 1,0 0-1,1 0 0,-2 0 1,6 9-1,-6-7-25,1 1 1,-1-1-1,-1 1 0,1-1 0,-1 1 0,0 0 1,-1-1-1,1 1 0,-2 11 0,1-6 116,0-10-20,0 0 0,-1 0-1,1 1 1,0-1 0,-1 0-1,0 0 1,1 0 0,-1 0 0,0 0-1,0 0 1,0 0 0,0 0-1,0-1 1,-1 1 0,1 0-1,0-1 1,-1 1 0,-1 1-1,-2 0 16,1 1 0,-1-2 0,1 1 0,-1 0 0,0-1 0,0 0 0,-6 2 0,-6 1 35,-1-1 0,0-1 1,-25 1-1,-73-3-3569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5:06.52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0 11682,'0'0'5746,"11"161"-5658,3-114-88,-4 3-8,0 6-240,-3-1-480,0 1-385,-3 0-71,-4-12-664,0-13-2161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5:06.95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 1328,'0'0'13371,"124"24"-13283,-89-24-88,13 0-104,-10-6-1632,-10-6-3681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5:07.35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14 1 312,'0'0'18824,"-3"8"-18595,3-5-213,-2 1-5,0 1 1,1-1-1,0 0 1,0 1-1,1-1 1,-1 1-1,1-1 1,0 1-1,0-1 1,0 1-1,0-1 1,1 1-1,0-1 1,2 7 0,13 31 0,-3 1 1,-1 0 0,-2 1 0,-2 0 0,-2 0 0,1 54 0,-7-63-281,-24-34-115,-31-1 1093,59 0-695,1 0-33,8 0-153,0 0 0,0 0 0,0-1 0,0-1 1,0-1-1,0 1 0,14-6 0,9-10-3172,-6 2-3437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5:08.32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1 131 12123,'0'0'11258,"220"13"-11066,-137-16-152,4-10-40,2 1-80,-3-1-424,4-2-368,-7-1-689,10-12-1255,-20 4 127,-18 5-1912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5:09.23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3 9674,'0'0'7875,"21"0"-7852,11-1-84,0 0-367,36 3 1,-66-2 373,0 1 0,-1-1 0,1 1 1,-1 0-1,1-1 0,-1 1 0,1 0 1,-1 0-1,1 0 0,-1 0 0,0 0 1,1 0-1,-1 0 0,0 0 0,0 0 1,0 1-1,0-1 0,0 0 0,0 1 1,0-1-1,-1 1 0,1-1 1,0 1-1,-1 0 0,1-1 0,-1 1 1,0-1-1,0 1 0,1 0 0,-1-1 1,0 4-1,0 2 49,0-1 0,0 0 0,0 0 0,-1 0 0,0 0 0,0 1 0,-1-1 0,-2 6 0,-1-3 15,0 1 0,-1-1 0,-1 0 0,0-1 0,0 1 0,0-1 0,-1-1 0,0 1 0,-1-1 0,1-1 0,-2 0 0,-13 8 0,1-12 149,18-5 91,14-1-189,-4 2-66,0 0 0,0 1-1,0 0 1,0 0 0,0 0 0,0 1-1,0 0 1,0 0 0,0 0-1,0 1 1,-1 0 0,1 0 0,0 0-1,0 1 1,0 0 0,-1 0-1,1 0 1,-1 1 0,0 0 0,1 0-1,-1 0 1,0 1 0,-1-1-1,1 1 1,-1 0 0,0 1 0,0-1-1,6 9 1,-6-6 3,0 0-1,-1 0 1,0 0 0,0 1-1,0-1 1,-1 1-1,0-1 1,1 16 0,-1 3 70,-3 35 0,1-53-47,-1 0 27,0 0-1,-1 0 1,0 0-1,0-1 1,0 1 0,-1-1-1,0 1 1,-1-1 0,1 0-1,-1 0 1,-1-1-1,1 1 1,-9 8 0,8-10-27,1 0 1,-1-1-1,0 1 1,0-1 0,-1 0-1,1-1 1,-1 1-1,1-1 1,-1 0-1,0 0 1,0-1 0,-1 0-1,1 0 1,0-1-1,-1 1 1,-12 0 0,18-2-58,-1 0 1,1 0 0,-1 0 0,1-1 0,-1 1 0,1 0 0,-1-1 0,1 1 0,-1-1 0,1 0 0,0 1 0,-1-1 0,1 0 0,0 0 0,-1 0 0,1 1 0,0-2 0,0 1 0,0 0 0,0 0 0,0 0 0,0 0 0,0-1 0,1 1 0,-1 0 0,-1-3-1,0-3-481,0 1 0,0-1 0,1 0 0,-2-11 0,2 9-286,-3-29-5393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5:09.64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0 1872,'0'0'14347,"31"174"-13994,-21-121-153,4 0-104,-4-1-72,1 1-24,-4 6-977,0-18-1535,-7-10-5378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5:10.00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25 4337,'0'0'13507,"197"-3"-14267,-135-6-2153,-14-4-6217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5:10.39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 0 10218,'0'0'7070,"8"23"-6980,23 78-15,-22-67-76,-1-1 0,-2 1 0,-2 0 1,-1 1-1,-3 57 0,0-53-71,0-37 39,1 1 0,-1-1 0,0 0 0,-1 1 1,1-1-1,0 0 0,-1 1 0,1-1 0,-1 0 1,0 1-1,0-1 0,0 0 0,0 0 0,0 0 1,0 0-1,-1 0 0,1 0 0,-3 3 0,1-4 3,1 1-1,-1-1 1,0 1-1,0-1 1,0 0-1,0 0 1,0 0-1,0-1 1,0 1-1,0-1 0,0 0 1,0 1-1,-6-2 1,-22 1 2872,44 0-2219,23 0-575,105-4-228,-121 2-1267,0-1 0,31-9 0,-15-1-4156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5:12.15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 1 8410,'0'0'7051,"0"5"-6146,0 35 200,-1 55-570,3 0-1,28 168 1,-7-162-2878,-6-35-3371,-9-33-1239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5:12.56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41 592,'0'0'18196,"131"6"-18196,-62-9-936,-10-19-1801,-8 0-4128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5:12.98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1168,'0'0'17377,"30"10"-17291,93 35-73,-116-43-94,0 1 1,0 0-1,0 0 1,-1 1-1,1 0 1,-1 0-1,0 0 1,0 1-1,0 0 1,0 0-1,-1 0 1,0 1-1,0 0 1,-1 0-1,1 0 1,-1 1-1,0-1 1,2 8-1,-3-3-78,0 0 0,-1 0-1,-1 0 1,0 0 0,0 0 0,-1 1 0,-1-1-1,0 0 1,-3 15 0,2-16 146,-1-1-1,0 1 1,0-1-1,-1 0 1,0 0 0,0 0-1,-11 14 1,11-17 5,-1 0-1,1 0 1,-1-1 0,0 1 0,0-1 0,0 0-1,-1-1 1,0 0 0,0 0 0,0 0 0,-9 4 0,-7-4 23,22-4-12,-1-1-1,1 1 1,-1 0-1,1-1 1,-1 1-1,1 0 1,-1-1-1,1 1 1,0-1 0,-1 1-1,1 0 1,0-1-1,-1 1 1,1-1-1,0 1 1,0-1-1,-1 1 1,1-1 0,0 1-1,0-1 1,0 1-1,0-1 1,0 1-1,0-1 1,0 0-1,0 1 1,0-1 0,0 1-1,0-2 1,0 1-2,1 0 1,-1 0-1,0 0 0,1 0 1,-1 0-1,1 0 1,0 0-1,-1 0 1,1 0-1,0 0 1,0 0-1,0 0 1,-1 1-1,1-1 0,0 0 1,0 0-1,0 1 1,0-1-1,0 1 1,0-1-1,1 1 1,-1-1-1,0 1 1,0 0-1,0-1 0,0 1 1,1 0-1,-1 0 1,0 0-1,1 0 1,45-2-7,-39 2 7,-3 1-45,1 0-1,-1 0 1,1 0-1,-1 1 1,0-1 0,0 1-1,1 1 1,-1-1-1,-1 1 1,1 0-1,0 0 1,-1 0-1,1 0 1,-1 1-1,0 0 1,0 0-1,-1 0 1,1 0 0,-1 1-1,0 0 1,4 5-1,2 6-207,-1 1-1,0-1 1,-1 1 0,-1 0-1,6 25 1,-6-10 139,-2 1 0,-2 0 0,-2 62 0,-1-87 169,0 0 0,0 0 0,-1-1 0,0 1 0,0 0 0,-1-1 0,0 1 0,0-1 0,-1 0 0,0 0-1,0 0 1,-1 0 0,0-1 0,0 0 0,0 0 0,-1 0 0,-11 9 0,11-11 9,0 0 0,0 0 0,0 0-1,-1 0 1,1-1 0,-1 0 0,0 0-1,0-1 1,0 0 0,0 0 0,-1-1-1,1 0 1,0 0 0,-1-1-1,1 0 1,0 0 0,-1 0 0,1-1-1,-12-3 1,15 2-163,0 1-1,1-1 1,-1 0-1,1 0 1,0 0 0,0-1-1,0 1 1,0-1-1,0 1 1,0-1-1,1 0 1,-1 0 0,1-1-1,0 1 1,0 0-1,-3-6 1,-10-23-3836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5:13.46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1 720,'0'0'17172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5:13.95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274 1 744,'0'0'11932,"-23"19"-11472,-77 65-8,82-70-9,2 1-1,-1 0 1,2 1 0,0 1-1,1 0 1,-12 20-1,21-27-235,1-1-1,0 1 0,0 0 1,1 0-1,1 0 0,-1 0 0,2 0 1,-1 1-1,1-1 0,1 1 1,0-1-1,2 16 0,-1-23-180,-1 1 0,1 0-1,1-1 1,-1 1 0,0-1-1,1 0 1,-1 1 0,1-1-1,0 0 1,0 0 0,1 0-1,-1 0 1,0-1 0,1 1-1,0-1 1,-1 1 0,1-1-1,0 0 1,0 0 0,1 0-1,-1 0 1,0-1 0,1 1 0,-1-1-1,5 1 1,8 3 57,0-1 0,-1-1 0,1-1 0,26 1 0,0-1 42,77-6 0,-101 1-640,0 0 0,23-8 0,-28 7-892,-1-1-1,0 0 0,22-13 1,-6-4-6814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5:16.12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10938,'0'0'9290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5:23.21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0 587 392,'0'0'9543,"0"5"-9373,0 18 3520,0-35-1978,1 3-1572,0 0 0,0 0 0,1 0 0,0 0 0,0 0 0,1 0 0,8-16 1,37-59-94,-22 41 18,23-41-129,42-78-530,-36 53-3701,-40 76 350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5:23.63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0 1632,'0'0'14259,"217"153"-13754,-161-110-337,-5 7-56,-2 2-104,-4 1 0,-4 0 0,-3-6-8,-4-7-168,4-21-697,-10-10-951,-7-9-2361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5:24.00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13 130 208,'0'0'14699,"6"25"-14229,23 75-41,-28-97-402,0 1-1,0-1 1,1 0 0,-1 0 0,1 0-1,0 0 1,-1 0 0,1 0 0,0 0-1,1-1 1,-1 1 0,0-1-1,1 0 1,0 1 0,-1-1 0,1 0-1,0-1 1,0 1 0,0 0 0,0-1-1,1 0 1,-1 1 0,0-1-1,0-1 1,1 1 0,-1 0 0,1-1-1,-1 1 1,0-1 0,1 0-1,-1-1 1,5 1 0,-2-1-23,-5 1 4,1 0 0,0 0 1,0 0-1,-1 0 1,1-1-1,0 1 0,0-1 1,-1 0-1,1 1 1,-1-1-1,1 0 0,0 0 1,-1 0-1,0 0 1,1 0-1,-1 0 0,0 0 1,1-1-1,1-1 1,-1-1 1,1 0 1,-1 0-1,0 0 1,0 0-1,0 0 1,-1 0-1,2-8 1,0-4-3,0 0 1,-2-1 0,0-20-1,0 27-6,-2 1-1,1 0 1,-1 0-1,0-1 1,-1 1-1,0 0 0,-1 0 1,-6-15-1,6 20-29,0-1 0,0 0-1,0 1 1,-1-1-1,0 1 1,0 0 0,0 0-1,0 0 1,0 1-1,-1 0 1,0 0 0,0 0-1,0 0 1,0 1-1,-8-4 1,5 4-87,0 0 1,1 0-1,-1 0 1,-15 0-1,21 2 57,0-1-1,0 1 1,0 0-1,0 0 1,0 0-1,0 0 1,0 1-1,0-1 1,0 0-1,0 1 1,0-1-1,0 1 1,1 0-1,-1 0 1,0 0-1,0 0 1,1 0-1,-1 0 1,0 0-1,1 1 1,-1-1-1,1 0 1,-3 4-1,2 5-440,-1 0-1,2 0 0,-1 0 0,1 0 1,1 1-1,0-1 0,0 0 0,1 1 1,0-1-1,6 19 0,-4-17-1429,1-1 0,12 22 1,-16-31 1748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5:24.63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0 600,'0'0'13547,"24"63"-13403,-17-23-144,3 6 104,-6 7-96,3 3 8,-4 0-16,1 6-232,3-15-1456,-7-13-2497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5:25.05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38 808,'0'0'16372,"62"0"-16372,-24 0 0,17-9-889,-10-7-1543,-11 4-2865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5:25.41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 1 7826,'0'0'7231,"1"25"-7213,6 82-10,-4-84-5,1 0 0,12 41 1,-2-11 1,-7-21-62,0 2-150,0 0-1,3 64 1,-19-99-873,-10-4 1047,11 3 229,0 0 0,0 0 0,0 1 0,-10-1 0,16 2 284,25 0-383,7 0-98,-6 1-387,0-1-1,-1-2 1,45-7-1,-28-3-2269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5:26.01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0 103 416,'0'0'15109,"20"2"-14633,45 5 283,107-2 1,225-63-548,-209 25-2261,-2 11-3460,-127 18-320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5:26.59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1 154 1064,'0'0'11472,"9"27"-10658,31 87-310,-36-107-436,0 1 0,0-1 0,1 0 0,0 0 1,0 0-1,1-1 0,0 0 0,0 0 0,0 0 1,1-1-1,-1 0 0,1 0 0,1 0 0,-1-1 1,1 0-1,-1-1 0,13 4 0,-18-6-54,7 3 42,0-1 0,0 0 0,0-1 0,0 0 0,1 0 0,-1-1 0,0 0 0,1 0 0,-1-1 0,18-3 0,-22 2-41,0 0 0,0 0 0,0-1 0,0 0 0,0 0 1,0 0-1,0 0 0,-1-1 0,1 0 0,-1 0 0,0 0 0,0 0 1,0-1-1,-1 0 0,1 0 0,-1 0 0,1 0 0,-2 0 0,1-1 1,3-6-1,-2 3-10,0-1 1,0 0-1,-1-1 1,0 1-1,-1 0 1,0-1-1,-1 0 1,0 1-1,0-1 1,-1 0 0,0 1-1,-1-1 1,0 0-1,0 1 1,-1-1-1,0 1 1,-1-1-1,0 1 1,-1 0-1,0 0 1,0 0-1,-1 1 1,0-1-1,0 1 1,-1 0-1,0 1 1,-11-12-1,5 9 0,0 0-1,0 1 0,-1 0 0,0 1 1,-24-12-1,30 17-16,0 0 0,0 1 0,-1 0-1,1 0 1,0 0 0,-1 1 0,1 0 0,-1 0 0,1 1 0,-1 0 0,0 0 0,1 1 0,-13 2-1,17-1-16,1-1 0,-1 0 0,0 1-1,1 0 1,-1 0 0,1 0 0,-1 0-1,1 0 1,0 0 0,0 0 0,0 1-1,0-1 1,0 1 0,1 0-1,-1-1 1,1 1 0,-1 0 0,1 0-1,0 0 1,0 0 0,1 0 0,-1 0-1,1 0 1,-1 5 0,-1 10-429,1 0 0,3 34 0,-2-49 394,0 3-170,1 1 0,1 0 0,-1 0 1,1 0-1,0-1 0,0 1 0,1-1 1,0 0-1,0 0 0,0 0 0,6 7 0,0-1-826,1-1 0,0-1 0,1 0 0,12 10 0,23 16-4704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5:27.00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 10042,'0'0'4809,"41"174"-4809,-34-121-24,0 6-752,-3-4-1304,-1 4-4194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5:27.39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43 1720,'0'0'16236,"186"16"-16236,-134-16-48,17-9-1344,-17-16-1681,-11 0-6761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5:27.75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39 1 6169,'0'0'7635,"3"27"-7373,13 91-208,-6-68-109,16 52 0,-15-64-300,6 38 0,-13-40-168,2 65-1,-6-100 455,-1 0 0,1 0 0,0 0 0,-1 0 0,1 0 0,-1 0 0,1 0 0,-1 0 0,0 0 0,1-1 0,-1 1 0,0 0 0,0 0 0,1-1 0,-1 1 0,0 0 0,0-1 0,0 1 0,0-1 0,0 1 0,0-1 0,0 0 0,0 1 0,0-1 0,0 0 0,0 0 0,0 1 0,0-1 0,0 0 0,-2 0 0,-41 1-1196,35-1 1217,-6 0-706,-12 0 3764,17 0 391,28 0-2002,21-1-1007,63-9 1,-11-10-6067,-62 10-2349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5:29.70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 1 304,'0'0'17148,"-4"174"-17140,11-115 48,0 3-56,0 0 0,-4 0-80,1-9-664,3-10-1481,0-15-2960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5:30.10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43 40 776,'0'0'17791,"-10"0"-17038,-23 0-81,67 0 603,32 2-1045,-37 0-927,1-1-1,-1-2 0,1-1 1,28-5-1,-17-9-3943,-8-3-2662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5:34.14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3977,'0'0'4969,"0"6"-4704,2 13-207,1-1 0,0 1 0,2-1 0,0 0 0,10 22 0,10 35 281,39 239 1970,-21-86-1420,-39-209-1018,0-2 0,2 1 0,0 0-1,1-1 1,0 0 0,2-1 0,16 26 0,-7-17-2572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5:34.86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1 255 6753,'0'0'7881,"18"-20"-7300,60-66-195,-65 73-317,1 1 1,0 1-1,1 0 1,0 0-1,1 2 1,30-15 0,-7 5 5,-22 9-60,-5 3-8,0 1 1,23-9 0,-34 15-10,-1 0 0,0 0 0,0 0 0,0 0 1,1 0-1,-1 0 0,0 0 0,0 0 0,0 1 0,1-1 1,-1 0-1,0 0 0,0 0 0,0 0 0,1 0 0,-1 1 1,0-1-1,0 0 0,0 0 0,0 0 0,0 1 0,0-1 0,1 0 1,-1 0-1,0 1 0,0-1 0,0 0 0,0 0 0,0 0 1,0 1-1,0-1 0,0 0 0,0 0 0,0 1 0,0-1 1,0 0-1,0 0 0,0 1 0,0-1 0,0 0 0,0 0 0,-1 0 1,1 1-1,0-1 0,0 0 0,-4 14-87,-6 2 13,-1-1 0,0-1-1,-2 1 1,1-2-1,-27 22 1,16-14-30,-115 97 16,137-115 244,15-3-50,9 0 49,0 1-1,0 1 0,0 1 0,22 6 1,-31-5-96,-1 1 1,1 0-1,-1 1 1,0 0-1,0 1 1,-1 0-1,21 18 1,4 9 135,-1 1 0,-2 3 1,42 58-1,-38-46-41,61 62 1,-97-110-158,0 0 0,0 0 0,1 0 0,-1-1 0,0 1 0,1-1 0,-1 1 0,1-1 0,-1 0 0,1 0 0,-1 0 0,1-1 0,0 1 0,0 0 0,-1-1 0,1 0 0,4 0 0,-6 0-199,1 0 0,0-1 0,0 1 0,0-1 0,0 1 0,0-1 0,0 0 0,0 0 0,-1 1 0,1-1 0,0-1 0,-1 1 0,1 0 0,-1 0 0,1-1 0,-1 1 0,1-1 0,-1 1 0,0-1 0,0 1 0,0-1 0,2-3 0,8-20-7896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6:02.15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11602,'0'0'12859,"59"3"-12843,-28 7-16,7-1-8,7-3-712,3-6-632,24 0-1313,-13 0-1744,-11-12-1960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6:02.55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42 44 1824,'0'0'20453,"-42"0"-20541,80 0-360,42-3-905,-11-16-1319,0-2-3049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6:03.68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9554,'0'0'8650,"169"24"-9346,-107-24-1009,4 0-695,-14 0-1457,-18-3-4489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6:04.08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79 3241,'0'0'12322,"231"-50"-14162,-151 22-3849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6:04.46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407 4 1240,'0'0'11144,"-31"0"-10069,-100-2-392,122 1-626,0 1 0,0 0-1,0 1 1,0 0 0,0 0 0,0 1 0,0 0 0,-14 6 0,16-3-11,0-1 0,1 1 1,-1 0-1,1 0 0,0 0 0,-9 13 0,9-12-1,-4 7 94,0 1 1,0 0-1,2 0 0,0 1 1,0 0-1,1 0 1,1 1-1,1 0 0,0 0 1,1 0-1,1 1 1,1-1-1,0 1 0,1 0 1,0-1-1,2 1 1,0 0-1,6 29 0,-5-37-126,1-2-1,0 1 0,0 0 0,1 0 0,0-1 1,0 0-1,1 0 0,0 0 0,0 0 0,1-1 0,0 0 1,0 0-1,0-1 0,1 1 0,-1-1 0,1-1 1,1 1-1,-1-1 0,0-1 0,1 1 0,0-1 0,0 0 1,0-1-1,12 2 0,-9-1-43,1-1 0,0-1 0,0 0 0,0 0 0,0-1-1,0-1 1,0 0 0,-1-1 0,1 0 0,0 0 0,-1-1 0,1-1 0,-1 0 0,0-1 0,0 0-1,17-11 1,-10 1-204,0 0-1,-1-2 1,-1 0-1,0-1 1,-1 0-1,-1-1 0,-1-1 1,-1 0-1,-1-1 1,0 0-1,-2-1 1,0 0-1,-2 0 1,0-1-1,-1 0 0,-2 0 1,0 0-1,0-36 1,-4 22 1406,0 43-1130,6 138 392,-3-124-424,0-1-1,2 1 1,0-1-1,1 0 1,15 31-1,64 97-836,-46-95-1337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6:04.84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15539,'0'0'6402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6:06.88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32 641 184,'0'0'11398,"-5"5"-10384,-16 18 190,21-23-1104,-1-1-1,1 1 1,-1 0-1,1 0 1,0-1-1,-1 1 1,1 0 0,0-1-1,0 1 1,-1-1-1,1 1 1,0 0-1,0-1 1,0 1-1,-1-1 1,1 1-1,0 0 1,0-1-1,0 1 1,0-1-1,0 1 1,0-1-1,0 1 1,0-1 0,0 1-1,0-1 1,0 1-1,0 0 1,0-1-1,1 1 1,-1-1-1,1-22 701,7 4-606,0-1 0,1 1 1,1 0-1,1 1 0,1 0 0,14-16 0,-1-2-153,-17 25-38,141-214-1192,-61 71-3897,-61 95 471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6:07.28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0 3449,'0'0'12658,"128"153"-12610,-76-94-32,-1 9-8,-2 3-8,-1 1-56,0-4-592,8 0-712,-15-18-1257,-10-19-2448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6:07.71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25 5697,'0'0'12803,"66"-19"-14283,-35 16-465,-11 0-2496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6:08.09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69 1 8698,'-62'90'5117,"56"-67"-2679,6-17-2427,0-1 0,0 0-1,1 1 1,0-1 0,0 1 0,0-1-1,0 0 1,1 0 0,0 1 0,3 4-1,-3-8-3,0 1 0,1-1-1,-1 0 1,1 0-1,-1 0 1,1 0 0,0 0-1,0-1 1,0 1-1,0-1 1,0 0 0,0 0-1,0 0 1,1 0-1,-1 0 1,0-1 0,5 1-1,11 0-6,-1-1 1,20-2-1,-4 1-41,-23 0-234,0 1 1,0 1-1,0 0 0,0 0 0,0 1 1,11 4-1,-18-5 140,-1 1-1,1 0 1,-1-1 0,0 1-1,0 1 1,0-1 0,0 0-1,0 1 1,0 0-1,0 0 1,-1 0 0,0 0-1,1 0 1,-1 0 0,0 0-1,0 1 1,-1-1 0,1 1-1,-1-1 1,0 1-1,1 5 1,1 0 94,-1-1 1,0 1-1,0 1 0,-1-1 0,0 0 1,-1 0-1,0 0 0,-1 0 0,1 1 1,-2-1-1,1 0 0,-1 0 0,-1 0 0,0-1 1,0 1-1,0-1 0,-1 1 0,-1-1 1,1 0-1,-1 0 0,-1-1 0,-7 9 1,3-6 142,0-1 0,0 0 0,-1-1 0,-1 0 0,1-1 0,-1-1 0,-24 11 0,-20 0-2129,31-10-3205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6:08.61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72 2577,'0'0'13258,"117"-3"-12914,-72 3-144,10 0-95,11 0-97,13 0-8,4-10-8,7-2-369,6 0-1111,22-4-544,-25 7-497,-21-1-2496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6:09.00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65 8066,'0'0'7073,"152"-46"-7889,-114 36-1160,-14 1-1985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6:09.48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31 0 7114,'-3'6'198,"-1"-1"434,1 0 0,0 1-1,0 0 1,0 0 0,1 0-1,0 0 1,0 0 0,0 0-1,1 1 1,0-1 0,-1 8 0,2 115 141,0-127-772,1-1-1,-1 0 1,0 0 0,1 0-1,-1 0 1,0 0 0,1 0-1,-1 0 1,1 0 0,0 0-1,-1 0 1,1-1 0,0 1-1,-1 0 1,1 0 0,0 0-1,0-1 1,0 1 0,0 0-1,0-1 1,0 1 0,0-1-1,0 1 1,0-1 0,0 0-1,0 1 1,0-1 0,0 0-1,0 0 1,0 1 0,0-1-1,2 0 1,48 0-6,-34-1 7,15 1 94,-12-1-279,1 1 1,-1 1 0,29 6-1,-41-6-15,0 2 0,-1-1 0,0 1 0,0 0 0,0 1 0,0-1 0,0 1 0,-1 1-1,1-1 1,-1 1 0,0 0 0,8 10 0,-7-6-25,1 0 0,-1 0 0,-1 1 0,0 0 0,0 0 0,-1 1 0,-1-1 0,1 1 0,4 21 0,-5-10 208,-1 0 0,-1 1 0,-1-1-1,-1 26 1,-1-41 99,0-1 1,0 1-1,0 0 0,-1-1 1,0 1-1,0-1 0,0 0 1,-1 1-1,0-1 0,-1-1 1,1 1-1,-1 0 0,0-1 1,0 0-1,-1 0 0,0 0 1,-9 8-1,7-8 145,0 0-1,-1 0 1,1-1-1,-1 0 1,0 0 0,0-1-1,0 1 1,-1-2-1,1 0 1,-1 0 0,0 0-1,1-1 1,-12 0 0,10 0 223,0-1 0,0-1 0,0 0 1,0-1-1,-12-2 0,17 2-348,1 0 1,-1 0-1,0-1 1,1 0-1,-1 1 0,1-1 1,0-1-1,0 1 1,0-1-1,0 1 0,-4-7 1,5 7-22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6:11.48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7922,'0'0'8786,"4"152"-8778,13-87-8,4 10-40,-4 2-160,0 1-625,-3 18-567,-3-18-1016,-11-16-3834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6:11.90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47 368,'0'0'12747,"69"6"-12635,-28-3-48,8-3-64,40-3-8,-13-22-1440,-7-3-5474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6:12.32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0 312,'0'0'15071,"3"8"-13684,11 32-541,-2 0-1,8 47 0,10 95-770,-16-89-15,9 46-482,1 3-2373,-10-50-2735,-9-52-707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6:12.73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1 169 544,'0'0'11591,"21"-27"-10819,69-81-297,-87 104-453,1 1 1,-1 0 0,0-1 0,1 2 0,0-1 0,0 0 0,0 1 0,0 0 0,6-3 0,-8 4-10,1 1-1,-1-1 1,1 1-1,-1 0 1,1 0 0,-1 0-1,1 0 1,-1 0-1,5 2 1,6-1 33,-5-1-37,-1 1-1,0-1 1,0 1 0,0 1-1,0-1 1,0 1 0,0 0-1,0 1 1,0 0 0,-1 0-1,1 0 1,-1 1 0,0 0-1,0 0 1,-1 1 0,1-1-1,-1 1 1,5 6 0,-4-3-5,0-1 1,-1 1-1,0 0 1,0 1-1,-1-1 1,0 1-1,-1 0 1,0 0-1,0 0 1,-1 0-1,0 1 1,-1-1-1,1 14 1,-1-7 17,-1 0 1,-3 31-1,2-41-13,0-1 0,-1 0 0,1 0 0,-1 0 0,0 0 0,-1-1 0,1 1 0,-1 0 0,1-1-1,-1 0 1,-1 0 0,1 0 0,-4 4 0,-4 1 9,1-1 0,-1 0-1,-1-1 1,1-1 0,-1 1 0,0-2 0,-1 0-1,1 0 1,-1-1 0,0-1 0,0 0-1,0 0 1,-1-2 0,1 1 0,0-2 0,-1 0-1,-15-2 1,26 2-100,0 0-1,1-1 1,-1 1 0,0-1-1,0 0 1,1 1-1,-1-1 1,1-1 0,-1 1-1,1 0 1,-1 0-1,1-1 1,0 0 0,-1 1-1,1-1 1,0 0 0,-3-4-1,-7-15-3459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6:13.11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1 176,'0'0'17404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6:14.84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3 565 1536,'0'0'11704,"-2"5"-11417,2-2-275,1-4 180,42-68 234,-2-3 0,40-99 0,-53 100-3579,20-78 0,-39 109-2533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6:15.25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0 24,'0'0'16404,"135"115"-16204,-84-75-128,5 4-64,-1 2-8,-3 1-88,10 15-809,-17-12-1655,-11-10-1425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6:15.70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90 1 1112,'0'0'12656,"0"8"-12280,-1 4-351,0 1-1,-2 0 0,1-1 0,-2 0 1,0 1-1,0-1 0,-1-1 0,0 1 1,-1-1-1,-7 11 0,5-9-22,4-7-1,-1 1 0,1 0 1,1 1-1,-1-1 0,1 0 1,0 1-1,1 0 0,0-1 0,-2 14 1,4-20-12,0 0 9,0-1 0,0 0-1,0 0 1,0 0-1,0 0 1,0 0 0,0 1-1,0-1 1,0 0-1,0 0 1,0 0 0,0 0-1,0 0 1,0 0-1,0 1 1,0-1 0,1 0-1,-1 0 1,0 0-1,0 0 1,0 0 0,0 0-1,0 1 1,0-1-1,0 0 1,0 0 0,1 0-1,-1 0 1,0 0-1,0 0 1,0 0 0,0 0-1,0 0 1,0 0-1,1 0 1,-1 0 0,0 0-1,0 0 1,0 0-1,0 0 1,0 0 0,1 0-1,-1 0 1,0 0-1,0 0 1,0 0 0,0 0-1,0 0 1,1 0-1,-1 0 1,0 0 0,0 0-1,0 0 1,0 0-1,0 0 1,1-1 0,1 1-5,66-2-106,14-1-2679,-31 6-3329,-29 6 6556,-22-11-277,1 0-1,-1 1 1,0-1 0,-1 0 0,1 1 0,0-1-1,0 1 1,-1-1 0,1 0 0,-1 1-1,1-1 1,-1 1 0,0-1 0,1 1-1,-1 0 1,-4-5 2397,5 10-1862,2 46-890,3-1-1,11 51 0,-5-34-2545,0-3-4492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6:16.23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29 80,'0'0'17396,"59"0"-17244,-11 3-56,14 0-72,10 0 24,11-3-48,7 0-8,7 0-464,30-6-1121,-20-13-903,-24 7-1737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6:16.91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191 0 640,'0'0'12564,"-13"24"-12551,-41 79 7,39-75 20,-33 43-1,38-59-33,1 1 0,0 1 0,1-1 1,-9 22-1,15-30 88,-3 13-472,5-18 357,0 1-1,0-1 1,0 0-1,0 1 1,0-1-1,1 1 1,-1-1-1,0 1 1,0-1-1,0 0 1,1 1-1,-1-1 1,0 0-1,0 1 1,1-1-1,-1 0 1,0 1-1,1-1 0,-1 0 1,0 0-1,1 1 1,-1-1-1,1 0 1,-1 0-1,0 0 1,1 1-1,-1-1 1,1 0-1,-1 0 1,1 0-1,-1 0 1,1 0-1,-1 0 1,0 0-1,1 0 1,-1 0-1,1 0 0,0 0 1,31 0-350,1-1 0,-1-1 1,0-2-1,36-8 0,-48 7-198,-10 3 278,1 0-1,-1-1 0,14-6 1,-22 8 279,0 1 0,-1-1 0,1 0 0,0 0 0,-1 0 0,1 0 0,-1 0-1,1 0 1,-1-1 0,1 1 0,-1 0 0,0-1 0,0 1 0,0-1 0,0 0 0,0 1 0,0-1 0,0 0 0,-1 1 0,1-1 0,0 0 0,-1 0 0,1 0 0,-1 1 0,0-3 0,1-24 577,0 18 169,-1 0 0,0 0 0,0-1 0,-1 1 0,-1 0 0,-3-15-1,7 72 1148,23 52-1752,3 9-206,-12-2-1633,-2-9-5981,-10-71 1591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6:19.00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8 1 128,'0'0'17776,"0"0"-17757,0 0 0,0 0 0,-1 1 0,1-1 0,0 0 0,0 0 0,0 0 0,0 0 0,0 0 0,0 1 0,0-1 0,0 0 0,0 0 0,0 0 0,-1 0 0,1 0 0,0 0 0,0 0 0,0 1 0,0-1 0,0 0 0,0 0 0,-1 0 0,1 0 0,0 0 0,0 0 0,0 0 0,0 0 0,-1 0 0,1 0 0,0 0 0,0 0 1,0 0-1,0 0 0,0 0 0,-1 0 0,1 0 0,0 0 0,0 0 0,0 0 0,0 0 0,-1 0 0,1 0 0,0 0 0,0 0 0,0-1 0,0 1 0,0 0 0,0 0 0,-1 0 0,1 0 0,0 0 0,0 0 0,0 0 0,0-1 0,0 1 0,1 38 111,2 0-1,13 59 0,26 76-1513,-34-146 2,20 46 1,4-10-4246,-17-36-1462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6:19.42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32 1632,'0'0'14651,"79"-31"-14314,-31 31-233,32 0-104,-11 0-937,-14 0-2159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6:19.83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4385,'0'0'9583,"34"1"-9441,109 6-160,-137-7-34,0 1-1,0-1 0,0 2 1,-1-1-1,1 0 0,0 1 0,-1 0 1,1 1-1,-1-1 0,0 1 1,0 0-1,0 0 0,0 0 1,-1 1-1,1 0 0,-1 0 0,0 0 1,6 7-1,-3-2-169,0-2 15,-1 1-1,-1 0 1,1 0-1,-1 1 0,-1 0 1,1 0-1,-1 0 0,-1 0 1,0 0-1,3 16 1,-3-2 29,0 0 0,-2 0 0,-2 32 0,1-49 263,-1-1 0,0 0-1,0 1 1,0-1 0,-1 0 0,0 0-1,0 0 1,0 0 0,-1 0 0,1 0-1,-1-1 1,0 1 0,0-1 0,-1 0-1,0 0 1,1 0 0,-1 0 0,0-1-1,-1 1 1,1-1 0,-6 3 0,10-6-53,-1 0 1,1 1 0,-1-1 0,1 1 0,-1-1-1,0 0 1,1 0 0,-1 1 0,1-1 0,-1 0-1,0 0 1,1 0 0,-1 0 0,0 0 0,1 0-1,-1 1 1,0-2 0,1 1 0,-1 0 0,1 0-1,-1 0 1,0 0 0,1 0 0,-1 0 0,0-1-1,1 1 1,-1 0 0,1-1 0,-1 1 0,1 0 0,-1-1-1,1 1 1,-1 0 0,1-1 0,-1 1 0,1-1-1,-1 1 1,1-1 0,0 1 0,-1-1 0,1 0-1,0 1 1,-1-1 0,1 1 0,0-1 0,0 0-1,0 1 1,-1-1 0,1 0 0,0 1 0,0-1-1,0 0 1,0 1 0,0-1 0,1 0 0,-2-3 9,1 1 1,0-1-1,0 1 1,1-1-1,-1 1 0,1-1 1,0 1-1,0 0 1,2-7-1,0 6-27,1 1 0,-1-1 0,0 1 0,1-1 0,0 1-1,0 0 1,0 1 0,0-1 0,0 1 0,1-1 0,-1 1-1,0 1 1,1-1 0,0 1 0,0-1 0,6 0 0,-4 1-15,1-1 1,-1 1-1,1 1 1,0 0 0,-1 0-1,1 0 1,-1 1-1,1 0 1,-1 0-1,10 3 1,-10 0-47,0 0 0,-1 0 0,0 0 0,0 1-1,0 0 1,0 0 0,-1 0 0,0 1 0,0 0 0,0 0 0,-1 0 0,0 1-1,4 8 1,-1-2-44,0 0 0,-2 1 0,0 0 0,0 0 0,-1 0 0,2 16 0,-3-13 129,-1 0 0,-1 0 1,-1 0-1,0 0 0,-1 0 1,0 0-1,-2-1 1,0 1-1,-1 0 0,0-1 1,-1 0-1,-1 0 0,-1 0 1,0-1-1,-1 0 0,-1 0 1,-19 25-1,20-30 22,-1 0 0,0-1 0,-1 0 0,0 0 0,0-1 0,0-1 0,-14 8 0,20-13-111,1 0 0,-1 0 1,1 0-1,-1-1 0,0 0 1,1 0-1,-1 0 0,0 0 1,0 0-1,0-1 0,0 0 1,0 0-1,0 0 0,0 0 1,0-1-1,1 1 0,-1-1 1,0 0-1,0 0 0,0 0 1,1-1-1,-1 1 0,1-1 1,-1 0-1,1 0 0,0 0 1,-6-5-1,-16-23-2280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6:20.26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404 1 2817,'0'0'10064,"-34"20"-9533,-112 68 87,126-77-202,1 2 0,0 0 1,1 0-1,0 2 1,1 0-1,-15 18 0,18-19-39,7-6-233,1 0 1,-1 0-1,1 0 0,1 1 1,0 0-1,0 0 0,0 0 1,1 0-1,1 1 0,0 0 1,0 0-1,0 0 1,2 0-1,-1 0 0,1 0 1,1 14-1,0-17-135,1 0-1,1 0 1,-1 0 0,1 0 0,1 0-1,-1 0 1,1-1 0,0 1 0,1-1-1,0 0 1,-1 0 0,2 0 0,-1 0-1,1-1 1,0 1 0,0-1-1,0-1 1,1 1 0,0-1 0,7 5-1,1 0-4,1 0 0,0-1 0,1-1-1,0 0 1,0-1 0,0-1 0,29 6-1,-26-8 15,1-1 1,-1 0-1,40-3 0,-49 0-53,0-1 0,0 0 1,0 0-1,0-1 0,-1 0 1,1-1-1,-1 0 0,0 0 0,15-10 1,39-37-2142,-22 13-2343,-5-1-4115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6:21.18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0 184,'0'0'12283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6:23.58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14 503 984,'0'0'12072,"-2"5"-11658,-7 13-202,6-13-71,16-24 560,57-80-160,85-128-1212,-67 69-5589,-76 130 1487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6:24.00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 6265,'0'0'10531,"173"111"-10435,-122-61-96,1 3-96,-3 0-609,-5 3-383,8-1-960,-14-11-1145,-10-16-6385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6:24.59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17 1008,'0'0'7979,"0"-4"-7155,1-8 48,2 31 167,3 16-465,6 13-349,-3 1-1,4 66 1,-9 28-3880,-38-141 3310,28-3 2785,22 0-1257,86-7-5159,-77 2-3361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6:25.10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41 4153,'0'0'11322,"176"0"-11026,-107 0-184,7 0-104,7 0-8,0-3-48,24-9-720,-25-1-1440,-16 1-2153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6:25.75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49 3 568,'0'0'12549,"-2"-2"-12298,-2 7-192,3 10-36,1 0 0,0 0 0,1 1 0,1-1 0,1 0 0,5 18 0,1 18-24,29 257-1029,-37-217-327,-5-90 1359,0 0 0,0 0 0,0 0 0,0-1 1,0 0-1,1 0 0,-1 0 0,-5 0 0,5-1 4,-56 1 2224,70 0-1846,11 1-406,0-1 0,0-2 0,0 0 0,-1-1-1,1-1 1,29-9 0,-8-4-3197,-6-2-4934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6:31.97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16 5145,'0'0'14011,"10"0"-13907,18 0-96,10 0-8,3-3 0,8-3-832,-4 0-640,10 6-481,-10 0-1183,-14 0-5402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6:32.34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25 8106,'0'0'9946,"59"6"-9986,-18-6-88,21 0-480,-10-15-1257,-11-1-2376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6:34.54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152 3 2457,'0'0'8185,"0"-3"-7417,-3 3-47,-8 0-17,1 0-120,-4 0-280,0 0-104,-3 0-144,0 6-48,-7 4-8,3-1-600,0-6-1761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6:40.94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70 73 696,'0'0'3804,"17"-5"-3131,3-1-441,2-1 459,36-17 0,-52 22-292,-1 1 1,1-1-1,-1 1 1,1 0-1,0 1 1,-1-1-1,12 2 1,-7-1 3293,-11-1-3631,1 0 0,-1 0 0,1 0 0,-1 1 0,0-1 0,1 0 0,-1 0 0,0 1 0,0-1 0,0 0 0,0 1-1,1-1 1,-1 1 0,0-1 0,0 1 0,0 0 0,0-1 0,0 1 0,0 0 0,0 0 0,0 0 0,0-1 0,0 1 0,0 0 0,-2 1 0,-2-2 72,-15-3-66,-1 1 1,-28 0 0,43 3-64,1 0 0,0 0 1,-1 1-1,1-1 0,0 1 0,-1 0 0,1 0 0,0 1 1,0 0-1,0 0 0,0 0 0,0 0 0,1 1 1,-8 4-1,8-2-7,-1 0 1,1 0-1,0 1 1,0 0-1,1-1 0,-1 1 1,1 0-1,1 0 1,-1 1-1,1-1 1,0 1-1,-1 8 1,0 6 5,1 0-1,1 32 1,1-40-2,1-1-1,0-1 0,1 0 0,0 0 0,0 1-1,2-2 1,-1 1 0,1 0 0,1-1 0,0 1 0,8 11 0,3 3 1,1-1 0,36 37 0,-49-56-7,0 0 0,1-1 0,-1 1-1,1-1 1,0-1 0,0 1 0,1-1 0,-1 0 0,1 0-1,-1 0 1,1-1 0,0 0 0,0 0 0,0 0 0,1-1 0,-1 0-1,0 0 1,0-1 0,1 1 0,-1-1 0,0-1 0,0 1-1,1-1 1,-1 0 0,0-1 0,0 1 0,0-1 0,0-1 0,0 1-1,0-1 1,-1 0 0,1 0 0,-1 0 0,0-1 0,0 0-1,5-5 1,3-3-101,-1-1-1,-1-1 1,0 0-1,0-1 1,-1 0-1,-1-1 1,-1 1-1,0-2 1,-1 1-1,-1-1 0,-1 0 1,0 0-1,-1-1 1,-1 0-1,0 1 1,-1-28-1,-2 19-387,0-7 22,0 28 215,0 15-40,1 7 293,1 0 1,1 0-1,0-1 1,1 1-1,1-1 1,1 0-1,7 16 1,61 109 24,-70-133-105,0-1 0,1 0 0,0 1-1,0-1 1,0-1 0,1 1 0,0-1 0,1 0-1,-1-1 1,1 1 0,1-1 0,-1 0 0,0-1-1,1 0 1,0 0 0,0-1 0,0 0 0,1 0-1,-1-1 1,0 0 0,14 1 0,10-1-3888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6:41.53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28 143 5217,'0'0'9350,"-5"-5"-8476,-13-16-273,13 16-254,9 5-168,393-24 491,2-30-4310,-260 32-1313,-95 10 85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6:41.94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69 8146,'0'0'6329,"163"-62"-6321,-129 56-16,-6 6-448,-8 0-608,-9 0-553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6:42.34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21 0 6041,'0'0'6115,"-3"21"-5774,-3 4-204,3-12 17,0 1 0,1 0 0,0-1 0,1 26 0,1-37-108,0 0 1,0 0-1,0 0 0,1-1 0,-1 1 0,1 0 0,-1 0 1,1 0-1,0-1 0,0 1 0,0 0 0,0-1 0,0 1 1,0-1-1,0 1 0,0-1 0,1 1 0,-1-1 1,0 0-1,1 0 0,-1 0 0,1 0 0,0 0 0,-1 0 1,1 0-1,0 0 0,-1-1 0,1 1 0,3 0 0,6 2 64,0-1 0,1 0 0,21 0 0,-11-1-76,4 3-87,-1 0-1,0 2 0,0 1 0,0 1 0,-1 1 1,0 1-1,-1 2 0,0 0 0,-1 1 1,-1 1-1,0 1 0,31 29 0,-45-37-43,0 1 0,0 0-1,-1 1 1,0-1 0,0 1-1,-1 0 1,-1 1 0,1-1-1,-1 1 1,-1 0 0,0 0-1,0 0 1,-1 0-1,-1 1 1,1-1 0,-2 0-1,1 1 1,-2 10 0,0-14 86,1-1 1,-1 0-1,0 1 1,-1-1-1,0 0 1,0 0-1,0 0 1,-1 0-1,1 0 1,-1-1-1,-1 1 1,1-1-1,-1 0 1,0 0-1,0 0 1,-1 0-1,1-1 1,-1 1-1,0-1 1,0-1-1,-1 1 1,1-1-1,-1 0 1,1 0-1,-1 0 1,-7 2-1,4-2-144,1 0 0,-1-1 1,1 1-1,-1-2 0,0 1 0,0-1 0,0 0 0,0-1 0,0 0 1,0-1-1,0 0 0,0 0 0,0-1 0,1 0 0,-1 0 0,0-1 0,1 0 1,-9-5-1,-26-22-2108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6:43.07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304 63 5905,'0'0'6466,"-38"-16"-5474,24 13-32,-3-3-352,-3 3-104,-8-1-264,0 1-192,1-3-48,-1-3-576,-13 0-648,6 5-888,8 4-3490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6:43.61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8010,'0'0'5577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6:44.01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0 538 7818,'0'0'4673,"93"-183"-4313,-62 133-200,0 6-104,-3-5 16,-7 12-72,-1 6 0,-6-1-8,-3 8-568,-1-1-425,-7 9-431,-3-5-496,0 8-673,0 1-359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6:44.40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7514,'0'0'6361,"155"80"-6145,-113-46 0,3 4-128,3 5-16,0 4-72,1-1-528,-8-5 168,7-7-416,-13-12-1153,-8-13-2352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6:44.79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22 6177,'0'0'5193,"52"-16"-5185,-38 13 0,-4 0-8,7 3-128,-6 0-1160,-4 0-1376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6:45.19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0 1 3289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6:45.61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73 1 3289,'-60'67'2702,"48"-53"2373,12-12-4885,0-1 0,0 1-1,0 0 1,0 0-1,0-1 1,0 1 0,1 0-1,-1 0 1,1-1-1,-1 1 1,2 3 0,51 21 192,-45-23-400,0 0 0,0 1 0,0 0-1,0 0 1,-1 1 0,0 0 0,0 0-1,9 8 1,-5-1-124,-2-3-3,-1 0-1,0 1 1,0-1-1,5 12 1,-11-19 146,-1 0-1,0 0 1,0 0-1,0 0 1,0 0-1,-1 0 1,1 1-1,0-1 1,-1 0-1,0 0 1,1 0-1,-1 1 1,0-1-1,0 0 1,0 0-1,-1 1 0,1-1 1,0 0-1,-1 0 1,0 0-1,1 1 1,-1-1-1,0 0 1,0 0-1,0 0 1,0 0-1,-1 0 1,-1 2-1,-13 11 73,0-1-1,-25 18 0,16-14-37,23-16-58,-22 14 174,23-15-167,1-1 0,-1 1 0,0-1 0,0 1 0,0-1 0,0 1 0,1-1 0,-1 0 0,0 1 0,0-1 0,0 0 0,0 0 0,0 1 0,0-1 0,0 0 0,0 0 0,0 0 0,0 0 0,0 0 0,1-1 0,-1 1 0,0 0 0,-1-1 0,1-3-1936,1-10-2660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6:49.34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1 153 160,'0'0'10086,"1"-20"-9000,1-8-509,1-19-186,-3-10 6281,27 368-7723,-5-106-5676,-19-178 2294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6:49.78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16 744,'0'0'16204,"34"0"-16116,4 0-80,10 0-8,8 0 0,6 0-985,21-6-863,-18 2-2001,-10-2-4281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6:53.91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8 53 1704,'0'0'8808,"-2"-11"-7651,1-2-1172,-2-15 2443,2 58-420,22 412-1161,24-152-3164,-29-234 683,-6-35-3348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6:54.30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27 6529,'0'0'7749,"33"-5"-7400,106-14-200,-131 18-143,0 0-1,0 1 0,1-1 0,-1 1 1,0 1-1,0 0 0,0 0 0,0 0 0,0 1 1,0 0-1,0 1 0,-1 0 0,1 0 0,7 5 1,-7-2-1,1 1 1,-2 0 0,1 0 0,-1 1-1,0 0 1,-1 0 0,11 18 0,-11-16-5,0 1 1,-1 0-1,-1 1 1,1-1-1,-2 1 1,1 0-1,-2 0 1,0 0-1,0 0 1,-1 1-1,0-1 1,-1 0-1,-3 21 1,2-27 1,0-1 0,0 1 1,-1-1-1,0 1 0,0-1 0,0 0 1,-1 0-1,0 0 0,0 0 0,0 0 0,-1-1 1,1 1-1,-1-1 0,0 0 0,0 0 1,-1 0-1,1-1 0,-1 0 0,1 0 1,-1 0-1,0 0 0,-1-1 0,-8 4 1,-2 0 6,0-1 1,0 0 0,-1-1 0,1-1 0,-1-1-1,-31 1 1,27-3-52,-1 1-363,1-2-1,-1 0 1,-27-6-1,22 6-5516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6:54.71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31 368,'0'0'15426,"37"2"-15283,121 5-54,212 0-161,-270-7-421,-64-2-449,1-2 1,67-15 0,-7 1-3564,-59 14-178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6:55.34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136 0 10586,'0'0'6454,"0"8"-6404,-1 3-42,0 0-1,-1 0 0,0-1 1,0 1-1,-1 0 0,-1-1 1,-5 12-1,-43 78-142,-2 6 86,53-104 46,0 0 1,1 1-1,-1-1 0,0 0 1,1 1-1,-1-1 1,1 1-1,0-1 0,0 1 1,0-1-1,0 0 0,1 5 1,-1-6-2,0 0 1,1 0 0,0 1 0,-1-1-1,1 0 1,0 0 0,-1-1-1,1 1 1,0 0 0,0 0-1,0 0 1,0 0 0,0-1 0,0 1-1,0 0 1,0-1 0,0 1-1,0-1 1,0 1 0,0-1-1,1 0 1,-1 1 0,0-1 0,0 0-1,2 0 1,194 22-290,-99-14-1300,-98-8 1591,1 1 0,0-1-1,-1 0 1,1 0 0,0 0 0,0 0-1,-1 0 1,1 0 0,0 0-1,0 0 1,-1 0 0,1 0 0,0 0-1,-1-1 1,1 1 0,0 0-1,-1 0 1,1-1 0,0 1 0,-1-1-1,1 1 1,0 0 0,-1-1-1,1 1 1,-1-1 0,1 1 0,-1-1-1,1 0 1,0 0 0,0-26 151,-2 23-167,-4-37 515,2 31 323,1 32-310,8 105-375,39 217 0,-37-298-214,-2-6-773,2-1 1,2 0 0,20 51 0,-18-64-1790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6:59.58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49 1 7498,'0'0'13699,"-49"6"-14964,67-6-735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7:02.19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4 410 368,'0'0'12116,"-2"-9"-8999,2 3-3095,-1 0 0,1 0 0,0 0 0,0 0 0,2-12 0,3 7-22,1 0 1,0 1 0,0-1 0,12-13 0,4-7-25,-17 23-17,82-128-1321,-32 45-4245,-44 71 897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7:02.58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96,'0'0'16003,"187"115"-15562,-139-62-177,4 3-32,-4 0-152,0-7-64,-6-8-16,-4-10-200,3-13-857,-7-8-1135,-13-7-2249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7:03.53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149 0 968,'0'0'12839,"-7"11"-12614,-114 183 55,118-189-212,0 0-1,1 0 0,-1 1 0,1-1 0,0 1 1,1 0-1,-1-1 0,1 1 0,0 0 0,1 0 1,-1 0-1,1 11 0,1-17-68,-1 1 1,0 0-1,0-1 0,0 1 0,1-1 1,-1 1-1,0 0 0,0-1 1,1 1-1,-1-1 0,1 1 0,-1-1 1,0 1-1,1-1 0,-1 1 1,1-1-1,-1 0 0,1 1 1,-1-1-1,1 0 0,0 1 0,-1-1 1,1 0-1,-1 0 0,1 1 1,0-1-1,-1 0 0,1 0 1,-1 0-1,1 0 0,1 0 0,25 1-2,-21-1 1,19-1-7,-16 0-79,1 1 0,-1 0 0,1 0 0,-1 1 0,0 0 0,1 1 0,-1 0 0,0 0-1,16 7 1,-25-9 83,0 0-1,1 0 0,-1 1 0,0-1 0,0 0 0,1 0 0,-1 1 1,0-1-1,1 0 0,-1 0 0,0 0 0,1 0 0,-1 1 1,0-1-1,1 0 0,-1 0 0,1 0 0,-1 0 0,0 0 0,1 0 1,-1 0-1,0 0 0,1 0 0,-1 0 0,1 0 0,-1 0 0,0-1 1,1 1-1,-1 0 0,0 0 0,1 0 0,-1 0 0,0-1 1,1 1-1,-1 0 0,0 0 0,0-1 0,1 1 0,-1 0 0,1-1 1,-1-15 149,0 8 129,0 33 174,3 32-493,3 0 0,16 72 1,-2-14-1928,-12-60-696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7:03.95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5 1 1008,'0'0'17664,"0"12"-17629,-2 99-103,0-26-395,3 1 0,13 99-1,-8-161-1352,-3-14-1592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7:04.34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19 800,'0'0'17084,"128"19"-17084,-87-19 0,0 0-328,11 0-1153,-14-19-1647,-7 1-6634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7:05.41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80 392,'0'0'15265,"29"-13"-14907,96-39-183,-118 49-168,0 1-1,0 0 1,0 0-1,0 0 0,0 1 1,0-1-1,1 2 1,-1-1-1,0 1 1,0 0-1,12 2 1,-8 0 7,-6-1-11,-1 0 0,1 0 1,0 1-1,0 0 0,-1 0 0,1 0 0,-1 0 0,1 1 0,-1-1 1,0 1-1,0 0 0,0 1 0,-1-1 0,1 1 0,-1-1 1,0 1-1,0 0 0,0 1 0,0-1 0,-1 0 0,1 1 0,-1-1 1,0 1-1,-1 0 0,3 9 0,1 7 18,-1 0 0,0 1 0,-2-1 0,0 37 0,-2-43-16,-1 0 0,0 0-1,-1 0 1,-1 0 0,-6 19 0,7-26-4,-1-1 1,0 0-1,0-1 1,-1 1-1,0 0 1,0-1-1,0 0 1,-1 0-1,0 0 1,0-1-1,-1 0 0,-10 8 1,13-10 2,0-2 0,-1 1 1,1 0-1,-1-1 0,1 0 0,-1 1 1,1-1-1,-1-1 0,0 1 0,0 0 1,1-1-1,-1 0 0,0 0 0,-4-1 1,6 1-4,1 0 0,-1 0 1,1 0-1,-1 0 1,1-1-1,-1 1 1,1-1-1,0 1 0,-1-1 1,1 0-1,-1 0 1,1 1-1,0-1 0,0 0 1,-1 0-1,1 0 1,0 0-1,0 0 1,0-1-1,0 1 0,0 0 1,0 0-1,1-1 1,-1 1-1,0 0 1,1-1-1,-1 1 0,1-1 1,-1 1-1,1-1 1,0 1-1,-1-1 0,1-2 1,0 3-7,0 0-1,0 0 1,1 0 0,-1 0-1,0 0 1,0 1 0,1-1-1,-1 0 1,1 0 0,-1 0-1,1 0 1,-1 1 0,1-1-1,-1 0 1,1 1 0,0-1-1,-1 0 1,1 1 0,0-1-1,-1 1 1,1-1 0,0 1 0,0-1-1,0 1 1,-1 0 0,1-1-1,0 1 1,0 0 0,0 0-1,0-1 1,0 1 0,0 0-1,1 0 1,39 0-10,-24 1 10,-10-1-7,0 1 1,0 1 0,0 0 0,0 0 0,0 0 0,-1 0-1,1 1 1,-1 1 0,1-1 0,-1 1 0,0 0 0,0 0-1,-1 0 1,0 1 0,1 0 0,-1 0 0,-1 1 0,5 6-1,5 6-167,0 1-1,-2 1 0,-1 0 0,12 28 1,-13-24 81,-2 0 0,0 0 0,-2 0 0,-1 1 1,-1 0-1,-1 0 0,-1 0 0,-2 48 0,-1-66 104,1 0 0,-1-1-1,-1 1 1,1 0 0,-1-1-1,-1 0 1,1 1-1,-1-1 1,0 0 0,0 0-1,-1 0 1,1-1-1,-1 1 1,-1-1 0,1 0-1,-1 0 1,0-1 0,0 1-1,0-1 1,0 0-1,-1 0 1,0-1 0,-10 5-1,0-1 4,0-1-1,0-1 0,-1-1 0,0 0 1,0-1-1,0 0 0,-1-2 1,-18 0-1,28-1-67,-1 0 1,1-1-1,0 0 1,-1-1-1,1 0 1,0 0-1,0 0 1,1-1-1,-11-5 1,6 1-437,-1-1-1,1-1 1,1 0-1,-15-14 1,-13-15-3615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7:06.08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169 4 616,'0'0'10632,"11"0"-9900,40 0 895,-66-3 525,5 2-1956,0 2 0,0-1 0,0 1 0,0 1 0,0 0-1,1 0 1,-11 4 0,13-3-139,1 1 0,-1 0 1,1 0-1,0 0 0,0 1 0,0-1 0,1 1 0,-1 1 0,1-1 0,-6 10 1,4-6-12,1 1 1,1 0 0,-1 0 0,2 0 0,-1 1 0,1 0 0,1-1-1,-4 21 1,3-2 74,1-1-1,1 37 0,2-58-108,0-1 0,1 1 0,0-1 0,0 1 0,0-1 0,1 0 0,0 0 0,0 0 0,1 0 0,-1 0 0,1 0 0,0 0-1,8 9 1,-5-9-2,0 1 1,0-1-1,1-1 0,0 1 0,0-1 0,0 0 0,1-1 0,-1 1 0,11 3 0,4-1-4,1 0 0,0-1 0,0-1 0,0-1 0,0-1 0,43-1 0,-47-2-352,0-2 1,1 0 0,-1-1-1,0-1 1,0-1-1,0-1 1,-1 0-1,34-18 1,-7 2-4071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7:06.76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0 504 512,'0'0'13692,"10"-13"-12913,1-2-613,131-183 1491,-108 144-1574,96-143-1214,-119 186 363,3-4-1276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7:07.15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1176,'0'0'16388,"124"149"-16268,-75-93-112,-1 0-8,0 6-48,0 0 48,-3-6 0,0-9-744,-3-16-641,-11-6-263,-11-19-4801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7:10.00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11 63 1520,'0'0'9993,"-2"-10"-8433,-1-1-1042,2 5-99,0 1 0,0 0-1,0-1 1,0 1 0,1-9 2807,0 21-1629,3 58-1426,21 115 0,-5-56-2915,-10 1-5238,-9-98 619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7:10.39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19 8698,'0'0'6617,"114"-18"-6601,-70 18-32,29 0-88,-11 0-1088,-7 12-1809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7:10.75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 0 10986,'0'0'5065,"-3"209"-5017,20-132-48,4 10 0,-7 9 8,-1-3-16,-6-3-208,0 16-880,0-28-976,-7-19-3113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7:11.12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105 243 3489,'0'0'5047,"18"-27"-3375,62-84-856,-74 100-713,1 1-1,1 0 1,0 0 0,0 1 0,1 0 0,1 0 0,-1 1-1,20-13 1,-28 20-97,1 1 0,-1-1 0,0 0 0,1 0 0,-1 1 0,1-1 0,0 0 0,-1 1 0,1 0 0,-1-1 0,4 1 0,-4 0 65,-1 3 118,-1 2-169,0-1 0,0 0 0,0 0-1,-1 0 1,1 0 0,-1 0 0,0 0-1,0 0 1,0-1 0,0 1 0,-1 0 0,-5 4-1,-45 47 8,33-36-7,-177 173 1263,181-171-640,16-21-627,0 1 0,-1-1 0,1 0 0,0 1 0,-1-1 1,1 0-1,0 1 0,-1-1 0,1 0 0,0 1 0,0-1 0,0 1 0,-1-1 1,1 1-1,0-1 0,0 1 0,0-1 0,0 0 0,0 1 0,0-1 1,0 1-1,0-1 0,0 1 0,0-1 0,0 1 0,0-1 0,0 1 0,0-1 1,0 1-1,1-1 0,-1 0 0,0 1 0,0-1 0,1 1 0,-1-1 1,0 0-1,0 1 0,1-1 0,-1 0 0,0 1 0,1-1 0,-1 0 0,0 1 1,1-1-1,-1 0 0,1 0 0,-1 1 0,1-1 0,-1 0 0,0 0 1,1 0-1,-1 0 0,1 1 0,42 1 435,66 8-95,-95-8-396,0 1 1,0 1 0,0 0-1,0 1 1,24 13 0,-2 4-1155,-2 2 0,39 35 0,-19-7-5360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7:14.46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104 1 8602,'0'0'3857,"28"170"-3745,-21-73-104,-7 11 32,0 10-40,0-3 0,0-3 16,-21-13-16,-7-18 0,-6-25-496,3-22-1793,7-28-7297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7:14.83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83 93 3833,'0'0'9302,"31"-16"-8697,99-48-226,-124 62-360,-1 0-1,0 0 0,0 0 1,1 1-1,-1 0 1,1 0-1,-1 0 1,1 0-1,0 1 1,-1 0-1,1 1 1,0-1-1,-1 1 1,9 2-1,-9-1-9,-1 0 0,0 0 0,0 0-1,0 0 1,0 1 0,0 0 0,0 0 0,-1 0-1,1 0 1,-1 1 0,0-1 0,0 1-1,4 7 1,0 1-92,-1 0 0,-1 0-1,0 1 1,-1 0 0,-1 0 0,0 0 0,0 0-1,-1 1 1,0 13 0,-2-15-81,0 0 1,0 1-1,-2-1 1,1 0-1,-1 0 1,-1-1-1,0 1 1,-1 0-1,0-1 1,-1 0-1,0 0 1,-1 0-1,0-1 1,0 1-1,-1-2 1,-1 1-1,-10 10 1,-4 4 142,-2-1 0,0-1 0,-54 37 0,62-49-303,0 0 0,-1-1 0,0-1 0,0-1 0,-1 0-1,0-1 1,0-1 0,-25 4 0,21-8-6347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7:15.23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1 153 176,'0'0'9030,"19"27"-8343,66 82-114,-81-104-525,1 1-1,0-1 0,0 0 1,0-1-1,1 1 1,0-1-1,0 0 0,0 0 1,11 4-1,-11-6-16,0 0 0,0-1-1,0 0 1,0 0 0,1-1 0,-1 0 0,6 0 0,1 0-13,-9 0-18,0 0-1,0 0 1,0-1-1,0 1 1,0-1-1,0 0 1,0 0-1,0 0 1,0-1-1,0 1 1,-1-1 0,1 0-1,-1 0 1,1 0-1,-1-1 1,0 1-1,0-1 1,4-3-1,-4 1-34,1 0-1,-1 0 1,0 0-1,-1 0 1,1-1-1,-1 1 1,0-1-1,0 1 1,-1-1-1,0 0 1,2-11-1,-2 6 0,-1 1-1,1 0 1,-2-1 0,1 1-1,-2-1 1,1 1-1,-1 0 1,-1 0-1,0 0 1,0 0 0,-1 1-1,-6-14 1,5 16 43,1 0 0,-1 1 0,0-1 1,-1 1-1,1 0 0,-1 1 0,0-1 0,-1 1 1,1 0-1,-1 1 0,0-1 0,-1 2 1,1-1-1,0 1 0,-1 0 0,-10-3 1,13 4-55,-1 1 0,1 0 1,-1 0-1,0 0 1,0 0-1,0 1 1,1 0-1,-1 0 0,0 1 1,0 0-1,1 0 1,-1 0-1,0 0 0,-9 5 1,11-4-109,1 0-1,0 0 1,0 1-1,0-1 1,0 1 0,0 0-1,0 0 1,0 0 0,1 0-1,0 1 1,-1-1-1,1 1 1,1-1 0,-1 1-1,0 0 1,1-1 0,0 1-1,0 0 1,0 0-1,0 0 1,0 6 0,0 1-78,0 0 1,1 0 0,0 0-1,0 0 1,1 0-1,4 16 1,-3-22 149,-1 0 0,1 0 0,0 0-1,1 1 1,-1-2 0,1 1 0,0 0 0,0-1 0,1 1 0,-1-1-1,1 0 1,0 0 0,0 0 0,6 4 0,24 12-2002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7:15.61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1 232 384,'0'0'11002,"8"22"-10115,25 70-201,-31-87-596,0-1 0,-1 1 0,1 0 0,-1-1 0,0 1-1,0 0 1,0 5 0,-1-7 22,0-2 461,0-22 339,0-5-905,2 0 0,1 0 0,1 0 0,1 0 0,17-49 0,-19 65-209,1-1-1,0 1 1,1 1 0,0-1-1,1 1 1,0 0-1,0 0 1,1 0-1,0 1 1,0 0-1,1 0 1,0 1-1,1 0 1,-1 1 0,1-1-1,0 2 1,13-7-1,-10 9-234,-1 0 0,1 1 0,0 0 0,0 0-1,0 2 1,0-1 0,21 3 0,-19-1-300,21 1-1853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7:15.99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276 1 8914,'0'0'4393,"42"164"-3793,-25-83-208,-3 12-128,-4 10-144,-6 8-72,-4 4 8,0-6-112,-4-16 64,-10-22-16,1-27-488,6-19-1856</inkml:trace>
  <inkml:trace contextRef="#ctx0" brushRef="#br0" timeOffset="1">0 252 5761,'0'0'12371,"214"0"-12283,-145-6-88,-3 0-792,6 6-1345,-20 0-1952,-17 3-4929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7:16.36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37 1 800,'0'0'17460,"12"32"-17055,41 107-270,-40-104-105,-1 1-1,-2 0 0,-2 1 1,4 41-1,-9-54-20,-10-36-752,-1 0-1,-1 1 1,0 0-1,-1 1 1,-12-11-1,6 4-64,14 14 751,0 1-1,0-1 1,0 1 0,-1-1 0,1 1 0,-1 0-1,1 0 1,-1 0 0,0 0 0,0 1-1,0-1 1,0 1 0,0-1 0,0 1-1,0 0 1,0 0 0,0 0 0,-1 1 0,1-1-1,0 1 1,-1 0 0,-3 0 0,6 1 61,0-1 0,1 1 1,-1 0-1,0-1 1,1 1-1,-1 0 0,0 0 1,1-1-1,-1 1 1,1 0-1,0 0 0,-1 0 1,1 0-1,0 0 0,-1 0 1,1 0-1,0 0 1,0 0-1,0 0 0,0 0 1,0 0-1,0 0 1,0 0-1,0 0 0,0 0 1,0-1-1,1 3 1,-1 3 50,0 6 92,0 0 0,0 0-1,2 0 1,-1 0 0,1 0 0,7 21-1,-7-29-138,-1-1-1,1 0 0,0 0 1,0 0-1,0-1 0,0 1 1,0 0-1,1-1 0,-1 1 1,1-1-1,-1 0 0,1 0 1,0 0-1,0 0 0,0-1 1,0 1-1,1-1 0,-1 1 1,0-1-1,0 0 0,1-1 1,-1 1-1,1 0 0,-1-1 1,1 0-1,-1 0 0,1 0 1,-1 0-1,5-1 0,-3 0-130,1 1-1,-1-1 0,0 0 0,0 0 1,0-1-1,0 1 0,-1-1 0,1 0 1,0-1-1,-1 1 0,1-1 1,-1 0-1,0 0 0,0 0 0,0 0 1,0-1-1,4-5 0,27-33-4684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7:16.76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1 224,'0'0'12259,"6"31"-11769,17 101-161,-17-102-57,-3 0 0,0 0 1,-2 30-1,-1-29 1112,0-54-490,0 6-888,1 1 0,0 0 1,2-1-1,0 1 0,7-23 0,-7 31-31,0 0 0,0 0 0,1 1-1,0 0 1,0-1 0,1 1 0,0 1-1,0-1 1,0 1 0,1 0 0,0 0-1,12-9 1,-16 13 12,1 0 0,-1 1 0,0-1 0,1 1 0,-1 0 0,1 0 0,-1 0 0,1 0 0,0 0 0,-1 0 0,1 1 0,0-1 0,0 1 0,-1 0 0,1 0-1,0 0 1,0 0 0,-1 1 0,1-1 0,0 0 0,0 1 0,-1 0 0,1 0 0,-1 0 0,1 0 0,-1 0 0,1 1 0,-1-1 0,1 0 0,-1 1 0,0 0 0,0 0 0,0 0 0,0 0 0,0 0 0,-1 0 0,1 0 0,0 0-1,-1 1 1,3 4 0,4 14 7,-1 1-1,-1-1 1,-1 1-1,3 35 1,10 39 64,-18-95-91,0 0 0,0 0 1,0 0-1,0 0 0,1 0 1,-1 0-1,0 0 0,1 0 1,-1 0-1,0 0 0,1 0 1,-1 0-1,1 0 0,0 0 1,-1-1-1,1 1 0,0 0 1,-1 0-1,1-1 0,0 1 1,0 0-1,-1-1 0,1 1 1,0-1-1,0 1 0,0-1 0,0 1 1,0-1-1,0 0 0,0 0 1,2 1-1,-2-2-152,1 1 0,-1-1 0,1 0 0,-1 0-1,1 0 1,-1 0 0,1 0 0,-1 0 0,0 0 0,0-1-1,1 1 1,-1 0 0,0-1 0,0 1 0,0-1 0,0 1 0,0-3-1,14-26-3814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7:21.41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9842,'0'0'6532,"0"4"-6404,3 34 5,1 0 0,14 59 0,2 7-66,-4 12-210,57 454-1988,-69-525-420,-4-14-1822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7:21.78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91 936,'0'0'14107,"20"-81"-13875,15 78-224,6 0-16,8 0-720,9 3-1168,-9 0-2153,-15 9-4553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7:22.17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21 218 368,'0'0'13904,"23"6"-13529,5 1-246,41 5 1,-66-12-120,-1 0 0,1 0 1,0 0-1,-1-1 0,1 1 0,0-1 1,-1 1-1,1-1 0,-1 0 1,1 0-1,-1 0 0,1 0 0,-1 0 1,1-1-1,-1 1 0,0-1 0,0 0 1,0 1-1,0-1 0,0 0 1,0 0-1,-1 0 0,3-4 0,0-1 7,-1 0-1,0 0 0,0 0 0,0 0 1,2-12-1,-3 12-10,-1-1 0,1 0 1,-1 1-1,-1-1 0,1 1 0,-1-1 0,-1 0 0,1 1 1,-4-13-1,3 17-12,0-1 0,0 1 1,-1-1-1,0 1 0,0-1 0,0 1 1,0 0-1,0 0 0,0 0 0,-1 0 1,0 0-1,0 1 0,1-1 0,-1 1 1,-1 0-1,1 0 0,0 0 0,0 0 1,-1 0-1,-4-1 0,2 1-94,0-1 1,0 2-1,0-1 0,-1 1 0,1 0 0,0 0 0,-1 0 1,1 1-1,0 0 0,-1 0 0,1 1 0,-11 2 1,14-2-21,-1 1 0,0-1 0,0 1 1,1 0-1,-1 0 0,1 0 1,0 0-1,0 0 0,0 1 1,0 0-1,0-1 0,0 1 0,1 0 1,-1 1-1,1-1 0,0 0 1,0 1-1,0-1 0,0 1 0,-1 5 1,-1 2-239,2 1 1,-1-1-1,2 1 0,-1-1 1,1 1-1,2 16 1,-1-20 66,0 45-2334</inkml:trace>
  <inkml:trace contextRef="#ctx0" brushRef="#br0" timeOffset="1">646 113 9658,'0'0'7986,"10"236"-7170,-6-143-792,-4 44-24,0-26-1808,0-14-3097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7:22.64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156 1 11346,'0'0'3080,"13"32"-2975,42 104-68,-49-120 22,0 0 0,-1 1-1,0 0 1,-1 0-1,1 21 1,-2-15 111,-2 14 101,-1-37-269,0 0 0,0 1 0,0-1 0,0 0 0,0 0 0,0 1 1,0-1-1,0 0 0,0 0 0,0 0 0,0 1 0,0-1 0,0 0 1,0 0-1,0 1 0,0-1 0,0 0 0,0 0 0,0 0 0,0 1 1,-1-1-1,1 0 0,0 0 0,0 0 0,0 0 0,0 1 0,0-1 1,-1 0-1,1 0 0,0 0 0,0 0 0,0 0 0,-1 0 0,1 0 1,0 1-1,0-1 0,-1 0 0,-11 2 12,0-1 1,0 0-1,0 0 0,0-1 1,-13-2-1,9 1-8,1 0 0,-26 3-1,36-1 2,0-1 0,0 2 0,0-1 0,0 0 0,0 1 0,0 0 0,1 0 0,-1 1 0,1-1 0,-1 1-1,1 0 1,-4 4 0,5-5 29,0 0 0,1 0 0,-1 1-1,1-1 1,0 1 0,0 0 0,0-1-1,0 1 1,0 0 0,1 0-1,-1 0 1,1 1 0,0-1 0,0 0-1,0 0 1,0 1 0,0-1 0,1 0-1,-1 4 1,2-6-27,-1 1 1,0-1-1,1 0 0,-1 0 0,0 0 0,1 0 1,0 0-1,-1 0 0,1 0 0,-1 0 0,1-1 1,0 1-1,0 0 0,-1 0 0,1 0 0,0-1 1,0 1-1,0 0 0,0-1 0,0 1 0,0-1 1,0 1-1,0-1 0,0 0 0,0 1 0,0-1 1,0 0-1,0 0 0,0 1 0,1-1 1,1 0-1,45 1 67,-36-1-65,1-1-16,0 0 0,1 0 0,-1-1 0,0-1 0,0 0 0,0 0 0,18-9 0,-1-3-1031,48-31-1,-10-1-3844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7:23.01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21 0 13123,'0'0'5673,"-21"168"-5449,45-78-224,7 40 120,-3 47 0,-11 37 8,-13-15-128,-4-40-32,0-57-696,-14-24-616,-3-16-393,3-13-2296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7:23.43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0 171 11803,'0'0'4725,"32"0"-4701,107-2-22,-119 1-177,-1-1 0,0-1 0,0-1 0,0 0 0,0-1 0,-1-2 0,0 1 0,28-16 0,-40 19 53,5-2-468,0-1 0,0-1 1,0 0-1,17-15 0,-24 18 594,0 0-1,-1 1 1,0-1 0,0-1-1,0 1 1,5-9-1,-2-14 4355,-7 52-4170,1-5-116,0 0-1,1 0 1,0 0 0,8 30 0,-8-44-72,1-1 1,0 0-1,0 0 1,0 0 0,0-1-1,1 1 1,0 0-1,0-1 1,0 0-1,0 0 1,1 0-1,0 0 1,0 0-1,0-1 1,0 1-1,0-1 1,1 0 0,-1 0-1,1-1 1,0 0-1,0 1 1,7 1-1,-8-3-4,1 1-1,-1-1 1,0-1 0,1 1-1,-1 0 1,1-1 0,-1 0-1,0 0 1,1 0-1,-1-1 1,1 1 0,-1-1-1,0 0 1,1 0-1,-1-1 1,0 1 0,6-4-1,-5 2-59,-1-1-1,1 1 1,-1-1 0,0 0-1,-1 0 1,1 0-1,0-1 1,-1 1-1,0-1 1,0 0 0,-1 1-1,3-8 1,2-6-104,-1-1 0,-1 0 0,-1 0 1,-1 0-1,-1-1 0,0-35 0,-2 54 575,0 6 113,1 30-336,0 0 1,3 0-1,9 47 0,-9-68-418,-1 0 0,2 0-1,0-1 1,0 1-1,2-1 1,-1 0 0,2-1-1,-1 0 1,2 0 0,0-1-1,11 12 1,8-1-4103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7:23.85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33 2481,'0'0'13449,"12"19"-13125,39 65-113,-46-77-166,-1 0 1,1 0 0,-2 0-1,1 1 1,-1 0 0,0 0-1,0 0 1,-1 0 0,0 0-1,-1 0 1,0 1-1,0-1 1,-1 16 0,0-23 367,0-7 259,1-7-651,1-1 0,0 1 0,1 0 0,1 0 0,0 0 0,0 0 0,1 1 0,1-1-1,0 1 1,1 1 0,0-1 0,1 1 0,0 0 0,1 1 0,0 0 0,0 0 0,1 1 0,20-15 0,-26 22-21,0-1 1,1 1-1,-1 0 1,0 0-1,1 1 1,-1-1-1,1 1 1,-1 0 0,1 0-1,0 0 1,6 1-1,-9 0 2,1 0-1,-1 0 1,1 0-1,-1 1 1,1-1-1,-1 1 1,0-1-1,1 1 1,-1 0-1,0 0 1,0 0-1,0 1 1,0-1-1,0 0 1,0 1-1,0-1 1,0 1-1,0 0 1,-1-1-1,1 1 1,0 0-1,-1 0 1,2 3-1,6 15 5,-1 1 1,-1 1-1,-1-1 0,-1 1 0,-1 0 0,2 24 0,-2-20-83,3-8-819,-7-17 776,1-1 1,-1 0-1,0 0 0,0 1 0,1-1 0,-1 0 0,0 0 1,1 1-1,-1-1 0,0 0 0,1 0 0,-1 0 0,0 1 1,1-1-1,-1 0 0,0 0 0,1 0 0,-1 0 0,0 0 1,1 0-1,-1 0 0,1 0 0,-1 0 0,0 0 0,1 0 1,-1 0-1,1 0 0,-1 0 0,0 0 0,1 0 0,-1 0 1,0-1-1,1 1 0,-1 0 0,0 0 0,1 0 0,-1-1 1,0 1-1,1 0 0,-1 0 0,0-1 0,0 1 0,1 0 1,-1 0-1,0-1 0,0 1 0,0 0 0,1-1 0,-1 1 1,0-1-1,8-20-7019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7:24.25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246 1 10418,'0'0'9412,"-21"12"-9219,-68 40-129,83-48-59,0 0 0,1 0 0,0 0 0,0 1 0,0 0 0,0-1 0,1 2 0,-1-1 0,1 1 0,-5 10 0,-2 1-1,2-4 18,1 1 0,0 1 0,1-1 0,1 1 0,0 0 0,1 0 0,1 1 0,0 0 0,1 0 0,0 0 0,2 0 0,0 0 0,0 0 0,2 0 0,2 18 0,-2-30-28,1 0 1,-1-1-1,0 1 1,1-1 0,0 1-1,0-1 1,0 0-1,0 1 1,1-1-1,-1-1 1,1 1 0,0 0-1,0 0 1,0-1-1,0 0 1,0 0-1,1 0 1,-1 0-1,0 0 1,1 0 0,0-1-1,-1 0 1,1 0-1,6 2 1,0-1-189,0-1 1,0 0-1,0 0 0,1 0 0,-1-2 1,0 1-1,0-1 0,19-4 1,-15 0-541,-1-1 0,1 0 1,-1 0-1,-1-1 1,1-1-1,-1 0 0,-1-1 1,1 0-1,10-12 0,29-34-6403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7:24.62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43 1 1840,'0'0'18175,"9"24"-17275,2 1-684,42 121 708,-31-68-612,-6-23-274,-12-42-271,-3-11 23,-2-5-73,-1-4 194,0 0 0,-1-1 0,0 1 0,-1 1 0,0-1 0,0 0 0,0 1 0,0 0 0,-12-11 0,14 14 69,0 0 1,0 1 0,-1 0 0,1-1 0,-1 1 0,0 0 0,0 0-1,0 1 1,0-1 0,0 1 0,0-1 0,0 1 0,0 0 0,0 0-1,-1 0 1,1 1 0,0-1 0,-1 1 0,1 0 0,-1 0 0,1 0 0,0 0-1,-1 0 1,1 1 0,-5 1 0,7-1 6,-1 0 0,0 0 0,0 1 0,1-1 0,-1 1 0,0-1 0,1 1 0,0 0 0,-1 0 0,1-1 0,0 1 0,0 0 0,0 0 0,0 0 0,0 0 0,0 1 0,1-1 0,-1 0 0,1 0 0,-1 4 1,-2 51-37,3-49 22,0-3 25,0-1 1,0 0-1,0 0 1,1 1 0,-1-1-1,1 0 1,0 0-1,0 0 1,1 0-1,3 8 1,-4-10-1,1 0 0,0 0-1,0 0 1,0-1 0,0 1 0,0-1 0,0 1 0,0-1 0,1 0 0,-1 0 0,0 0 0,1 0 0,-1 0 0,1 0 0,-1 0 0,1-1 0,-1 0 0,1 1 0,3-1 0,-1 0-56,1 1 1,-1-1-1,0 0 1,1 0-1,-1-1 1,0 0-1,1 0 1,-1 0-1,0 0 1,0-1-1,0 0 1,0 0-1,0-1 1,-1 1-1,8-6 1,0-1-536,-1-2 0,-1 1 0,0-2 0,12-16 0,1-5-1779,28-51 1614,-51 87 1887,-1 12-374,1-2-386,0 1-1,1 0 1,0 0 0,5 21-1,-6-33-358,1 1-1,0 0 1,0-1-1,0 1 1,0-1 0,0 0-1,0 1 1,0-1-1,1 0 1,-1 0 0,1 0-1,0 0 1,0 0-1,0 0 1,0 0 0,0-1-1,0 1 1,0 0-1,0-1 1,1 0 0,-1 0-1,0 0 1,1 0-1,-1 0 1,1 0 0,-1 0-1,1-1 1,0 1-1,-1-1 1,5 0 0,-5 0-19,0 0-1,1-1 1,-1 1 0,0-1 0,0 1 0,0-1 0,0 0 0,1 0 0,-1 0 0,0 0 0,-1 0 0,1-1 0,0 1 0,0 0 0,0-1-1,-1 1 1,1-1 0,-1 0 0,1 0 0,-1 1 0,0-1 0,0 0 0,0 0 0,0 0 0,0 0 0,0-1 0,0 1 0,-1 0 0,1 0 0,-1-3-1,3-8-449,-1 0-1,0 0 0,-1-25 0,-1 27-273,0 0-1,-1 0 1,0 0-1,0 0 1,-1 0-1,-5-16 1,-12-8-6299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7:25.06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0 112 11402,'0'0'9370,"176"-78"-8905,-138 63-177,-7 2-288,-7 7 0,-10 6-713,-10 6-1543,-4 19-2321,0 9-3809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7:25.47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108 1 9634,'0'0'9090,"-66"195"-8034,56-136-680,3 0-376,-3 16-80,3-13-2224,0-16-4786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7:25.88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28 97 4121,'0'0'13027,"-28"174"-12651,28-103-48,0 7-216,0 3-112,3-1-384,-3-5 152,0-16-408,0-19-505,0-18-1719</inkml:trace>
  <inkml:trace contextRef="#ctx0" brushRef="#br0" timeOffset="1">176 1 4993,'0'0'9693,"20"26"-9655,58 83-30,-75-104-7,0 0 0,0 1-1,-1-1 1,1 1 0,-1-1 0,0 1-1,2 10 1,-4-13 1,0 1 0,0 0-1,0 0 1,-1-1 0,1 1 0,-1 0 0,-1 4 0,0-2 4,0 1 1,-1 0-1,0 0 1,-1-1 0,1 1-1,-1-1 1,-1 0-1,1 0 1,-1 0 0,0-1-1,0 0 1,-1 0-1,1 0 1,-11 6 0,3-2-15,-1 0 1,1-1 0,-1-1 0,-1-1 0,-21 8-1,34-14-83,-35 8 22,36-8-144,-1 1 0,0-1 1,1 0-1,-1 0 0,0 0 0,1 0 0,-1 0 0,0-1 1,1 1-1,-1 0 0,0-1 0,1 1 0,-1-1 0,1 0 1,-1 1-1,1-1 0,-1 0 0,1 0 0,-2-2 1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7:26.27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38 383 4305,'0'0'12324,"-5"-7"-12085,0-3-208,0 0 1,1 0 0,0 0 0,0-1 0,2 1 0,-1-1 0,1 0 0,0 1-1,1-20 1,0 15-23,1 0-1,1 1 1,0-1-1,1 0 0,0 1 1,2-1-1,8-24 1,-9 32-24,0 0-1,0 0 1,1 1 0,0-1-1,1 1 1,-1 0 0,1 0 0,0 1-1,1-1 1,-1 1 0,1 0 0,0 0-1,1 1 1,-1 0 0,1 0 0,13-5-1,-14 6-129,1 1 0,-1 0 0,1 1 0,0-1-1,0 1 1,-1 1 0,13-1 0,-16 1 46,0 1 0,0-1 0,0 0 1,0 1-1,1 0 0,-1 0 0,0 0 1,-1 0-1,1 0 0,0 0 0,0 1 1,0-1-1,-1 1 0,1 0 0,-1 0 1,1 0-1,3 5 0,35 46-3724</inkml:trace>
  <inkml:trace contextRef="#ctx0" brushRef="#br0" timeOffset="1">349 91 496,'0'0'14483,"34"208"-13603,-24-152-55,-3-3-521,0-9-96,-3-13-200,3-22-16,-1-9-1577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7:26.62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16307,'0'0'4729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7:27.21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97 4401,'0'0'13891,"20"18"-13575,61 60-93,-76-72-212,1 1 1,-1-1 0,-1 1 0,1-1 0,-1 1-1,0 1 1,-1-1 0,1 0 0,-1 1-1,-1 0 1,0 0 0,0 0 0,0 0-1,-1 0 1,0 16 0,0-15-11,-1-5-10,1 17-130,-1-21 137,0 0-1,0 1 1,0-1-1,0 0 0,0 0 1,0 1-1,0-1 1,0 0-1,-1 0 1,1 1-1,0-1 1,0 0-1,0 0 0,0 1 1,0-1-1,0 0 1,-1 0-1,1 1 1,0-1-1,0 0 1,0 0-1,-1 0 0,1 0 1,0 1-1,0-1 1,-1 0-1,1 0 1,0 0-1,0 0 1,-1 0-1,1 0 0,0 0 1,0 1-1,-1-1 1,1 0-1,0 0 1,0 0-1,-1 0 1,1 0-1,0 0 0,-1 0 1,1 0-1,0-1 1,0 1-1,-1 0 1,1 0-1,0 0 1,0 0-1,-1 0 0,1 0 1,0 0-1,0-1 1,-1 1-1,1 0 1,0 0-1,0 0 1,-1-1-1,-1-1 1,0 0 0,0 0 0,-1-1 1,1 1-1,0-1 0,1 1 0,-1-1 0,1 0 0,-1 0 1,1 0-1,0 0 0,0 0 0,0 0 0,0 0 0,0 0 0,1 0 1,-1-5-1,0-64 16,1 49-11,1 17-4,0 0 0,-1 1 0,2-1 0,-1 1 0,1-1 0,-1 1 0,2-1 0,-1 1 0,0 0 0,1 0 0,0 0 0,0 1 0,1-1 0,-1 1 1,1-1-1,0 1 0,0 0 0,10-6 0,-9 6 0,0 0 1,1 1 0,0-1 0,0 1-1,0 1 1,0-1 0,0 1 0,1 0-1,-1 0 1,0 1 0,1 0 0,0 0-1,-1 0 1,1 1 0,0 0 0,9 2-1,-12-1 4,-1 0 1,1 1-1,-1-1 0,0 1 0,0 0 0,0 0 0,0 0 0,0 0 0,0 1 1,0-1-1,-1 1 0,1 0 0,-1-1 0,0 1 0,0 0 0,0 1 0,3 5 0,1 3-3,-1 0 0,0 0 0,5 21 0,-6-13-20,-2 0 0,0 0 0,-1 0 0,-1 22 0,-1-10-132,-1-22 148,-3-10-99,4-1 79,0 0-1,0 0 1,1 0 0,-1 0 0,0 0-1,1 0 1,-1 0 0,1 0 0,-1 0 0,1 0-1,-1 0 1,1 0 0,0-1 0,-1-1 0,-1-11-115,0-1 1,1 0 0,1 1 0,0-1 0,1 0-1,0 1 1,1-1 0,1 1 0,1 0 0,0 0 0,0 0-1,1 0 1,1 1 0,1-1 0,0 2 0,0-1-1,12-14 1,-14 20 56,1 1 0,-1 0-1,1 0 1,1 0 0,-1 1 0,1-1-1,0 2 1,0-1 0,0 1-1,1 0 1,0 0 0,-1 1-1,1 0 1,0 1 0,1 0-1,-1 0 1,0 0 0,1 1 0,-1 1-1,12-1 1,-18 2 80,0-1 0,1 1 0,-1-1 0,0 1 0,0 0 1,0 0-1,1 0 0,-1 0 0,0 0 0,0 0 0,-1 0 0,1 1 0,0-1 0,0 1 0,-1-1 1,1 1-1,-1 0 0,1 0 0,-1 0 0,0 0 0,1 0 0,-1 0 0,0 0 0,0 0 1,-1 0-1,1 0 0,0 0 0,0 4 0,2 10 30,1 0 0,-2-1 0,1 18 0,-2-19 16,9 77 652,-10-90-692,0 0 0,0-1 0,0 1 0,0 0 0,0-1-1,0 1 1,1 0 0,-1-1 0,0 1 0,0 0-1,1-1 1,-1 1 0,0 0 0,1-1 0,-1 1 0,0-1-1,1 1 1,-1-1 0,1 1 0,-1-1 0,1 1-1,-1-1 1,1 1 0,0-1 0,-1 0 0,2 1 0,-1-1-4,-1 0 1,1 0-1,0 0 1,0-1-1,0 1 1,-1 0-1,1-1 1,0 1-1,0 0 1,-1-1-1,1 1 1,0-1-1,-1 1 1,1-1-1,-1 0 1,1 1-1,1-2 1,19-32-155,-9 2-228,-8 20 237,1 0-1,0 0 1,1 1 0,0-1 0,10-13 0,-16 25 156,0 0 0,0 0 0,0-1 0,1 1 0,-1 0 0,0-1 0,0 1 0,0 0 0,1 0 0,-1-1 1,0 1-1,0 0 0,0 0 0,1-1 0,-1 1 0,0 0 0,1 0 0,-1 0 0,0 0 0,0-1 1,1 1-1,-1 0 0,0 0 0,1 0 0,-1 0 0,0 0 0,1 0 0,-1 0 0,0 0 0,1 0 0,-1 0 1,0 0-1,1 0 0,-1 0 0,0 0 0,1 0 0,-1 0 0,0 1 0,1-1 0,-1 0 0,0 0 1,1 0-1,-1 0 0,0 1 0,0-1 0,1 0 0,-1 0 0,0 1 0,0-1 0,0 0 0,1 0 0,-1 1 1,0-1-1,0 0 0,0 1 0,0-1 0,0 0 0,1 0 0,-1 1 0,0-1 0,0 0 0,0 1 1,0-1-1,0 0 0,0 1 0,0-1 0,0 1 0,3 30 516,-3-25-451,18 127 1014,-15-115-1014,1-1 0,1 0 0,1-1 0,0 1 0,15 25 0,-19-39-81,0 1 1,1-1 0,-1 0-1,1 1 1,0-1-1,0 0 1,0-1 0,0 1-1,0 0 1,1-1 0,-1 0-1,7 3 1,-8-4-89,-1-1 1,1 1-1,-1-1 1,0 0-1,1 0 1,-1 0-1,1 0 1,-1 0-1,1 0 1,-1 0-1,0 0 1,1 0-1,-1-1 1,1 1-1,-1-1 0,0 1 1,1-1-1,-1 1 1,0-1-1,0 0 1,1 0-1,-1 0 1,0 0-1,0 0 1,0 0-1,0 0 1,0 0-1,0 0 1,0 0-1,-1 0 1,1 0-1,0-1 1,-1 1-1,1 0 1,0-1-1,-1 1 1,1-3-1,10-34-6254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7:27.60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0 227 5617,'0'0'11403</inkml:trace>
  <inkml:trace contextRef="#ctx0" brushRef="#br0" timeOffset="1">507 0 3833,'0'0'10890,"-17"221"-9658,17-125-255,0 10-1,0 5-320,0-2-328,0-6-232,0-20-96,0-17-304,0-26-1752,0-18-3018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7:27.99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47 5617,'0'0'13035,"213"-16"-13019,-147 4-16,6 2-664,-16 4-2209,-18 3-4832</inkml:trace>
  <inkml:trace contextRef="#ctx0" brushRef="#br0" timeOffset="1">515 103 9378,'0'0'12187,"38"173"-12187,-25-126-320,1 15-881,-4-15-1511,-3-10-2881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7:28.36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1 125 13691,'0'0'4510,"0"32"-4315,4 106-74,-2-111-102,1 0-1,1 1 0,1-1 1,9 27-1,-5-19-44,-5-20 40,-1-2-473,0 0 0,1 0 0,7 15 0,-10-26 310,0 0 1,0 0-1,0 0 1,0-1-1,0 1 1,0 0-1,0 0 1,0-1-1,1 1 1,-1-1-1,1 1 1,0-1-1,-1 1 1,1-1-1,0 0 1,0 0-1,-1 0 1,1 0-1,0 0 1,0 0-1,0-1 1,0 1-1,0-1 1,0 1-1,1-1 1,-1 0-1,3 0 1,-4 0 80,0-1 0,1 1 0,-1-1-1,0 1 1,0-1 0,0 0 0,0 0 0,1 0 0,-1 1 0,0-1 0,0 0 0,-1 0 0,1 0 0,0-1 0,0 1 0,0 0 0,-1 0 0,1 0 0,-1-1 0,1 1 0,-1 0 0,1-3-1,10-38-438,-9 29 267,25-122-4163,21-85-400,-37 180 7079,27-58 0,-37 94-2170,0 1 1,1 0 0,-1 0-1,1 0 1,0 1-1,0-1 1,0 0-1,0 1 1,0-1 0,4-2-1,-1 3-1153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7:28.94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108 1 1192,'0'0'18209,"19"21"-17912,61 68-115,-71-78-179,-1 0 0,0 0 0,0 0 0,-1 1 0,-1 1 0,0-1 0,0 1 0,-1 0 0,-1 0 0,0 0 0,3 23-1,-6-27 1,1 5 13,0 1 1,-1 27 0,-1-29 13,-1-12-31,0 0 1,1-1 0,-1 1 0,0 0 0,0-1-1,0 1 1,0-1 0,0 1 0,0-1 0,0 1-1,0-1 1,0 0 0,0 1 0,0-1 0,0 0-1,0 0 1,0 0 0,0 1 0,0-1 0,0 0-1,0-1 1,0 1 0,-2 0 0,-31-5-405,25 1 299,0-1 0,0-1-1,1 1 1,0-2 0,-11-9-1,14 11 52,0 0 0,0 0 0,0 1 0,0 0 0,-1 0 0,1 0 0,-1 1 0,0 0 0,0 0 0,-1 0 0,1 1 0,0 0 0,-1 0 0,0 1 1,-12-2-1,16 4 76,1-1 1,-1 1-1,0-1 1,1 1 0,0 0-1,-1 0 1,1 0 0,-1 0-1,1 0 1,0 1 0,0-1-1,0 1 1,0-1-1,0 1 1,0 0 0,0 0-1,0 0 1,1 0 0,-1 0-1,1 0 1,-1 0 0,1 1-1,0-1 1,0 0-1,0 1 1,0-1 0,0 1-1,1-1 1,-1 6 0,-2 7 196,0 0 1,1 1 0,1 26 0,1-36-124,0 0 0,0 0 0,0 0 0,1 0 0,0 1-1,1-1 1,-1 0 0,1-1 0,0 1 0,3 7 0,-3-11-55,0 1 0,0-1 0,0 0 0,0 0 0,1 0-1,-1 0 1,0 0 0,1 0 0,0-1 0,-1 1 0,1-1 0,0 1 0,0-1 0,-1 0-1,1 0 1,0-1 0,0 1 0,0-1 0,0 1 0,0-1 0,0 0 0,6 0 0,-4 0-17,0 0 1,1-1-1,-1 1 1,0-1 0,0 0-1,0-1 1,0 1-1,0-1 1,9-4 0,-4 0-110,-1-1 1,0 0 0,11-11-1,-11 11-75,38-35-4244,-32 34-1222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7:37.94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6 541 10274,'0'0'9910,"0"5"-9346,-3 415-3003,1-596 2410,2-136 47,4 237-4,3 0-1,18-82 1,-25 157-14,2-6 2,-1 0 1,0-1-1,1 1 1,0 0-1,1 0 1,3-7-1,-5 12-1,1-1 0,-1 1-1,1-1 1,-1 1 0,1 0 0,-1-1-1,1 1 1,0 0 0,0 0-1,-1 0 1,1 0 0,0 1 0,0-1-1,0 0 1,0 1 0,0-1-1,0 1 1,0 0 0,0 0 0,0 0-1,4 0 1,42 0-70,-17 2-195,0-2 0,-1-1 0,1-1 0,-1-2 0,0-1 1,31-10-1,106-52-7103,-134 57 2327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7:38.37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75 10738,'0'0'9106,"152"-19"-9106,-86 13 0,37-16-1160,-17 10-1801,-13-4-3256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7:38.79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314 1 624,'0'0'15299,"-148"171"-14610,114-103-249,-1 6-248,4 7-80,3 6-104,8 3 48,6 0-56,10 0 0,4-15-88,0-7-296,38 3-993,0-24-1031,4-10-2281</inkml:trace>
  <inkml:trace contextRef="#ctx0" brushRef="#br0" timeOffset="1">401 957 120,'0'0'18788,"79"-158"-18532,-41 111-120,0 1-120,3 2-16,-3-3-168,-7 10-880,0-3-1201,-7 12-903,-13 6-3570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7:39.24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0 398 5825,'0'0'13739,"190"168"-13643,-135-112-88,-3 3-8,-7 0-264,-4-9-424,0-13-1080,-6-15-1129,-11-13-3024</inkml:trace>
  <inkml:trace contextRef="#ctx0" brushRef="#br0" timeOffset="1">545 1 5281,'0'0'13443,"169"146"-13171,-141-72-200,-11 10-72,-10 12-296,-7 7-72,0 2-632,-35 32-633,-6-28-503,-7-16-3033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7:40.09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78 11290,'0'0'7890,"89"-25"-7890,-44 13 0,-4 3-40,1 2-576,-4 4-848,0-3-393,0 0-511,-7-4-841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7:40.48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29 9890,'0'0'9010,"69"-28"-8954,-31 28-56,4 0-104,6 0-1152,-6 0-1609,-11 0-3184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7:43.23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359 1 4025,'0'0'12338,"-18"0"-11099,2 0-1213,1 1 0,0 1-1,0 0 1,0 1-1,0 0 1,1 1 0,-1 1-1,1 1 1,0 0-1,0 0 1,1 2-1,0 0 1,0 0 0,1 1-1,-15 14 1,18-15-1,0 0 0,1 0 0,0 1 0,0 0 0,1 0 0,0 1 0,1 0 1,0 0-1,1 0 0,0 1 0,0 0 0,1 0 0,1 0 0,0 1 0,0-1 0,1 1 0,1-1 0,0 1 0,0 0 1,2 14-1,-1-21-30,1-1 1,0 1-1,0 0 1,0 0-1,1-1 1,-1 1-1,1-1 1,0 1-1,1-1 1,-1 0-1,1 0 1,0 0-1,0 0 1,0 0-1,0-1 1,1 1-1,-1-1 1,1 0-1,0 0 1,0 0-1,0-1 1,0 0-1,1 1 1,-1-1-1,1-1 1,6 3-1,-4-2-12,0 0-1,1 0 1,-1 0 0,1-1-1,0-1 1,-1 1-1,1-1 1,0 0 0,-1-1-1,1 0 1,0 0-1,-1-1 1,1 1-1,-1-2 1,0 1 0,13-7-1,-8 1-95,0-1 0,-1 1-1,0-2 1,-1 0 0,0 0-1,-1 0 1,0-2 0,-1 1-1,0-1 1,0 0 0,-1 0-1,-1-1 1,8-22 0,-2-2-301,-1 0 0,-2-1 0,8-70 0,-12 92-41,1 14 112,-1 13 233,23 121 200,-23-96-79,1-1 0,3 1 1,16 46-1,-23-78-156,0 1 0,1 0 0,-1-1 1,1 1-1,0-1 0,0 0 1,0 0-1,0 0 0,1 0 0,-1-1 1,1 1-1,0-1 0,0 0 0,1 0 1,-1-1-1,0 1 0,1-1 0,9 4 1,4-4-4387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7:43.77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1 206 520,'0'0'16436,"55"-40"-15692,-7 27-296,14 4-248,18-1-64,6 1-128,11 3-8,3-6-176,0-4-880,13-18-865,-23 3-1311,-24 6-2994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7:44.19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75 6809,'0'0'8514,"193"-19"-8514,-131-3-400,-10 1-1616,-18 8-1945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7:44.56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94 1 1592,'0'0'15577,"-8"18"-15222,-22 61-113,28-73-209,0 1 0,0-1-1,1 0 1,0 0 0,0 0-1,1 1 1,-1-1-1,1 0 1,1 9 0,1 6 51,-2-20-83,0 1 1,0 0-1,0-1 0,0 1 1,1 0-1,-1 0 0,1-1 0,-1 1 1,1-1-1,0 1 0,-1 0 0,1-1 1,0 0-1,0 1 0,0-1 0,0 1 1,1-1-1,-1 0 0,0 0 1,0 0-1,1 1 0,-1-1 0,1-1 1,-1 1-1,1 0 0,-1 0 0,1 0 1,-1-1-1,1 1 0,0-1 1,-1 1-1,4-1 0,6 2 0,0-1 0,1-1 0,-1 0 0,14-1 0,0-1-4,7 2 56,-8-1-377,0 2 1,36 4-1,-52-3 173,0 0 0,0 0 0,0 1 0,0 0 0,0 0 0,-1 1 0,1 0 0,-1 0 0,0 1 0,0-1 0,6 7 0,-6-3 15,0-1 0,0 1 1,-1 1-1,0-1 0,-1 1 0,1 0 0,-2 0 0,1 1 0,-1-1 0,-1 1 0,0 0 0,0 0 0,1 12 0,-3-14 134,0 0 0,0 0 0,0 0 0,-1 0 0,-1 0-1,1 0 1,-1 0 0,-1-1 0,1 1 0,-1 0 0,-1 0-1,0-1 1,0 1 0,0-1 0,-1 0 0,0 0 0,-7 9 0,0-4 51,-1 0 1,0-1-1,0-1 1,-2 0-1,1-1 1,-1 0 0,0-1-1,-1-1 1,0 0-1,0-1 1,-1-1 0,0 0-1,1-1 1,-2 0-1,1-2 1,-33 2-1,44-4-69,-1 0 0,0 0 0,0 0 0,0-1 0,0 0 0,0 0 0,0-1 0,1 0 0,-1 0 1,1 0-1,-1 0 0,1-1 0,-7-4 0,5 1-262,-1 0 1,1-1-1,0 0 1,0 0-1,1-1 1,-1 1 0,-5-13-1,-18-34-3393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7:45.09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 0 3513,'0'0'14203,"-4"16"-19948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7:45.47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1 547 11426,'0'0'3945,"107"-214"-3785,-66 142-88,0 7-64,-6 3-8,-8 9-552,-9 13-808,-18 12-608,0 16-1297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7:45.90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9538,'0'0'10034,"221"183"-9794,-159-133-160,0 0-64,-3-1-16,-8-2-48,-2-13-456,6-15-664,-10-7-1249,-14-12-3384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7:46.82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12755,'0'0'6057,"31"0"-6433,-18 0-936,1 0-601,-7 0-847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7:47.26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135 0 7490,'-111'91'6637,"109"-90"-6365,0 1 0,1 0-1,-1-1 1,0 1 0,1 0-1,-1 0 1,1 0 0,0 0 0,-1 0-1,1 1 1,0-1 0,-1 5 0,1-4-255,0 1 0,1 0 0,-1-1 1,1 1-1,0 0 0,0-1 0,0 1 0,1 0 1,-1-1-1,1 1 0,0 0 0,0-1 1,0 1-1,0-1 0,0 0 0,1 1 0,0-1 1,0 0-1,0 0 0,0 0 0,4 5 1,1-3-15,-1 1 0,1-1 0,0-1 0,0 1 0,1-1 0,-1 0 1,1-1-1,0 0 0,9 2 0,5 0-234,0-1 1,25 1-1,-34-4-13,-4-1-24,-1 2 0,1-1 1,-1 1-1,0 0 0,0 0 0,0 1 0,0 0 0,0 1 0,14 8 0,-19-10 190,-1 0 0,1 1 0,0-1 0,0 1 0,-1 0 0,0 0 0,1 0 0,-1 0 0,0 0 0,-1 0 0,1 0 0,0 1 0,-1-1 0,0 1 0,0-1 0,0 1 0,0 0 0,-1-1 0,1 1 0,-1 0 0,0-1 0,0 1 0,0 0 0,0-1 0,-2 5 0,1-5 79,-1 1 0,1 0-1,-1-1 1,0 0 0,0 1 0,-1-1 0,1 0 0,-1 0 0,1 0 0,-1-1 0,0 1 0,0 0 0,0-1 0,0 0 0,-1 0 0,1 0 0,-1 0 0,1-1 0,-1 1-1,-5 1 1,-5 2-26,0-1-1,-1 0 1,1-1-1,-20 2 1,-27-3-2368,42-2-1204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7:47.63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15 0 6105,'0'0'11211,"-14"162"-11131,14-100-80,7 6-8,-4 7 0,-3-7-296,0-3-489,0-6-799,0-9 112,-10-22-721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7:48.02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0 134 224,'0'0'17092,"49"3"-16988,-1-3-56,11-9-48,6-19-72,35-7-1257,-17-2-1159,-11 9-2553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7:49.28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145 0 2801,'0'0'14737,"-8"25"-14617,-27 80-44,28-88-69,0-1 0,-1 0 0,0-1 0,-19 26 0,21-34-4,1 0 0,0 1 0,1-1 0,-1 1 1,1 0-1,1 0 0,0 0 0,0 1 0,0-1 1,-1 11-1,4-18-5,0 0 0,0 1 0,1-1 0,-1 0 0,0 1 0,0-1 0,1 0 0,-1 0-1,0 1 1,1-1 0,0 0 0,-1 0 0,1 0 0,0 1 0,-1-1 0,1 0 0,0 0 0,0 0 0,0 0 0,0-1 0,0 1 0,0 0 0,0 0 0,0-1 0,0 1 0,0 0 0,1-1 0,-1 1 0,0-1 0,0 1 0,1-1 0,-1 0 0,0 0 0,1 1 0,1-1 0,8 1-38,1 0 1,-1 0 0,15-1 0,-13-1-51,19 3-424,-13-1 133,0-1 0,19-2 0,-34 1 306,1 1 1,-1-1-1,0 0 0,1 0 1,-1-1-1,0 1 0,0-1 1,0 0-1,0 0 0,0 0 1,-1 0-1,1-1 0,0 0 1,2-3-1,-4 4 100,0-1 0,-1 0 0,0 0 0,1 0 0,-1 0 0,0 0 0,0 0 0,-1 0 0,1 0 0,-1-1 0,1 1 0,-1 0 0,0 0 0,0 0 0,-2-6 0,2-5 2452,0 18-1730,-14 229-35,14-57-1321,0-61-3635,0-84-296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7:48.41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18 0 10362,'0'0'6114,"-18"199"-5842,22-134-96,13 4-120,0 5 40,-6 4-24,-8 2 24,-3-11-80,0-1-16,0-12 0,-3-6-832,-8-32-433,5-12-959</inkml:trace>
  <inkml:trace contextRef="#ctx0" brushRef="#br0" timeOffset="1">42 556 576,'0'0'13291,"29"-6"-12344,92-16-226,-114 20-638,1 1 0,-1 0 0,1 1 0,-1 0 1,1 0-1,-1 0 0,1 1 0,9 2 0,-12-1-30,1 0 0,-1 1 0,0 0 0,0-1 0,0 2 1,8 6-1,2 1 18,-8-5-60,1-1 0,-2 1-1,1 0 1,-1 0 0,0 1 0,0-1-1,-1 2 1,0-1 0,0 0 0,-1 1-1,1 0 1,-2 0 0,1 0 0,-1 1-1,-1-1 1,1 1 0,-2-1 0,1 1-1,-1 0 1,0 0 0,-1 0 0,0 0-1,0-1 1,-1 1 0,0 0 0,-1 0-1,0 0 1,0-1 0,-1 1-1,0-1 1,0 0 0,-1 0 0,0 0-1,-1 0 1,1-1 0,-12 13 0,7-9-62,-1-1 1,-1-1 0,0 0 0,0 0 0,-1-1-1,0 0 1,-23 10 0,27-15-320,1 0 0,-1 0 0,0-1-1,0 0 1,0 0 0,0-1 0,0 0 0,0 0 0,0-1 0,0 0 0,0-1 0,0 1 0,0-2-1,-16-3 1,-11-14-4183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7:48.80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1 169 1744,'0'0'17564,"183"15"-17308,-101-30-24,1-7-96,3-12-112,-10 3-24,14-3-1024,-24 9-1601,-18 3-2016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7:49.95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13867,'0'0'6361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7:50.62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0 538 600,'0'0'13051,"138"-187"-12467,-96 135 152,-4 2 88,-4 0-79,-3 4-417,-3 2-160,-7 7-168,-4 6-456,-7 9-1041,-6 4-911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7:51.06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1016,'0'0'16636,"176"155"-16412,-117-118-176,-1 3-48,-3-2-264,-6-1-1041,-8 3-895,-13-9-1897,-11-6-5801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7:51.79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225 9 336,'0'0'17358,"0"0"-17341,0-1 0,1 1-1,-1 0 1,0 0 0,0 0-1,0-1 1,0 1 0,0 0-1,0 0 1,0 0 0,0-1-1,0 1 1,0 0 0,0 0-1,0-1 1,0 1 0,0 0-1,0 0 1,0 0 0,0-1-1,0 1 1,0 0-1,0 0 1,0-1 0,0 1-1,0 0 1,-1 0 0,1 0-1,0 0 1,0-1 0,0 1-1,0 0 1,0 0 0,-1 0-1,1 0 1,0 0 0,0-1-1,0 1 1,-1 0 0,1 0-1,-14 11 56,1 1-1,0 0 1,-17 22 0,-2 1-21,-15 9-32,27-26 19,-25 28 1,44-46-43,1 1 0,-1-1 1,0 1-1,1 0 0,-1-1 0,1 1 1,-1 0-1,1 0 0,-1-1 0,1 1 1,-1 0-1,1 0 0,0 0 1,-1 0-1,1-1 0,0 1 0,0 0 1,0 0-1,0 0 0,0 0 0,0 0 1,0 0-1,0 0 0,0-1 1,0 1-1,0 0 0,0 0 0,1 0 1,-1 0-1,0 0 0,1 0 1,-1-1-1,1 1 0,-1 0 0,1 0 1,-1-1-1,1 1 0,-1 0 0,1-1 1,0 1-1,-1-1 0,1 1 1,0 0-1,0-1 0,-1 0 0,2 1 1,6 3-6,-1-1 1,1 0-1,-1-1 1,14 3 0,-1 0-45,1 3-45,2 0-1066,1 0 1,38 7 0,-60-14 1105,-1-1 0,1 0 0,-1 1 0,1-1 1,-1 0-1,1 0 0,-1 0 0,1 0 1,-1 0-1,1-1 0,-1 1 0,1 0 0,-1-1 1,1 1-1,-1-1 0,1 1 0,-1-1 1,0 0-1,1 0 0,-1 1 0,0-1 1,0 0-1,0 0 0,2-2 0,-2 0 31,1 0 0,-1 0 0,0 0 0,0 0 0,0-1 0,0 1 0,-1 0 0,1-7 0,2-12 97,2 0 261,-2 19 707,0 31 679,-3-14-1899,3 33-774,2 0 0,17 76 0,-11-75-2797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7:52.24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 1 6489,'0'0'12843,"-4"158"-12579,4-102-168,7 9-24,4 1-72,-1-1-8,-3-6 0,-4-7-48,1-8-184,-4-10-296,0-12-928,0-10-1625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7:52.63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7 984,'0'0'18180,"52"21"-17924,-25-14-192,8-7-64,20 0-160,-7-13-1568,-10-9-3105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7:53.30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5417,'0'0'9325,"30"2"-8180,95 9-379,-111-9-694,0 0 1,0 1-1,-1 1 1,0 0-1,16 7 0,-22-7-60,1 0 0,-1 1-1,1 0 1,-1 0 0,-1 1-1,11 10 1,-13-11-21,0 0 1,0 0-1,0 0 1,0 1-1,-1-1 1,0 1-1,0 0 0,-1 0 1,1 0-1,-1 0 1,-1 1-1,1-1 0,-1 0 1,0 1-1,-1-1 1,1 1-1,-1-1 1,-1 1-1,1-1 0,-1 1 1,0-1-1,-2 7 1,-1-2-32,0 1 1,0-1-1,-1 0 1,0 0 0,-1-1-1,0 0 1,-1 0-1,0 0 1,-1-1 0,-15 15-1,8-10 36,-1 0 0,-25 16 0,35-26 7,0-1 0,0 1 0,-1-1-1,1-1 1,-1 1 0,0-1 0,1 0-1,-1-1 1,0 1 0,-13 0 0,20-3-11,-1 1 1,1 0 0,0-1-1,-1 1 1,1 0-1,-1-1 1,1 1-1,0-1 1,-1 1-1,1 0 1,0-1 0,-1 1-1,1-1 1,0 1-1,0-1 1,0 1-1,-1-1 1,1 1 0,0-1-1,0 1 1,0-1-1,0 0 1,0 1-1,0-1 1,0 1 0,0-1-1,0 1 1,0-1-1,1 0 1,1-19-58,0 18 59,0-1 1,0 0-1,0 1 0,0-1 1,0 1-1,0 0 0,1 0 1,-1-1-1,1 2 0,-1-1 1,1 0-1,0 0 0,0 1 1,-1 0-1,1-1 1,0 1-1,0 0 0,1 1 1,-1-1-1,0 0 0,6 1 1,6-2-40,-1 1 1,1 0 0,21 3-1,-31-1 16,0 0 0,-1 1 0,1-1 0,-1 1-1,1 0 1,-1 0 0,1 0 0,-1 1-1,0 0 1,0-1 0,-1 1 0,1 1 0,0-1-1,-1 1 1,0-1 0,0 1 0,5 8-1,3 5-185,-1 1 0,15 35 0,-17-29 30,-1-1 0,-1 1-1,-2 1 1,0-1-1,-1 1 1,-2-1-1,-2 39 1,1-60 174,-1 5 53,0-1 1,0 1 0,-1-1 0,0 1 0,-1-1 0,1 0 0,-1 0 0,-1 0 0,1-1 0,-1 1 0,-1-1-1,1 0 1,-1 0 0,0 0 0,0 0 0,-1-1 0,0 0 0,1 0 0,-2-1 0,-12 8 0,10-7-89,0 1 1,0-1 0,-1-1 0,0 0 0,0 0-1,0-1 1,-1 0 0,1-1 0,0 0-1,-1-1 1,0 0 0,1-1 0,-1 0-1,-19-2 1,26 1-214,-1-1 0,0 1 0,1-1 0,0 0 0,-1 0 0,-6-5 0,-18-17-3234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7:53.70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321 0 928,'0'0'11445,"-34"14"-10527,-109 44-114,133-54-683,1 1 0,-1 0 0,1 0 0,-11 10 0,17-12-38,0 0 0,0 0-1,0 0 1,1 1 0,-1-1 0,-2 7 0,-3 2 144,1 1 15,0-1 0,0 1 0,2 0 0,-1 0 0,2 1 0,0 0 0,-3 15-1,3 1 186,1 1-1,1 36 0,2-62-402,1 0-1,-1 0 0,1 0 0,0 0 0,0 0 1,1 0-1,-1 0 0,1 0 0,0 0 0,0-1 1,1 1-1,-1-1 0,1 0 0,0 0 1,0 0-1,1 0 0,-1 0 0,1-1 0,0 1 1,0-1-1,0 0 0,0 0 0,0 0 0,10 3 1,-6-2-24,0-1 0,0-1 0,0 1 0,1-2 0,-1 1 1,1-1-1,0 0 0,-1-1 0,1 1 0,0-2 0,-1 1 1,1-2-1,-1 1 0,17-5 0,2-6-695,-1-1 0,0-2 0,34-24 0,-3 1-3602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7:54.08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1 410 3441,'0'0'13379,"69"-106"-13267,-35 57-112,4-1 0,0-3-8,0-9-1185,-7 9-1455,-10 16-2969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7:54.49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12139,'0'0'7793,"120"159"-7777,-78-116-8,-1 4-8,0 3-520,11 2-3313,-10-8-23,-8-16-3986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7:54.91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8 0 1424,'0'0'16276,"7"124"-16276,-4-71 56,1 12-56,-4-9 8,0-3 112,0-3-48,0-10-72,-11-9-1240,1-12-3377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7:55.30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84 2601,'0'0'13722,"83"-34"-13417,-38 31-153,7 0-152,20-13-168,-13 4-1889,-8-4-3384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7:55.73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10 0 8762,'0'0'8922,"-10"162"-8226,10-91-288,0 0-224,14 13-72,-4 9-104,1 1-8,-5 2-184,-2-6-1432,-4-9 511,0-13-311,0-18-1304,0-16-3114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7:56.09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139 179 576,'0'0'16704,"22"-18"-16342,72-60-191,-67 56-134,39-24-1,-52 37-61,-8 4-1627,-17 9 949,-19 10 210,12-3 334,-237 156 109,245-160 242,-18 14 278,27-20-331,-1 0 1,1 1-1,0-1 0,0 0 1,0 0-1,0 1 0,0-1 1,0 1-1,0-1 1,0 1-1,0-1 0,1 1 1,-1-1-1,1 1 0,-1 3 1,2-4-107,-1 0 0,1 0-1,0 0 1,0 0 0,0 0 0,1 0 0,-1 0 0,0 0 0,0 0-1,0-1 1,1 1 0,-1 0 0,0-1 0,0 1 0,1-1 0,-1 0 0,1 1-1,-1-1 1,0 0 0,1 0 0,-1 0 0,2 0 0,3 2 78,24 5 51,0 2 0,-1 1 0,47 24 0,-58-24-172,0 1 0,0 1 0,-2 1 0,1 0-1,-2 1 1,20 22 0,-26-25-213,-1-2-125,0-1 0,0 1 0,12 8 0,-16-14-329,0-1 0,0 1 0,0-1 0,0 0 0,1 0 1,6 2-1,4-1-5741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6:27.98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3809,'0'0'10322,"13"37"-10106,1-3 72,0 10 24,0 6-160,0 2-56,-1 1-96,-2-3 0,-4 6-112,-4-13-1256,-3-15-1665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6:28.38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22 10466,'0'0'6706,"179"-21"-6706,-130 21-985,-12 0-1639,-9 3-4898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6:28.77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6 1 336,'0'0'17532,"-2"8"-17019,0 3-457,1 1-1,0-1 0,1 0 1,1 1-1,-1-1 0,4 16 1,21 77-2,-5-24-42,15 170-88,-15-82-4167,-16-141 433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6:29.18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0 275 568,'0'0'11943,"26"-28"-11239,81-89-303,-89 97-354,0 1 0,1 0 0,1 2 0,1 0 0,25-15 0,-46 32-33,1-1 0,-1 1 1,1-1-1,-1 1 0,1-1 1,0 1-1,-1-1 0,1 1 1,0 0-1,0-1 0,-1 1 1,1 0-1,0 0 0,-1 0 1,1-1-1,0 1 0,0 0 1,0 0-1,-1 0 0,1 0 1,0 0-1,0 0 0,-1 0 1,2 1-1,-1 0-5,-1-1-1,0 1 1,1 0-1,-1-1 1,0 1-1,0 0 1,0 0-1,0-1 1,1 1-1,-1 0 1,0 0-1,0-1 1,-1 1-1,1 0 1,0 0-1,0-1 1,0 1-1,0 0 1,-1 1 0,-19 41 63,-94 98-2135,8-12 188,105-129 1936,1 1-1,-1-1 1,1 1 0,-1-1-1,1 1 1,-1-1 0,1 1-1,-1 0 1,1-1 0,0 1 0,-1 0-1,1-1 1,0 1 0,0 0-1,-1 0 1,1-1 0,0 1-1,0 0 1,0 0 0,0-1-1,0 1 1,0 0 0,0 0 0,0-1-1,0 1 1,0 0 0,1 0-1,-1-1 1,0 1 0,0 0-1,1-1 1,-1 1 0,0 0-1,1-1 1,-1 1 0,1 0 0,27 9 1751,-13-6-1799,30 11 113,-1 2 0,-1 2 0,-1 2 0,-1 2 0,-1 2 0,63 50 0,-95-69-221,12 11-675,1 0-1,33 19 1,-33-28-3104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6:29.78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19 8850,'0'0'9282,"114"6"-9178,-83-6-104,3 0-112,11-6-1272,-7-3-769,-10-1-1960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46:30.20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60 3393,'0'0'16803,"3"0"-16723,25 0-80,10 0-64,0 0-696,0-10-1488,6-8-2297,-6 2-5601,-10 1 7633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50:28.81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518 0 9962,'0'0'4033,"-11"174"-2953,4-106-192,-6 10-552,-5-4-167,-9 4-161,-4-7 0,-14 1 40,-7-10-40,-3 0-8,-4-15-104,4-4-673,-7-9-615,17-12-1585,7-6-6529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1T01:50:29.23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66 0 3569,'0'0'13171,"-1"32"-12685,-5 101-244,5-106-4,-2-1 1,-2 1 0,0-1-1,-14 41 1,-2 10 1096,20-72-1196,0 0 0,0 0 0,0 0 0,1 0 0,0 1 0,0 7 0,1-11-132,-1-1 1,0 0-1,1 0 0,-1 1 1,1-1-1,-1 0 0,1 0 1,0 0-1,0 0 0,-1 0 1,1 0-1,0 0 0,0 0 1,0 0-1,0 0 0,0 0 1,0 0-1,0-1 0,0 1 1,0 0-1,1-1 0,-1 1 1,0-1-1,0 1 0,1-1 1,-1 0-1,0 1 0,3-1 1,31 4 28,1-2-1,0-1 1,54-6 0,-65 1-43,-2-1 1,1-1 0,36-15 0,-35 12-1947,0 1 1,34-7-1,-33 13-4407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BC218B-8558-41E1-B10D-F5E30D023E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08692EC-1419-42A2-A687-5BAAB279A2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EA29AD0-7EDE-48E6-AEEF-CA7051E91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02E32-B7AC-45DE-BED7-80EC3C73ADD1}" type="datetimeFigureOut">
              <a:rPr lang="pt-BR" smtClean="0"/>
              <a:t>28/02/2023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C9C8131-AFB9-4A9E-9EE4-7CD320449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AC07FC2-72C0-48C7-AAD5-A1058E792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33545-0486-4F71-A7BE-C31740F4E1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91015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B4B81C-A2F8-45D8-BDD6-8B11FAE6F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61DC5E5-BA11-48F8-95A4-8A60D45C7C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F8076C3-9815-43E4-9806-4AAB721B5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02E32-B7AC-45DE-BED7-80EC3C73ADD1}" type="datetimeFigureOut">
              <a:rPr lang="pt-BR" smtClean="0"/>
              <a:t>28/02/2023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700C57F-48EA-4316-BD68-71D803BD1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0F909E5-CA58-4998-A7DB-48E516452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33545-0486-4F71-A7BE-C31740F4E1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31912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D80636-02DF-405C-AAE2-053963FC4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0E5C745-3DF5-4443-AD1E-3AAB4FB0C6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C6F3D0C-CE72-426C-879D-D8AACB5BD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02E32-B7AC-45DE-BED7-80EC3C73ADD1}" type="datetimeFigureOut">
              <a:rPr lang="pt-BR" smtClean="0"/>
              <a:t>28/02/2023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3C76B28-92A8-4667-9F76-7EC8089C1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0015D48-F46D-431E-BD95-7249B1D36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33545-0486-4F71-A7BE-C31740F4E1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0788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AAC8CC-D962-4001-B315-41715BB99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2A8803F-4E9C-4415-A43C-09BE235E85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A23B365-8E72-4D98-B882-C6DEED9AC3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A54FB30-E283-462E-A741-E93C61192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02E32-B7AC-45DE-BED7-80EC3C73ADD1}" type="datetimeFigureOut">
              <a:rPr lang="pt-BR" smtClean="0"/>
              <a:t>28/02/2023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3F8AA90-490B-4728-B336-2646A5990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CE1FBF9-9C1A-487C-BA77-164B09A2F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33545-0486-4F71-A7BE-C31740F4E1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914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8F2479-2A70-48BA-9C43-1F05FF766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7D9C5F1-30E7-44A9-9D3C-20F58F3247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01CEB00-2A63-48AE-81E8-D54FF5A870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5822F77-B5BF-4B07-B3FC-CBE8033B8D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6DB1D5C-EF86-4E78-B828-D29FAC0F3B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F5F4749-14AA-4FC7-8513-B070D4E29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02E32-B7AC-45DE-BED7-80EC3C73ADD1}" type="datetimeFigureOut">
              <a:rPr lang="pt-BR" smtClean="0"/>
              <a:t>28/02/2023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CE0386D-3C8E-41B3-B5C9-F058EC85D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0937F81-BF92-40A7-8607-DB7623991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33545-0486-4F71-A7BE-C31740F4E1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34269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98C17F-3CAC-4C5D-8472-37B329E44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E81F2EC-AAA6-433B-A0B7-6ABE77A44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02E32-B7AC-45DE-BED7-80EC3C73ADD1}" type="datetimeFigureOut">
              <a:rPr lang="pt-BR" smtClean="0"/>
              <a:t>28/02/2023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9520C52-88E5-43D1-8205-08D6AB82A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86A77A3-DE09-49B1-9BC5-3E78CAD6C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33545-0486-4F71-A7BE-C31740F4E1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00065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2D5D4A8-2384-4FA4-82AC-753A6BD64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02E32-B7AC-45DE-BED7-80EC3C73ADD1}" type="datetimeFigureOut">
              <a:rPr lang="pt-BR" smtClean="0"/>
              <a:t>28/02/2023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AFA9616-184C-42CC-9D70-2575D3489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F2D33C9-6D63-4CF9-888E-50BACC4C4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33545-0486-4F71-A7BE-C31740F4E1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1393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15DA06-0BF0-4CC8-A983-22CBFED5D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4470DB9-3C5F-4C88-AF3F-D5B23EE8C8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4585A40-5F90-42AA-96BC-1D4591AC10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DD2A87D-4E0A-46ED-9535-66DE4FC63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02E32-B7AC-45DE-BED7-80EC3C73ADD1}" type="datetimeFigureOut">
              <a:rPr lang="pt-BR" smtClean="0"/>
              <a:t>28/02/2023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B261413-70ED-4D21-B0BA-056E5975B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5EEE1F7-9A11-4FF6-B87B-CA76CAA7C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33545-0486-4F71-A7BE-C31740F4E1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2095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DE9BBB-DE7C-4137-A6E3-A7B506F16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8D5E66B-B1F1-48A6-B966-8D4B998EEE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62E7BE0-B436-4F18-B0D9-DE7DB804B0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1D77D85-D118-4868-A477-F18D44EC6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02E32-B7AC-45DE-BED7-80EC3C73ADD1}" type="datetimeFigureOut">
              <a:rPr lang="pt-BR" smtClean="0"/>
              <a:t>28/02/2023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EBD7741-2B6F-4C43-BD70-F624DB986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06DD1E9-520E-4500-AB83-054090999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33545-0486-4F71-A7BE-C31740F4E1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2592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AE1D86-A9EF-4FAD-BBA2-76653E00C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0C919EA-0165-4CA5-8E89-E91D0E77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AA42256-2F71-4A6D-9859-29AAC3518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02E32-B7AC-45DE-BED7-80EC3C73ADD1}" type="datetimeFigureOut">
              <a:rPr lang="pt-BR" smtClean="0"/>
              <a:t>28/02/2023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BB84F2B-5673-4F98-8DF0-18FFE108C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41E36EA-8E20-4B2D-B85D-15D4A668F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33545-0486-4F71-A7BE-C31740F4E1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1133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944762D-A371-4B7A-A18E-3E3E4BD235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8BE83AA-07B4-474D-8E65-A5B23929AC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4A223A2-F217-45B8-B7B4-2AB426A5B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02E32-B7AC-45DE-BED7-80EC3C73ADD1}" type="datetimeFigureOut">
              <a:rPr lang="pt-BR" smtClean="0"/>
              <a:t>28/02/2023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2528335-E7DF-4B0E-8C70-A37303100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27AC99-E7D4-4582-BF0D-1048EF01C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33545-0486-4F71-A7BE-C31740F4E1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58802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F1F261E-2ABF-4106-BE8F-6911BF1FA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7282369-0368-42E6-BC4A-F4F19E41EF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556B0D0-1ED7-4A44-9BB8-1D6F71C229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002E32-B7AC-45DE-BED7-80EC3C73ADD1}" type="datetimeFigureOut">
              <a:rPr lang="pt-BR" smtClean="0"/>
              <a:t>28/02/2023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0C3CFB2-DBA7-4CB9-87B1-483DAA6E1A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5901235-E4B7-497E-BB16-1D0240EAFA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233545-0486-4F71-A7BE-C31740F4E17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9702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9.xml"/><Relationship Id="rId21" Type="http://schemas.openxmlformats.org/officeDocument/2006/relationships/image" Target="../media/image10.png"/><Relationship Id="rId324" Type="http://schemas.openxmlformats.org/officeDocument/2006/relationships/customXml" Target="../ink/ink165.xml"/><Relationship Id="rId531" Type="http://schemas.openxmlformats.org/officeDocument/2006/relationships/image" Target="../media/image259.png"/><Relationship Id="rId629" Type="http://schemas.openxmlformats.org/officeDocument/2006/relationships/image" Target="../media/image308.png"/><Relationship Id="rId170" Type="http://schemas.openxmlformats.org/officeDocument/2006/relationships/image" Target="../media/image84.png"/><Relationship Id="rId268" Type="http://schemas.openxmlformats.org/officeDocument/2006/relationships/image" Target="../media/image131.png"/><Relationship Id="rId475" Type="http://schemas.openxmlformats.org/officeDocument/2006/relationships/customXml" Target="../ink/ink243.xml"/><Relationship Id="rId32" Type="http://schemas.openxmlformats.org/officeDocument/2006/relationships/customXml" Target="../ink/ink16.xml"/><Relationship Id="rId128" Type="http://schemas.openxmlformats.org/officeDocument/2006/relationships/image" Target="../media/image63.png"/><Relationship Id="rId335" Type="http://schemas.openxmlformats.org/officeDocument/2006/relationships/image" Target="../media/image164.png"/><Relationship Id="rId542" Type="http://schemas.openxmlformats.org/officeDocument/2006/relationships/customXml" Target="../ink/ink277.xml"/><Relationship Id="rId181" Type="http://schemas.openxmlformats.org/officeDocument/2006/relationships/customXml" Target="../ink/ink91.xml"/><Relationship Id="rId402" Type="http://schemas.openxmlformats.org/officeDocument/2006/relationships/customXml" Target="../ink/ink205.xml"/><Relationship Id="rId279" Type="http://schemas.openxmlformats.org/officeDocument/2006/relationships/customXml" Target="../ink/ink142.xml"/><Relationship Id="rId486" Type="http://schemas.openxmlformats.org/officeDocument/2006/relationships/customXml" Target="../ink/ink249.xml"/><Relationship Id="rId43" Type="http://schemas.openxmlformats.org/officeDocument/2006/relationships/customXml" Target="../ink/ink22.xml"/><Relationship Id="rId139" Type="http://schemas.openxmlformats.org/officeDocument/2006/relationships/customXml" Target="../ink/ink70.xml"/><Relationship Id="rId346" Type="http://schemas.openxmlformats.org/officeDocument/2006/relationships/image" Target="../media/image169.png"/><Relationship Id="rId553" Type="http://schemas.openxmlformats.org/officeDocument/2006/relationships/image" Target="../media/image270.png"/><Relationship Id="rId192" Type="http://schemas.openxmlformats.org/officeDocument/2006/relationships/image" Target="../media/image95.png"/><Relationship Id="rId206" Type="http://schemas.openxmlformats.org/officeDocument/2006/relationships/image" Target="../media/image102.png"/><Relationship Id="rId413" Type="http://schemas.openxmlformats.org/officeDocument/2006/relationships/image" Target="../media/image202.png"/><Relationship Id="rId497" Type="http://schemas.openxmlformats.org/officeDocument/2006/relationships/image" Target="../media/image242.png"/><Relationship Id="rId620" Type="http://schemas.openxmlformats.org/officeDocument/2006/relationships/customXml" Target="../ink/ink316.xml"/><Relationship Id="rId357" Type="http://schemas.openxmlformats.org/officeDocument/2006/relationships/customXml" Target="../ink/ink182.xml"/><Relationship Id="rId54" Type="http://schemas.openxmlformats.org/officeDocument/2006/relationships/image" Target="../media/image26.png"/><Relationship Id="rId217" Type="http://schemas.openxmlformats.org/officeDocument/2006/relationships/customXml" Target="../ink/ink109.xml"/><Relationship Id="rId564" Type="http://schemas.openxmlformats.org/officeDocument/2006/relationships/customXml" Target="../ink/ink288.xml"/><Relationship Id="rId424" Type="http://schemas.openxmlformats.org/officeDocument/2006/relationships/customXml" Target="../ink/ink216.xml"/><Relationship Id="rId631" Type="http://schemas.openxmlformats.org/officeDocument/2006/relationships/image" Target="../media/image309.png"/><Relationship Id="rId270" Type="http://schemas.openxmlformats.org/officeDocument/2006/relationships/image" Target="../media/image132.png"/><Relationship Id="rId65" Type="http://schemas.openxmlformats.org/officeDocument/2006/relationships/customXml" Target="../ink/ink33.xml"/><Relationship Id="rId130" Type="http://schemas.openxmlformats.org/officeDocument/2006/relationships/image" Target="../media/image64.png"/><Relationship Id="rId368" Type="http://schemas.openxmlformats.org/officeDocument/2006/relationships/image" Target="../media/image180.png"/><Relationship Id="rId575" Type="http://schemas.openxmlformats.org/officeDocument/2006/relationships/image" Target="../media/image281.png"/><Relationship Id="rId228" Type="http://schemas.openxmlformats.org/officeDocument/2006/relationships/image" Target="../media/image112.png"/><Relationship Id="rId435" Type="http://schemas.openxmlformats.org/officeDocument/2006/relationships/image" Target="../media/image213.png"/><Relationship Id="rId642" Type="http://schemas.openxmlformats.org/officeDocument/2006/relationships/customXml" Target="../ink/ink327.xml"/><Relationship Id="rId281" Type="http://schemas.openxmlformats.org/officeDocument/2006/relationships/customXml" Target="../ink/ink143.xml"/><Relationship Id="rId502" Type="http://schemas.openxmlformats.org/officeDocument/2006/relationships/customXml" Target="../ink/ink257.xml"/><Relationship Id="rId76" Type="http://schemas.openxmlformats.org/officeDocument/2006/relationships/image" Target="../media/image37.png"/><Relationship Id="rId141" Type="http://schemas.openxmlformats.org/officeDocument/2006/relationships/customXml" Target="../ink/ink71.xml"/><Relationship Id="rId379" Type="http://schemas.openxmlformats.org/officeDocument/2006/relationships/customXml" Target="../ink/ink193.xml"/><Relationship Id="rId586" Type="http://schemas.openxmlformats.org/officeDocument/2006/relationships/customXml" Target="../ink/ink299.xml"/><Relationship Id="rId7" Type="http://schemas.openxmlformats.org/officeDocument/2006/relationships/image" Target="../media/image3.png"/><Relationship Id="rId239" Type="http://schemas.openxmlformats.org/officeDocument/2006/relationships/customXml" Target="../ink/ink121.xml"/><Relationship Id="rId446" Type="http://schemas.openxmlformats.org/officeDocument/2006/relationships/customXml" Target="../ink/ink227.xml"/><Relationship Id="rId292" Type="http://schemas.openxmlformats.org/officeDocument/2006/relationships/image" Target="../media/image143.png"/><Relationship Id="rId306" Type="http://schemas.openxmlformats.org/officeDocument/2006/relationships/customXml" Target="../ink/ink156.xml"/><Relationship Id="rId87" Type="http://schemas.openxmlformats.org/officeDocument/2006/relationships/customXml" Target="../ink/ink44.xml"/><Relationship Id="rId513" Type="http://schemas.openxmlformats.org/officeDocument/2006/relationships/image" Target="../media/image250.png"/><Relationship Id="rId597" Type="http://schemas.openxmlformats.org/officeDocument/2006/relationships/image" Target="../media/image292.png"/><Relationship Id="rId152" Type="http://schemas.openxmlformats.org/officeDocument/2006/relationships/image" Target="../media/image75.png"/><Relationship Id="rId457" Type="http://schemas.openxmlformats.org/officeDocument/2006/relationships/customXml" Target="../ink/ink233.xml"/><Relationship Id="rId14" Type="http://schemas.openxmlformats.org/officeDocument/2006/relationships/customXml" Target="../ink/ink7.xml"/><Relationship Id="rId317" Type="http://schemas.openxmlformats.org/officeDocument/2006/relationships/image" Target="../media/image155.png"/><Relationship Id="rId524" Type="http://schemas.openxmlformats.org/officeDocument/2006/relationships/customXml" Target="../ink/ink268.xml"/><Relationship Id="rId98" Type="http://schemas.openxmlformats.org/officeDocument/2006/relationships/image" Target="../media/image48.png"/><Relationship Id="rId163" Type="http://schemas.openxmlformats.org/officeDocument/2006/relationships/customXml" Target="../ink/ink82.xml"/><Relationship Id="rId370" Type="http://schemas.openxmlformats.org/officeDocument/2006/relationships/image" Target="../media/image181.png"/><Relationship Id="rId230" Type="http://schemas.openxmlformats.org/officeDocument/2006/relationships/image" Target="../media/image113.png"/><Relationship Id="rId468" Type="http://schemas.openxmlformats.org/officeDocument/2006/relationships/image" Target="../media/image228.png"/><Relationship Id="rId25" Type="http://schemas.openxmlformats.org/officeDocument/2006/relationships/image" Target="../media/image12.png"/><Relationship Id="rId328" Type="http://schemas.openxmlformats.org/officeDocument/2006/relationships/image" Target="../media/image161.png"/><Relationship Id="rId535" Type="http://schemas.openxmlformats.org/officeDocument/2006/relationships/image" Target="../media/image261.png"/><Relationship Id="rId174" Type="http://schemas.openxmlformats.org/officeDocument/2006/relationships/image" Target="../media/image86.png"/><Relationship Id="rId381" Type="http://schemas.openxmlformats.org/officeDocument/2006/relationships/image" Target="../media/image186.png"/><Relationship Id="rId602" Type="http://schemas.openxmlformats.org/officeDocument/2006/relationships/customXml" Target="../ink/ink307.xml"/><Relationship Id="rId241" Type="http://schemas.openxmlformats.org/officeDocument/2006/relationships/customXml" Target="../ink/ink122.xml"/><Relationship Id="rId479" Type="http://schemas.openxmlformats.org/officeDocument/2006/relationships/customXml" Target="../ink/ink245.xml"/><Relationship Id="rId36" Type="http://schemas.openxmlformats.org/officeDocument/2006/relationships/customXml" Target="../ink/ink18.xml"/><Relationship Id="rId339" Type="http://schemas.openxmlformats.org/officeDocument/2006/relationships/customXml" Target="../ink/ink173.xml"/><Relationship Id="rId546" Type="http://schemas.openxmlformats.org/officeDocument/2006/relationships/customXml" Target="../ink/ink279.xml"/><Relationship Id="rId101" Type="http://schemas.openxmlformats.org/officeDocument/2006/relationships/customXml" Target="../ink/ink51.xml"/><Relationship Id="rId185" Type="http://schemas.openxmlformats.org/officeDocument/2006/relationships/customXml" Target="../ink/ink93.xml"/><Relationship Id="rId406" Type="http://schemas.openxmlformats.org/officeDocument/2006/relationships/customXml" Target="../ink/ink207.xml"/><Relationship Id="rId392" Type="http://schemas.openxmlformats.org/officeDocument/2006/relationships/customXml" Target="../ink/ink200.xml"/><Relationship Id="rId613" Type="http://schemas.openxmlformats.org/officeDocument/2006/relationships/image" Target="../media/image300.png"/><Relationship Id="rId252" Type="http://schemas.openxmlformats.org/officeDocument/2006/relationships/image" Target="../media/image124.png"/><Relationship Id="rId47" Type="http://schemas.openxmlformats.org/officeDocument/2006/relationships/customXml" Target="../ink/ink24.xml"/><Relationship Id="rId89" Type="http://schemas.openxmlformats.org/officeDocument/2006/relationships/customXml" Target="../ink/ink45.xml"/><Relationship Id="rId112" Type="http://schemas.openxmlformats.org/officeDocument/2006/relationships/image" Target="../media/image55.png"/><Relationship Id="rId154" Type="http://schemas.openxmlformats.org/officeDocument/2006/relationships/image" Target="../media/image76.png"/><Relationship Id="rId361" Type="http://schemas.openxmlformats.org/officeDocument/2006/relationships/customXml" Target="../ink/ink184.xml"/><Relationship Id="rId557" Type="http://schemas.openxmlformats.org/officeDocument/2006/relationships/image" Target="../media/image272.png"/><Relationship Id="rId599" Type="http://schemas.openxmlformats.org/officeDocument/2006/relationships/image" Target="../media/image293.png"/><Relationship Id="rId196" Type="http://schemas.openxmlformats.org/officeDocument/2006/relationships/image" Target="../media/image97.png"/><Relationship Id="rId417" Type="http://schemas.openxmlformats.org/officeDocument/2006/relationships/image" Target="../media/image204.png"/><Relationship Id="rId459" Type="http://schemas.openxmlformats.org/officeDocument/2006/relationships/customXml" Target="../ink/ink234.xml"/><Relationship Id="rId624" Type="http://schemas.openxmlformats.org/officeDocument/2006/relationships/customXml" Target="../ink/ink318.xml"/><Relationship Id="rId16" Type="http://schemas.openxmlformats.org/officeDocument/2006/relationships/customXml" Target="../ink/ink8.xml"/><Relationship Id="rId221" Type="http://schemas.openxmlformats.org/officeDocument/2006/relationships/image" Target="../media/image109.png"/><Relationship Id="rId263" Type="http://schemas.openxmlformats.org/officeDocument/2006/relationships/customXml" Target="../ink/ink134.xml"/><Relationship Id="rId319" Type="http://schemas.openxmlformats.org/officeDocument/2006/relationships/image" Target="../media/image156.png"/><Relationship Id="rId470" Type="http://schemas.openxmlformats.org/officeDocument/2006/relationships/image" Target="../media/image229.png"/><Relationship Id="rId526" Type="http://schemas.openxmlformats.org/officeDocument/2006/relationships/customXml" Target="../ink/ink269.xml"/><Relationship Id="rId58" Type="http://schemas.openxmlformats.org/officeDocument/2006/relationships/image" Target="../media/image28.png"/><Relationship Id="rId123" Type="http://schemas.openxmlformats.org/officeDocument/2006/relationships/customXml" Target="../ink/ink62.xml"/><Relationship Id="rId330" Type="http://schemas.openxmlformats.org/officeDocument/2006/relationships/customXml" Target="../ink/ink168.xml"/><Relationship Id="rId568" Type="http://schemas.openxmlformats.org/officeDocument/2006/relationships/customXml" Target="../ink/ink290.xml"/><Relationship Id="rId165" Type="http://schemas.openxmlformats.org/officeDocument/2006/relationships/customXml" Target="../ink/ink83.xml"/><Relationship Id="rId372" Type="http://schemas.openxmlformats.org/officeDocument/2006/relationships/image" Target="../media/image182.png"/><Relationship Id="rId428" Type="http://schemas.openxmlformats.org/officeDocument/2006/relationships/customXml" Target="../ink/ink218.xml"/><Relationship Id="rId635" Type="http://schemas.openxmlformats.org/officeDocument/2006/relationships/image" Target="../media/image311.png"/><Relationship Id="rId232" Type="http://schemas.openxmlformats.org/officeDocument/2006/relationships/image" Target="../media/image114.png"/><Relationship Id="rId274" Type="http://schemas.openxmlformats.org/officeDocument/2006/relationships/image" Target="../media/image134.png"/><Relationship Id="rId481" Type="http://schemas.openxmlformats.org/officeDocument/2006/relationships/customXml" Target="../ink/ink246.xml"/><Relationship Id="rId27" Type="http://schemas.openxmlformats.org/officeDocument/2006/relationships/image" Target="../media/image13.png"/><Relationship Id="rId69" Type="http://schemas.openxmlformats.org/officeDocument/2006/relationships/customXml" Target="../ink/ink35.xml"/><Relationship Id="rId134" Type="http://schemas.openxmlformats.org/officeDocument/2006/relationships/image" Target="../media/image66.png"/><Relationship Id="rId537" Type="http://schemas.openxmlformats.org/officeDocument/2006/relationships/image" Target="../media/image262.png"/><Relationship Id="rId579" Type="http://schemas.openxmlformats.org/officeDocument/2006/relationships/image" Target="../media/image283.png"/><Relationship Id="rId80" Type="http://schemas.openxmlformats.org/officeDocument/2006/relationships/image" Target="../media/image39.png"/><Relationship Id="rId176" Type="http://schemas.openxmlformats.org/officeDocument/2006/relationships/image" Target="../media/image87.png"/><Relationship Id="rId341" Type="http://schemas.openxmlformats.org/officeDocument/2006/relationships/customXml" Target="../ink/ink174.xml"/><Relationship Id="rId383" Type="http://schemas.openxmlformats.org/officeDocument/2006/relationships/image" Target="../media/image187.png"/><Relationship Id="rId439" Type="http://schemas.openxmlformats.org/officeDocument/2006/relationships/image" Target="../media/image215.png"/><Relationship Id="rId590" Type="http://schemas.openxmlformats.org/officeDocument/2006/relationships/customXml" Target="../ink/ink301.xml"/><Relationship Id="rId604" Type="http://schemas.openxmlformats.org/officeDocument/2006/relationships/customXml" Target="../ink/ink308.xml"/><Relationship Id="rId201" Type="http://schemas.openxmlformats.org/officeDocument/2006/relationships/customXml" Target="../ink/ink101.xml"/><Relationship Id="rId243" Type="http://schemas.openxmlformats.org/officeDocument/2006/relationships/customXml" Target="../ink/ink123.xml"/><Relationship Id="rId285" Type="http://schemas.openxmlformats.org/officeDocument/2006/relationships/customXml" Target="../ink/ink145.xml"/><Relationship Id="rId450" Type="http://schemas.openxmlformats.org/officeDocument/2006/relationships/customXml" Target="../ink/ink229.xml"/><Relationship Id="rId506" Type="http://schemas.openxmlformats.org/officeDocument/2006/relationships/customXml" Target="../ink/ink259.xml"/><Relationship Id="rId38" Type="http://schemas.openxmlformats.org/officeDocument/2006/relationships/image" Target="../media/image18.png"/><Relationship Id="rId103" Type="http://schemas.openxmlformats.org/officeDocument/2006/relationships/customXml" Target="../ink/ink52.xml"/><Relationship Id="rId310" Type="http://schemas.openxmlformats.org/officeDocument/2006/relationships/customXml" Target="../ink/ink158.xml"/><Relationship Id="rId492" Type="http://schemas.openxmlformats.org/officeDocument/2006/relationships/customXml" Target="../ink/ink252.xml"/><Relationship Id="rId548" Type="http://schemas.openxmlformats.org/officeDocument/2006/relationships/customXml" Target="../ink/ink280.xml"/><Relationship Id="rId91" Type="http://schemas.openxmlformats.org/officeDocument/2006/relationships/customXml" Target="../ink/ink46.xml"/><Relationship Id="rId145" Type="http://schemas.openxmlformats.org/officeDocument/2006/relationships/customXml" Target="../ink/ink73.xml"/><Relationship Id="rId187" Type="http://schemas.openxmlformats.org/officeDocument/2006/relationships/customXml" Target="../ink/ink94.xml"/><Relationship Id="rId352" Type="http://schemas.openxmlformats.org/officeDocument/2006/relationships/image" Target="../media/image172.png"/><Relationship Id="rId394" Type="http://schemas.openxmlformats.org/officeDocument/2006/relationships/customXml" Target="../ink/ink201.xml"/><Relationship Id="rId408" Type="http://schemas.openxmlformats.org/officeDocument/2006/relationships/customXml" Target="../ink/ink208.xml"/><Relationship Id="rId615" Type="http://schemas.openxmlformats.org/officeDocument/2006/relationships/image" Target="../media/image301.png"/><Relationship Id="rId212" Type="http://schemas.openxmlformats.org/officeDocument/2006/relationships/image" Target="../media/image105.png"/><Relationship Id="rId254" Type="http://schemas.openxmlformats.org/officeDocument/2006/relationships/image" Target="../media/image125.png"/><Relationship Id="rId49" Type="http://schemas.openxmlformats.org/officeDocument/2006/relationships/customXml" Target="../ink/ink25.xml"/><Relationship Id="rId114" Type="http://schemas.openxmlformats.org/officeDocument/2006/relationships/image" Target="../media/image56.png"/><Relationship Id="rId296" Type="http://schemas.openxmlformats.org/officeDocument/2006/relationships/image" Target="../media/image145.png"/><Relationship Id="rId461" Type="http://schemas.openxmlformats.org/officeDocument/2006/relationships/customXml" Target="../ink/ink235.xml"/><Relationship Id="rId517" Type="http://schemas.openxmlformats.org/officeDocument/2006/relationships/image" Target="../media/image252.png"/><Relationship Id="rId559" Type="http://schemas.openxmlformats.org/officeDocument/2006/relationships/image" Target="../media/image273.png"/><Relationship Id="rId60" Type="http://schemas.openxmlformats.org/officeDocument/2006/relationships/image" Target="../media/image29.png"/><Relationship Id="rId156" Type="http://schemas.openxmlformats.org/officeDocument/2006/relationships/image" Target="../media/image77.png"/><Relationship Id="rId198" Type="http://schemas.openxmlformats.org/officeDocument/2006/relationships/image" Target="../media/image98.png"/><Relationship Id="rId321" Type="http://schemas.openxmlformats.org/officeDocument/2006/relationships/image" Target="../media/image157.png"/><Relationship Id="rId363" Type="http://schemas.openxmlformats.org/officeDocument/2006/relationships/customXml" Target="../ink/ink185.xml"/><Relationship Id="rId419" Type="http://schemas.openxmlformats.org/officeDocument/2006/relationships/image" Target="../media/image205.png"/><Relationship Id="rId570" Type="http://schemas.openxmlformats.org/officeDocument/2006/relationships/customXml" Target="../ink/ink291.xml"/><Relationship Id="rId626" Type="http://schemas.openxmlformats.org/officeDocument/2006/relationships/customXml" Target="../ink/ink319.xml"/><Relationship Id="rId223" Type="http://schemas.openxmlformats.org/officeDocument/2006/relationships/image" Target="../media/image110.png"/><Relationship Id="rId430" Type="http://schemas.openxmlformats.org/officeDocument/2006/relationships/customXml" Target="../ink/ink219.xml"/><Relationship Id="rId18" Type="http://schemas.openxmlformats.org/officeDocument/2006/relationships/customXml" Target="../ink/ink9.xml"/><Relationship Id="rId265" Type="http://schemas.openxmlformats.org/officeDocument/2006/relationships/customXml" Target="../ink/ink135.xml"/><Relationship Id="rId472" Type="http://schemas.openxmlformats.org/officeDocument/2006/relationships/image" Target="../media/image230.png"/><Relationship Id="rId528" Type="http://schemas.openxmlformats.org/officeDocument/2006/relationships/customXml" Target="../ink/ink270.xml"/><Relationship Id="rId125" Type="http://schemas.openxmlformats.org/officeDocument/2006/relationships/customXml" Target="../ink/ink63.xml"/><Relationship Id="rId167" Type="http://schemas.openxmlformats.org/officeDocument/2006/relationships/customXml" Target="../ink/ink84.xml"/><Relationship Id="rId332" Type="http://schemas.openxmlformats.org/officeDocument/2006/relationships/customXml" Target="../ink/ink169.xml"/><Relationship Id="rId374" Type="http://schemas.openxmlformats.org/officeDocument/2006/relationships/image" Target="../media/image183.png"/><Relationship Id="rId581" Type="http://schemas.openxmlformats.org/officeDocument/2006/relationships/image" Target="../media/image284.png"/><Relationship Id="rId71" Type="http://schemas.openxmlformats.org/officeDocument/2006/relationships/customXml" Target="../ink/ink36.xml"/><Relationship Id="rId234" Type="http://schemas.openxmlformats.org/officeDocument/2006/relationships/image" Target="../media/image115.png"/><Relationship Id="rId637" Type="http://schemas.openxmlformats.org/officeDocument/2006/relationships/image" Target="../media/image312.png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276" Type="http://schemas.openxmlformats.org/officeDocument/2006/relationships/image" Target="../media/image135.png"/><Relationship Id="rId441" Type="http://schemas.openxmlformats.org/officeDocument/2006/relationships/image" Target="../media/image216.png"/><Relationship Id="rId483" Type="http://schemas.openxmlformats.org/officeDocument/2006/relationships/customXml" Target="../ink/ink247.xml"/><Relationship Id="rId539" Type="http://schemas.openxmlformats.org/officeDocument/2006/relationships/image" Target="../media/image263.png"/><Relationship Id="rId40" Type="http://schemas.openxmlformats.org/officeDocument/2006/relationships/image" Target="../media/image19.png"/><Relationship Id="rId136" Type="http://schemas.openxmlformats.org/officeDocument/2006/relationships/image" Target="../media/image67.png"/><Relationship Id="rId178" Type="http://schemas.openxmlformats.org/officeDocument/2006/relationships/image" Target="../media/image88.png"/><Relationship Id="rId301" Type="http://schemas.openxmlformats.org/officeDocument/2006/relationships/image" Target="../media/image147.png"/><Relationship Id="rId343" Type="http://schemas.openxmlformats.org/officeDocument/2006/relationships/customXml" Target="../ink/ink175.xml"/><Relationship Id="rId550" Type="http://schemas.openxmlformats.org/officeDocument/2006/relationships/customXml" Target="../ink/ink281.xml"/><Relationship Id="rId82" Type="http://schemas.openxmlformats.org/officeDocument/2006/relationships/image" Target="../media/image40.png"/><Relationship Id="rId203" Type="http://schemas.openxmlformats.org/officeDocument/2006/relationships/customXml" Target="../ink/ink102.xml"/><Relationship Id="rId385" Type="http://schemas.openxmlformats.org/officeDocument/2006/relationships/image" Target="../media/image188.png"/><Relationship Id="rId592" Type="http://schemas.openxmlformats.org/officeDocument/2006/relationships/customXml" Target="../ink/ink302.xml"/><Relationship Id="rId606" Type="http://schemas.openxmlformats.org/officeDocument/2006/relationships/customXml" Target="../ink/ink309.xml"/><Relationship Id="rId245" Type="http://schemas.openxmlformats.org/officeDocument/2006/relationships/customXml" Target="../ink/ink124.xml"/><Relationship Id="rId287" Type="http://schemas.openxmlformats.org/officeDocument/2006/relationships/customXml" Target="../ink/ink146.xml"/><Relationship Id="rId410" Type="http://schemas.openxmlformats.org/officeDocument/2006/relationships/customXml" Target="../ink/ink209.xml"/><Relationship Id="rId452" Type="http://schemas.openxmlformats.org/officeDocument/2006/relationships/customXml" Target="../ink/ink230.xml"/><Relationship Id="rId494" Type="http://schemas.openxmlformats.org/officeDocument/2006/relationships/customXml" Target="../ink/ink253.xml"/><Relationship Id="rId508" Type="http://schemas.openxmlformats.org/officeDocument/2006/relationships/customXml" Target="../ink/ink260.xml"/><Relationship Id="rId105" Type="http://schemas.openxmlformats.org/officeDocument/2006/relationships/customXml" Target="../ink/ink53.xml"/><Relationship Id="rId147" Type="http://schemas.openxmlformats.org/officeDocument/2006/relationships/customXml" Target="../ink/ink74.xml"/><Relationship Id="rId312" Type="http://schemas.openxmlformats.org/officeDocument/2006/relationships/customXml" Target="../ink/ink159.xml"/><Relationship Id="rId354" Type="http://schemas.openxmlformats.org/officeDocument/2006/relationships/image" Target="../media/image173.png"/><Relationship Id="rId51" Type="http://schemas.openxmlformats.org/officeDocument/2006/relationships/customXml" Target="../ink/ink26.xml"/><Relationship Id="rId93" Type="http://schemas.openxmlformats.org/officeDocument/2006/relationships/customXml" Target="../ink/ink47.xml"/><Relationship Id="rId189" Type="http://schemas.openxmlformats.org/officeDocument/2006/relationships/customXml" Target="../ink/ink95.xml"/><Relationship Id="rId396" Type="http://schemas.openxmlformats.org/officeDocument/2006/relationships/customXml" Target="../ink/ink202.xml"/><Relationship Id="rId561" Type="http://schemas.openxmlformats.org/officeDocument/2006/relationships/image" Target="../media/image274.png"/><Relationship Id="rId617" Type="http://schemas.openxmlformats.org/officeDocument/2006/relationships/image" Target="../media/image302.png"/><Relationship Id="rId214" Type="http://schemas.openxmlformats.org/officeDocument/2006/relationships/image" Target="../media/image106.png"/><Relationship Id="rId256" Type="http://schemas.openxmlformats.org/officeDocument/2006/relationships/customXml" Target="../ink/ink130.xml"/><Relationship Id="rId298" Type="http://schemas.openxmlformats.org/officeDocument/2006/relationships/image" Target="../media/image146.png"/><Relationship Id="rId421" Type="http://schemas.openxmlformats.org/officeDocument/2006/relationships/image" Target="../media/image206.png"/><Relationship Id="rId463" Type="http://schemas.openxmlformats.org/officeDocument/2006/relationships/customXml" Target="../ink/ink237.xml"/><Relationship Id="rId519" Type="http://schemas.openxmlformats.org/officeDocument/2006/relationships/image" Target="../media/image253.png"/><Relationship Id="rId116" Type="http://schemas.openxmlformats.org/officeDocument/2006/relationships/image" Target="../media/image57.png"/><Relationship Id="rId158" Type="http://schemas.openxmlformats.org/officeDocument/2006/relationships/image" Target="../media/image78.png"/><Relationship Id="rId323" Type="http://schemas.openxmlformats.org/officeDocument/2006/relationships/image" Target="../media/image158.png"/><Relationship Id="rId530" Type="http://schemas.openxmlformats.org/officeDocument/2006/relationships/customXml" Target="../ink/ink271.xml"/><Relationship Id="rId20" Type="http://schemas.openxmlformats.org/officeDocument/2006/relationships/customXml" Target="../ink/ink10.xml"/><Relationship Id="rId62" Type="http://schemas.openxmlformats.org/officeDocument/2006/relationships/image" Target="../media/image30.png"/><Relationship Id="rId365" Type="http://schemas.openxmlformats.org/officeDocument/2006/relationships/customXml" Target="../ink/ink186.xml"/><Relationship Id="rId572" Type="http://schemas.openxmlformats.org/officeDocument/2006/relationships/customXml" Target="../ink/ink292.xml"/><Relationship Id="rId628" Type="http://schemas.openxmlformats.org/officeDocument/2006/relationships/customXml" Target="../ink/ink320.xml"/><Relationship Id="rId225" Type="http://schemas.openxmlformats.org/officeDocument/2006/relationships/customXml" Target="../ink/ink114.xml"/><Relationship Id="rId267" Type="http://schemas.openxmlformats.org/officeDocument/2006/relationships/customXml" Target="../ink/ink136.xml"/><Relationship Id="rId432" Type="http://schemas.openxmlformats.org/officeDocument/2006/relationships/customXml" Target="../ink/ink220.xml"/><Relationship Id="rId474" Type="http://schemas.openxmlformats.org/officeDocument/2006/relationships/image" Target="../media/image231.png"/><Relationship Id="rId127" Type="http://schemas.openxmlformats.org/officeDocument/2006/relationships/customXml" Target="../ink/ink64.xml"/><Relationship Id="rId31" Type="http://schemas.openxmlformats.org/officeDocument/2006/relationships/image" Target="../media/image15.png"/><Relationship Id="rId73" Type="http://schemas.openxmlformats.org/officeDocument/2006/relationships/customXml" Target="../ink/ink37.xml"/><Relationship Id="rId169" Type="http://schemas.openxmlformats.org/officeDocument/2006/relationships/customXml" Target="../ink/ink85.xml"/><Relationship Id="rId334" Type="http://schemas.openxmlformats.org/officeDocument/2006/relationships/customXml" Target="../ink/ink170.xml"/><Relationship Id="rId376" Type="http://schemas.openxmlformats.org/officeDocument/2006/relationships/image" Target="../media/image184.png"/><Relationship Id="rId541" Type="http://schemas.openxmlformats.org/officeDocument/2006/relationships/image" Target="../media/image264.png"/><Relationship Id="rId583" Type="http://schemas.openxmlformats.org/officeDocument/2006/relationships/image" Target="../media/image285.png"/><Relationship Id="rId639" Type="http://schemas.openxmlformats.org/officeDocument/2006/relationships/image" Target="../media/image313.png"/><Relationship Id="rId4" Type="http://schemas.openxmlformats.org/officeDocument/2006/relationships/customXml" Target="../ink/ink2.xml"/><Relationship Id="rId180" Type="http://schemas.openxmlformats.org/officeDocument/2006/relationships/image" Target="../media/image89.png"/><Relationship Id="rId236" Type="http://schemas.openxmlformats.org/officeDocument/2006/relationships/image" Target="../media/image116.png"/><Relationship Id="rId278" Type="http://schemas.openxmlformats.org/officeDocument/2006/relationships/image" Target="../media/image136.png"/><Relationship Id="rId401" Type="http://schemas.openxmlformats.org/officeDocument/2006/relationships/image" Target="../media/image196.png"/><Relationship Id="rId443" Type="http://schemas.openxmlformats.org/officeDocument/2006/relationships/image" Target="../media/image217.png"/><Relationship Id="rId303" Type="http://schemas.openxmlformats.org/officeDocument/2006/relationships/image" Target="../media/image148.png"/><Relationship Id="rId485" Type="http://schemas.openxmlformats.org/officeDocument/2006/relationships/customXml" Target="../ink/ink248.xml"/><Relationship Id="rId42" Type="http://schemas.openxmlformats.org/officeDocument/2006/relationships/image" Target="../media/image20.png"/><Relationship Id="rId84" Type="http://schemas.openxmlformats.org/officeDocument/2006/relationships/image" Target="../media/image41.png"/><Relationship Id="rId138" Type="http://schemas.openxmlformats.org/officeDocument/2006/relationships/image" Target="../media/image68.png"/><Relationship Id="rId345" Type="http://schemas.openxmlformats.org/officeDocument/2006/relationships/customXml" Target="../ink/ink176.xml"/><Relationship Id="rId387" Type="http://schemas.openxmlformats.org/officeDocument/2006/relationships/image" Target="../media/image189.png"/><Relationship Id="rId510" Type="http://schemas.openxmlformats.org/officeDocument/2006/relationships/customXml" Target="../ink/ink261.xml"/><Relationship Id="rId552" Type="http://schemas.openxmlformats.org/officeDocument/2006/relationships/customXml" Target="../ink/ink282.xml"/><Relationship Id="rId594" Type="http://schemas.openxmlformats.org/officeDocument/2006/relationships/customXml" Target="../ink/ink303.xml"/><Relationship Id="rId608" Type="http://schemas.openxmlformats.org/officeDocument/2006/relationships/customXml" Target="../ink/ink310.xml"/><Relationship Id="rId191" Type="http://schemas.openxmlformats.org/officeDocument/2006/relationships/customXml" Target="../ink/ink96.xml"/><Relationship Id="rId205" Type="http://schemas.openxmlformats.org/officeDocument/2006/relationships/customXml" Target="../ink/ink103.xml"/><Relationship Id="rId247" Type="http://schemas.openxmlformats.org/officeDocument/2006/relationships/customXml" Target="../ink/ink125.xml"/><Relationship Id="rId412" Type="http://schemas.openxmlformats.org/officeDocument/2006/relationships/customXml" Target="../ink/ink210.xml"/><Relationship Id="rId107" Type="http://schemas.openxmlformats.org/officeDocument/2006/relationships/customXml" Target="../ink/ink54.xml"/><Relationship Id="rId289" Type="http://schemas.openxmlformats.org/officeDocument/2006/relationships/customXml" Target="../ink/ink147.xml"/><Relationship Id="rId454" Type="http://schemas.openxmlformats.org/officeDocument/2006/relationships/image" Target="../media/image222.png"/><Relationship Id="rId496" Type="http://schemas.openxmlformats.org/officeDocument/2006/relationships/customXml" Target="../ink/ink254.xml"/><Relationship Id="rId11" Type="http://schemas.openxmlformats.org/officeDocument/2006/relationships/image" Target="../media/image5.png"/><Relationship Id="rId53" Type="http://schemas.openxmlformats.org/officeDocument/2006/relationships/customXml" Target="../ink/ink27.xml"/><Relationship Id="rId149" Type="http://schemas.openxmlformats.org/officeDocument/2006/relationships/customXml" Target="../ink/ink75.xml"/><Relationship Id="rId314" Type="http://schemas.openxmlformats.org/officeDocument/2006/relationships/customXml" Target="../ink/ink160.xml"/><Relationship Id="rId356" Type="http://schemas.openxmlformats.org/officeDocument/2006/relationships/image" Target="../media/image174.png"/><Relationship Id="rId398" Type="http://schemas.openxmlformats.org/officeDocument/2006/relationships/customXml" Target="../ink/ink203.xml"/><Relationship Id="rId521" Type="http://schemas.openxmlformats.org/officeDocument/2006/relationships/image" Target="../media/image254.png"/><Relationship Id="rId563" Type="http://schemas.openxmlformats.org/officeDocument/2006/relationships/image" Target="../media/image275.png"/><Relationship Id="rId619" Type="http://schemas.openxmlformats.org/officeDocument/2006/relationships/image" Target="../media/image303.png"/><Relationship Id="rId95" Type="http://schemas.openxmlformats.org/officeDocument/2006/relationships/customXml" Target="../ink/ink48.xml"/><Relationship Id="rId160" Type="http://schemas.openxmlformats.org/officeDocument/2006/relationships/image" Target="../media/image79.png"/><Relationship Id="rId216" Type="http://schemas.openxmlformats.org/officeDocument/2006/relationships/image" Target="../media/image107.png"/><Relationship Id="rId423" Type="http://schemas.openxmlformats.org/officeDocument/2006/relationships/image" Target="../media/image207.png"/><Relationship Id="rId258" Type="http://schemas.openxmlformats.org/officeDocument/2006/relationships/customXml" Target="../ink/ink131.xml"/><Relationship Id="rId465" Type="http://schemas.openxmlformats.org/officeDocument/2006/relationships/customXml" Target="../ink/ink238.xml"/><Relationship Id="rId630" Type="http://schemas.openxmlformats.org/officeDocument/2006/relationships/customXml" Target="../ink/ink321.xml"/><Relationship Id="rId22" Type="http://schemas.openxmlformats.org/officeDocument/2006/relationships/customXml" Target="../ink/ink11.xml"/><Relationship Id="rId64" Type="http://schemas.openxmlformats.org/officeDocument/2006/relationships/image" Target="../media/image31.png"/><Relationship Id="rId118" Type="http://schemas.openxmlformats.org/officeDocument/2006/relationships/image" Target="../media/image58.png"/><Relationship Id="rId325" Type="http://schemas.openxmlformats.org/officeDocument/2006/relationships/image" Target="../media/image159.png"/><Relationship Id="rId367" Type="http://schemas.openxmlformats.org/officeDocument/2006/relationships/customXml" Target="../ink/ink187.xml"/><Relationship Id="rId532" Type="http://schemas.openxmlformats.org/officeDocument/2006/relationships/customXml" Target="../ink/ink272.xml"/><Relationship Id="rId574" Type="http://schemas.openxmlformats.org/officeDocument/2006/relationships/customXml" Target="../ink/ink293.xml"/><Relationship Id="rId171" Type="http://schemas.openxmlformats.org/officeDocument/2006/relationships/customXml" Target="../ink/ink86.xml"/><Relationship Id="rId227" Type="http://schemas.openxmlformats.org/officeDocument/2006/relationships/customXml" Target="../ink/ink115.xml"/><Relationship Id="rId269" Type="http://schemas.openxmlformats.org/officeDocument/2006/relationships/customXml" Target="../ink/ink137.xml"/><Relationship Id="rId434" Type="http://schemas.openxmlformats.org/officeDocument/2006/relationships/customXml" Target="../ink/ink221.xml"/><Relationship Id="rId476" Type="http://schemas.openxmlformats.org/officeDocument/2006/relationships/image" Target="../media/image232.png"/><Relationship Id="rId641" Type="http://schemas.openxmlformats.org/officeDocument/2006/relationships/image" Target="../media/image314.png"/><Relationship Id="rId33" Type="http://schemas.openxmlformats.org/officeDocument/2006/relationships/image" Target="../media/image16.png"/><Relationship Id="rId129" Type="http://schemas.openxmlformats.org/officeDocument/2006/relationships/customXml" Target="../ink/ink65.xml"/><Relationship Id="rId280" Type="http://schemas.openxmlformats.org/officeDocument/2006/relationships/image" Target="../media/image137.png"/><Relationship Id="rId336" Type="http://schemas.openxmlformats.org/officeDocument/2006/relationships/customXml" Target="../ink/ink171.xml"/><Relationship Id="rId501" Type="http://schemas.openxmlformats.org/officeDocument/2006/relationships/image" Target="../media/image244.png"/><Relationship Id="rId543" Type="http://schemas.openxmlformats.org/officeDocument/2006/relationships/image" Target="../media/image265.png"/><Relationship Id="rId75" Type="http://schemas.openxmlformats.org/officeDocument/2006/relationships/customXml" Target="../ink/ink38.xml"/><Relationship Id="rId140" Type="http://schemas.openxmlformats.org/officeDocument/2006/relationships/image" Target="../media/image69.png"/><Relationship Id="rId182" Type="http://schemas.openxmlformats.org/officeDocument/2006/relationships/image" Target="../media/image90.png"/><Relationship Id="rId378" Type="http://schemas.openxmlformats.org/officeDocument/2006/relationships/image" Target="../media/image185.png"/><Relationship Id="rId403" Type="http://schemas.openxmlformats.org/officeDocument/2006/relationships/image" Target="../media/image197.png"/><Relationship Id="rId585" Type="http://schemas.openxmlformats.org/officeDocument/2006/relationships/image" Target="../media/image286.png"/><Relationship Id="rId6" Type="http://schemas.openxmlformats.org/officeDocument/2006/relationships/customXml" Target="../ink/ink3.xml"/><Relationship Id="rId238" Type="http://schemas.openxmlformats.org/officeDocument/2006/relationships/image" Target="../media/image117.png"/><Relationship Id="rId445" Type="http://schemas.openxmlformats.org/officeDocument/2006/relationships/image" Target="../media/image218.png"/><Relationship Id="rId487" Type="http://schemas.openxmlformats.org/officeDocument/2006/relationships/image" Target="../media/image237.png"/><Relationship Id="rId610" Type="http://schemas.openxmlformats.org/officeDocument/2006/relationships/customXml" Target="../ink/ink311.xml"/><Relationship Id="rId291" Type="http://schemas.openxmlformats.org/officeDocument/2006/relationships/customXml" Target="../ink/ink148.xml"/><Relationship Id="rId305" Type="http://schemas.openxmlformats.org/officeDocument/2006/relationships/image" Target="../media/image149.png"/><Relationship Id="rId347" Type="http://schemas.openxmlformats.org/officeDocument/2006/relationships/customXml" Target="../ink/ink177.xml"/><Relationship Id="rId512" Type="http://schemas.openxmlformats.org/officeDocument/2006/relationships/customXml" Target="../ink/ink262.xml"/><Relationship Id="rId44" Type="http://schemas.openxmlformats.org/officeDocument/2006/relationships/image" Target="../media/image21.png"/><Relationship Id="rId86" Type="http://schemas.openxmlformats.org/officeDocument/2006/relationships/image" Target="../media/image42.png"/><Relationship Id="rId151" Type="http://schemas.openxmlformats.org/officeDocument/2006/relationships/customXml" Target="../ink/ink76.xml"/><Relationship Id="rId389" Type="http://schemas.openxmlformats.org/officeDocument/2006/relationships/image" Target="../media/image190.png"/><Relationship Id="rId554" Type="http://schemas.openxmlformats.org/officeDocument/2006/relationships/customXml" Target="../ink/ink283.xml"/><Relationship Id="rId596" Type="http://schemas.openxmlformats.org/officeDocument/2006/relationships/customXml" Target="../ink/ink304.xml"/><Relationship Id="rId193" Type="http://schemas.openxmlformats.org/officeDocument/2006/relationships/customXml" Target="../ink/ink97.xml"/><Relationship Id="rId207" Type="http://schemas.openxmlformats.org/officeDocument/2006/relationships/customXml" Target="../ink/ink104.xml"/><Relationship Id="rId249" Type="http://schemas.openxmlformats.org/officeDocument/2006/relationships/customXml" Target="../ink/ink126.xml"/><Relationship Id="rId414" Type="http://schemas.openxmlformats.org/officeDocument/2006/relationships/customXml" Target="../ink/ink211.xml"/><Relationship Id="rId456" Type="http://schemas.openxmlformats.org/officeDocument/2006/relationships/image" Target="../media/image223.png"/><Relationship Id="rId498" Type="http://schemas.openxmlformats.org/officeDocument/2006/relationships/customXml" Target="../ink/ink255.xml"/><Relationship Id="rId621" Type="http://schemas.openxmlformats.org/officeDocument/2006/relationships/image" Target="../media/image304.png"/><Relationship Id="rId13" Type="http://schemas.openxmlformats.org/officeDocument/2006/relationships/image" Target="../media/image6.png"/><Relationship Id="rId109" Type="http://schemas.openxmlformats.org/officeDocument/2006/relationships/customXml" Target="../ink/ink55.xml"/><Relationship Id="rId260" Type="http://schemas.openxmlformats.org/officeDocument/2006/relationships/customXml" Target="../ink/ink132.xml"/><Relationship Id="rId316" Type="http://schemas.openxmlformats.org/officeDocument/2006/relationships/customXml" Target="../ink/ink161.xml"/><Relationship Id="rId523" Type="http://schemas.openxmlformats.org/officeDocument/2006/relationships/image" Target="../media/image255.png"/><Relationship Id="rId55" Type="http://schemas.openxmlformats.org/officeDocument/2006/relationships/customXml" Target="../ink/ink28.xml"/><Relationship Id="rId97" Type="http://schemas.openxmlformats.org/officeDocument/2006/relationships/customXml" Target="../ink/ink49.xml"/><Relationship Id="rId120" Type="http://schemas.openxmlformats.org/officeDocument/2006/relationships/image" Target="../media/image59.png"/><Relationship Id="rId358" Type="http://schemas.openxmlformats.org/officeDocument/2006/relationships/image" Target="../media/image175.png"/><Relationship Id="rId565" Type="http://schemas.openxmlformats.org/officeDocument/2006/relationships/image" Target="../media/image276.png"/><Relationship Id="rId162" Type="http://schemas.openxmlformats.org/officeDocument/2006/relationships/image" Target="../media/image80.png"/><Relationship Id="rId218" Type="http://schemas.openxmlformats.org/officeDocument/2006/relationships/image" Target="../media/image108.png"/><Relationship Id="rId425" Type="http://schemas.openxmlformats.org/officeDocument/2006/relationships/image" Target="../media/image208.png"/><Relationship Id="rId467" Type="http://schemas.openxmlformats.org/officeDocument/2006/relationships/customXml" Target="../ink/ink239.xml"/><Relationship Id="rId632" Type="http://schemas.openxmlformats.org/officeDocument/2006/relationships/customXml" Target="../ink/ink322.xml"/><Relationship Id="rId271" Type="http://schemas.openxmlformats.org/officeDocument/2006/relationships/customXml" Target="../ink/ink138.xml"/><Relationship Id="rId24" Type="http://schemas.openxmlformats.org/officeDocument/2006/relationships/customXml" Target="../ink/ink12.xml"/><Relationship Id="rId66" Type="http://schemas.openxmlformats.org/officeDocument/2006/relationships/image" Target="../media/image32.png"/><Relationship Id="rId131" Type="http://schemas.openxmlformats.org/officeDocument/2006/relationships/customXml" Target="../ink/ink66.xml"/><Relationship Id="rId327" Type="http://schemas.openxmlformats.org/officeDocument/2006/relationships/customXml" Target="../ink/ink166.xml"/><Relationship Id="rId369" Type="http://schemas.openxmlformats.org/officeDocument/2006/relationships/customXml" Target="../ink/ink188.xml"/><Relationship Id="rId534" Type="http://schemas.openxmlformats.org/officeDocument/2006/relationships/customXml" Target="../ink/ink273.xml"/><Relationship Id="rId576" Type="http://schemas.openxmlformats.org/officeDocument/2006/relationships/customXml" Target="../ink/ink294.xml"/><Relationship Id="rId173" Type="http://schemas.openxmlformats.org/officeDocument/2006/relationships/customXml" Target="../ink/ink87.xml"/><Relationship Id="rId229" Type="http://schemas.openxmlformats.org/officeDocument/2006/relationships/customXml" Target="../ink/ink116.xml"/><Relationship Id="rId380" Type="http://schemas.openxmlformats.org/officeDocument/2006/relationships/customXml" Target="../ink/ink194.xml"/><Relationship Id="rId436" Type="http://schemas.openxmlformats.org/officeDocument/2006/relationships/customXml" Target="../ink/ink222.xml"/><Relationship Id="rId601" Type="http://schemas.openxmlformats.org/officeDocument/2006/relationships/image" Target="../media/image294.png"/><Relationship Id="rId643" Type="http://schemas.openxmlformats.org/officeDocument/2006/relationships/image" Target="../media/image315.png"/><Relationship Id="rId240" Type="http://schemas.openxmlformats.org/officeDocument/2006/relationships/image" Target="../media/image118.png"/><Relationship Id="rId478" Type="http://schemas.openxmlformats.org/officeDocument/2006/relationships/image" Target="../media/image233.png"/><Relationship Id="rId35" Type="http://schemas.openxmlformats.org/officeDocument/2006/relationships/image" Target="../media/image17.png"/><Relationship Id="rId77" Type="http://schemas.openxmlformats.org/officeDocument/2006/relationships/customXml" Target="../ink/ink39.xml"/><Relationship Id="rId100" Type="http://schemas.openxmlformats.org/officeDocument/2006/relationships/image" Target="../media/image49.png"/><Relationship Id="rId282" Type="http://schemas.openxmlformats.org/officeDocument/2006/relationships/image" Target="../media/image138.png"/><Relationship Id="rId338" Type="http://schemas.openxmlformats.org/officeDocument/2006/relationships/image" Target="../media/image165.png"/><Relationship Id="rId503" Type="http://schemas.openxmlformats.org/officeDocument/2006/relationships/image" Target="../media/image245.png"/><Relationship Id="rId545" Type="http://schemas.openxmlformats.org/officeDocument/2006/relationships/image" Target="../media/image266.png"/><Relationship Id="rId587" Type="http://schemas.openxmlformats.org/officeDocument/2006/relationships/image" Target="../media/image287.png"/><Relationship Id="rId8" Type="http://schemas.openxmlformats.org/officeDocument/2006/relationships/customXml" Target="../ink/ink4.xml"/><Relationship Id="rId142" Type="http://schemas.openxmlformats.org/officeDocument/2006/relationships/image" Target="../media/image70.png"/><Relationship Id="rId184" Type="http://schemas.openxmlformats.org/officeDocument/2006/relationships/image" Target="../media/image91.png"/><Relationship Id="rId391" Type="http://schemas.openxmlformats.org/officeDocument/2006/relationships/image" Target="../media/image191.png"/><Relationship Id="rId405" Type="http://schemas.openxmlformats.org/officeDocument/2006/relationships/image" Target="../media/image198.png"/><Relationship Id="rId447" Type="http://schemas.openxmlformats.org/officeDocument/2006/relationships/image" Target="../media/image219.png"/><Relationship Id="rId612" Type="http://schemas.openxmlformats.org/officeDocument/2006/relationships/customXml" Target="../ink/ink312.xml"/><Relationship Id="rId251" Type="http://schemas.openxmlformats.org/officeDocument/2006/relationships/customXml" Target="../ink/ink127.xml"/><Relationship Id="rId489" Type="http://schemas.openxmlformats.org/officeDocument/2006/relationships/image" Target="../media/image238.png"/><Relationship Id="rId46" Type="http://schemas.openxmlformats.org/officeDocument/2006/relationships/image" Target="../media/image22.png"/><Relationship Id="rId293" Type="http://schemas.openxmlformats.org/officeDocument/2006/relationships/customXml" Target="../ink/ink149.xml"/><Relationship Id="rId307" Type="http://schemas.openxmlformats.org/officeDocument/2006/relationships/image" Target="../media/image150.png"/><Relationship Id="rId349" Type="http://schemas.openxmlformats.org/officeDocument/2006/relationships/customXml" Target="../ink/ink178.xml"/><Relationship Id="rId514" Type="http://schemas.openxmlformats.org/officeDocument/2006/relationships/customXml" Target="../ink/ink263.xml"/><Relationship Id="rId556" Type="http://schemas.openxmlformats.org/officeDocument/2006/relationships/customXml" Target="../ink/ink284.xml"/><Relationship Id="rId88" Type="http://schemas.openxmlformats.org/officeDocument/2006/relationships/image" Target="../media/image43.png"/><Relationship Id="rId111" Type="http://schemas.openxmlformats.org/officeDocument/2006/relationships/customXml" Target="../ink/ink56.xml"/><Relationship Id="rId153" Type="http://schemas.openxmlformats.org/officeDocument/2006/relationships/customXml" Target="../ink/ink77.xml"/><Relationship Id="rId195" Type="http://schemas.openxmlformats.org/officeDocument/2006/relationships/customXml" Target="../ink/ink98.xml"/><Relationship Id="rId209" Type="http://schemas.openxmlformats.org/officeDocument/2006/relationships/customXml" Target="../ink/ink105.xml"/><Relationship Id="rId360" Type="http://schemas.openxmlformats.org/officeDocument/2006/relationships/image" Target="../media/image176.png"/><Relationship Id="rId416" Type="http://schemas.openxmlformats.org/officeDocument/2006/relationships/customXml" Target="../ink/ink212.xml"/><Relationship Id="rId598" Type="http://schemas.openxmlformats.org/officeDocument/2006/relationships/customXml" Target="../ink/ink305.xml"/><Relationship Id="rId220" Type="http://schemas.openxmlformats.org/officeDocument/2006/relationships/customXml" Target="../ink/ink111.xml"/><Relationship Id="rId458" Type="http://schemas.openxmlformats.org/officeDocument/2006/relationships/image" Target="../media/image224.png"/><Relationship Id="rId623" Type="http://schemas.openxmlformats.org/officeDocument/2006/relationships/image" Target="../media/image305.png"/><Relationship Id="rId15" Type="http://schemas.openxmlformats.org/officeDocument/2006/relationships/image" Target="../media/image7.png"/><Relationship Id="rId57" Type="http://schemas.openxmlformats.org/officeDocument/2006/relationships/customXml" Target="../ink/ink29.xml"/><Relationship Id="rId262" Type="http://schemas.openxmlformats.org/officeDocument/2006/relationships/image" Target="../media/image128.png"/><Relationship Id="rId318" Type="http://schemas.openxmlformats.org/officeDocument/2006/relationships/customXml" Target="../ink/ink162.xml"/><Relationship Id="rId525" Type="http://schemas.openxmlformats.org/officeDocument/2006/relationships/image" Target="../media/image256.png"/><Relationship Id="rId567" Type="http://schemas.openxmlformats.org/officeDocument/2006/relationships/image" Target="../media/image277.png"/><Relationship Id="rId99" Type="http://schemas.openxmlformats.org/officeDocument/2006/relationships/customXml" Target="../ink/ink50.xml"/><Relationship Id="rId122" Type="http://schemas.openxmlformats.org/officeDocument/2006/relationships/image" Target="../media/image60.png"/><Relationship Id="rId164" Type="http://schemas.openxmlformats.org/officeDocument/2006/relationships/image" Target="../media/image81.png"/><Relationship Id="rId371" Type="http://schemas.openxmlformats.org/officeDocument/2006/relationships/customXml" Target="../ink/ink189.xml"/><Relationship Id="rId427" Type="http://schemas.openxmlformats.org/officeDocument/2006/relationships/image" Target="../media/image209.png"/><Relationship Id="rId469" Type="http://schemas.openxmlformats.org/officeDocument/2006/relationships/customXml" Target="../ink/ink240.xml"/><Relationship Id="rId634" Type="http://schemas.openxmlformats.org/officeDocument/2006/relationships/customXml" Target="../ink/ink323.xml"/><Relationship Id="rId26" Type="http://schemas.openxmlformats.org/officeDocument/2006/relationships/customXml" Target="../ink/ink13.xml"/><Relationship Id="rId231" Type="http://schemas.openxmlformats.org/officeDocument/2006/relationships/customXml" Target="../ink/ink117.xml"/><Relationship Id="rId273" Type="http://schemas.openxmlformats.org/officeDocument/2006/relationships/customXml" Target="../ink/ink139.xml"/><Relationship Id="rId329" Type="http://schemas.openxmlformats.org/officeDocument/2006/relationships/customXml" Target="../ink/ink167.xml"/><Relationship Id="rId480" Type="http://schemas.openxmlformats.org/officeDocument/2006/relationships/image" Target="../media/image234.png"/><Relationship Id="rId536" Type="http://schemas.openxmlformats.org/officeDocument/2006/relationships/customXml" Target="../ink/ink274.xml"/><Relationship Id="rId68" Type="http://schemas.openxmlformats.org/officeDocument/2006/relationships/image" Target="../media/image33.png"/><Relationship Id="rId133" Type="http://schemas.openxmlformats.org/officeDocument/2006/relationships/customXml" Target="../ink/ink67.xml"/><Relationship Id="rId175" Type="http://schemas.openxmlformats.org/officeDocument/2006/relationships/customXml" Target="../ink/ink88.xml"/><Relationship Id="rId340" Type="http://schemas.openxmlformats.org/officeDocument/2006/relationships/image" Target="../media/image166.png"/><Relationship Id="rId578" Type="http://schemas.openxmlformats.org/officeDocument/2006/relationships/customXml" Target="../ink/ink295.xml"/><Relationship Id="rId200" Type="http://schemas.openxmlformats.org/officeDocument/2006/relationships/image" Target="../media/image99.png"/><Relationship Id="rId382" Type="http://schemas.openxmlformats.org/officeDocument/2006/relationships/customXml" Target="../ink/ink195.xml"/><Relationship Id="rId438" Type="http://schemas.openxmlformats.org/officeDocument/2006/relationships/customXml" Target="../ink/ink223.xml"/><Relationship Id="rId603" Type="http://schemas.openxmlformats.org/officeDocument/2006/relationships/image" Target="../media/image295.png"/><Relationship Id="rId242" Type="http://schemas.openxmlformats.org/officeDocument/2006/relationships/image" Target="../media/image119.png"/><Relationship Id="rId284" Type="http://schemas.openxmlformats.org/officeDocument/2006/relationships/image" Target="../media/image139.png"/><Relationship Id="rId491" Type="http://schemas.openxmlformats.org/officeDocument/2006/relationships/image" Target="../media/image239.png"/><Relationship Id="rId505" Type="http://schemas.openxmlformats.org/officeDocument/2006/relationships/image" Target="../media/image246.png"/><Relationship Id="rId37" Type="http://schemas.openxmlformats.org/officeDocument/2006/relationships/customXml" Target="../ink/ink19.xml"/><Relationship Id="rId79" Type="http://schemas.openxmlformats.org/officeDocument/2006/relationships/customXml" Target="../ink/ink40.xml"/><Relationship Id="rId102" Type="http://schemas.openxmlformats.org/officeDocument/2006/relationships/image" Target="../media/image50.png"/><Relationship Id="rId144" Type="http://schemas.openxmlformats.org/officeDocument/2006/relationships/image" Target="../media/image71.png"/><Relationship Id="rId547" Type="http://schemas.openxmlformats.org/officeDocument/2006/relationships/image" Target="../media/image267.png"/><Relationship Id="rId589" Type="http://schemas.openxmlformats.org/officeDocument/2006/relationships/image" Target="../media/image288.png"/><Relationship Id="rId90" Type="http://schemas.openxmlformats.org/officeDocument/2006/relationships/image" Target="../media/image44.png"/><Relationship Id="rId186" Type="http://schemas.openxmlformats.org/officeDocument/2006/relationships/image" Target="../media/image92.png"/><Relationship Id="rId351" Type="http://schemas.openxmlformats.org/officeDocument/2006/relationships/customXml" Target="../ink/ink179.xml"/><Relationship Id="rId393" Type="http://schemas.openxmlformats.org/officeDocument/2006/relationships/image" Target="../media/image192.png"/><Relationship Id="rId407" Type="http://schemas.openxmlformats.org/officeDocument/2006/relationships/image" Target="../media/image199.png"/><Relationship Id="rId449" Type="http://schemas.openxmlformats.org/officeDocument/2006/relationships/image" Target="../media/image220.png"/><Relationship Id="rId614" Type="http://schemas.openxmlformats.org/officeDocument/2006/relationships/customXml" Target="../ink/ink313.xml"/><Relationship Id="rId211" Type="http://schemas.openxmlformats.org/officeDocument/2006/relationships/customXml" Target="../ink/ink106.xml"/><Relationship Id="rId253" Type="http://schemas.openxmlformats.org/officeDocument/2006/relationships/customXml" Target="../ink/ink128.xml"/><Relationship Id="rId295" Type="http://schemas.openxmlformats.org/officeDocument/2006/relationships/customXml" Target="../ink/ink150.xml"/><Relationship Id="rId309" Type="http://schemas.openxmlformats.org/officeDocument/2006/relationships/image" Target="../media/image151.png"/><Relationship Id="rId460" Type="http://schemas.openxmlformats.org/officeDocument/2006/relationships/image" Target="../media/image225.png"/><Relationship Id="rId516" Type="http://schemas.openxmlformats.org/officeDocument/2006/relationships/customXml" Target="../ink/ink264.xml"/><Relationship Id="rId48" Type="http://schemas.openxmlformats.org/officeDocument/2006/relationships/image" Target="../media/image23.png"/><Relationship Id="rId113" Type="http://schemas.openxmlformats.org/officeDocument/2006/relationships/customXml" Target="../ink/ink57.xml"/><Relationship Id="rId320" Type="http://schemas.openxmlformats.org/officeDocument/2006/relationships/customXml" Target="../ink/ink163.xml"/><Relationship Id="rId558" Type="http://schemas.openxmlformats.org/officeDocument/2006/relationships/customXml" Target="../ink/ink285.xml"/><Relationship Id="rId155" Type="http://schemas.openxmlformats.org/officeDocument/2006/relationships/customXml" Target="../ink/ink78.xml"/><Relationship Id="rId197" Type="http://schemas.openxmlformats.org/officeDocument/2006/relationships/customXml" Target="../ink/ink99.xml"/><Relationship Id="rId362" Type="http://schemas.openxmlformats.org/officeDocument/2006/relationships/image" Target="../media/image177.png"/><Relationship Id="rId418" Type="http://schemas.openxmlformats.org/officeDocument/2006/relationships/customXml" Target="../ink/ink213.xml"/><Relationship Id="rId625" Type="http://schemas.openxmlformats.org/officeDocument/2006/relationships/image" Target="../media/image306.png"/><Relationship Id="rId222" Type="http://schemas.openxmlformats.org/officeDocument/2006/relationships/customXml" Target="../ink/ink112.xml"/><Relationship Id="rId264" Type="http://schemas.openxmlformats.org/officeDocument/2006/relationships/image" Target="../media/image129.png"/><Relationship Id="rId471" Type="http://schemas.openxmlformats.org/officeDocument/2006/relationships/customXml" Target="../ink/ink241.xml"/><Relationship Id="rId17" Type="http://schemas.openxmlformats.org/officeDocument/2006/relationships/image" Target="../media/image8.png"/><Relationship Id="rId59" Type="http://schemas.openxmlformats.org/officeDocument/2006/relationships/customXml" Target="../ink/ink30.xml"/><Relationship Id="rId124" Type="http://schemas.openxmlformats.org/officeDocument/2006/relationships/image" Target="../media/image61.png"/><Relationship Id="rId527" Type="http://schemas.openxmlformats.org/officeDocument/2006/relationships/image" Target="../media/image257.png"/><Relationship Id="rId569" Type="http://schemas.openxmlformats.org/officeDocument/2006/relationships/image" Target="../media/image278.png"/><Relationship Id="rId70" Type="http://schemas.openxmlformats.org/officeDocument/2006/relationships/image" Target="../media/image34.png"/><Relationship Id="rId166" Type="http://schemas.openxmlformats.org/officeDocument/2006/relationships/image" Target="../media/image82.png"/><Relationship Id="rId331" Type="http://schemas.openxmlformats.org/officeDocument/2006/relationships/image" Target="../media/image162.png"/><Relationship Id="rId373" Type="http://schemas.openxmlformats.org/officeDocument/2006/relationships/customXml" Target="../ink/ink190.xml"/><Relationship Id="rId429" Type="http://schemas.openxmlformats.org/officeDocument/2006/relationships/image" Target="../media/image210.png"/><Relationship Id="rId580" Type="http://schemas.openxmlformats.org/officeDocument/2006/relationships/customXml" Target="../ink/ink296.xml"/><Relationship Id="rId636" Type="http://schemas.openxmlformats.org/officeDocument/2006/relationships/customXml" Target="../ink/ink324.xml"/><Relationship Id="rId1" Type="http://schemas.openxmlformats.org/officeDocument/2006/relationships/slideLayout" Target="../slideLayouts/slideLayout1.xml"/><Relationship Id="rId233" Type="http://schemas.openxmlformats.org/officeDocument/2006/relationships/customXml" Target="../ink/ink118.xml"/><Relationship Id="rId440" Type="http://schemas.openxmlformats.org/officeDocument/2006/relationships/customXml" Target="../ink/ink224.xml"/><Relationship Id="rId28" Type="http://schemas.openxmlformats.org/officeDocument/2006/relationships/customXml" Target="../ink/ink14.xml"/><Relationship Id="rId275" Type="http://schemas.openxmlformats.org/officeDocument/2006/relationships/customXml" Target="../ink/ink140.xml"/><Relationship Id="rId300" Type="http://schemas.openxmlformats.org/officeDocument/2006/relationships/customXml" Target="../ink/ink153.xml"/><Relationship Id="rId482" Type="http://schemas.openxmlformats.org/officeDocument/2006/relationships/image" Target="../media/image235.png"/><Relationship Id="rId538" Type="http://schemas.openxmlformats.org/officeDocument/2006/relationships/customXml" Target="../ink/ink275.xml"/><Relationship Id="rId81" Type="http://schemas.openxmlformats.org/officeDocument/2006/relationships/customXml" Target="../ink/ink41.xml"/><Relationship Id="rId135" Type="http://schemas.openxmlformats.org/officeDocument/2006/relationships/customXml" Target="../ink/ink68.xml"/><Relationship Id="rId177" Type="http://schemas.openxmlformats.org/officeDocument/2006/relationships/customXml" Target="../ink/ink89.xml"/><Relationship Id="rId342" Type="http://schemas.openxmlformats.org/officeDocument/2006/relationships/image" Target="../media/image167.png"/><Relationship Id="rId384" Type="http://schemas.openxmlformats.org/officeDocument/2006/relationships/customXml" Target="../ink/ink196.xml"/><Relationship Id="rId591" Type="http://schemas.openxmlformats.org/officeDocument/2006/relationships/image" Target="../media/image289.png"/><Relationship Id="rId605" Type="http://schemas.openxmlformats.org/officeDocument/2006/relationships/image" Target="../media/image296.png"/><Relationship Id="rId202" Type="http://schemas.openxmlformats.org/officeDocument/2006/relationships/image" Target="../media/image100.png"/><Relationship Id="rId244" Type="http://schemas.openxmlformats.org/officeDocument/2006/relationships/image" Target="../media/image120.png"/><Relationship Id="rId39" Type="http://schemas.openxmlformats.org/officeDocument/2006/relationships/customXml" Target="../ink/ink20.xml"/><Relationship Id="rId286" Type="http://schemas.openxmlformats.org/officeDocument/2006/relationships/image" Target="../media/image140.png"/><Relationship Id="rId451" Type="http://schemas.openxmlformats.org/officeDocument/2006/relationships/image" Target="../media/image221.png"/><Relationship Id="rId493" Type="http://schemas.openxmlformats.org/officeDocument/2006/relationships/image" Target="../media/image240.png"/><Relationship Id="rId507" Type="http://schemas.openxmlformats.org/officeDocument/2006/relationships/image" Target="../media/image247.png"/><Relationship Id="rId549" Type="http://schemas.openxmlformats.org/officeDocument/2006/relationships/image" Target="../media/image268.png"/><Relationship Id="rId50" Type="http://schemas.openxmlformats.org/officeDocument/2006/relationships/image" Target="../media/image24.png"/><Relationship Id="rId104" Type="http://schemas.openxmlformats.org/officeDocument/2006/relationships/image" Target="../media/image51.png"/><Relationship Id="rId146" Type="http://schemas.openxmlformats.org/officeDocument/2006/relationships/image" Target="../media/image72.png"/><Relationship Id="rId188" Type="http://schemas.openxmlformats.org/officeDocument/2006/relationships/image" Target="../media/image93.png"/><Relationship Id="rId311" Type="http://schemas.openxmlformats.org/officeDocument/2006/relationships/image" Target="../media/image152.png"/><Relationship Id="rId353" Type="http://schemas.openxmlformats.org/officeDocument/2006/relationships/customXml" Target="../ink/ink180.xml"/><Relationship Id="rId395" Type="http://schemas.openxmlformats.org/officeDocument/2006/relationships/image" Target="../media/image193.png"/><Relationship Id="rId409" Type="http://schemas.openxmlformats.org/officeDocument/2006/relationships/image" Target="../media/image200.png"/><Relationship Id="rId560" Type="http://schemas.openxmlformats.org/officeDocument/2006/relationships/customXml" Target="../ink/ink286.xml"/><Relationship Id="rId92" Type="http://schemas.openxmlformats.org/officeDocument/2006/relationships/image" Target="../media/image45.png"/><Relationship Id="rId213" Type="http://schemas.openxmlformats.org/officeDocument/2006/relationships/customXml" Target="../ink/ink107.xml"/><Relationship Id="rId420" Type="http://schemas.openxmlformats.org/officeDocument/2006/relationships/customXml" Target="../ink/ink214.xml"/><Relationship Id="rId616" Type="http://schemas.openxmlformats.org/officeDocument/2006/relationships/customXml" Target="../ink/ink314.xml"/><Relationship Id="rId255" Type="http://schemas.openxmlformats.org/officeDocument/2006/relationships/customXml" Target="../ink/ink129.xml"/><Relationship Id="rId297" Type="http://schemas.openxmlformats.org/officeDocument/2006/relationships/customXml" Target="../ink/ink151.xml"/><Relationship Id="rId462" Type="http://schemas.openxmlformats.org/officeDocument/2006/relationships/customXml" Target="../ink/ink236.xml"/><Relationship Id="rId518" Type="http://schemas.openxmlformats.org/officeDocument/2006/relationships/customXml" Target="../ink/ink265.xml"/><Relationship Id="rId115" Type="http://schemas.openxmlformats.org/officeDocument/2006/relationships/customXml" Target="../ink/ink58.xml"/><Relationship Id="rId157" Type="http://schemas.openxmlformats.org/officeDocument/2006/relationships/customXml" Target="../ink/ink79.xml"/><Relationship Id="rId322" Type="http://schemas.openxmlformats.org/officeDocument/2006/relationships/customXml" Target="../ink/ink164.xml"/><Relationship Id="rId364" Type="http://schemas.openxmlformats.org/officeDocument/2006/relationships/image" Target="../media/image178.png"/><Relationship Id="rId61" Type="http://schemas.openxmlformats.org/officeDocument/2006/relationships/customXml" Target="../ink/ink31.xml"/><Relationship Id="rId199" Type="http://schemas.openxmlformats.org/officeDocument/2006/relationships/customXml" Target="../ink/ink100.xml"/><Relationship Id="rId571" Type="http://schemas.openxmlformats.org/officeDocument/2006/relationships/image" Target="../media/image279.png"/><Relationship Id="rId627" Type="http://schemas.openxmlformats.org/officeDocument/2006/relationships/image" Target="../media/image307.png"/><Relationship Id="rId19" Type="http://schemas.openxmlformats.org/officeDocument/2006/relationships/image" Target="../media/image9.png"/><Relationship Id="rId224" Type="http://schemas.openxmlformats.org/officeDocument/2006/relationships/customXml" Target="../ink/ink113.xml"/><Relationship Id="rId266" Type="http://schemas.openxmlformats.org/officeDocument/2006/relationships/image" Target="../media/image130.png"/><Relationship Id="rId431" Type="http://schemas.openxmlformats.org/officeDocument/2006/relationships/image" Target="../media/image211.png"/><Relationship Id="rId473" Type="http://schemas.openxmlformats.org/officeDocument/2006/relationships/customXml" Target="../ink/ink242.xml"/><Relationship Id="rId529" Type="http://schemas.openxmlformats.org/officeDocument/2006/relationships/image" Target="../media/image258.png"/><Relationship Id="rId30" Type="http://schemas.openxmlformats.org/officeDocument/2006/relationships/customXml" Target="../ink/ink15.xml"/><Relationship Id="rId126" Type="http://schemas.openxmlformats.org/officeDocument/2006/relationships/image" Target="../media/image62.png"/><Relationship Id="rId168" Type="http://schemas.openxmlformats.org/officeDocument/2006/relationships/image" Target="../media/image83.png"/><Relationship Id="rId333" Type="http://schemas.openxmlformats.org/officeDocument/2006/relationships/image" Target="../media/image163.png"/><Relationship Id="rId540" Type="http://schemas.openxmlformats.org/officeDocument/2006/relationships/customXml" Target="../ink/ink276.xml"/><Relationship Id="rId72" Type="http://schemas.openxmlformats.org/officeDocument/2006/relationships/image" Target="../media/image35.png"/><Relationship Id="rId375" Type="http://schemas.openxmlformats.org/officeDocument/2006/relationships/customXml" Target="../ink/ink191.xml"/><Relationship Id="rId582" Type="http://schemas.openxmlformats.org/officeDocument/2006/relationships/customXml" Target="../ink/ink297.xml"/><Relationship Id="rId638" Type="http://schemas.openxmlformats.org/officeDocument/2006/relationships/customXml" Target="../ink/ink325.xml"/><Relationship Id="rId3" Type="http://schemas.openxmlformats.org/officeDocument/2006/relationships/image" Target="../media/image1.png"/><Relationship Id="rId235" Type="http://schemas.openxmlformats.org/officeDocument/2006/relationships/customXml" Target="../ink/ink119.xml"/><Relationship Id="rId277" Type="http://schemas.openxmlformats.org/officeDocument/2006/relationships/customXml" Target="../ink/ink141.xml"/><Relationship Id="rId400" Type="http://schemas.openxmlformats.org/officeDocument/2006/relationships/customXml" Target="../ink/ink204.xml"/><Relationship Id="rId442" Type="http://schemas.openxmlformats.org/officeDocument/2006/relationships/customXml" Target="../ink/ink225.xml"/><Relationship Id="rId484" Type="http://schemas.openxmlformats.org/officeDocument/2006/relationships/image" Target="../media/image236.png"/><Relationship Id="rId137" Type="http://schemas.openxmlformats.org/officeDocument/2006/relationships/customXml" Target="../ink/ink69.xml"/><Relationship Id="rId302" Type="http://schemas.openxmlformats.org/officeDocument/2006/relationships/customXml" Target="../ink/ink154.xml"/><Relationship Id="rId344" Type="http://schemas.openxmlformats.org/officeDocument/2006/relationships/image" Target="../media/image168.png"/><Relationship Id="rId41" Type="http://schemas.openxmlformats.org/officeDocument/2006/relationships/customXml" Target="../ink/ink21.xml"/><Relationship Id="rId83" Type="http://schemas.openxmlformats.org/officeDocument/2006/relationships/customXml" Target="../ink/ink42.xml"/><Relationship Id="rId179" Type="http://schemas.openxmlformats.org/officeDocument/2006/relationships/customXml" Target="../ink/ink90.xml"/><Relationship Id="rId386" Type="http://schemas.openxmlformats.org/officeDocument/2006/relationships/customXml" Target="../ink/ink197.xml"/><Relationship Id="rId551" Type="http://schemas.openxmlformats.org/officeDocument/2006/relationships/image" Target="../media/image269.png"/><Relationship Id="rId593" Type="http://schemas.openxmlformats.org/officeDocument/2006/relationships/image" Target="../media/image290.png"/><Relationship Id="rId607" Type="http://schemas.openxmlformats.org/officeDocument/2006/relationships/image" Target="../media/image297.png"/><Relationship Id="rId190" Type="http://schemas.openxmlformats.org/officeDocument/2006/relationships/image" Target="../media/image94.png"/><Relationship Id="rId204" Type="http://schemas.openxmlformats.org/officeDocument/2006/relationships/image" Target="../media/image101.png"/><Relationship Id="rId246" Type="http://schemas.openxmlformats.org/officeDocument/2006/relationships/image" Target="../media/image121.png"/><Relationship Id="rId288" Type="http://schemas.openxmlformats.org/officeDocument/2006/relationships/image" Target="../media/image141.png"/><Relationship Id="rId411" Type="http://schemas.openxmlformats.org/officeDocument/2006/relationships/image" Target="../media/image201.png"/><Relationship Id="rId453" Type="http://schemas.openxmlformats.org/officeDocument/2006/relationships/customXml" Target="../ink/ink231.xml"/><Relationship Id="rId509" Type="http://schemas.openxmlformats.org/officeDocument/2006/relationships/image" Target="../media/image248.png"/><Relationship Id="rId106" Type="http://schemas.openxmlformats.org/officeDocument/2006/relationships/image" Target="../media/image52.png"/><Relationship Id="rId313" Type="http://schemas.openxmlformats.org/officeDocument/2006/relationships/image" Target="../media/image153.png"/><Relationship Id="rId495" Type="http://schemas.openxmlformats.org/officeDocument/2006/relationships/image" Target="../media/image241.png"/><Relationship Id="rId10" Type="http://schemas.openxmlformats.org/officeDocument/2006/relationships/customXml" Target="../ink/ink5.xml"/><Relationship Id="rId52" Type="http://schemas.openxmlformats.org/officeDocument/2006/relationships/image" Target="../media/image25.png"/><Relationship Id="rId94" Type="http://schemas.openxmlformats.org/officeDocument/2006/relationships/image" Target="../media/image46.png"/><Relationship Id="rId148" Type="http://schemas.openxmlformats.org/officeDocument/2006/relationships/image" Target="../media/image73.png"/><Relationship Id="rId355" Type="http://schemas.openxmlformats.org/officeDocument/2006/relationships/customXml" Target="../ink/ink181.xml"/><Relationship Id="rId397" Type="http://schemas.openxmlformats.org/officeDocument/2006/relationships/image" Target="../media/image194.png"/><Relationship Id="rId520" Type="http://schemas.openxmlformats.org/officeDocument/2006/relationships/customXml" Target="../ink/ink266.xml"/><Relationship Id="rId562" Type="http://schemas.openxmlformats.org/officeDocument/2006/relationships/customXml" Target="../ink/ink287.xml"/><Relationship Id="rId618" Type="http://schemas.openxmlformats.org/officeDocument/2006/relationships/customXml" Target="../ink/ink315.xml"/><Relationship Id="rId215" Type="http://schemas.openxmlformats.org/officeDocument/2006/relationships/customXml" Target="../ink/ink108.xml"/><Relationship Id="rId257" Type="http://schemas.openxmlformats.org/officeDocument/2006/relationships/image" Target="../media/image126.png"/><Relationship Id="rId422" Type="http://schemas.openxmlformats.org/officeDocument/2006/relationships/customXml" Target="../ink/ink215.xml"/><Relationship Id="rId464" Type="http://schemas.openxmlformats.org/officeDocument/2006/relationships/image" Target="../media/image226.png"/><Relationship Id="rId299" Type="http://schemas.openxmlformats.org/officeDocument/2006/relationships/customXml" Target="../ink/ink152.xml"/><Relationship Id="rId63" Type="http://schemas.openxmlformats.org/officeDocument/2006/relationships/customXml" Target="../ink/ink32.xml"/><Relationship Id="rId159" Type="http://schemas.openxmlformats.org/officeDocument/2006/relationships/customXml" Target="../ink/ink80.xml"/><Relationship Id="rId366" Type="http://schemas.openxmlformats.org/officeDocument/2006/relationships/image" Target="../media/image179.png"/><Relationship Id="rId573" Type="http://schemas.openxmlformats.org/officeDocument/2006/relationships/image" Target="../media/image280.png"/><Relationship Id="rId226" Type="http://schemas.openxmlformats.org/officeDocument/2006/relationships/image" Target="../media/image111.png"/><Relationship Id="rId433" Type="http://schemas.openxmlformats.org/officeDocument/2006/relationships/image" Target="../media/image212.png"/><Relationship Id="rId640" Type="http://schemas.openxmlformats.org/officeDocument/2006/relationships/customXml" Target="../ink/ink326.xml"/><Relationship Id="rId74" Type="http://schemas.openxmlformats.org/officeDocument/2006/relationships/image" Target="../media/image36.png"/><Relationship Id="rId377" Type="http://schemas.openxmlformats.org/officeDocument/2006/relationships/customXml" Target="../ink/ink192.xml"/><Relationship Id="rId500" Type="http://schemas.openxmlformats.org/officeDocument/2006/relationships/customXml" Target="../ink/ink256.xml"/><Relationship Id="rId584" Type="http://schemas.openxmlformats.org/officeDocument/2006/relationships/customXml" Target="../ink/ink298.xml"/><Relationship Id="rId5" Type="http://schemas.openxmlformats.org/officeDocument/2006/relationships/image" Target="../media/image2.png"/><Relationship Id="rId237" Type="http://schemas.openxmlformats.org/officeDocument/2006/relationships/customXml" Target="../ink/ink120.xml"/><Relationship Id="rId444" Type="http://schemas.openxmlformats.org/officeDocument/2006/relationships/customXml" Target="../ink/ink226.xml"/><Relationship Id="rId290" Type="http://schemas.openxmlformats.org/officeDocument/2006/relationships/image" Target="../media/image142.png"/><Relationship Id="rId304" Type="http://schemas.openxmlformats.org/officeDocument/2006/relationships/customXml" Target="../ink/ink155.xml"/><Relationship Id="rId388" Type="http://schemas.openxmlformats.org/officeDocument/2006/relationships/customXml" Target="../ink/ink198.xml"/><Relationship Id="rId511" Type="http://schemas.openxmlformats.org/officeDocument/2006/relationships/image" Target="../media/image249.png"/><Relationship Id="rId609" Type="http://schemas.openxmlformats.org/officeDocument/2006/relationships/image" Target="../media/image298.png"/><Relationship Id="rId85" Type="http://schemas.openxmlformats.org/officeDocument/2006/relationships/customXml" Target="../ink/ink43.xml"/><Relationship Id="rId150" Type="http://schemas.openxmlformats.org/officeDocument/2006/relationships/image" Target="../media/image74.png"/><Relationship Id="rId595" Type="http://schemas.openxmlformats.org/officeDocument/2006/relationships/image" Target="../media/image291.png"/><Relationship Id="rId248" Type="http://schemas.openxmlformats.org/officeDocument/2006/relationships/image" Target="../media/image122.png"/><Relationship Id="rId455" Type="http://schemas.openxmlformats.org/officeDocument/2006/relationships/customXml" Target="../ink/ink232.xml"/><Relationship Id="rId12" Type="http://schemas.openxmlformats.org/officeDocument/2006/relationships/customXml" Target="../ink/ink6.xml"/><Relationship Id="rId108" Type="http://schemas.openxmlformats.org/officeDocument/2006/relationships/image" Target="../media/image53.png"/><Relationship Id="rId315" Type="http://schemas.openxmlformats.org/officeDocument/2006/relationships/image" Target="../media/image154.png"/><Relationship Id="rId522" Type="http://schemas.openxmlformats.org/officeDocument/2006/relationships/customXml" Target="../ink/ink267.xml"/><Relationship Id="rId96" Type="http://schemas.openxmlformats.org/officeDocument/2006/relationships/image" Target="../media/image47.png"/><Relationship Id="rId161" Type="http://schemas.openxmlformats.org/officeDocument/2006/relationships/customXml" Target="../ink/ink81.xml"/><Relationship Id="rId399" Type="http://schemas.openxmlformats.org/officeDocument/2006/relationships/image" Target="../media/image195.png"/><Relationship Id="rId259" Type="http://schemas.openxmlformats.org/officeDocument/2006/relationships/image" Target="../media/image127.png"/><Relationship Id="rId466" Type="http://schemas.openxmlformats.org/officeDocument/2006/relationships/image" Target="../media/image227.png"/><Relationship Id="rId23" Type="http://schemas.openxmlformats.org/officeDocument/2006/relationships/image" Target="../media/image11.png"/><Relationship Id="rId119" Type="http://schemas.openxmlformats.org/officeDocument/2006/relationships/customXml" Target="../ink/ink60.xml"/><Relationship Id="rId326" Type="http://schemas.openxmlformats.org/officeDocument/2006/relationships/image" Target="../media/image160.png"/><Relationship Id="rId533" Type="http://schemas.openxmlformats.org/officeDocument/2006/relationships/image" Target="../media/image260.png"/><Relationship Id="rId172" Type="http://schemas.openxmlformats.org/officeDocument/2006/relationships/image" Target="../media/image85.png"/><Relationship Id="rId477" Type="http://schemas.openxmlformats.org/officeDocument/2006/relationships/customXml" Target="../ink/ink244.xml"/><Relationship Id="rId600" Type="http://schemas.openxmlformats.org/officeDocument/2006/relationships/customXml" Target="../ink/ink306.xml"/><Relationship Id="rId337" Type="http://schemas.openxmlformats.org/officeDocument/2006/relationships/customXml" Target="../ink/ink172.xml"/><Relationship Id="rId34" Type="http://schemas.openxmlformats.org/officeDocument/2006/relationships/customXml" Target="../ink/ink17.xml"/><Relationship Id="rId544" Type="http://schemas.openxmlformats.org/officeDocument/2006/relationships/customXml" Target="../ink/ink278.xml"/><Relationship Id="rId183" Type="http://schemas.openxmlformats.org/officeDocument/2006/relationships/customXml" Target="../ink/ink92.xml"/><Relationship Id="rId390" Type="http://schemas.openxmlformats.org/officeDocument/2006/relationships/customXml" Target="../ink/ink199.xml"/><Relationship Id="rId404" Type="http://schemas.openxmlformats.org/officeDocument/2006/relationships/customXml" Target="../ink/ink206.xml"/><Relationship Id="rId611" Type="http://schemas.openxmlformats.org/officeDocument/2006/relationships/image" Target="../media/image299.png"/><Relationship Id="rId250" Type="http://schemas.openxmlformats.org/officeDocument/2006/relationships/image" Target="../media/image123.png"/><Relationship Id="rId488" Type="http://schemas.openxmlformats.org/officeDocument/2006/relationships/customXml" Target="../ink/ink250.xml"/><Relationship Id="rId45" Type="http://schemas.openxmlformats.org/officeDocument/2006/relationships/customXml" Target="../ink/ink23.xml"/><Relationship Id="rId110" Type="http://schemas.openxmlformats.org/officeDocument/2006/relationships/image" Target="../media/image54.png"/><Relationship Id="rId348" Type="http://schemas.openxmlformats.org/officeDocument/2006/relationships/image" Target="../media/image170.png"/><Relationship Id="rId555" Type="http://schemas.openxmlformats.org/officeDocument/2006/relationships/image" Target="../media/image271.png"/><Relationship Id="rId194" Type="http://schemas.openxmlformats.org/officeDocument/2006/relationships/image" Target="../media/image96.png"/><Relationship Id="rId208" Type="http://schemas.openxmlformats.org/officeDocument/2006/relationships/image" Target="../media/image103.png"/><Relationship Id="rId415" Type="http://schemas.openxmlformats.org/officeDocument/2006/relationships/image" Target="../media/image203.png"/><Relationship Id="rId622" Type="http://schemas.openxmlformats.org/officeDocument/2006/relationships/customXml" Target="../ink/ink317.xml"/><Relationship Id="rId261" Type="http://schemas.openxmlformats.org/officeDocument/2006/relationships/customXml" Target="../ink/ink133.xml"/><Relationship Id="rId499" Type="http://schemas.openxmlformats.org/officeDocument/2006/relationships/image" Target="../media/image243.png"/><Relationship Id="rId56" Type="http://schemas.openxmlformats.org/officeDocument/2006/relationships/image" Target="../media/image27.png"/><Relationship Id="rId359" Type="http://schemas.openxmlformats.org/officeDocument/2006/relationships/customXml" Target="../ink/ink183.xml"/><Relationship Id="rId566" Type="http://schemas.openxmlformats.org/officeDocument/2006/relationships/customXml" Target="../ink/ink289.xml"/><Relationship Id="rId121" Type="http://schemas.openxmlformats.org/officeDocument/2006/relationships/customXml" Target="../ink/ink61.xml"/><Relationship Id="rId219" Type="http://schemas.openxmlformats.org/officeDocument/2006/relationships/customXml" Target="../ink/ink110.xml"/><Relationship Id="rId426" Type="http://schemas.openxmlformats.org/officeDocument/2006/relationships/customXml" Target="../ink/ink217.xml"/><Relationship Id="rId633" Type="http://schemas.openxmlformats.org/officeDocument/2006/relationships/image" Target="../media/image310.png"/><Relationship Id="rId67" Type="http://schemas.openxmlformats.org/officeDocument/2006/relationships/customXml" Target="../ink/ink34.xml"/><Relationship Id="rId272" Type="http://schemas.openxmlformats.org/officeDocument/2006/relationships/image" Target="../media/image133.png"/><Relationship Id="rId577" Type="http://schemas.openxmlformats.org/officeDocument/2006/relationships/image" Target="../media/image282.png"/><Relationship Id="rId132" Type="http://schemas.openxmlformats.org/officeDocument/2006/relationships/image" Target="../media/image65.png"/><Relationship Id="rId437" Type="http://schemas.openxmlformats.org/officeDocument/2006/relationships/image" Target="../media/image214.png"/><Relationship Id="rId644" Type="http://schemas.openxmlformats.org/officeDocument/2006/relationships/customXml" Target="../ink/ink328.xml"/><Relationship Id="rId283" Type="http://schemas.openxmlformats.org/officeDocument/2006/relationships/customXml" Target="../ink/ink144.xml"/><Relationship Id="rId490" Type="http://schemas.openxmlformats.org/officeDocument/2006/relationships/customXml" Target="../ink/ink251.xml"/><Relationship Id="rId504" Type="http://schemas.openxmlformats.org/officeDocument/2006/relationships/customXml" Target="../ink/ink258.xml"/><Relationship Id="rId78" Type="http://schemas.openxmlformats.org/officeDocument/2006/relationships/image" Target="../media/image38.png"/><Relationship Id="rId143" Type="http://schemas.openxmlformats.org/officeDocument/2006/relationships/customXml" Target="../ink/ink72.xml"/><Relationship Id="rId350" Type="http://schemas.openxmlformats.org/officeDocument/2006/relationships/image" Target="../media/image171.png"/><Relationship Id="rId588" Type="http://schemas.openxmlformats.org/officeDocument/2006/relationships/customXml" Target="../ink/ink300.xml"/><Relationship Id="rId9" Type="http://schemas.openxmlformats.org/officeDocument/2006/relationships/image" Target="../media/image4.png"/><Relationship Id="rId210" Type="http://schemas.openxmlformats.org/officeDocument/2006/relationships/image" Target="../media/image104.png"/><Relationship Id="rId448" Type="http://schemas.openxmlformats.org/officeDocument/2006/relationships/customXml" Target="../ink/ink228.xml"/><Relationship Id="rId294" Type="http://schemas.openxmlformats.org/officeDocument/2006/relationships/image" Target="../media/image144.png"/><Relationship Id="rId308" Type="http://schemas.openxmlformats.org/officeDocument/2006/relationships/customXml" Target="../ink/ink157.xml"/><Relationship Id="rId515" Type="http://schemas.openxmlformats.org/officeDocument/2006/relationships/image" Target="../media/image251.png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71.png"/><Relationship Id="rId21" Type="http://schemas.openxmlformats.org/officeDocument/2006/relationships/image" Target="../media/image325.png"/><Relationship Id="rId324" Type="http://schemas.openxmlformats.org/officeDocument/2006/relationships/image" Target="../media/image472.png"/><Relationship Id="rId531" Type="http://schemas.openxmlformats.org/officeDocument/2006/relationships/image" Target="../media/image572.png"/><Relationship Id="rId170" Type="http://schemas.openxmlformats.org/officeDocument/2006/relationships/customXml" Target="../ink/ink414.xml"/><Relationship Id="rId268" Type="http://schemas.openxmlformats.org/officeDocument/2006/relationships/customXml" Target="../ink/ink464.xml"/><Relationship Id="rId475" Type="http://schemas.openxmlformats.org/officeDocument/2006/relationships/image" Target="../media/image546.png"/><Relationship Id="rId32" Type="http://schemas.openxmlformats.org/officeDocument/2006/relationships/customXml" Target="../ink/ink344.xml"/><Relationship Id="rId128" Type="http://schemas.openxmlformats.org/officeDocument/2006/relationships/customXml" Target="../ink/ink393.xml"/><Relationship Id="rId335" Type="http://schemas.openxmlformats.org/officeDocument/2006/relationships/customXml" Target="../ink/ink498.xml"/><Relationship Id="rId181" Type="http://schemas.openxmlformats.org/officeDocument/2006/relationships/image" Target="../media/image403.png"/><Relationship Id="rId402" Type="http://schemas.openxmlformats.org/officeDocument/2006/relationships/customXml" Target="../ink/ink533.xml"/><Relationship Id="rId279" Type="http://schemas.openxmlformats.org/officeDocument/2006/relationships/image" Target="../media/image450.png"/><Relationship Id="rId444" Type="http://schemas.openxmlformats.org/officeDocument/2006/relationships/customXml" Target="../ink/ink554.xml"/><Relationship Id="rId486" Type="http://schemas.openxmlformats.org/officeDocument/2006/relationships/customXml" Target="../ink/ink575.xml"/><Relationship Id="rId43" Type="http://schemas.openxmlformats.org/officeDocument/2006/relationships/image" Target="../media/image336.png"/><Relationship Id="rId139" Type="http://schemas.openxmlformats.org/officeDocument/2006/relationships/image" Target="../media/image382.png"/><Relationship Id="rId290" Type="http://schemas.openxmlformats.org/officeDocument/2006/relationships/customXml" Target="../ink/ink475.xml"/><Relationship Id="rId304" Type="http://schemas.openxmlformats.org/officeDocument/2006/relationships/customXml" Target="../ink/ink482.xml"/><Relationship Id="rId346" Type="http://schemas.openxmlformats.org/officeDocument/2006/relationships/image" Target="../media/image483.png"/><Relationship Id="rId388" Type="http://schemas.openxmlformats.org/officeDocument/2006/relationships/customXml" Target="../ink/ink525.xml"/><Relationship Id="rId511" Type="http://schemas.openxmlformats.org/officeDocument/2006/relationships/image" Target="../media/image563.png"/><Relationship Id="rId85" Type="http://schemas.openxmlformats.org/officeDocument/2006/relationships/image" Target="../media/image356.png"/><Relationship Id="rId150" Type="http://schemas.openxmlformats.org/officeDocument/2006/relationships/customXml" Target="../ink/ink404.xml"/><Relationship Id="rId192" Type="http://schemas.openxmlformats.org/officeDocument/2006/relationships/customXml" Target="../ink/ink425.xml"/><Relationship Id="rId206" Type="http://schemas.openxmlformats.org/officeDocument/2006/relationships/customXml" Target="../ink/ink432.xml"/><Relationship Id="rId413" Type="http://schemas.openxmlformats.org/officeDocument/2006/relationships/image" Target="../media/image515.png"/><Relationship Id="rId248" Type="http://schemas.openxmlformats.org/officeDocument/2006/relationships/customXml" Target="../ink/ink454.xml"/><Relationship Id="rId455" Type="http://schemas.openxmlformats.org/officeDocument/2006/relationships/image" Target="../media/image536.png"/><Relationship Id="rId497" Type="http://schemas.openxmlformats.org/officeDocument/2006/relationships/image" Target="../media/image557.png"/><Relationship Id="rId12" Type="http://schemas.openxmlformats.org/officeDocument/2006/relationships/customXml" Target="../ink/ink334.xml"/><Relationship Id="rId108" Type="http://schemas.openxmlformats.org/officeDocument/2006/relationships/customXml" Target="../ink/ink383.xml"/><Relationship Id="rId315" Type="http://schemas.openxmlformats.org/officeDocument/2006/relationships/image" Target="../media/image468.png"/><Relationship Id="rId357" Type="http://schemas.openxmlformats.org/officeDocument/2006/relationships/customXml" Target="../ink/ink509.xml"/><Relationship Id="rId522" Type="http://schemas.openxmlformats.org/officeDocument/2006/relationships/customXml" Target="../ink/ink594.xml"/><Relationship Id="rId54" Type="http://schemas.openxmlformats.org/officeDocument/2006/relationships/customXml" Target="../ink/ink355.xml"/><Relationship Id="rId96" Type="http://schemas.openxmlformats.org/officeDocument/2006/relationships/customXml" Target="../ink/ink377.xml"/><Relationship Id="rId161" Type="http://schemas.openxmlformats.org/officeDocument/2006/relationships/image" Target="../media/image393.png"/><Relationship Id="rId217" Type="http://schemas.openxmlformats.org/officeDocument/2006/relationships/image" Target="../media/image420.png"/><Relationship Id="rId399" Type="http://schemas.openxmlformats.org/officeDocument/2006/relationships/customXml" Target="../ink/ink531.xml"/><Relationship Id="rId259" Type="http://schemas.openxmlformats.org/officeDocument/2006/relationships/image" Target="../media/image440.png"/><Relationship Id="rId424" Type="http://schemas.openxmlformats.org/officeDocument/2006/relationships/customXml" Target="../ink/ink544.xml"/><Relationship Id="rId466" Type="http://schemas.openxmlformats.org/officeDocument/2006/relationships/customXml" Target="../ink/ink565.xml"/><Relationship Id="rId23" Type="http://schemas.openxmlformats.org/officeDocument/2006/relationships/image" Target="../media/image326.png"/><Relationship Id="rId119" Type="http://schemas.openxmlformats.org/officeDocument/2006/relationships/image" Target="../media/image372.png"/><Relationship Id="rId270" Type="http://schemas.openxmlformats.org/officeDocument/2006/relationships/customXml" Target="../ink/ink465.xml"/><Relationship Id="rId326" Type="http://schemas.openxmlformats.org/officeDocument/2006/relationships/image" Target="../media/image473.png"/><Relationship Id="rId533" Type="http://schemas.openxmlformats.org/officeDocument/2006/relationships/image" Target="../media/image573.png"/><Relationship Id="rId65" Type="http://schemas.openxmlformats.org/officeDocument/2006/relationships/image" Target="../media/image347.png"/><Relationship Id="rId130" Type="http://schemas.openxmlformats.org/officeDocument/2006/relationships/customXml" Target="../ink/ink394.xml"/><Relationship Id="rId368" Type="http://schemas.openxmlformats.org/officeDocument/2006/relationships/customXml" Target="../ink/ink515.xml"/><Relationship Id="rId172" Type="http://schemas.openxmlformats.org/officeDocument/2006/relationships/customXml" Target="../ink/ink415.xml"/><Relationship Id="rId228" Type="http://schemas.openxmlformats.org/officeDocument/2006/relationships/image" Target="../media/image425.png"/><Relationship Id="rId435" Type="http://schemas.openxmlformats.org/officeDocument/2006/relationships/image" Target="../media/image526.png"/><Relationship Id="rId477" Type="http://schemas.openxmlformats.org/officeDocument/2006/relationships/image" Target="../media/image547.png"/><Relationship Id="rId281" Type="http://schemas.openxmlformats.org/officeDocument/2006/relationships/image" Target="../media/image451.png"/><Relationship Id="rId337" Type="http://schemas.openxmlformats.org/officeDocument/2006/relationships/customXml" Target="../ink/ink499.xml"/><Relationship Id="rId502" Type="http://schemas.openxmlformats.org/officeDocument/2006/relationships/customXml" Target="../ink/ink583.xml"/><Relationship Id="rId34" Type="http://schemas.openxmlformats.org/officeDocument/2006/relationships/customXml" Target="../ink/ink345.xml"/><Relationship Id="rId76" Type="http://schemas.openxmlformats.org/officeDocument/2006/relationships/customXml" Target="../ink/ink366.xml"/><Relationship Id="rId141" Type="http://schemas.openxmlformats.org/officeDocument/2006/relationships/image" Target="../media/image383.png"/><Relationship Id="rId379" Type="http://schemas.openxmlformats.org/officeDocument/2006/relationships/image" Target="../media/image499.png"/><Relationship Id="rId7" Type="http://schemas.openxmlformats.org/officeDocument/2006/relationships/image" Target="../media/image318.png"/><Relationship Id="rId183" Type="http://schemas.openxmlformats.org/officeDocument/2006/relationships/image" Target="../media/image404.png"/><Relationship Id="rId239" Type="http://schemas.openxmlformats.org/officeDocument/2006/relationships/image" Target="../media/image430.png"/><Relationship Id="rId390" Type="http://schemas.openxmlformats.org/officeDocument/2006/relationships/customXml" Target="../ink/ink526.xml"/><Relationship Id="rId404" Type="http://schemas.openxmlformats.org/officeDocument/2006/relationships/customXml" Target="../ink/ink534.xml"/><Relationship Id="rId446" Type="http://schemas.openxmlformats.org/officeDocument/2006/relationships/customXml" Target="../ink/ink555.xml"/><Relationship Id="rId250" Type="http://schemas.openxmlformats.org/officeDocument/2006/relationships/customXml" Target="../ink/ink455.xml"/><Relationship Id="rId292" Type="http://schemas.openxmlformats.org/officeDocument/2006/relationships/customXml" Target="../ink/ink476.xml"/><Relationship Id="rId306" Type="http://schemas.openxmlformats.org/officeDocument/2006/relationships/customXml" Target="../ink/ink483.xml"/><Relationship Id="rId488" Type="http://schemas.openxmlformats.org/officeDocument/2006/relationships/customXml" Target="../ink/ink576.xml"/><Relationship Id="rId45" Type="http://schemas.openxmlformats.org/officeDocument/2006/relationships/image" Target="../media/image337.png"/><Relationship Id="rId87" Type="http://schemas.openxmlformats.org/officeDocument/2006/relationships/image" Target="../media/image357.png"/><Relationship Id="rId110" Type="http://schemas.openxmlformats.org/officeDocument/2006/relationships/customXml" Target="../ink/ink384.xml"/><Relationship Id="rId348" Type="http://schemas.openxmlformats.org/officeDocument/2006/relationships/image" Target="../media/image484.png"/><Relationship Id="rId513" Type="http://schemas.openxmlformats.org/officeDocument/2006/relationships/image" Target="../media/image564.png"/><Relationship Id="rId152" Type="http://schemas.openxmlformats.org/officeDocument/2006/relationships/customXml" Target="../ink/ink405.xml"/><Relationship Id="rId194" Type="http://schemas.openxmlformats.org/officeDocument/2006/relationships/customXml" Target="../ink/ink426.xml"/><Relationship Id="rId208" Type="http://schemas.openxmlformats.org/officeDocument/2006/relationships/customXml" Target="../ink/ink433.xml"/><Relationship Id="rId415" Type="http://schemas.openxmlformats.org/officeDocument/2006/relationships/image" Target="../media/image516.png"/><Relationship Id="rId457" Type="http://schemas.openxmlformats.org/officeDocument/2006/relationships/image" Target="../media/image537.png"/><Relationship Id="rId261" Type="http://schemas.openxmlformats.org/officeDocument/2006/relationships/image" Target="../media/image441.png"/><Relationship Id="rId499" Type="http://schemas.openxmlformats.org/officeDocument/2006/relationships/image" Target="../media/image558.png"/><Relationship Id="rId14" Type="http://schemas.openxmlformats.org/officeDocument/2006/relationships/customXml" Target="../ink/ink335.xml"/><Relationship Id="rId56" Type="http://schemas.openxmlformats.org/officeDocument/2006/relationships/customXml" Target="../ink/ink356.xml"/><Relationship Id="rId317" Type="http://schemas.openxmlformats.org/officeDocument/2006/relationships/image" Target="../media/image469.png"/><Relationship Id="rId359" Type="http://schemas.openxmlformats.org/officeDocument/2006/relationships/customXml" Target="../ink/ink510.xml"/><Relationship Id="rId524" Type="http://schemas.openxmlformats.org/officeDocument/2006/relationships/image" Target="../media/image569.png"/><Relationship Id="rId98" Type="http://schemas.openxmlformats.org/officeDocument/2006/relationships/customXml" Target="../ink/ink378.xml"/><Relationship Id="rId121" Type="http://schemas.openxmlformats.org/officeDocument/2006/relationships/image" Target="../media/image373.png"/><Relationship Id="rId163" Type="http://schemas.openxmlformats.org/officeDocument/2006/relationships/image" Target="../media/image394.png"/><Relationship Id="rId219" Type="http://schemas.openxmlformats.org/officeDocument/2006/relationships/image" Target="../media/image421.png"/><Relationship Id="rId370" Type="http://schemas.openxmlformats.org/officeDocument/2006/relationships/customXml" Target="../ink/ink516.xml"/><Relationship Id="rId426" Type="http://schemas.openxmlformats.org/officeDocument/2006/relationships/customXml" Target="../ink/ink545.xml"/><Relationship Id="rId230" Type="http://schemas.openxmlformats.org/officeDocument/2006/relationships/customXml" Target="../ink/ink445.xml"/><Relationship Id="rId468" Type="http://schemas.openxmlformats.org/officeDocument/2006/relationships/customXml" Target="../ink/ink566.xml"/><Relationship Id="rId25" Type="http://schemas.openxmlformats.org/officeDocument/2006/relationships/image" Target="../media/image327.png"/><Relationship Id="rId67" Type="http://schemas.openxmlformats.org/officeDocument/2006/relationships/image" Target="../media/image348.png"/><Relationship Id="rId272" Type="http://schemas.openxmlformats.org/officeDocument/2006/relationships/customXml" Target="../ink/ink466.xml"/><Relationship Id="rId328" Type="http://schemas.openxmlformats.org/officeDocument/2006/relationships/image" Target="../media/image474.png"/><Relationship Id="rId535" Type="http://schemas.openxmlformats.org/officeDocument/2006/relationships/image" Target="../media/image574.png"/><Relationship Id="rId132" Type="http://schemas.openxmlformats.org/officeDocument/2006/relationships/customXml" Target="../ink/ink395.xml"/><Relationship Id="rId174" Type="http://schemas.openxmlformats.org/officeDocument/2006/relationships/customXml" Target="../ink/ink416.xml"/><Relationship Id="rId381" Type="http://schemas.openxmlformats.org/officeDocument/2006/relationships/image" Target="../media/image500.png"/><Relationship Id="rId241" Type="http://schemas.openxmlformats.org/officeDocument/2006/relationships/image" Target="../media/image431.png"/><Relationship Id="rId437" Type="http://schemas.openxmlformats.org/officeDocument/2006/relationships/image" Target="../media/image527.png"/><Relationship Id="rId479" Type="http://schemas.openxmlformats.org/officeDocument/2006/relationships/image" Target="../media/image548.png"/><Relationship Id="rId36" Type="http://schemas.openxmlformats.org/officeDocument/2006/relationships/customXml" Target="../ink/ink346.xml"/><Relationship Id="rId283" Type="http://schemas.openxmlformats.org/officeDocument/2006/relationships/image" Target="../media/image452.png"/><Relationship Id="rId339" Type="http://schemas.openxmlformats.org/officeDocument/2006/relationships/customXml" Target="../ink/ink500.xml"/><Relationship Id="rId490" Type="http://schemas.openxmlformats.org/officeDocument/2006/relationships/customXml" Target="../ink/ink577.xml"/><Relationship Id="rId504" Type="http://schemas.openxmlformats.org/officeDocument/2006/relationships/customXml" Target="../ink/ink584.xml"/><Relationship Id="rId78" Type="http://schemas.openxmlformats.org/officeDocument/2006/relationships/customXml" Target="../ink/ink367.xml"/><Relationship Id="rId101" Type="http://schemas.openxmlformats.org/officeDocument/2006/relationships/image" Target="../media/image363.png"/><Relationship Id="rId143" Type="http://schemas.openxmlformats.org/officeDocument/2006/relationships/image" Target="../media/image384.png"/><Relationship Id="rId185" Type="http://schemas.openxmlformats.org/officeDocument/2006/relationships/image" Target="../media/image405.png"/><Relationship Id="rId350" Type="http://schemas.openxmlformats.org/officeDocument/2006/relationships/image" Target="../media/image485.png"/><Relationship Id="rId406" Type="http://schemas.openxmlformats.org/officeDocument/2006/relationships/customXml" Target="../ink/ink535.xml"/><Relationship Id="rId9" Type="http://schemas.openxmlformats.org/officeDocument/2006/relationships/image" Target="../media/image319.png"/><Relationship Id="rId210" Type="http://schemas.openxmlformats.org/officeDocument/2006/relationships/customXml" Target="../ink/ink435.xml"/><Relationship Id="rId392" Type="http://schemas.openxmlformats.org/officeDocument/2006/relationships/customXml" Target="../ink/ink527.xml"/><Relationship Id="rId448" Type="http://schemas.openxmlformats.org/officeDocument/2006/relationships/customXml" Target="../ink/ink556.xml"/><Relationship Id="rId252" Type="http://schemas.openxmlformats.org/officeDocument/2006/relationships/customXml" Target="../ink/ink456.xml"/><Relationship Id="rId294" Type="http://schemas.openxmlformats.org/officeDocument/2006/relationships/customXml" Target="../ink/ink477.xml"/><Relationship Id="rId308" Type="http://schemas.openxmlformats.org/officeDocument/2006/relationships/customXml" Target="../ink/ink484.xml"/><Relationship Id="rId515" Type="http://schemas.openxmlformats.org/officeDocument/2006/relationships/image" Target="../media/image565.png"/><Relationship Id="rId47" Type="http://schemas.openxmlformats.org/officeDocument/2006/relationships/image" Target="../media/image338.png"/><Relationship Id="rId89" Type="http://schemas.openxmlformats.org/officeDocument/2006/relationships/customXml" Target="../ink/ink373.xml"/><Relationship Id="rId112" Type="http://schemas.openxmlformats.org/officeDocument/2006/relationships/customXml" Target="../ink/ink385.xml"/><Relationship Id="rId154" Type="http://schemas.openxmlformats.org/officeDocument/2006/relationships/customXml" Target="../ink/ink406.xml"/><Relationship Id="rId361" Type="http://schemas.openxmlformats.org/officeDocument/2006/relationships/customXml" Target="../ink/ink511.xml"/><Relationship Id="rId196" Type="http://schemas.openxmlformats.org/officeDocument/2006/relationships/customXml" Target="../ink/ink427.xml"/><Relationship Id="rId417" Type="http://schemas.openxmlformats.org/officeDocument/2006/relationships/image" Target="../media/image517.png"/><Relationship Id="rId459" Type="http://schemas.openxmlformats.org/officeDocument/2006/relationships/image" Target="../media/image538.png"/><Relationship Id="rId16" Type="http://schemas.openxmlformats.org/officeDocument/2006/relationships/customXml" Target="../ink/ink336.xml"/><Relationship Id="rId221" Type="http://schemas.openxmlformats.org/officeDocument/2006/relationships/image" Target="../media/image422.png"/><Relationship Id="rId263" Type="http://schemas.openxmlformats.org/officeDocument/2006/relationships/image" Target="../media/image442.png"/><Relationship Id="rId319" Type="http://schemas.openxmlformats.org/officeDocument/2006/relationships/image" Target="../media/image470.png"/><Relationship Id="rId470" Type="http://schemas.openxmlformats.org/officeDocument/2006/relationships/customXml" Target="../ink/ink567.xml"/><Relationship Id="rId526" Type="http://schemas.openxmlformats.org/officeDocument/2006/relationships/image" Target="../media/image570.png"/><Relationship Id="rId58" Type="http://schemas.openxmlformats.org/officeDocument/2006/relationships/customXml" Target="../ink/ink357.xml"/><Relationship Id="rId123" Type="http://schemas.openxmlformats.org/officeDocument/2006/relationships/image" Target="../media/image374.png"/><Relationship Id="rId330" Type="http://schemas.openxmlformats.org/officeDocument/2006/relationships/image" Target="../media/image475.png"/><Relationship Id="rId165" Type="http://schemas.openxmlformats.org/officeDocument/2006/relationships/image" Target="../media/image395.png"/><Relationship Id="rId372" Type="http://schemas.openxmlformats.org/officeDocument/2006/relationships/customXml" Target="../ink/ink517.xml"/><Relationship Id="rId428" Type="http://schemas.openxmlformats.org/officeDocument/2006/relationships/customXml" Target="../ink/ink546.xml"/><Relationship Id="rId232" Type="http://schemas.openxmlformats.org/officeDocument/2006/relationships/customXml" Target="../ink/ink446.xml"/><Relationship Id="rId274" Type="http://schemas.openxmlformats.org/officeDocument/2006/relationships/customXml" Target="../ink/ink467.xml"/><Relationship Id="rId481" Type="http://schemas.openxmlformats.org/officeDocument/2006/relationships/image" Target="../media/image549.png"/><Relationship Id="rId27" Type="http://schemas.openxmlformats.org/officeDocument/2006/relationships/image" Target="../media/image328.png"/><Relationship Id="rId69" Type="http://schemas.openxmlformats.org/officeDocument/2006/relationships/image" Target="../media/image349.png"/><Relationship Id="rId134" Type="http://schemas.openxmlformats.org/officeDocument/2006/relationships/customXml" Target="../ink/ink396.xml"/><Relationship Id="rId80" Type="http://schemas.openxmlformats.org/officeDocument/2006/relationships/customXml" Target="../ink/ink368.xml"/><Relationship Id="rId176" Type="http://schemas.openxmlformats.org/officeDocument/2006/relationships/customXml" Target="../ink/ink417.xml"/><Relationship Id="rId341" Type="http://schemas.openxmlformats.org/officeDocument/2006/relationships/customXml" Target="../ink/ink501.xml"/><Relationship Id="rId383" Type="http://schemas.openxmlformats.org/officeDocument/2006/relationships/image" Target="../media/image501.png"/><Relationship Id="rId439" Type="http://schemas.openxmlformats.org/officeDocument/2006/relationships/image" Target="../media/image528.png"/><Relationship Id="rId201" Type="http://schemas.openxmlformats.org/officeDocument/2006/relationships/image" Target="../media/image413.png"/><Relationship Id="rId243" Type="http://schemas.openxmlformats.org/officeDocument/2006/relationships/image" Target="../media/image432.png"/><Relationship Id="rId285" Type="http://schemas.openxmlformats.org/officeDocument/2006/relationships/image" Target="../media/image453.png"/><Relationship Id="rId450" Type="http://schemas.openxmlformats.org/officeDocument/2006/relationships/customXml" Target="../ink/ink557.xml"/><Relationship Id="rId506" Type="http://schemas.openxmlformats.org/officeDocument/2006/relationships/customXml" Target="../ink/ink585.xml"/><Relationship Id="rId38" Type="http://schemas.openxmlformats.org/officeDocument/2006/relationships/customXml" Target="../ink/ink347.xml"/><Relationship Id="rId103" Type="http://schemas.openxmlformats.org/officeDocument/2006/relationships/image" Target="../media/image364.png"/><Relationship Id="rId310" Type="http://schemas.openxmlformats.org/officeDocument/2006/relationships/customXml" Target="../ink/ink485.xml"/><Relationship Id="rId492" Type="http://schemas.openxmlformats.org/officeDocument/2006/relationships/customXml" Target="../ink/ink578.xml"/><Relationship Id="rId91" Type="http://schemas.openxmlformats.org/officeDocument/2006/relationships/customXml" Target="../ink/ink374.xml"/><Relationship Id="rId145" Type="http://schemas.openxmlformats.org/officeDocument/2006/relationships/image" Target="../media/image385.png"/><Relationship Id="rId187" Type="http://schemas.openxmlformats.org/officeDocument/2006/relationships/image" Target="../media/image406.png"/><Relationship Id="rId352" Type="http://schemas.openxmlformats.org/officeDocument/2006/relationships/image" Target="../media/image486.png"/><Relationship Id="rId394" Type="http://schemas.openxmlformats.org/officeDocument/2006/relationships/customXml" Target="../ink/ink528.xml"/><Relationship Id="rId408" Type="http://schemas.openxmlformats.org/officeDocument/2006/relationships/customXml" Target="../ink/ink536.xml"/><Relationship Id="rId212" Type="http://schemas.openxmlformats.org/officeDocument/2006/relationships/customXml" Target="../ink/ink436.xml"/><Relationship Id="rId254" Type="http://schemas.openxmlformats.org/officeDocument/2006/relationships/customXml" Target="../ink/ink457.xml"/><Relationship Id="rId49" Type="http://schemas.openxmlformats.org/officeDocument/2006/relationships/image" Target="../media/image339.png"/><Relationship Id="rId114" Type="http://schemas.openxmlformats.org/officeDocument/2006/relationships/customXml" Target="../ink/ink386.xml"/><Relationship Id="rId296" Type="http://schemas.openxmlformats.org/officeDocument/2006/relationships/customXml" Target="../ink/ink478.xml"/><Relationship Id="rId461" Type="http://schemas.openxmlformats.org/officeDocument/2006/relationships/image" Target="../media/image539.png"/><Relationship Id="rId517" Type="http://schemas.openxmlformats.org/officeDocument/2006/relationships/image" Target="../media/image566.png"/><Relationship Id="rId60" Type="http://schemas.openxmlformats.org/officeDocument/2006/relationships/customXml" Target="../ink/ink358.xml"/><Relationship Id="rId156" Type="http://schemas.openxmlformats.org/officeDocument/2006/relationships/customXml" Target="../ink/ink407.xml"/><Relationship Id="rId198" Type="http://schemas.openxmlformats.org/officeDocument/2006/relationships/customXml" Target="../ink/ink428.xml"/><Relationship Id="rId321" Type="http://schemas.openxmlformats.org/officeDocument/2006/relationships/image" Target="../media/image471.png"/><Relationship Id="rId363" Type="http://schemas.openxmlformats.org/officeDocument/2006/relationships/customXml" Target="../ink/ink512.xml"/><Relationship Id="rId419" Type="http://schemas.openxmlformats.org/officeDocument/2006/relationships/image" Target="../media/image518.png"/><Relationship Id="rId223" Type="http://schemas.openxmlformats.org/officeDocument/2006/relationships/customXml" Target="../ink/ink442.xml"/><Relationship Id="rId430" Type="http://schemas.openxmlformats.org/officeDocument/2006/relationships/customXml" Target="../ink/ink547.xml"/><Relationship Id="rId18" Type="http://schemas.openxmlformats.org/officeDocument/2006/relationships/customXml" Target="../ink/ink337.xml"/><Relationship Id="rId265" Type="http://schemas.openxmlformats.org/officeDocument/2006/relationships/image" Target="../media/image443.png"/><Relationship Id="rId472" Type="http://schemas.openxmlformats.org/officeDocument/2006/relationships/customXml" Target="../ink/ink568.xml"/><Relationship Id="rId528" Type="http://schemas.openxmlformats.org/officeDocument/2006/relationships/image" Target="../media/image571.png"/><Relationship Id="rId125" Type="http://schemas.openxmlformats.org/officeDocument/2006/relationships/image" Target="../media/image375.png"/><Relationship Id="rId167" Type="http://schemas.openxmlformats.org/officeDocument/2006/relationships/image" Target="../media/image396.png"/><Relationship Id="rId332" Type="http://schemas.openxmlformats.org/officeDocument/2006/relationships/image" Target="../media/image476.png"/><Relationship Id="rId374" Type="http://schemas.openxmlformats.org/officeDocument/2006/relationships/customXml" Target="../ink/ink518.xml"/><Relationship Id="rId71" Type="http://schemas.openxmlformats.org/officeDocument/2006/relationships/image" Target="../media/image350.png"/><Relationship Id="rId234" Type="http://schemas.openxmlformats.org/officeDocument/2006/relationships/customXml" Target="../ink/ink447.xml"/><Relationship Id="rId2" Type="http://schemas.openxmlformats.org/officeDocument/2006/relationships/customXml" Target="../ink/ink329.xml"/><Relationship Id="rId29" Type="http://schemas.openxmlformats.org/officeDocument/2006/relationships/image" Target="../media/image329.png"/><Relationship Id="rId276" Type="http://schemas.openxmlformats.org/officeDocument/2006/relationships/customXml" Target="../ink/ink468.xml"/><Relationship Id="rId441" Type="http://schemas.openxmlformats.org/officeDocument/2006/relationships/image" Target="../media/image529.png"/><Relationship Id="rId483" Type="http://schemas.openxmlformats.org/officeDocument/2006/relationships/image" Target="../media/image550.png"/><Relationship Id="rId40" Type="http://schemas.openxmlformats.org/officeDocument/2006/relationships/customXml" Target="../ink/ink348.xml"/><Relationship Id="rId136" Type="http://schemas.openxmlformats.org/officeDocument/2006/relationships/customXml" Target="../ink/ink397.xml"/><Relationship Id="rId178" Type="http://schemas.openxmlformats.org/officeDocument/2006/relationships/customXml" Target="../ink/ink418.xml"/><Relationship Id="rId301" Type="http://schemas.openxmlformats.org/officeDocument/2006/relationships/image" Target="../media/image461.png"/><Relationship Id="rId343" Type="http://schemas.openxmlformats.org/officeDocument/2006/relationships/customXml" Target="../ink/ink502.xml"/><Relationship Id="rId82" Type="http://schemas.openxmlformats.org/officeDocument/2006/relationships/customXml" Target="../ink/ink369.xml"/><Relationship Id="rId203" Type="http://schemas.openxmlformats.org/officeDocument/2006/relationships/image" Target="../media/image414.png"/><Relationship Id="rId385" Type="http://schemas.openxmlformats.org/officeDocument/2006/relationships/image" Target="../media/image502.png"/><Relationship Id="rId245" Type="http://schemas.openxmlformats.org/officeDocument/2006/relationships/image" Target="../media/image433.png"/><Relationship Id="rId287" Type="http://schemas.openxmlformats.org/officeDocument/2006/relationships/image" Target="../media/image454.png"/><Relationship Id="rId410" Type="http://schemas.openxmlformats.org/officeDocument/2006/relationships/customXml" Target="../ink/ink537.xml"/><Relationship Id="rId452" Type="http://schemas.openxmlformats.org/officeDocument/2006/relationships/customXml" Target="../ink/ink558.xml"/><Relationship Id="rId494" Type="http://schemas.openxmlformats.org/officeDocument/2006/relationships/customXml" Target="../ink/ink579.xml"/><Relationship Id="rId508" Type="http://schemas.openxmlformats.org/officeDocument/2006/relationships/customXml" Target="../ink/ink586.xml"/><Relationship Id="rId105" Type="http://schemas.openxmlformats.org/officeDocument/2006/relationships/image" Target="../media/image365.png"/><Relationship Id="rId147" Type="http://schemas.openxmlformats.org/officeDocument/2006/relationships/image" Target="../media/image386.png"/><Relationship Id="rId312" Type="http://schemas.openxmlformats.org/officeDocument/2006/relationships/customXml" Target="../ink/ink486.xml"/><Relationship Id="rId354" Type="http://schemas.openxmlformats.org/officeDocument/2006/relationships/image" Target="../media/image487.png"/><Relationship Id="rId51" Type="http://schemas.openxmlformats.org/officeDocument/2006/relationships/image" Target="../media/image340.png"/><Relationship Id="rId93" Type="http://schemas.openxmlformats.org/officeDocument/2006/relationships/customXml" Target="../ink/ink375.xml"/><Relationship Id="rId189" Type="http://schemas.openxmlformats.org/officeDocument/2006/relationships/image" Target="../media/image407.png"/><Relationship Id="rId396" Type="http://schemas.openxmlformats.org/officeDocument/2006/relationships/customXml" Target="../ink/ink529.xml"/><Relationship Id="rId214" Type="http://schemas.openxmlformats.org/officeDocument/2006/relationships/customXml" Target="../ink/ink437.xml"/><Relationship Id="rId256" Type="http://schemas.openxmlformats.org/officeDocument/2006/relationships/customXml" Target="../ink/ink458.xml"/><Relationship Id="rId298" Type="http://schemas.openxmlformats.org/officeDocument/2006/relationships/customXml" Target="../ink/ink479.xml"/><Relationship Id="rId421" Type="http://schemas.openxmlformats.org/officeDocument/2006/relationships/image" Target="../media/image519.png"/><Relationship Id="rId463" Type="http://schemas.openxmlformats.org/officeDocument/2006/relationships/image" Target="../media/image540.png"/><Relationship Id="rId519" Type="http://schemas.openxmlformats.org/officeDocument/2006/relationships/image" Target="../media/image567.png"/><Relationship Id="rId116" Type="http://schemas.openxmlformats.org/officeDocument/2006/relationships/customXml" Target="../ink/ink387.xml"/><Relationship Id="rId158" Type="http://schemas.openxmlformats.org/officeDocument/2006/relationships/customXml" Target="../ink/ink408.xml"/><Relationship Id="rId323" Type="http://schemas.openxmlformats.org/officeDocument/2006/relationships/customXml" Target="../ink/ink492.xml"/><Relationship Id="rId530" Type="http://schemas.openxmlformats.org/officeDocument/2006/relationships/customXml" Target="../ink/ink599.xml"/><Relationship Id="rId20" Type="http://schemas.openxmlformats.org/officeDocument/2006/relationships/customXml" Target="../ink/ink338.xml"/><Relationship Id="rId62" Type="http://schemas.openxmlformats.org/officeDocument/2006/relationships/customXml" Target="../ink/ink359.xml"/><Relationship Id="rId365" Type="http://schemas.openxmlformats.org/officeDocument/2006/relationships/customXml" Target="../ink/ink513.xml"/><Relationship Id="rId225" Type="http://schemas.openxmlformats.org/officeDocument/2006/relationships/customXml" Target="../ink/ink443.xml"/><Relationship Id="rId267" Type="http://schemas.openxmlformats.org/officeDocument/2006/relationships/image" Target="../media/image444.png"/><Relationship Id="rId432" Type="http://schemas.openxmlformats.org/officeDocument/2006/relationships/customXml" Target="../ink/ink548.xml"/><Relationship Id="rId474" Type="http://schemas.openxmlformats.org/officeDocument/2006/relationships/customXml" Target="../ink/ink569.xml"/><Relationship Id="rId127" Type="http://schemas.openxmlformats.org/officeDocument/2006/relationships/image" Target="../media/image376.png"/><Relationship Id="rId31" Type="http://schemas.openxmlformats.org/officeDocument/2006/relationships/image" Target="../media/image330.png"/><Relationship Id="rId73" Type="http://schemas.openxmlformats.org/officeDocument/2006/relationships/image" Target="../media/image80.png"/><Relationship Id="rId169" Type="http://schemas.openxmlformats.org/officeDocument/2006/relationships/image" Target="../media/image397.png"/><Relationship Id="rId334" Type="http://schemas.openxmlformats.org/officeDocument/2006/relationships/image" Target="../media/image477.png"/><Relationship Id="rId376" Type="http://schemas.openxmlformats.org/officeDocument/2006/relationships/customXml" Target="../ink/ink519.xml"/><Relationship Id="rId4" Type="http://schemas.openxmlformats.org/officeDocument/2006/relationships/customXml" Target="../ink/ink330.xml"/><Relationship Id="rId180" Type="http://schemas.openxmlformats.org/officeDocument/2006/relationships/customXml" Target="../ink/ink419.xml"/><Relationship Id="rId236" Type="http://schemas.openxmlformats.org/officeDocument/2006/relationships/customXml" Target="../ink/ink448.xml"/><Relationship Id="rId278" Type="http://schemas.openxmlformats.org/officeDocument/2006/relationships/customXml" Target="../ink/ink469.xml"/><Relationship Id="rId401" Type="http://schemas.openxmlformats.org/officeDocument/2006/relationships/customXml" Target="../ink/ink532.xml"/><Relationship Id="rId443" Type="http://schemas.openxmlformats.org/officeDocument/2006/relationships/image" Target="../media/image530.png"/><Relationship Id="rId303" Type="http://schemas.openxmlformats.org/officeDocument/2006/relationships/image" Target="../media/image462.png"/><Relationship Id="rId485" Type="http://schemas.openxmlformats.org/officeDocument/2006/relationships/image" Target="../media/image551.png"/><Relationship Id="rId42" Type="http://schemas.openxmlformats.org/officeDocument/2006/relationships/customXml" Target="../ink/ink349.xml"/><Relationship Id="rId84" Type="http://schemas.openxmlformats.org/officeDocument/2006/relationships/customXml" Target="../ink/ink370.xml"/><Relationship Id="rId138" Type="http://schemas.openxmlformats.org/officeDocument/2006/relationships/customXml" Target="../ink/ink398.xml"/><Relationship Id="rId345" Type="http://schemas.openxmlformats.org/officeDocument/2006/relationships/customXml" Target="../ink/ink503.xml"/><Relationship Id="rId387" Type="http://schemas.openxmlformats.org/officeDocument/2006/relationships/image" Target="../media/image503.png"/><Relationship Id="rId510" Type="http://schemas.openxmlformats.org/officeDocument/2006/relationships/customXml" Target="../ink/ink588.xml"/><Relationship Id="rId191" Type="http://schemas.openxmlformats.org/officeDocument/2006/relationships/image" Target="../media/image408.png"/><Relationship Id="rId205" Type="http://schemas.openxmlformats.org/officeDocument/2006/relationships/image" Target="../media/image415.png"/><Relationship Id="rId247" Type="http://schemas.openxmlformats.org/officeDocument/2006/relationships/image" Target="../media/image434.png"/><Relationship Id="rId412" Type="http://schemas.openxmlformats.org/officeDocument/2006/relationships/customXml" Target="../ink/ink538.xml"/><Relationship Id="rId107" Type="http://schemas.openxmlformats.org/officeDocument/2006/relationships/image" Target="../media/image366.png"/><Relationship Id="rId289" Type="http://schemas.openxmlformats.org/officeDocument/2006/relationships/image" Target="../media/image455.png"/><Relationship Id="rId454" Type="http://schemas.openxmlformats.org/officeDocument/2006/relationships/customXml" Target="../ink/ink559.xml"/><Relationship Id="rId496" Type="http://schemas.openxmlformats.org/officeDocument/2006/relationships/customXml" Target="../ink/ink580.xml"/><Relationship Id="rId11" Type="http://schemas.openxmlformats.org/officeDocument/2006/relationships/image" Target="../media/image320.png"/><Relationship Id="rId53" Type="http://schemas.openxmlformats.org/officeDocument/2006/relationships/image" Target="../media/image341.png"/><Relationship Id="rId149" Type="http://schemas.openxmlformats.org/officeDocument/2006/relationships/image" Target="../media/image387.png"/><Relationship Id="rId314" Type="http://schemas.openxmlformats.org/officeDocument/2006/relationships/customXml" Target="../ink/ink487.xml"/><Relationship Id="rId356" Type="http://schemas.openxmlformats.org/officeDocument/2006/relationships/image" Target="../media/image488.png"/><Relationship Id="rId398" Type="http://schemas.openxmlformats.org/officeDocument/2006/relationships/image" Target="../media/image508.png"/><Relationship Id="rId521" Type="http://schemas.openxmlformats.org/officeDocument/2006/relationships/image" Target="../media/image568.png"/><Relationship Id="rId95" Type="http://schemas.openxmlformats.org/officeDocument/2006/relationships/image" Target="../media/image360.png"/><Relationship Id="rId160" Type="http://schemas.openxmlformats.org/officeDocument/2006/relationships/customXml" Target="../ink/ink409.xml"/><Relationship Id="rId216" Type="http://schemas.openxmlformats.org/officeDocument/2006/relationships/customXml" Target="../ink/ink438.xml"/><Relationship Id="rId423" Type="http://schemas.openxmlformats.org/officeDocument/2006/relationships/image" Target="../media/image520.png"/><Relationship Id="rId258" Type="http://schemas.openxmlformats.org/officeDocument/2006/relationships/customXml" Target="../ink/ink459.xml"/><Relationship Id="rId465" Type="http://schemas.openxmlformats.org/officeDocument/2006/relationships/image" Target="../media/image541.png"/><Relationship Id="rId22" Type="http://schemas.openxmlformats.org/officeDocument/2006/relationships/customXml" Target="../ink/ink339.xml"/><Relationship Id="rId64" Type="http://schemas.openxmlformats.org/officeDocument/2006/relationships/customXml" Target="../ink/ink360.xml"/><Relationship Id="rId118" Type="http://schemas.openxmlformats.org/officeDocument/2006/relationships/customXml" Target="../ink/ink388.xml"/><Relationship Id="rId325" Type="http://schemas.openxmlformats.org/officeDocument/2006/relationships/customXml" Target="../ink/ink493.xml"/><Relationship Id="rId367" Type="http://schemas.openxmlformats.org/officeDocument/2006/relationships/customXml" Target="../ink/ink514.xml"/><Relationship Id="rId532" Type="http://schemas.openxmlformats.org/officeDocument/2006/relationships/customXml" Target="../ink/ink600.xml"/><Relationship Id="rId171" Type="http://schemas.openxmlformats.org/officeDocument/2006/relationships/image" Target="../media/image398.png"/><Relationship Id="rId227" Type="http://schemas.openxmlformats.org/officeDocument/2006/relationships/customXml" Target="../ink/ink444.xml"/><Relationship Id="rId269" Type="http://schemas.openxmlformats.org/officeDocument/2006/relationships/image" Target="../media/image445.png"/><Relationship Id="rId434" Type="http://schemas.openxmlformats.org/officeDocument/2006/relationships/customXml" Target="../ink/ink549.xml"/><Relationship Id="rId476" Type="http://schemas.openxmlformats.org/officeDocument/2006/relationships/customXml" Target="../ink/ink570.xml"/><Relationship Id="rId33" Type="http://schemas.openxmlformats.org/officeDocument/2006/relationships/image" Target="../media/image331.png"/><Relationship Id="rId129" Type="http://schemas.openxmlformats.org/officeDocument/2006/relationships/image" Target="../media/image377.png"/><Relationship Id="rId280" Type="http://schemas.openxmlformats.org/officeDocument/2006/relationships/customXml" Target="../ink/ink470.xml"/><Relationship Id="rId336" Type="http://schemas.openxmlformats.org/officeDocument/2006/relationships/image" Target="../media/image478.png"/><Relationship Id="rId501" Type="http://schemas.openxmlformats.org/officeDocument/2006/relationships/image" Target="../media/image559.png"/><Relationship Id="rId75" Type="http://schemas.openxmlformats.org/officeDocument/2006/relationships/image" Target="../media/image351.png"/><Relationship Id="rId140" Type="http://schemas.openxmlformats.org/officeDocument/2006/relationships/customXml" Target="../ink/ink399.xml"/><Relationship Id="rId182" Type="http://schemas.openxmlformats.org/officeDocument/2006/relationships/customXml" Target="../ink/ink420.xml"/><Relationship Id="rId378" Type="http://schemas.openxmlformats.org/officeDocument/2006/relationships/customXml" Target="../ink/ink520.xml"/><Relationship Id="rId403" Type="http://schemas.openxmlformats.org/officeDocument/2006/relationships/image" Target="../media/image510.png"/><Relationship Id="rId6" Type="http://schemas.openxmlformats.org/officeDocument/2006/relationships/customXml" Target="../ink/ink331.xml"/><Relationship Id="rId238" Type="http://schemas.openxmlformats.org/officeDocument/2006/relationships/customXml" Target="../ink/ink449.xml"/><Relationship Id="rId445" Type="http://schemas.openxmlformats.org/officeDocument/2006/relationships/image" Target="../media/image531.png"/><Relationship Id="rId487" Type="http://schemas.openxmlformats.org/officeDocument/2006/relationships/image" Target="../media/image552.png"/><Relationship Id="rId291" Type="http://schemas.openxmlformats.org/officeDocument/2006/relationships/image" Target="../media/image456.png"/><Relationship Id="rId305" Type="http://schemas.openxmlformats.org/officeDocument/2006/relationships/image" Target="../media/image463.png"/><Relationship Id="rId347" Type="http://schemas.openxmlformats.org/officeDocument/2006/relationships/customXml" Target="../ink/ink504.xml"/><Relationship Id="rId512" Type="http://schemas.openxmlformats.org/officeDocument/2006/relationships/customXml" Target="../ink/ink589.xml"/><Relationship Id="rId44" Type="http://schemas.openxmlformats.org/officeDocument/2006/relationships/customXml" Target="../ink/ink350.xml"/><Relationship Id="rId86" Type="http://schemas.openxmlformats.org/officeDocument/2006/relationships/customXml" Target="../ink/ink371.xml"/><Relationship Id="rId151" Type="http://schemas.openxmlformats.org/officeDocument/2006/relationships/image" Target="../media/image388.png"/><Relationship Id="rId389" Type="http://schemas.openxmlformats.org/officeDocument/2006/relationships/image" Target="../media/image504.png"/><Relationship Id="rId193" Type="http://schemas.openxmlformats.org/officeDocument/2006/relationships/image" Target="../media/image409.png"/><Relationship Id="rId207" Type="http://schemas.openxmlformats.org/officeDocument/2006/relationships/image" Target="../media/image416.png"/><Relationship Id="rId249" Type="http://schemas.openxmlformats.org/officeDocument/2006/relationships/image" Target="../media/image435.png"/><Relationship Id="rId414" Type="http://schemas.openxmlformats.org/officeDocument/2006/relationships/customXml" Target="../ink/ink539.xml"/><Relationship Id="rId456" Type="http://schemas.openxmlformats.org/officeDocument/2006/relationships/customXml" Target="../ink/ink560.xml"/><Relationship Id="rId498" Type="http://schemas.openxmlformats.org/officeDocument/2006/relationships/customXml" Target="../ink/ink581.xml"/><Relationship Id="rId13" Type="http://schemas.openxmlformats.org/officeDocument/2006/relationships/image" Target="../media/image321.png"/><Relationship Id="rId109" Type="http://schemas.openxmlformats.org/officeDocument/2006/relationships/image" Target="../media/image367.png"/><Relationship Id="rId260" Type="http://schemas.openxmlformats.org/officeDocument/2006/relationships/customXml" Target="../ink/ink460.xml"/><Relationship Id="rId316" Type="http://schemas.openxmlformats.org/officeDocument/2006/relationships/customXml" Target="../ink/ink488.xml"/><Relationship Id="rId523" Type="http://schemas.openxmlformats.org/officeDocument/2006/relationships/customXml" Target="../ink/ink595.xml"/><Relationship Id="rId55" Type="http://schemas.openxmlformats.org/officeDocument/2006/relationships/image" Target="../media/image342.png"/><Relationship Id="rId97" Type="http://schemas.openxmlformats.org/officeDocument/2006/relationships/image" Target="../media/image361.png"/><Relationship Id="rId120" Type="http://schemas.openxmlformats.org/officeDocument/2006/relationships/customXml" Target="../ink/ink389.xml"/><Relationship Id="rId358" Type="http://schemas.openxmlformats.org/officeDocument/2006/relationships/image" Target="../media/image489.png"/><Relationship Id="rId162" Type="http://schemas.openxmlformats.org/officeDocument/2006/relationships/customXml" Target="../ink/ink410.xml"/><Relationship Id="rId218" Type="http://schemas.openxmlformats.org/officeDocument/2006/relationships/customXml" Target="../ink/ink439.xml"/><Relationship Id="rId425" Type="http://schemas.openxmlformats.org/officeDocument/2006/relationships/image" Target="../media/image521.png"/><Relationship Id="rId467" Type="http://schemas.openxmlformats.org/officeDocument/2006/relationships/image" Target="../media/image542.png"/><Relationship Id="rId271" Type="http://schemas.openxmlformats.org/officeDocument/2006/relationships/image" Target="../media/image446.png"/><Relationship Id="rId24" Type="http://schemas.openxmlformats.org/officeDocument/2006/relationships/customXml" Target="../ink/ink340.xml"/><Relationship Id="rId66" Type="http://schemas.openxmlformats.org/officeDocument/2006/relationships/customXml" Target="../ink/ink361.xml"/><Relationship Id="rId131" Type="http://schemas.openxmlformats.org/officeDocument/2006/relationships/image" Target="../media/image378.png"/><Relationship Id="rId327" Type="http://schemas.openxmlformats.org/officeDocument/2006/relationships/customXml" Target="../ink/ink494.xml"/><Relationship Id="rId369" Type="http://schemas.openxmlformats.org/officeDocument/2006/relationships/image" Target="../media/image494.png"/><Relationship Id="rId534" Type="http://schemas.openxmlformats.org/officeDocument/2006/relationships/customXml" Target="../ink/ink601.xml"/><Relationship Id="rId173" Type="http://schemas.openxmlformats.org/officeDocument/2006/relationships/image" Target="../media/image399.png"/><Relationship Id="rId229" Type="http://schemas.openxmlformats.org/officeDocument/2006/relationships/image" Target="../media/image160.png"/><Relationship Id="rId380" Type="http://schemas.openxmlformats.org/officeDocument/2006/relationships/customXml" Target="../ink/ink521.xml"/><Relationship Id="rId436" Type="http://schemas.openxmlformats.org/officeDocument/2006/relationships/customXml" Target="../ink/ink550.xml"/><Relationship Id="rId240" Type="http://schemas.openxmlformats.org/officeDocument/2006/relationships/customXml" Target="../ink/ink450.xml"/><Relationship Id="rId478" Type="http://schemas.openxmlformats.org/officeDocument/2006/relationships/customXml" Target="../ink/ink571.xml"/><Relationship Id="rId35" Type="http://schemas.openxmlformats.org/officeDocument/2006/relationships/image" Target="../media/image332.png"/><Relationship Id="rId77" Type="http://schemas.openxmlformats.org/officeDocument/2006/relationships/image" Target="../media/image352.png"/><Relationship Id="rId100" Type="http://schemas.openxmlformats.org/officeDocument/2006/relationships/customXml" Target="../ink/ink379.xml"/><Relationship Id="rId282" Type="http://schemas.openxmlformats.org/officeDocument/2006/relationships/customXml" Target="../ink/ink471.xml"/><Relationship Id="rId338" Type="http://schemas.openxmlformats.org/officeDocument/2006/relationships/image" Target="../media/image479.png"/><Relationship Id="rId503" Type="http://schemas.openxmlformats.org/officeDocument/2006/relationships/image" Target="../media/image560.png"/><Relationship Id="rId8" Type="http://schemas.openxmlformats.org/officeDocument/2006/relationships/customXml" Target="../ink/ink332.xml"/><Relationship Id="rId142" Type="http://schemas.openxmlformats.org/officeDocument/2006/relationships/customXml" Target="../ink/ink400.xml"/><Relationship Id="rId184" Type="http://schemas.openxmlformats.org/officeDocument/2006/relationships/customXml" Target="../ink/ink421.xml"/><Relationship Id="rId391" Type="http://schemas.openxmlformats.org/officeDocument/2006/relationships/image" Target="../media/image505.png"/><Relationship Id="rId405" Type="http://schemas.openxmlformats.org/officeDocument/2006/relationships/image" Target="../media/image511.png"/><Relationship Id="rId447" Type="http://schemas.openxmlformats.org/officeDocument/2006/relationships/image" Target="../media/image532.png"/><Relationship Id="rId251" Type="http://schemas.openxmlformats.org/officeDocument/2006/relationships/image" Target="../media/image436.png"/><Relationship Id="rId489" Type="http://schemas.openxmlformats.org/officeDocument/2006/relationships/image" Target="../media/image553.png"/><Relationship Id="rId46" Type="http://schemas.openxmlformats.org/officeDocument/2006/relationships/customXml" Target="../ink/ink351.xml"/><Relationship Id="rId293" Type="http://schemas.openxmlformats.org/officeDocument/2006/relationships/image" Target="../media/image457.png"/><Relationship Id="rId307" Type="http://schemas.openxmlformats.org/officeDocument/2006/relationships/image" Target="../media/image464.png"/><Relationship Id="rId349" Type="http://schemas.openxmlformats.org/officeDocument/2006/relationships/customXml" Target="../ink/ink505.xml"/><Relationship Id="rId514" Type="http://schemas.openxmlformats.org/officeDocument/2006/relationships/customXml" Target="../ink/ink590.xml"/><Relationship Id="rId88" Type="http://schemas.openxmlformats.org/officeDocument/2006/relationships/customXml" Target="../ink/ink372.xml"/><Relationship Id="rId111" Type="http://schemas.openxmlformats.org/officeDocument/2006/relationships/image" Target="../media/image368.png"/><Relationship Id="rId153" Type="http://schemas.openxmlformats.org/officeDocument/2006/relationships/image" Target="../media/image389.png"/><Relationship Id="rId195" Type="http://schemas.openxmlformats.org/officeDocument/2006/relationships/image" Target="../media/image410.png"/><Relationship Id="rId209" Type="http://schemas.openxmlformats.org/officeDocument/2006/relationships/customXml" Target="../ink/ink434.xml"/><Relationship Id="rId360" Type="http://schemas.openxmlformats.org/officeDocument/2006/relationships/image" Target="../media/image490.png"/><Relationship Id="rId416" Type="http://schemas.openxmlformats.org/officeDocument/2006/relationships/customXml" Target="../ink/ink540.xml"/><Relationship Id="rId220" Type="http://schemas.openxmlformats.org/officeDocument/2006/relationships/customXml" Target="../ink/ink440.xml"/><Relationship Id="rId458" Type="http://schemas.openxmlformats.org/officeDocument/2006/relationships/customXml" Target="../ink/ink561.xml"/><Relationship Id="rId15" Type="http://schemas.openxmlformats.org/officeDocument/2006/relationships/image" Target="../media/image322.png"/><Relationship Id="rId57" Type="http://schemas.openxmlformats.org/officeDocument/2006/relationships/image" Target="../media/image343.png"/><Relationship Id="rId262" Type="http://schemas.openxmlformats.org/officeDocument/2006/relationships/customXml" Target="../ink/ink461.xml"/><Relationship Id="rId318" Type="http://schemas.openxmlformats.org/officeDocument/2006/relationships/customXml" Target="../ink/ink489.xml"/><Relationship Id="rId525" Type="http://schemas.openxmlformats.org/officeDocument/2006/relationships/customXml" Target="../ink/ink596.xml"/><Relationship Id="rId99" Type="http://schemas.openxmlformats.org/officeDocument/2006/relationships/image" Target="../media/image362.png"/><Relationship Id="rId122" Type="http://schemas.openxmlformats.org/officeDocument/2006/relationships/customXml" Target="../ink/ink390.xml"/><Relationship Id="rId164" Type="http://schemas.openxmlformats.org/officeDocument/2006/relationships/customXml" Target="../ink/ink411.xml"/><Relationship Id="rId371" Type="http://schemas.openxmlformats.org/officeDocument/2006/relationships/image" Target="../media/image495.png"/><Relationship Id="rId427" Type="http://schemas.openxmlformats.org/officeDocument/2006/relationships/image" Target="../media/image522.png"/><Relationship Id="rId469" Type="http://schemas.openxmlformats.org/officeDocument/2006/relationships/image" Target="../media/image543.png"/><Relationship Id="rId26" Type="http://schemas.openxmlformats.org/officeDocument/2006/relationships/customXml" Target="../ink/ink341.xml"/><Relationship Id="rId231" Type="http://schemas.openxmlformats.org/officeDocument/2006/relationships/image" Target="../media/image426.png"/><Relationship Id="rId273" Type="http://schemas.openxmlformats.org/officeDocument/2006/relationships/image" Target="../media/image447.png"/><Relationship Id="rId329" Type="http://schemas.openxmlformats.org/officeDocument/2006/relationships/customXml" Target="../ink/ink495.xml"/><Relationship Id="rId480" Type="http://schemas.openxmlformats.org/officeDocument/2006/relationships/customXml" Target="../ink/ink572.xml"/><Relationship Id="rId68" Type="http://schemas.openxmlformats.org/officeDocument/2006/relationships/customXml" Target="../ink/ink362.xml"/><Relationship Id="rId133" Type="http://schemas.openxmlformats.org/officeDocument/2006/relationships/image" Target="../media/image379.png"/><Relationship Id="rId175" Type="http://schemas.openxmlformats.org/officeDocument/2006/relationships/image" Target="../media/image400.png"/><Relationship Id="rId340" Type="http://schemas.openxmlformats.org/officeDocument/2006/relationships/image" Target="../media/image480.png"/><Relationship Id="rId200" Type="http://schemas.openxmlformats.org/officeDocument/2006/relationships/customXml" Target="../ink/ink429.xml"/><Relationship Id="rId382" Type="http://schemas.openxmlformats.org/officeDocument/2006/relationships/customXml" Target="../ink/ink522.xml"/><Relationship Id="rId438" Type="http://schemas.openxmlformats.org/officeDocument/2006/relationships/customXml" Target="../ink/ink551.xml"/><Relationship Id="rId242" Type="http://schemas.openxmlformats.org/officeDocument/2006/relationships/customXml" Target="../ink/ink451.xml"/><Relationship Id="rId284" Type="http://schemas.openxmlformats.org/officeDocument/2006/relationships/customXml" Target="../ink/ink472.xml"/><Relationship Id="rId491" Type="http://schemas.openxmlformats.org/officeDocument/2006/relationships/image" Target="../media/image554.png"/><Relationship Id="rId505" Type="http://schemas.openxmlformats.org/officeDocument/2006/relationships/image" Target="../media/image561.png"/><Relationship Id="rId37" Type="http://schemas.openxmlformats.org/officeDocument/2006/relationships/image" Target="../media/image333.png"/><Relationship Id="rId79" Type="http://schemas.openxmlformats.org/officeDocument/2006/relationships/image" Target="../media/image353.png"/><Relationship Id="rId102" Type="http://schemas.openxmlformats.org/officeDocument/2006/relationships/customXml" Target="../ink/ink380.xml"/><Relationship Id="rId144" Type="http://schemas.openxmlformats.org/officeDocument/2006/relationships/customXml" Target="../ink/ink401.xml"/><Relationship Id="rId90" Type="http://schemas.openxmlformats.org/officeDocument/2006/relationships/image" Target="../media/image358.png"/><Relationship Id="rId186" Type="http://schemas.openxmlformats.org/officeDocument/2006/relationships/customXml" Target="../ink/ink422.xml"/><Relationship Id="rId351" Type="http://schemas.openxmlformats.org/officeDocument/2006/relationships/customXml" Target="../ink/ink506.xml"/><Relationship Id="rId393" Type="http://schemas.openxmlformats.org/officeDocument/2006/relationships/image" Target="../media/image506.png"/><Relationship Id="rId407" Type="http://schemas.openxmlformats.org/officeDocument/2006/relationships/image" Target="../media/image512.png"/><Relationship Id="rId449" Type="http://schemas.openxmlformats.org/officeDocument/2006/relationships/image" Target="../media/image533.png"/><Relationship Id="rId211" Type="http://schemas.openxmlformats.org/officeDocument/2006/relationships/image" Target="../media/image417.png"/><Relationship Id="rId253" Type="http://schemas.openxmlformats.org/officeDocument/2006/relationships/image" Target="../media/image437.png"/><Relationship Id="rId295" Type="http://schemas.openxmlformats.org/officeDocument/2006/relationships/image" Target="../media/image458.png"/><Relationship Id="rId309" Type="http://schemas.openxmlformats.org/officeDocument/2006/relationships/image" Target="../media/image465.png"/><Relationship Id="rId460" Type="http://schemas.openxmlformats.org/officeDocument/2006/relationships/customXml" Target="../ink/ink562.xml"/><Relationship Id="rId516" Type="http://schemas.openxmlformats.org/officeDocument/2006/relationships/customXml" Target="../ink/ink591.xml"/><Relationship Id="rId48" Type="http://schemas.openxmlformats.org/officeDocument/2006/relationships/customXml" Target="../ink/ink352.xml"/><Relationship Id="rId113" Type="http://schemas.openxmlformats.org/officeDocument/2006/relationships/image" Target="../media/image369.png"/><Relationship Id="rId320" Type="http://schemas.openxmlformats.org/officeDocument/2006/relationships/customXml" Target="../ink/ink490.xml"/><Relationship Id="rId155" Type="http://schemas.openxmlformats.org/officeDocument/2006/relationships/image" Target="../media/image390.png"/><Relationship Id="rId197" Type="http://schemas.openxmlformats.org/officeDocument/2006/relationships/image" Target="../media/image411.png"/><Relationship Id="rId362" Type="http://schemas.openxmlformats.org/officeDocument/2006/relationships/image" Target="../media/image491.png"/><Relationship Id="rId418" Type="http://schemas.openxmlformats.org/officeDocument/2006/relationships/customXml" Target="../ink/ink541.xml"/><Relationship Id="rId222" Type="http://schemas.openxmlformats.org/officeDocument/2006/relationships/customXml" Target="../ink/ink441.xml"/><Relationship Id="rId264" Type="http://schemas.openxmlformats.org/officeDocument/2006/relationships/customXml" Target="../ink/ink462.xml"/><Relationship Id="rId471" Type="http://schemas.openxmlformats.org/officeDocument/2006/relationships/image" Target="../media/image544.png"/><Relationship Id="rId17" Type="http://schemas.openxmlformats.org/officeDocument/2006/relationships/image" Target="../media/image323.png"/><Relationship Id="rId59" Type="http://schemas.openxmlformats.org/officeDocument/2006/relationships/image" Target="../media/image344.png"/><Relationship Id="rId124" Type="http://schemas.openxmlformats.org/officeDocument/2006/relationships/customXml" Target="../ink/ink391.xml"/><Relationship Id="rId527" Type="http://schemas.openxmlformats.org/officeDocument/2006/relationships/customXml" Target="../ink/ink597.xml"/><Relationship Id="rId70" Type="http://schemas.openxmlformats.org/officeDocument/2006/relationships/customXml" Target="../ink/ink363.xml"/><Relationship Id="rId166" Type="http://schemas.openxmlformats.org/officeDocument/2006/relationships/customXml" Target="../ink/ink412.xml"/><Relationship Id="rId331" Type="http://schemas.openxmlformats.org/officeDocument/2006/relationships/customXml" Target="../ink/ink496.xml"/><Relationship Id="rId373" Type="http://schemas.openxmlformats.org/officeDocument/2006/relationships/image" Target="../media/image496.png"/><Relationship Id="rId429" Type="http://schemas.openxmlformats.org/officeDocument/2006/relationships/image" Target="../media/image523.png"/><Relationship Id="rId1" Type="http://schemas.openxmlformats.org/officeDocument/2006/relationships/slideLayout" Target="../slideLayouts/slideLayout1.xml"/><Relationship Id="rId233" Type="http://schemas.openxmlformats.org/officeDocument/2006/relationships/image" Target="../media/image427.png"/><Relationship Id="rId440" Type="http://schemas.openxmlformats.org/officeDocument/2006/relationships/customXml" Target="../ink/ink552.xml"/><Relationship Id="rId28" Type="http://schemas.openxmlformats.org/officeDocument/2006/relationships/customXml" Target="../ink/ink342.xml"/><Relationship Id="rId275" Type="http://schemas.openxmlformats.org/officeDocument/2006/relationships/image" Target="../media/image448.png"/><Relationship Id="rId300" Type="http://schemas.openxmlformats.org/officeDocument/2006/relationships/customXml" Target="../ink/ink480.xml"/><Relationship Id="rId482" Type="http://schemas.openxmlformats.org/officeDocument/2006/relationships/customXml" Target="../ink/ink573.xml"/><Relationship Id="rId81" Type="http://schemas.openxmlformats.org/officeDocument/2006/relationships/image" Target="../media/image354.png"/><Relationship Id="rId135" Type="http://schemas.openxmlformats.org/officeDocument/2006/relationships/image" Target="../media/image380.png"/><Relationship Id="rId177" Type="http://schemas.openxmlformats.org/officeDocument/2006/relationships/image" Target="../media/image401.png"/><Relationship Id="rId342" Type="http://schemas.openxmlformats.org/officeDocument/2006/relationships/image" Target="../media/image481.png"/><Relationship Id="rId384" Type="http://schemas.openxmlformats.org/officeDocument/2006/relationships/customXml" Target="../ink/ink523.xml"/><Relationship Id="rId202" Type="http://schemas.openxmlformats.org/officeDocument/2006/relationships/customXml" Target="../ink/ink430.xml"/><Relationship Id="rId244" Type="http://schemas.openxmlformats.org/officeDocument/2006/relationships/customXml" Target="../ink/ink452.xml"/><Relationship Id="rId39" Type="http://schemas.openxmlformats.org/officeDocument/2006/relationships/image" Target="../media/image334.png"/><Relationship Id="rId286" Type="http://schemas.openxmlformats.org/officeDocument/2006/relationships/customXml" Target="../ink/ink473.xml"/><Relationship Id="rId451" Type="http://schemas.openxmlformats.org/officeDocument/2006/relationships/image" Target="../media/image534.png"/><Relationship Id="rId493" Type="http://schemas.openxmlformats.org/officeDocument/2006/relationships/image" Target="../media/image555.png"/><Relationship Id="rId507" Type="http://schemas.openxmlformats.org/officeDocument/2006/relationships/image" Target="../media/image562.png"/><Relationship Id="rId50" Type="http://schemas.openxmlformats.org/officeDocument/2006/relationships/customXml" Target="../ink/ink353.xml"/><Relationship Id="rId104" Type="http://schemas.openxmlformats.org/officeDocument/2006/relationships/customXml" Target="../ink/ink381.xml"/><Relationship Id="rId146" Type="http://schemas.openxmlformats.org/officeDocument/2006/relationships/customXml" Target="../ink/ink402.xml"/><Relationship Id="rId188" Type="http://schemas.openxmlformats.org/officeDocument/2006/relationships/customXml" Target="../ink/ink423.xml"/><Relationship Id="rId311" Type="http://schemas.openxmlformats.org/officeDocument/2006/relationships/image" Target="../media/image466.png"/><Relationship Id="rId353" Type="http://schemas.openxmlformats.org/officeDocument/2006/relationships/customXml" Target="../ink/ink507.xml"/><Relationship Id="rId395" Type="http://schemas.openxmlformats.org/officeDocument/2006/relationships/image" Target="../media/image507.png"/><Relationship Id="rId409" Type="http://schemas.openxmlformats.org/officeDocument/2006/relationships/image" Target="../media/image513.png"/><Relationship Id="rId92" Type="http://schemas.openxmlformats.org/officeDocument/2006/relationships/image" Target="../media/image359.png"/><Relationship Id="rId213" Type="http://schemas.openxmlformats.org/officeDocument/2006/relationships/image" Target="../media/image418.png"/><Relationship Id="rId420" Type="http://schemas.openxmlformats.org/officeDocument/2006/relationships/customXml" Target="../ink/ink542.xml"/><Relationship Id="rId255" Type="http://schemas.openxmlformats.org/officeDocument/2006/relationships/image" Target="../media/image438.png"/><Relationship Id="rId297" Type="http://schemas.openxmlformats.org/officeDocument/2006/relationships/image" Target="../media/image459.png"/><Relationship Id="rId462" Type="http://schemas.openxmlformats.org/officeDocument/2006/relationships/customXml" Target="../ink/ink563.xml"/><Relationship Id="rId518" Type="http://schemas.openxmlformats.org/officeDocument/2006/relationships/customXml" Target="../ink/ink592.xml"/><Relationship Id="rId115" Type="http://schemas.openxmlformats.org/officeDocument/2006/relationships/image" Target="../media/image370.png"/><Relationship Id="rId157" Type="http://schemas.openxmlformats.org/officeDocument/2006/relationships/image" Target="../media/image391.png"/><Relationship Id="rId322" Type="http://schemas.openxmlformats.org/officeDocument/2006/relationships/customXml" Target="../ink/ink491.xml"/><Relationship Id="rId364" Type="http://schemas.openxmlformats.org/officeDocument/2006/relationships/image" Target="../media/image492.png"/><Relationship Id="rId61" Type="http://schemas.openxmlformats.org/officeDocument/2006/relationships/image" Target="../media/image345.png"/><Relationship Id="rId199" Type="http://schemas.openxmlformats.org/officeDocument/2006/relationships/image" Target="../media/image412.png"/><Relationship Id="rId19" Type="http://schemas.openxmlformats.org/officeDocument/2006/relationships/image" Target="../media/image324.png"/><Relationship Id="rId224" Type="http://schemas.openxmlformats.org/officeDocument/2006/relationships/image" Target="../media/image423.png"/><Relationship Id="rId266" Type="http://schemas.openxmlformats.org/officeDocument/2006/relationships/customXml" Target="../ink/ink463.xml"/><Relationship Id="rId431" Type="http://schemas.openxmlformats.org/officeDocument/2006/relationships/image" Target="../media/image524.png"/><Relationship Id="rId473" Type="http://schemas.openxmlformats.org/officeDocument/2006/relationships/image" Target="../media/image545.png"/><Relationship Id="rId529" Type="http://schemas.openxmlformats.org/officeDocument/2006/relationships/customXml" Target="../ink/ink598.xml"/><Relationship Id="rId30" Type="http://schemas.openxmlformats.org/officeDocument/2006/relationships/customXml" Target="../ink/ink343.xml"/><Relationship Id="rId126" Type="http://schemas.openxmlformats.org/officeDocument/2006/relationships/customXml" Target="../ink/ink392.xml"/><Relationship Id="rId168" Type="http://schemas.openxmlformats.org/officeDocument/2006/relationships/customXml" Target="../ink/ink413.xml"/><Relationship Id="rId333" Type="http://schemas.openxmlformats.org/officeDocument/2006/relationships/customXml" Target="../ink/ink497.xml"/><Relationship Id="rId72" Type="http://schemas.openxmlformats.org/officeDocument/2006/relationships/customXml" Target="../ink/ink364.xml"/><Relationship Id="rId375" Type="http://schemas.openxmlformats.org/officeDocument/2006/relationships/image" Target="../media/image497.png"/><Relationship Id="rId3" Type="http://schemas.openxmlformats.org/officeDocument/2006/relationships/image" Target="../media/image316.png"/><Relationship Id="rId235" Type="http://schemas.openxmlformats.org/officeDocument/2006/relationships/image" Target="../media/image428.png"/><Relationship Id="rId277" Type="http://schemas.openxmlformats.org/officeDocument/2006/relationships/image" Target="../media/image449.png"/><Relationship Id="rId400" Type="http://schemas.openxmlformats.org/officeDocument/2006/relationships/image" Target="../media/image509.png"/><Relationship Id="rId442" Type="http://schemas.openxmlformats.org/officeDocument/2006/relationships/customXml" Target="../ink/ink553.xml"/><Relationship Id="rId484" Type="http://schemas.openxmlformats.org/officeDocument/2006/relationships/customXml" Target="../ink/ink574.xml"/><Relationship Id="rId137" Type="http://schemas.openxmlformats.org/officeDocument/2006/relationships/image" Target="../media/image381.png"/><Relationship Id="rId302" Type="http://schemas.openxmlformats.org/officeDocument/2006/relationships/customXml" Target="../ink/ink481.xml"/><Relationship Id="rId344" Type="http://schemas.openxmlformats.org/officeDocument/2006/relationships/image" Target="../media/image482.png"/><Relationship Id="rId41" Type="http://schemas.openxmlformats.org/officeDocument/2006/relationships/image" Target="../media/image335.png"/><Relationship Id="rId83" Type="http://schemas.openxmlformats.org/officeDocument/2006/relationships/image" Target="../media/image355.png"/><Relationship Id="rId179" Type="http://schemas.openxmlformats.org/officeDocument/2006/relationships/image" Target="../media/image402.png"/><Relationship Id="rId386" Type="http://schemas.openxmlformats.org/officeDocument/2006/relationships/customXml" Target="../ink/ink524.xml"/><Relationship Id="rId190" Type="http://schemas.openxmlformats.org/officeDocument/2006/relationships/customXml" Target="../ink/ink424.xml"/><Relationship Id="rId204" Type="http://schemas.openxmlformats.org/officeDocument/2006/relationships/customXml" Target="../ink/ink431.xml"/><Relationship Id="rId246" Type="http://schemas.openxmlformats.org/officeDocument/2006/relationships/customXml" Target="../ink/ink453.xml"/><Relationship Id="rId288" Type="http://schemas.openxmlformats.org/officeDocument/2006/relationships/customXml" Target="../ink/ink474.xml"/><Relationship Id="rId411" Type="http://schemas.openxmlformats.org/officeDocument/2006/relationships/image" Target="../media/image514.png"/><Relationship Id="rId453" Type="http://schemas.openxmlformats.org/officeDocument/2006/relationships/image" Target="../media/image535.png"/><Relationship Id="rId509" Type="http://schemas.openxmlformats.org/officeDocument/2006/relationships/customXml" Target="../ink/ink587.xml"/><Relationship Id="rId106" Type="http://schemas.openxmlformats.org/officeDocument/2006/relationships/customXml" Target="../ink/ink382.xml"/><Relationship Id="rId313" Type="http://schemas.openxmlformats.org/officeDocument/2006/relationships/image" Target="../media/image467.png"/><Relationship Id="rId495" Type="http://schemas.openxmlformats.org/officeDocument/2006/relationships/image" Target="../media/image556.png"/><Relationship Id="rId10" Type="http://schemas.openxmlformats.org/officeDocument/2006/relationships/customXml" Target="../ink/ink333.xml"/><Relationship Id="rId52" Type="http://schemas.openxmlformats.org/officeDocument/2006/relationships/customXml" Target="../ink/ink354.xml"/><Relationship Id="rId94" Type="http://schemas.openxmlformats.org/officeDocument/2006/relationships/customXml" Target="../ink/ink376.xml"/><Relationship Id="rId148" Type="http://schemas.openxmlformats.org/officeDocument/2006/relationships/customXml" Target="../ink/ink403.xml"/><Relationship Id="rId355" Type="http://schemas.openxmlformats.org/officeDocument/2006/relationships/customXml" Target="../ink/ink508.xml"/><Relationship Id="rId397" Type="http://schemas.openxmlformats.org/officeDocument/2006/relationships/customXml" Target="../ink/ink530.xml"/><Relationship Id="rId520" Type="http://schemas.openxmlformats.org/officeDocument/2006/relationships/customXml" Target="../ink/ink593.xml"/><Relationship Id="rId215" Type="http://schemas.openxmlformats.org/officeDocument/2006/relationships/image" Target="../media/image419.png"/><Relationship Id="rId257" Type="http://schemas.openxmlformats.org/officeDocument/2006/relationships/image" Target="../media/image439.png"/><Relationship Id="rId422" Type="http://schemas.openxmlformats.org/officeDocument/2006/relationships/customXml" Target="../ink/ink543.xml"/><Relationship Id="rId464" Type="http://schemas.openxmlformats.org/officeDocument/2006/relationships/customXml" Target="../ink/ink564.xml"/><Relationship Id="rId299" Type="http://schemas.openxmlformats.org/officeDocument/2006/relationships/image" Target="../media/image460.png"/><Relationship Id="rId63" Type="http://schemas.openxmlformats.org/officeDocument/2006/relationships/image" Target="../media/image346.png"/><Relationship Id="rId159" Type="http://schemas.openxmlformats.org/officeDocument/2006/relationships/image" Target="../media/image392.png"/><Relationship Id="rId366" Type="http://schemas.openxmlformats.org/officeDocument/2006/relationships/image" Target="../media/image493.png"/><Relationship Id="rId226" Type="http://schemas.openxmlformats.org/officeDocument/2006/relationships/image" Target="../media/image424.png"/><Relationship Id="rId433" Type="http://schemas.openxmlformats.org/officeDocument/2006/relationships/image" Target="../media/image525.png"/><Relationship Id="rId74" Type="http://schemas.openxmlformats.org/officeDocument/2006/relationships/customXml" Target="../ink/ink365.xml"/><Relationship Id="rId377" Type="http://schemas.openxmlformats.org/officeDocument/2006/relationships/image" Target="../media/image498.png"/><Relationship Id="rId500" Type="http://schemas.openxmlformats.org/officeDocument/2006/relationships/customXml" Target="../ink/ink582.xml"/><Relationship Id="rId5" Type="http://schemas.openxmlformats.org/officeDocument/2006/relationships/image" Target="../media/image317.png"/><Relationship Id="rId237" Type="http://schemas.openxmlformats.org/officeDocument/2006/relationships/image" Target="../media/image429.png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660.xml"/><Relationship Id="rId299" Type="http://schemas.openxmlformats.org/officeDocument/2006/relationships/image" Target="../media/image717.png"/><Relationship Id="rId21" Type="http://schemas.openxmlformats.org/officeDocument/2006/relationships/customXml" Target="../ink/ink611.xml"/><Relationship Id="rId63" Type="http://schemas.openxmlformats.org/officeDocument/2006/relationships/customXml" Target="../ink/ink632.xml"/><Relationship Id="rId159" Type="http://schemas.openxmlformats.org/officeDocument/2006/relationships/image" Target="../media/image650.png"/><Relationship Id="rId324" Type="http://schemas.openxmlformats.org/officeDocument/2006/relationships/image" Target="../media/image727.png"/><Relationship Id="rId366" Type="http://schemas.openxmlformats.org/officeDocument/2006/relationships/image" Target="../media/image747.png"/><Relationship Id="rId170" Type="http://schemas.openxmlformats.org/officeDocument/2006/relationships/customXml" Target="../ink/ink687.xml"/><Relationship Id="rId226" Type="http://schemas.openxmlformats.org/officeDocument/2006/relationships/image" Target="../media/image682.png"/><Relationship Id="rId433" Type="http://schemas.openxmlformats.org/officeDocument/2006/relationships/image" Target="../media/image780.png"/><Relationship Id="rId268" Type="http://schemas.openxmlformats.org/officeDocument/2006/relationships/customXml" Target="../ink/ink737.xml"/><Relationship Id="rId32" Type="http://schemas.openxmlformats.org/officeDocument/2006/relationships/image" Target="../media/image590.png"/><Relationship Id="rId74" Type="http://schemas.openxmlformats.org/officeDocument/2006/relationships/customXml" Target="../ink/ink638.xml"/><Relationship Id="rId128" Type="http://schemas.openxmlformats.org/officeDocument/2006/relationships/customXml" Target="../ink/ink666.xml"/><Relationship Id="rId335" Type="http://schemas.openxmlformats.org/officeDocument/2006/relationships/customXml" Target="../ink/ink772.xml"/><Relationship Id="rId377" Type="http://schemas.openxmlformats.org/officeDocument/2006/relationships/customXml" Target="../ink/ink793.xml"/><Relationship Id="rId5" Type="http://schemas.openxmlformats.org/officeDocument/2006/relationships/customXml" Target="../ink/ink603.xml"/><Relationship Id="rId181" Type="http://schemas.openxmlformats.org/officeDocument/2006/relationships/customXml" Target="../ink/ink692.xml"/><Relationship Id="rId237" Type="http://schemas.openxmlformats.org/officeDocument/2006/relationships/image" Target="../media/image687.png"/><Relationship Id="rId402" Type="http://schemas.openxmlformats.org/officeDocument/2006/relationships/image" Target="../media/image765.png"/><Relationship Id="rId279" Type="http://schemas.openxmlformats.org/officeDocument/2006/relationships/image" Target="../media/image707.png"/><Relationship Id="rId444" Type="http://schemas.openxmlformats.org/officeDocument/2006/relationships/customXml" Target="../ink/ink828.xml"/><Relationship Id="rId43" Type="http://schemas.openxmlformats.org/officeDocument/2006/relationships/customXml" Target="../ink/ink622.xml"/><Relationship Id="rId139" Type="http://schemas.openxmlformats.org/officeDocument/2006/relationships/image" Target="../media/image640.png"/><Relationship Id="rId290" Type="http://schemas.openxmlformats.org/officeDocument/2006/relationships/customXml" Target="../ink/ink748.xml"/><Relationship Id="rId304" Type="http://schemas.openxmlformats.org/officeDocument/2006/relationships/customXml" Target="../ink/ink755.xml"/><Relationship Id="rId346" Type="http://schemas.openxmlformats.org/officeDocument/2006/relationships/image" Target="../media/image737.png"/><Relationship Id="rId388" Type="http://schemas.openxmlformats.org/officeDocument/2006/relationships/image" Target="../media/image758.png"/><Relationship Id="rId85" Type="http://schemas.openxmlformats.org/officeDocument/2006/relationships/customXml" Target="../ink/ink644.xml"/><Relationship Id="rId150" Type="http://schemas.openxmlformats.org/officeDocument/2006/relationships/customXml" Target="../ink/ink677.xml"/><Relationship Id="rId192" Type="http://schemas.openxmlformats.org/officeDocument/2006/relationships/customXml" Target="../ink/ink698.xml"/><Relationship Id="rId206" Type="http://schemas.openxmlformats.org/officeDocument/2006/relationships/image" Target="../media/image672.png"/><Relationship Id="rId413" Type="http://schemas.openxmlformats.org/officeDocument/2006/relationships/customXml" Target="../ink/ink811.xml"/><Relationship Id="rId248" Type="http://schemas.openxmlformats.org/officeDocument/2006/relationships/customXml" Target="../ink/ink727.xml"/><Relationship Id="rId12" Type="http://schemas.openxmlformats.org/officeDocument/2006/relationships/image" Target="../media/image580.png"/><Relationship Id="rId108" Type="http://schemas.openxmlformats.org/officeDocument/2006/relationships/image" Target="../media/image625.png"/><Relationship Id="rId315" Type="http://schemas.openxmlformats.org/officeDocument/2006/relationships/customXml" Target="../ink/ink761.xml"/><Relationship Id="rId357" Type="http://schemas.openxmlformats.org/officeDocument/2006/relationships/customXml" Target="../ink/ink783.xml"/><Relationship Id="rId54" Type="http://schemas.openxmlformats.org/officeDocument/2006/relationships/image" Target="../media/image600.png"/><Relationship Id="rId96" Type="http://schemas.openxmlformats.org/officeDocument/2006/relationships/image" Target="../media/image620.png"/><Relationship Id="rId161" Type="http://schemas.openxmlformats.org/officeDocument/2006/relationships/image" Target="../media/image651.png"/><Relationship Id="rId217" Type="http://schemas.openxmlformats.org/officeDocument/2006/relationships/customXml" Target="../ink/ink711.xml"/><Relationship Id="rId399" Type="http://schemas.openxmlformats.org/officeDocument/2006/relationships/customXml" Target="../ink/ink804.xml"/><Relationship Id="rId259" Type="http://schemas.openxmlformats.org/officeDocument/2006/relationships/image" Target="../media/image698.png"/><Relationship Id="rId424" Type="http://schemas.openxmlformats.org/officeDocument/2006/relationships/customXml" Target="../ink/ink817.xml"/><Relationship Id="rId23" Type="http://schemas.openxmlformats.org/officeDocument/2006/relationships/customXml" Target="../ink/ink612.xml"/><Relationship Id="rId119" Type="http://schemas.openxmlformats.org/officeDocument/2006/relationships/customXml" Target="../ink/ink661.xml"/><Relationship Id="rId270" Type="http://schemas.openxmlformats.org/officeDocument/2006/relationships/customXml" Target="../ink/ink738.xml"/><Relationship Id="rId326" Type="http://schemas.openxmlformats.org/officeDocument/2006/relationships/image" Target="../media/image728.png"/><Relationship Id="rId65" Type="http://schemas.openxmlformats.org/officeDocument/2006/relationships/customXml" Target="../ink/ink633.xml"/><Relationship Id="rId130" Type="http://schemas.openxmlformats.org/officeDocument/2006/relationships/customXml" Target="../ink/ink667.xml"/><Relationship Id="rId368" Type="http://schemas.openxmlformats.org/officeDocument/2006/relationships/image" Target="../media/image748.png"/><Relationship Id="rId172" Type="http://schemas.openxmlformats.org/officeDocument/2006/relationships/customXml" Target="../ink/ink688.xml"/><Relationship Id="rId228" Type="http://schemas.openxmlformats.org/officeDocument/2006/relationships/image" Target="../media/image683.png"/><Relationship Id="rId435" Type="http://schemas.openxmlformats.org/officeDocument/2006/relationships/customXml" Target="../ink/ink823.xml"/><Relationship Id="rId281" Type="http://schemas.openxmlformats.org/officeDocument/2006/relationships/image" Target="../media/image708.png"/><Relationship Id="rId337" Type="http://schemas.openxmlformats.org/officeDocument/2006/relationships/customXml" Target="../ink/ink773.xml"/><Relationship Id="rId34" Type="http://schemas.openxmlformats.org/officeDocument/2006/relationships/image" Target="../media/image591.png"/><Relationship Id="rId76" Type="http://schemas.openxmlformats.org/officeDocument/2006/relationships/customXml" Target="../ink/ink639.xml"/><Relationship Id="rId141" Type="http://schemas.openxmlformats.org/officeDocument/2006/relationships/image" Target="../media/image641.png"/><Relationship Id="rId379" Type="http://schemas.openxmlformats.org/officeDocument/2006/relationships/customXml" Target="../ink/ink794.xml"/><Relationship Id="rId7" Type="http://schemas.openxmlformats.org/officeDocument/2006/relationships/customXml" Target="../ink/ink604.xml"/><Relationship Id="rId183" Type="http://schemas.openxmlformats.org/officeDocument/2006/relationships/customXml" Target="../ink/ink693.xml"/><Relationship Id="rId239" Type="http://schemas.openxmlformats.org/officeDocument/2006/relationships/image" Target="../media/image688.png"/><Relationship Id="rId390" Type="http://schemas.openxmlformats.org/officeDocument/2006/relationships/image" Target="../media/image759.png"/><Relationship Id="rId404" Type="http://schemas.openxmlformats.org/officeDocument/2006/relationships/image" Target="../media/image766.png"/><Relationship Id="rId446" Type="http://schemas.openxmlformats.org/officeDocument/2006/relationships/customXml" Target="../ink/ink829.xml"/><Relationship Id="rId250" Type="http://schemas.openxmlformats.org/officeDocument/2006/relationships/customXml" Target="../ink/ink728.xml"/><Relationship Id="rId292" Type="http://schemas.openxmlformats.org/officeDocument/2006/relationships/customXml" Target="../ink/ink749.xml"/><Relationship Id="rId306" Type="http://schemas.openxmlformats.org/officeDocument/2006/relationships/customXml" Target="../ink/ink756.xml"/><Relationship Id="rId45" Type="http://schemas.openxmlformats.org/officeDocument/2006/relationships/customXml" Target="../ink/ink623.xml"/><Relationship Id="rId87" Type="http://schemas.openxmlformats.org/officeDocument/2006/relationships/customXml" Target="../ink/ink645.xml"/><Relationship Id="rId110" Type="http://schemas.openxmlformats.org/officeDocument/2006/relationships/image" Target="../media/image626.png"/><Relationship Id="rId348" Type="http://schemas.openxmlformats.org/officeDocument/2006/relationships/image" Target="../media/image738.png"/><Relationship Id="rId152" Type="http://schemas.openxmlformats.org/officeDocument/2006/relationships/customXml" Target="../ink/ink678.xml"/><Relationship Id="rId194" Type="http://schemas.openxmlformats.org/officeDocument/2006/relationships/customXml" Target="../ink/ink699.xml"/><Relationship Id="rId208" Type="http://schemas.openxmlformats.org/officeDocument/2006/relationships/image" Target="../media/image673.png"/><Relationship Id="rId415" Type="http://schemas.openxmlformats.org/officeDocument/2006/relationships/customXml" Target="../ink/ink812.xml"/><Relationship Id="rId261" Type="http://schemas.openxmlformats.org/officeDocument/2006/relationships/image" Target="../media/image699.png"/><Relationship Id="rId14" Type="http://schemas.openxmlformats.org/officeDocument/2006/relationships/image" Target="../media/image581.png"/><Relationship Id="rId56" Type="http://schemas.openxmlformats.org/officeDocument/2006/relationships/image" Target="../media/image601.png"/><Relationship Id="rId317" Type="http://schemas.openxmlformats.org/officeDocument/2006/relationships/customXml" Target="../ink/ink762.xml"/><Relationship Id="rId359" Type="http://schemas.openxmlformats.org/officeDocument/2006/relationships/customXml" Target="../ink/ink784.xml"/><Relationship Id="rId98" Type="http://schemas.openxmlformats.org/officeDocument/2006/relationships/image" Target="../media/image621.png"/><Relationship Id="rId121" Type="http://schemas.openxmlformats.org/officeDocument/2006/relationships/customXml" Target="../ink/ink662.xml"/><Relationship Id="rId163" Type="http://schemas.openxmlformats.org/officeDocument/2006/relationships/image" Target="../media/image652.png"/><Relationship Id="rId219" Type="http://schemas.openxmlformats.org/officeDocument/2006/relationships/customXml" Target="../ink/ink712.xml"/><Relationship Id="rId370" Type="http://schemas.openxmlformats.org/officeDocument/2006/relationships/image" Target="../media/image749.png"/><Relationship Id="rId426" Type="http://schemas.openxmlformats.org/officeDocument/2006/relationships/customXml" Target="../ink/ink818.xml"/><Relationship Id="rId230" Type="http://schemas.openxmlformats.org/officeDocument/2006/relationships/image" Target="../media/image684.png"/><Relationship Id="rId25" Type="http://schemas.openxmlformats.org/officeDocument/2006/relationships/customXml" Target="../ink/ink613.xml"/><Relationship Id="rId67" Type="http://schemas.openxmlformats.org/officeDocument/2006/relationships/customXml" Target="../ink/ink634.xml"/><Relationship Id="rId272" Type="http://schemas.openxmlformats.org/officeDocument/2006/relationships/customXml" Target="../ink/ink739.xml"/><Relationship Id="rId328" Type="http://schemas.openxmlformats.org/officeDocument/2006/relationships/image" Target="../media/image729.png"/><Relationship Id="rId132" Type="http://schemas.openxmlformats.org/officeDocument/2006/relationships/customXml" Target="../ink/ink668.xml"/><Relationship Id="rId174" Type="http://schemas.openxmlformats.org/officeDocument/2006/relationships/customXml" Target="../ink/ink689.xml"/><Relationship Id="rId381" Type="http://schemas.openxmlformats.org/officeDocument/2006/relationships/customXml" Target="../ink/ink795.xml"/><Relationship Id="rId241" Type="http://schemas.openxmlformats.org/officeDocument/2006/relationships/image" Target="../media/image689.png"/><Relationship Id="rId437" Type="http://schemas.openxmlformats.org/officeDocument/2006/relationships/customXml" Target="../ink/ink824.xml"/><Relationship Id="rId36" Type="http://schemas.openxmlformats.org/officeDocument/2006/relationships/image" Target="../media/image592.png"/><Relationship Id="rId283" Type="http://schemas.openxmlformats.org/officeDocument/2006/relationships/image" Target="../media/image709.png"/><Relationship Id="rId339" Type="http://schemas.openxmlformats.org/officeDocument/2006/relationships/customXml" Target="../ink/ink774.xml"/><Relationship Id="rId78" Type="http://schemas.openxmlformats.org/officeDocument/2006/relationships/customXml" Target="../ink/ink640.xml"/><Relationship Id="rId101" Type="http://schemas.openxmlformats.org/officeDocument/2006/relationships/customXml" Target="../ink/ink652.xml"/><Relationship Id="rId143" Type="http://schemas.openxmlformats.org/officeDocument/2006/relationships/image" Target="../media/image642.png"/><Relationship Id="rId185" Type="http://schemas.openxmlformats.org/officeDocument/2006/relationships/customXml" Target="../ink/ink694.xml"/><Relationship Id="rId350" Type="http://schemas.openxmlformats.org/officeDocument/2006/relationships/image" Target="../media/image739.png"/><Relationship Id="rId406" Type="http://schemas.openxmlformats.org/officeDocument/2006/relationships/image" Target="../media/image767.png"/><Relationship Id="rId9" Type="http://schemas.openxmlformats.org/officeDocument/2006/relationships/customXml" Target="../ink/ink605.xml"/><Relationship Id="rId210" Type="http://schemas.openxmlformats.org/officeDocument/2006/relationships/image" Target="../media/image674.png"/><Relationship Id="rId392" Type="http://schemas.openxmlformats.org/officeDocument/2006/relationships/image" Target="../media/image760.png"/><Relationship Id="rId448" Type="http://schemas.openxmlformats.org/officeDocument/2006/relationships/customXml" Target="../ink/ink830.xml"/><Relationship Id="rId252" Type="http://schemas.openxmlformats.org/officeDocument/2006/relationships/customXml" Target="../ink/ink729.xml"/><Relationship Id="rId294" Type="http://schemas.openxmlformats.org/officeDocument/2006/relationships/customXml" Target="../ink/ink750.xml"/><Relationship Id="rId308" Type="http://schemas.openxmlformats.org/officeDocument/2006/relationships/customXml" Target="../ink/ink757.xml"/><Relationship Id="rId47" Type="http://schemas.openxmlformats.org/officeDocument/2006/relationships/customXml" Target="../ink/ink624.xml"/><Relationship Id="rId89" Type="http://schemas.openxmlformats.org/officeDocument/2006/relationships/customXml" Target="../ink/ink646.xml"/><Relationship Id="rId112" Type="http://schemas.openxmlformats.org/officeDocument/2006/relationships/image" Target="../media/image627.png"/><Relationship Id="rId154" Type="http://schemas.openxmlformats.org/officeDocument/2006/relationships/customXml" Target="../ink/ink679.xml"/><Relationship Id="rId361" Type="http://schemas.openxmlformats.org/officeDocument/2006/relationships/customXml" Target="../ink/ink785.xml"/><Relationship Id="rId196" Type="http://schemas.openxmlformats.org/officeDocument/2006/relationships/customXml" Target="../ink/ink700.xml"/><Relationship Id="rId417" Type="http://schemas.openxmlformats.org/officeDocument/2006/relationships/customXml" Target="../ink/ink813.xml"/><Relationship Id="rId16" Type="http://schemas.openxmlformats.org/officeDocument/2006/relationships/image" Target="../media/image582.png"/><Relationship Id="rId221" Type="http://schemas.openxmlformats.org/officeDocument/2006/relationships/customXml" Target="../ink/ink713.xml"/><Relationship Id="rId263" Type="http://schemas.openxmlformats.org/officeDocument/2006/relationships/image" Target="../media/image700.png"/><Relationship Id="rId319" Type="http://schemas.openxmlformats.org/officeDocument/2006/relationships/customXml" Target="../ink/ink763.xml"/><Relationship Id="rId58" Type="http://schemas.openxmlformats.org/officeDocument/2006/relationships/image" Target="../media/image602.png"/><Relationship Id="rId123" Type="http://schemas.openxmlformats.org/officeDocument/2006/relationships/customXml" Target="../ink/ink663.xml"/><Relationship Id="rId330" Type="http://schemas.openxmlformats.org/officeDocument/2006/relationships/image" Target="../media/image730.png"/><Relationship Id="rId165" Type="http://schemas.openxmlformats.org/officeDocument/2006/relationships/image" Target="../media/image653.png"/><Relationship Id="rId372" Type="http://schemas.openxmlformats.org/officeDocument/2006/relationships/image" Target="../media/image750.png"/><Relationship Id="rId428" Type="http://schemas.openxmlformats.org/officeDocument/2006/relationships/customXml" Target="../ink/ink819.xml"/><Relationship Id="rId232" Type="http://schemas.openxmlformats.org/officeDocument/2006/relationships/customXml" Target="../ink/ink719.xml"/><Relationship Id="rId274" Type="http://schemas.openxmlformats.org/officeDocument/2006/relationships/customXml" Target="../ink/ink740.xml"/><Relationship Id="rId27" Type="http://schemas.openxmlformats.org/officeDocument/2006/relationships/customXml" Target="../ink/ink614.xml"/><Relationship Id="rId69" Type="http://schemas.openxmlformats.org/officeDocument/2006/relationships/customXml" Target="../ink/ink635.xml"/><Relationship Id="rId134" Type="http://schemas.openxmlformats.org/officeDocument/2006/relationships/customXml" Target="../ink/ink669.xml"/><Relationship Id="rId80" Type="http://schemas.openxmlformats.org/officeDocument/2006/relationships/customXml" Target="../ink/ink641.xml"/><Relationship Id="rId176" Type="http://schemas.openxmlformats.org/officeDocument/2006/relationships/customXml" Target="../ink/ink690.xml"/><Relationship Id="rId341" Type="http://schemas.openxmlformats.org/officeDocument/2006/relationships/customXml" Target="../ink/ink775.xml"/><Relationship Id="rId383" Type="http://schemas.openxmlformats.org/officeDocument/2006/relationships/customXml" Target="../ink/ink796.xml"/><Relationship Id="rId439" Type="http://schemas.openxmlformats.org/officeDocument/2006/relationships/image" Target="../media/image782.png"/><Relationship Id="rId201" Type="http://schemas.openxmlformats.org/officeDocument/2006/relationships/customXml" Target="../ink/ink703.xml"/><Relationship Id="rId243" Type="http://schemas.openxmlformats.org/officeDocument/2006/relationships/image" Target="../media/image690.png"/><Relationship Id="rId285" Type="http://schemas.openxmlformats.org/officeDocument/2006/relationships/image" Target="../media/image710.png"/><Relationship Id="rId38" Type="http://schemas.openxmlformats.org/officeDocument/2006/relationships/image" Target="../media/image593.png"/><Relationship Id="rId103" Type="http://schemas.openxmlformats.org/officeDocument/2006/relationships/customXml" Target="../ink/ink653.xml"/><Relationship Id="rId310" Type="http://schemas.openxmlformats.org/officeDocument/2006/relationships/image" Target="../media/image143.png"/><Relationship Id="rId91" Type="http://schemas.openxmlformats.org/officeDocument/2006/relationships/customXml" Target="../ink/ink647.xml"/><Relationship Id="rId145" Type="http://schemas.openxmlformats.org/officeDocument/2006/relationships/image" Target="../media/image643.png"/><Relationship Id="rId187" Type="http://schemas.openxmlformats.org/officeDocument/2006/relationships/customXml" Target="../ink/ink695.xml"/><Relationship Id="rId352" Type="http://schemas.openxmlformats.org/officeDocument/2006/relationships/image" Target="../media/image740.png"/><Relationship Id="rId394" Type="http://schemas.openxmlformats.org/officeDocument/2006/relationships/image" Target="../media/image761.png"/><Relationship Id="rId408" Type="http://schemas.openxmlformats.org/officeDocument/2006/relationships/image" Target="../media/image768.png"/><Relationship Id="rId212" Type="http://schemas.openxmlformats.org/officeDocument/2006/relationships/image" Target="../media/image675.png"/><Relationship Id="rId254" Type="http://schemas.openxmlformats.org/officeDocument/2006/relationships/customXml" Target="../ink/ink730.xml"/><Relationship Id="rId49" Type="http://schemas.openxmlformats.org/officeDocument/2006/relationships/customXml" Target="../ink/ink625.xml"/><Relationship Id="rId114" Type="http://schemas.openxmlformats.org/officeDocument/2006/relationships/image" Target="../media/image628.png"/><Relationship Id="rId296" Type="http://schemas.openxmlformats.org/officeDocument/2006/relationships/customXml" Target="../ink/ink751.xml"/><Relationship Id="rId60" Type="http://schemas.openxmlformats.org/officeDocument/2006/relationships/image" Target="../media/image603.png"/><Relationship Id="rId156" Type="http://schemas.openxmlformats.org/officeDocument/2006/relationships/customXml" Target="../ink/ink680.xml"/><Relationship Id="rId198" Type="http://schemas.openxmlformats.org/officeDocument/2006/relationships/image" Target="../media/image668.png"/><Relationship Id="rId321" Type="http://schemas.openxmlformats.org/officeDocument/2006/relationships/customXml" Target="../ink/ink764.xml"/><Relationship Id="rId363" Type="http://schemas.openxmlformats.org/officeDocument/2006/relationships/customXml" Target="../ink/ink786.xml"/><Relationship Id="rId419" Type="http://schemas.openxmlformats.org/officeDocument/2006/relationships/image" Target="../media/image773.png"/><Relationship Id="rId223" Type="http://schemas.openxmlformats.org/officeDocument/2006/relationships/customXml" Target="../ink/ink714.xml"/><Relationship Id="rId430" Type="http://schemas.openxmlformats.org/officeDocument/2006/relationships/customXml" Target="../ink/ink820.xml"/><Relationship Id="rId18" Type="http://schemas.openxmlformats.org/officeDocument/2006/relationships/image" Target="../media/image583.png"/><Relationship Id="rId265" Type="http://schemas.openxmlformats.org/officeDocument/2006/relationships/image" Target="../media/image384.png"/><Relationship Id="rId50" Type="http://schemas.openxmlformats.org/officeDocument/2006/relationships/image" Target="../media/image598.png"/><Relationship Id="rId104" Type="http://schemas.openxmlformats.org/officeDocument/2006/relationships/image" Target="../media/image623.png"/><Relationship Id="rId125" Type="http://schemas.openxmlformats.org/officeDocument/2006/relationships/customXml" Target="../ink/ink664.xml"/><Relationship Id="rId146" Type="http://schemas.openxmlformats.org/officeDocument/2006/relationships/customXml" Target="../ink/ink675.xml"/><Relationship Id="rId167" Type="http://schemas.openxmlformats.org/officeDocument/2006/relationships/image" Target="../media/image654.png"/><Relationship Id="rId188" Type="http://schemas.openxmlformats.org/officeDocument/2006/relationships/image" Target="../media/image664.png"/><Relationship Id="rId311" Type="http://schemas.openxmlformats.org/officeDocument/2006/relationships/customXml" Target="../ink/ink759.xml"/><Relationship Id="rId332" Type="http://schemas.openxmlformats.org/officeDocument/2006/relationships/customXml" Target="../ink/ink770.xml"/><Relationship Id="rId353" Type="http://schemas.openxmlformats.org/officeDocument/2006/relationships/customXml" Target="../ink/ink781.xml"/><Relationship Id="rId374" Type="http://schemas.openxmlformats.org/officeDocument/2006/relationships/image" Target="../media/image751.png"/><Relationship Id="rId395" Type="http://schemas.openxmlformats.org/officeDocument/2006/relationships/customXml" Target="../ink/ink802.xml"/><Relationship Id="rId409" Type="http://schemas.openxmlformats.org/officeDocument/2006/relationships/customXml" Target="../ink/ink809.xml"/><Relationship Id="rId71" Type="http://schemas.openxmlformats.org/officeDocument/2006/relationships/customXml" Target="../ink/ink636.xml"/><Relationship Id="rId92" Type="http://schemas.openxmlformats.org/officeDocument/2006/relationships/image" Target="../media/image618.png"/><Relationship Id="rId213" Type="http://schemas.openxmlformats.org/officeDocument/2006/relationships/customXml" Target="../ink/ink709.xml"/><Relationship Id="rId234" Type="http://schemas.openxmlformats.org/officeDocument/2006/relationships/customXml" Target="../ink/ink720.xml"/><Relationship Id="rId420" Type="http://schemas.openxmlformats.org/officeDocument/2006/relationships/customXml" Target="../ink/ink815.xml"/><Relationship Id="rId2" Type="http://schemas.openxmlformats.org/officeDocument/2006/relationships/image" Target="../media/image575.png"/><Relationship Id="rId29" Type="http://schemas.openxmlformats.org/officeDocument/2006/relationships/customXml" Target="../ink/ink615.xml"/><Relationship Id="rId255" Type="http://schemas.openxmlformats.org/officeDocument/2006/relationships/image" Target="../media/image696.png"/><Relationship Id="rId276" Type="http://schemas.openxmlformats.org/officeDocument/2006/relationships/customXml" Target="../ink/ink741.xml"/><Relationship Id="rId297" Type="http://schemas.openxmlformats.org/officeDocument/2006/relationships/image" Target="../media/image716.png"/><Relationship Id="rId441" Type="http://schemas.openxmlformats.org/officeDocument/2006/relationships/image" Target="../media/image783.png"/><Relationship Id="rId40" Type="http://schemas.openxmlformats.org/officeDocument/2006/relationships/image" Target="../media/image594.png"/><Relationship Id="rId115" Type="http://schemas.openxmlformats.org/officeDocument/2006/relationships/customXml" Target="../ink/ink659.xml"/><Relationship Id="rId136" Type="http://schemas.openxmlformats.org/officeDocument/2006/relationships/customXml" Target="../ink/ink670.xml"/><Relationship Id="rId157" Type="http://schemas.openxmlformats.org/officeDocument/2006/relationships/image" Target="../media/image649.png"/><Relationship Id="rId178" Type="http://schemas.openxmlformats.org/officeDocument/2006/relationships/customXml" Target="../ink/ink691.xml"/><Relationship Id="rId301" Type="http://schemas.openxmlformats.org/officeDocument/2006/relationships/image" Target="../media/image718.png"/><Relationship Id="rId322" Type="http://schemas.openxmlformats.org/officeDocument/2006/relationships/image" Target="../media/image726.png"/><Relationship Id="rId343" Type="http://schemas.openxmlformats.org/officeDocument/2006/relationships/customXml" Target="../ink/ink776.xml"/><Relationship Id="rId364" Type="http://schemas.openxmlformats.org/officeDocument/2006/relationships/image" Target="../media/image746.png"/><Relationship Id="rId61" Type="http://schemas.openxmlformats.org/officeDocument/2006/relationships/customXml" Target="../ink/ink631.xml"/><Relationship Id="rId82" Type="http://schemas.openxmlformats.org/officeDocument/2006/relationships/customXml" Target="../ink/ink642.xml"/><Relationship Id="rId199" Type="http://schemas.openxmlformats.org/officeDocument/2006/relationships/customXml" Target="../ink/ink702.xml"/><Relationship Id="rId203" Type="http://schemas.openxmlformats.org/officeDocument/2006/relationships/customXml" Target="../ink/ink704.xml"/><Relationship Id="rId385" Type="http://schemas.openxmlformats.org/officeDocument/2006/relationships/customXml" Target="../ink/ink797.xml"/><Relationship Id="rId19" Type="http://schemas.openxmlformats.org/officeDocument/2006/relationships/customXml" Target="../ink/ink610.xml"/><Relationship Id="rId224" Type="http://schemas.openxmlformats.org/officeDocument/2006/relationships/image" Target="../media/image681.png"/><Relationship Id="rId245" Type="http://schemas.openxmlformats.org/officeDocument/2006/relationships/image" Target="../media/image691.png"/><Relationship Id="rId266" Type="http://schemas.openxmlformats.org/officeDocument/2006/relationships/customXml" Target="../ink/ink736.xml"/><Relationship Id="rId287" Type="http://schemas.openxmlformats.org/officeDocument/2006/relationships/image" Target="../media/image711.png"/><Relationship Id="rId410" Type="http://schemas.openxmlformats.org/officeDocument/2006/relationships/image" Target="../media/image769.png"/><Relationship Id="rId431" Type="http://schemas.openxmlformats.org/officeDocument/2006/relationships/image" Target="../media/image779.png"/><Relationship Id="rId30" Type="http://schemas.openxmlformats.org/officeDocument/2006/relationships/image" Target="../media/image589.png"/><Relationship Id="rId105" Type="http://schemas.openxmlformats.org/officeDocument/2006/relationships/customXml" Target="../ink/ink654.xml"/><Relationship Id="rId126" Type="http://schemas.openxmlformats.org/officeDocument/2006/relationships/image" Target="../media/image634.png"/><Relationship Id="rId147" Type="http://schemas.openxmlformats.org/officeDocument/2006/relationships/image" Target="../media/image644.png"/><Relationship Id="rId168" Type="http://schemas.openxmlformats.org/officeDocument/2006/relationships/customXml" Target="../ink/ink686.xml"/><Relationship Id="rId312" Type="http://schemas.openxmlformats.org/officeDocument/2006/relationships/image" Target="../media/image721.png"/><Relationship Id="rId333" Type="http://schemas.openxmlformats.org/officeDocument/2006/relationships/image" Target="../media/image731.png"/><Relationship Id="rId354" Type="http://schemas.openxmlformats.org/officeDocument/2006/relationships/image" Target="../media/image741.png"/><Relationship Id="rId51" Type="http://schemas.openxmlformats.org/officeDocument/2006/relationships/customXml" Target="../ink/ink626.xml"/><Relationship Id="rId72" Type="http://schemas.openxmlformats.org/officeDocument/2006/relationships/image" Target="../media/image609.png"/><Relationship Id="rId93" Type="http://schemas.openxmlformats.org/officeDocument/2006/relationships/customXml" Target="../ink/ink648.xml"/><Relationship Id="rId189" Type="http://schemas.openxmlformats.org/officeDocument/2006/relationships/customXml" Target="../ink/ink696.xml"/><Relationship Id="rId375" Type="http://schemas.openxmlformats.org/officeDocument/2006/relationships/customXml" Target="../ink/ink792.xml"/><Relationship Id="rId396" Type="http://schemas.openxmlformats.org/officeDocument/2006/relationships/image" Target="../media/image762.png"/><Relationship Id="rId3" Type="http://schemas.openxmlformats.org/officeDocument/2006/relationships/customXml" Target="../ink/ink602.xml"/><Relationship Id="rId214" Type="http://schemas.openxmlformats.org/officeDocument/2006/relationships/image" Target="../media/image676.png"/><Relationship Id="rId235" Type="http://schemas.openxmlformats.org/officeDocument/2006/relationships/image" Target="../media/image686.png"/><Relationship Id="rId256" Type="http://schemas.openxmlformats.org/officeDocument/2006/relationships/customXml" Target="../ink/ink731.xml"/><Relationship Id="rId277" Type="http://schemas.openxmlformats.org/officeDocument/2006/relationships/image" Target="../media/image706.png"/><Relationship Id="rId298" Type="http://schemas.openxmlformats.org/officeDocument/2006/relationships/customXml" Target="../ink/ink752.xml"/><Relationship Id="rId400" Type="http://schemas.openxmlformats.org/officeDocument/2006/relationships/image" Target="../media/image764.png"/><Relationship Id="rId421" Type="http://schemas.openxmlformats.org/officeDocument/2006/relationships/image" Target="../media/image774.png"/><Relationship Id="rId442" Type="http://schemas.openxmlformats.org/officeDocument/2006/relationships/customXml" Target="../ink/ink827.xml"/><Relationship Id="rId116" Type="http://schemas.openxmlformats.org/officeDocument/2006/relationships/image" Target="../media/image629.png"/><Relationship Id="rId137" Type="http://schemas.openxmlformats.org/officeDocument/2006/relationships/image" Target="../media/image639.png"/><Relationship Id="rId158" Type="http://schemas.openxmlformats.org/officeDocument/2006/relationships/customXml" Target="../ink/ink681.xml"/><Relationship Id="rId302" Type="http://schemas.openxmlformats.org/officeDocument/2006/relationships/customXml" Target="../ink/ink754.xml"/><Relationship Id="rId323" Type="http://schemas.openxmlformats.org/officeDocument/2006/relationships/customXml" Target="../ink/ink765.xml"/><Relationship Id="rId344" Type="http://schemas.openxmlformats.org/officeDocument/2006/relationships/image" Target="../media/image736.png"/><Relationship Id="rId20" Type="http://schemas.openxmlformats.org/officeDocument/2006/relationships/image" Target="../media/image584.png"/><Relationship Id="rId41" Type="http://schemas.openxmlformats.org/officeDocument/2006/relationships/customXml" Target="../ink/ink621.xml"/><Relationship Id="rId62" Type="http://schemas.openxmlformats.org/officeDocument/2006/relationships/image" Target="../media/image604.png"/><Relationship Id="rId83" Type="http://schemas.openxmlformats.org/officeDocument/2006/relationships/image" Target="../media/image614.png"/><Relationship Id="rId179" Type="http://schemas.openxmlformats.org/officeDocument/2006/relationships/image" Target="../media/image660.png"/><Relationship Id="rId365" Type="http://schemas.openxmlformats.org/officeDocument/2006/relationships/customXml" Target="../ink/ink787.xml"/><Relationship Id="rId386" Type="http://schemas.openxmlformats.org/officeDocument/2006/relationships/image" Target="../media/image757.png"/><Relationship Id="rId190" Type="http://schemas.openxmlformats.org/officeDocument/2006/relationships/image" Target="../media/image665.png"/><Relationship Id="rId204" Type="http://schemas.openxmlformats.org/officeDocument/2006/relationships/image" Target="../media/image671.png"/><Relationship Id="rId225" Type="http://schemas.openxmlformats.org/officeDocument/2006/relationships/customXml" Target="../ink/ink715.xml"/><Relationship Id="rId246" Type="http://schemas.openxmlformats.org/officeDocument/2006/relationships/customXml" Target="../ink/ink726.xml"/><Relationship Id="rId267" Type="http://schemas.openxmlformats.org/officeDocument/2006/relationships/image" Target="../media/image701.png"/><Relationship Id="rId288" Type="http://schemas.openxmlformats.org/officeDocument/2006/relationships/customXml" Target="../ink/ink747.xml"/><Relationship Id="rId411" Type="http://schemas.openxmlformats.org/officeDocument/2006/relationships/customXml" Target="../ink/ink810.xml"/><Relationship Id="rId432" Type="http://schemas.openxmlformats.org/officeDocument/2006/relationships/customXml" Target="../ink/ink821.xml"/><Relationship Id="rId106" Type="http://schemas.openxmlformats.org/officeDocument/2006/relationships/image" Target="../media/image624.png"/><Relationship Id="rId127" Type="http://schemas.openxmlformats.org/officeDocument/2006/relationships/customXml" Target="../ink/ink665.xml"/><Relationship Id="rId313" Type="http://schemas.openxmlformats.org/officeDocument/2006/relationships/customXml" Target="../ink/ink760.xml"/><Relationship Id="rId10" Type="http://schemas.openxmlformats.org/officeDocument/2006/relationships/image" Target="../media/image579.png"/><Relationship Id="rId31" Type="http://schemas.openxmlformats.org/officeDocument/2006/relationships/customXml" Target="../ink/ink616.xml"/><Relationship Id="rId52" Type="http://schemas.openxmlformats.org/officeDocument/2006/relationships/image" Target="../media/image599.png"/><Relationship Id="rId73" Type="http://schemas.openxmlformats.org/officeDocument/2006/relationships/customXml" Target="../ink/ink637.xml"/><Relationship Id="rId94" Type="http://schemas.openxmlformats.org/officeDocument/2006/relationships/image" Target="../media/image619.png"/><Relationship Id="rId148" Type="http://schemas.openxmlformats.org/officeDocument/2006/relationships/customXml" Target="../ink/ink676.xml"/><Relationship Id="rId169" Type="http://schemas.openxmlformats.org/officeDocument/2006/relationships/image" Target="../media/image655.png"/><Relationship Id="rId334" Type="http://schemas.openxmlformats.org/officeDocument/2006/relationships/customXml" Target="../ink/ink771.xml"/><Relationship Id="rId355" Type="http://schemas.openxmlformats.org/officeDocument/2006/relationships/customXml" Target="../ink/ink782.xml"/><Relationship Id="rId376" Type="http://schemas.openxmlformats.org/officeDocument/2006/relationships/image" Target="../media/image752.png"/><Relationship Id="rId397" Type="http://schemas.openxmlformats.org/officeDocument/2006/relationships/customXml" Target="../ink/ink803.xml"/><Relationship Id="rId4" Type="http://schemas.openxmlformats.org/officeDocument/2006/relationships/image" Target="../media/image576.png"/><Relationship Id="rId180" Type="http://schemas.openxmlformats.org/officeDocument/2006/relationships/image" Target="../media/image160.png"/><Relationship Id="rId215" Type="http://schemas.openxmlformats.org/officeDocument/2006/relationships/customXml" Target="../ink/ink710.xml"/><Relationship Id="rId236" Type="http://schemas.openxmlformats.org/officeDocument/2006/relationships/customXml" Target="../ink/ink721.xml"/><Relationship Id="rId257" Type="http://schemas.openxmlformats.org/officeDocument/2006/relationships/image" Target="../media/image697.png"/><Relationship Id="rId278" Type="http://schemas.openxmlformats.org/officeDocument/2006/relationships/customXml" Target="../ink/ink742.xml"/><Relationship Id="rId401" Type="http://schemas.openxmlformats.org/officeDocument/2006/relationships/customXml" Target="../ink/ink805.xml"/><Relationship Id="rId422" Type="http://schemas.openxmlformats.org/officeDocument/2006/relationships/customXml" Target="../ink/ink816.xml"/><Relationship Id="rId443" Type="http://schemas.openxmlformats.org/officeDocument/2006/relationships/image" Target="../media/image784.png"/><Relationship Id="rId303" Type="http://schemas.openxmlformats.org/officeDocument/2006/relationships/image" Target="../media/image719.png"/><Relationship Id="rId42" Type="http://schemas.openxmlformats.org/officeDocument/2006/relationships/image" Target="../media/image595.png"/><Relationship Id="rId84" Type="http://schemas.openxmlformats.org/officeDocument/2006/relationships/customXml" Target="../ink/ink643.xml"/><Relationship Id="rId138" Type="http://schemas.openxmlformats.org/officeDocument/2006/relationships/customXml" Target="../ink/ink671.xml"/><Relationship Id="rId345" Type="http://schemas.openxmlformats.org/officeDocument/2006/relationships/customXml" Target="../ink/ink777.xml"/><Relationship Id="rId387" Type="http://schemas.openxmlformats.org/officeDocument/2006/relationships/customXml" Target="../ink/ink798.xml"/><Relationship Id="rId191" Type="http://schemas.openxmlformats.org/officeDocument/2006/relationships/customXml" Target="../ink/ink697.xml"/><Relationship Id="rId205" Type="http://schemas.openxmlformats.org/officeDocument/2006/relationships/customXml" Target="../ink/ink705.xml"/><Relationship Id="rId247" Type="http://schemas.openxmlformats.org/officeDocument/2006/relationships/image" Target="../media/image692.png"/><Relationship Id="rId412" Type="http://schemas.openxmlformats.org/officeDocument/2006/relationships/image" Target="../media/image770.png"/><Relationship Id="rId107" Type="http://schemas.openxmlformats.org/officeDocument/2006/relationships/customXml" Target="../ink/ink655.xml"/><Relationship Id="rId289" Type="http://schemas.openxmlformats.org/officeDocument/2006/relationships/image" Target="../media/image712.png"/><Relationship Id="rId11" Type="http://schemas.openxmlformats.org/officeDocument/2006/relationships/customXml" Target="../ink/ink606.xml"/><Relationship Id="rId53" Type="http://schemas.openxmlformats.org/officeDocument/2006/relationships/customXml" Target="../ink/ink627.xml"/><Relationship Id="rId149" Type="http://schemas.openxmlformats.org/officeDocument/2006/relationships/image" Target="../media/image645.png"/><Relationship Id="rId314" Type="http://schemas.openxmlformats.org/officeDocument/2006/relationships/image" Target="../media/image722.png"/><Relationship Id="rId356" Type="http://schemas.openxmlformats.org/officeDocument/2006/relationships/image" Target="../media/image742.png"/><Relationship Id="rId398" Type="http://schemas.openxmlformats.org/officeDocument/2006/relationships/image" Target="../media/image763.png"/><Relationship Id="rId95" Type="http://schemas.openxmlformats.org/officeDocument/2006/relationships/customXml" Target="../ink/ink649.xml"/><Relationship Id="rId160" Type="http://schemas.openxmlformats.org/officeDocument/2006/relationships/customXml" Target="../ink/ink682.xml"/><Relationship Id="rId216" Type="http://schemas.openxmlformats.org/officeDocument/2006/relationships/image" Target="../media/image677.png"/><Relationship Id="rId423" Type="http://schemas.openxmlformats.org/officeDocument/2006/relationships/image" Target="../media/image775.png"/><Relationship Id="rId258" Type="http://schemas.openxmlformats.org/officeDocument/2006/relationships/customXml" Target="../ink/ink732.xml"/><Relationship Id="rId22" Type="http://schemas.openxmlformats.org/officeDocument/2006/relationships/image" Target="../media/image585.png"/><Relationship Id="rId64" Type="http://schemas.openxmlformats.org/officeDocument/2006/relationships/image" Target="../media/image605.png"/><Relationship Id="rId118" Type="http://schemas.openxmlformats.org/officeDocument/2006/relationships/image" Target="../media/image630.png"/><Relationship Id="rId325" Type="http://schemas.openxmlformats.org/officeDocument/2006/relationships/customXml" Target="../ink/ink766.xml"/><Relationship Id="rId367" Type="http://schemas.openxmlformats.org/officeDocument/2006/relationships/customXml" Target="../ink/ink788.xml"/><Relationship Id="rId171" Type="http://schemas.openxmlformats.org/officeDocument/2006/relationships/image" Target="../media/image656.png"/><Relationship Id="rId227" Type="http://schemas.openxmlformats.org/officeDocument/2006/relationships/customXml" Target="../ink/ink716.xml"/><Relationship Id="rId269" Type="http://schemas.openxmlformats.org/officeDocument/2006/relationships/image" Target="../media/image702.png"/><Relationship Id="rId434" Type="http://schemas.openxmlformats.org/officeDocument/2006/relationships/customXml" Target="../ink/ink822.xml"/><Relationship Id="rId33" Type="http://schemas.openxmlformats.org/officeDocument/2006/relationships/customXml" Target="../ink/ink617.xml"/><Relationship Id="rId129" Type="http://schemas.openxmlformats.org/officeDocument/2006/relationships/image" Target="../media/image635.png"/><Relationship Id="rId280" Type="http://schemas.openxmlformats.org/officeDocument/2006/relationships/customXml" Target="../ink/ink743.xml"/><Relationship Id="rId336" Type="http://schemas.openxmlformats.org/officeDocument/2006/relationships/image" Target="../media/image732.png"/><Relationship Id="rId75" Type="http://schemas.openxmlformats.org/officeDocument/2006/relationships/image" Target="../media/image610.png"/><Relationship Id="rId140" Type="http://schemas.openxmlformats.org/officeDocument/2006/relationships/customXml" Target="../ink/ink672.xml"/><Relationship Id="rId182" Type="http://schemas.openxmlformats.org/officeDocument/2006/relationships/image" Target="../media/image661.png"/><Relationship Id="rId378" Type="http://schemas.openxmlformats.org/officeDocument/2006/relationships/image" Target="../media/image753.png"/><Relationship Id="rId403" Type="http://schemas.openxmlformats.org/officeDocument/2006/relationships/customXml" Target="../ink/ink806.xml"/><Relationship Id="rId6" Type="http://schemas.openxmlformats.org/officeDocument/2006/relationships/image" Target="../media/image577.png"/><Relationship Id="rId238" Type="http://schemas.openxmlformats.org/officeDocument/2006/relationships/customXml" Target="../ink/ink722.xml"/><Relationship Id="rId445" Type="http://schemas.openxmlformats.org/officeDocument/2006/relationships/image" Target="../media/image785.png"/><Relationship Id="rId291" Type="http://schemas.openxmlformats.org/officeDocument/2006/relationships/image" Target="../media/image713.png"/><Relationship Id="rId305" Type="http://schemas.openxmlformats.org/officeDocument/2006/relationships/image" Target="../media/image720.png"/><Relationship Id="rId347" Type="http://schemas.openxmlformats.org/officeDocument/2006/relationships/customXml" Target="../ink/ink778.xml"/><Relationship Id="rId44" Type="http://schemas.openxmlformats.org/officeDocument/2006/relationships/image" Target="../media/image596.png"/><Relationship Id="rId86" Type="http://schemas.openxmlformats.org/officeDocument/2006/relationships/image" Target="../media/image615.png"/><Relationship Id="rId151" Type="http://schemas.openxmlformats.org/officeDocument/2006/relationships/image" Target="../media/image646.png"/><Relationship Id="rId389" Type="http://schemas.openxmlformats.org/officeDocument/2006/relationships/customXml" Target="../ink/ink799.xml"/><Relationship Id="rId193" Type="http://schemas.openxmlformats.org/officeDocument/2006/relationships/image" Target="../media/image666.png"/><Relationship Id="rId207" Type="http://schemas.openxmlformats.org/officeDocument/2006/relationships/customXml" Target="../ink/ink706.xml"/><Relationship Id="rId249" Type="http://schemas.openxmlformats.org/officeDocument/2006/relationships/image" Target="../media/image693.png"/><Relationship Id="rId414" Type="http://schemas.openxmlformats.org/officeDocument/2006/relationships/image" Target="../media/image771.png"/><Relationship Id="rId13" Type="http://schemas.openxmlformats.org/officeDocument/2006/relationships/customXml" Target="../ink/ink607.xml"/><Relationship Id="rId109" Type="http://schemas.openxmlformats.org/officeDocument/2006/relationships/customXml" Target="../ink/ink656.xml"/><Relationship Id="rId260" Type="http://schemas.openxmlformats.org/officeDocument/2006/relationships/customXml" Target="../ink/ink733.xml"/><Relationship Id="rId316" Type="http://schemas.openxmlformats.org/officeDocument/2006/relationships/image" Target="../media/image723.png"/><Relationship Id="rId55" Type="http://schemas.openxmlformats.org/officeDocument/2006/relationships/customXml" Target="../ink/ink628.xml"/><Relationship Id="rId97" Type="http://schemas.openxmlformats.org/officeDocument/2006/relationships/customXml" Target="../ink/ink650.xml"/><Relationship Id="rId120" Type="http://schemas.openxmlformats.org/officeDocument/2006/relationships/image" Target="../media/image631.png"/><Relationship Id="rId358" Type="http://schemas.openxmlformats.org/officeDocument/2006/relationships/image" Target="../media/image743.png"/><Relationship Id="rId162" Type="http://schemas.openxmlformats.org/officeDocument/2006/relationships/customXml" Target="../ink/ink683.xml"/><Relationship Id="rId218" Type="http://schemas.openxmlformats.org/officeDocument/2006/relationships/image" Target="../media/image678.png"/><Relationship Id="rId425" Type="http://schemas.openxmlformats.org/officeDocument/2006/relationships/image" Target="../media/image776.png"/><Relationship Id="rId271" Type="http://schemas.openxmlformats.org/officeDocument/2006/relationships/image" Target="../media/image703.png"/><Relationship Id="rId24" Type="http://schemas.openxmlformats.org/officeDocument/2006/relationships/image" Target="../media/image586.png"/><Relationship Id="rId66" Type="http://schemas.openxmlformats.org/officeDocument/2006/relationships/image" Target="../media/image606.png"/><Relationship Id="rId131" Type="http://schemas.openxmlformats.org/officeDocument/2006/relationships/image" Target="../media/image636.png"/><Relationship Id="rId327" Type="http://schemas.openxmlformats.org/officeDocument/2006/relationships/customXml" Target="../ink/ink767.xml"/><Relationship Id="rId369" Type="http://schemas.openxmlformats.org/officeDocument/2006/relationships/customXml" Target="../ink/ink789.xml"/><Relationship Id="rId173" Type="http://schemas.openxmlformats.org/officeDocument/2006/relationships/image" Target="../media/image657.png"/><Relationship Id="rId229" Type="http://schemas.openxmlformats.org/officeDocument/2006/relationships/customXml" Target="../ink/ink717.xml"/><Relationship Id="rId380" Type="http://schemas.openxmlformats.org/officeDocument/2006/relationships/image" Target="../media/image754.png"/><Relationship Id="rId436" Type="http://schemas.openxmlformats.org/officeDocument/2006/relationships/image" Target="../media/image781.png"/><Relationship Id="rId240" Type="http://schemas.openxmlformats.org/officeDocument/2006/relationships/customXml" Target="../ink/ink723.xml"/><Relationship Id="rId35" Type="http://schemas.openxmlformats.org/officeDocument/2006/relationships/customXml" Target="../ink/ink618.xml"/><Relationship Id="rId77" Type="http://schemas.openxmlformats.org/officeDocument/2006/relationships/image" Target="../media/image611.png"/><Relationship Id="rId100" Type="http://schemas.openxmlformats.org/officeDocument/2006/relationships/image" Target="../media/image424.png"/><Relationship Id="rId282" Type="http://schemas.openxmlformats.org/officeDocument/2006/relationships/customXml" Target="../ink/ink744.xml"/><Relationship Id="rId338" Type="http://schemas.openxmlformats.org/officeDocument/2006/relationships/image" Target="../media/image733.png"/><Relationship Id="rId8" Type="http://schemas.openxmlformats.org/officeDocument/2006/relationships/image" Target="../media/image578.png"/><Relationship Id="rId142" Type="http://schemas.openxmlformats.org/officeDocument/2006/relationships/customXml" Target="../ink/ink673.xml"/><Relationship Id="rId184" Type="http://schemas.openxmlformats.org/officeDocument/2006/relationships/image" Target="../media/image662.png"/><Relationship Id="rId391" Type="http://schemas.openxmlformats.org/officeDocument/2006/relationships/customXml" Target="../ink/ink800.xml"/><Relationship Id="rId405" Type="http://schemas.openxmlformats.org/officeDocument/2006/relationships/customXml" Target="../ink/ink807.xml"/><Relationship Id="rId447" Type="http://schemas.openxmlformats.org/officeDocument/2006/relationships/image" Target="../media/image786.png"/><Relationship Id="rId251" Type="http://schemas.openxmlformats.org/officeDocument/2006/relationships/image" Target="../media/image694.png"/><Relationship Id="rId46" Type="http://schemas.openxmlformats.org/officeDocument/2006/relationships/image" Target="../media/image80.png"/><Relationship Id="rId293" Type="http://schemas.openxmlformats.org/officeDocument/2006/relationships/image" Target="../media/image714.png"/><Relationship Id="rId307" Type="http://schemas.openxmlformats.org/officeDocument/2006/relationships/image" Target="../media/image183.png"/><Relationship Id="rId349" Type="http://schemas.openxmlformats.org/officeDocument/2006/relationships/customXml" Target="../ink/ink779.xml"/><Relationship Id="rId88" Type="http://schemas.openxmlformats.org/officeDocument/2006/relationships/image" Target="../media/image616.png"/><Relationship Id="rId111" Type="http://schemas.openxmlformats.org/officeDocument/2006/relationships/customXml" Target="../ink/ink657.xml"/><Relationship Id="rId153" Type="http://schemas.openxmlformats.org/officeDocument/2006/relationships/image" Target="../media/image647.png"/><Relationship Id="rId195" Type="http://schemas.openxmlformats.org/officeDocument/2006/relationships/image" Target="../media/image667.png"/><Relationship Id="rId209" Type="http://schemas.openxmlformats.org/officeDocument/2006/relationships/customXml" Target="../ink/ink707.xml"/><Relationship Id="rId360" Type="http://schemas.openxmlformats.org/officeDocument/2006/relationships/image" Target="../media/image744.png"/><Relationship Id="rId416" Type="http://schemas.openxmlformats.org/officeDocument/2006/relationships/image" Target="../media/image772.png"/><Relationship Id="rId220" Type="http://schemas.openxmlformats.org/officeDocument/2006/relationships/image" Target="../media/image679.png"/><Relationship Id="rId15" Type="http://schemas.openxmlformats.org/officeDocument/2006/relationships/customXml" Target="../ink/ink608.xml"/><Relationship Id="rId57" Type="http://schemas.openxmlformats.org/officeDocument/2006/relationships/customXml" Target="../ink/ink629.xml"/><Relationship Id="rId262" Type="http://schemas.openxmlformats.org/officeDocument/2006/relationships/customXml" Target="../ink/ink734.xml"/><Relationship Id="rId318" Type="http://schemas.openxmlformats.org/officeDocument/2006/relationships/image" Target="../media/image724.png"/><Relationship Id="rId99" Type="http://schemas.openxmlformats.org/officeDocument/2006/relationships/customXml" Target="../ink/ink651.xml"/><Relationship Id="rId122" Type="http://schemas.openxmlformats.org/officeDocument/2006/relationships/image" Target="../media/image632.png"/><Relationship Id="rId164" Type="http://schemas.openxmlformats.org/officeDocument/2006/relationships/customXml" Target="../ink/ink684.xml"/><Relationship Id="rId371" Type="http://schemas.openxmlformats.org/officeDocument/2006/relationships/customXml" Target="../ink/ink790.xml"/><Relationship Id="rId427" Type="http://schemas.openxmlformats.org/officeDocument/2006/relationships/image" Target="../media/image777.png"/><Relationship Id="rId26" Type="http://schemas.openxmlformats.org/officeDocument/2006/relationships/image" Target="../media/image587.png"/><Relationship Id="rId231" Type="http://schemas.openxmlformats.org/officeDocument/2006/relationships/customXml" Target="../ink/ink718.xml"/><Relationship Id="rId273" Type="http://schemas.openxmlformats.org/officeDocument/2006/relationships/image" Target="../media/image704.png"/><Relationship Id="rId329" Type="http://schemas.openxmlformats.org/officeDocument/2006/relationships/customXml" Target="../ink/ink768.xml"/><Relationship Id="rId68" Type="http://schemas.openxmlformats.org/officeDocument/2006/relationships/image" Target="../media/image607.png"/><Relationship Id="rId133" Type="http://schemas.openxmlformats.org/officeDocument/2006/relationships/image" Target="../media/image637.png"/><Relationship Id="rId175" Type="http://schemas.openxmlformats.org/officeDocument/2006/relationships/image" Target="../media/image658.png"/><Relationship Id="rId340" Type="http://schemas.openxmlformats.org/officeDocument/2006/relationships/image" Target="../media/image734.png"/><Relationship Id="rId200" Type="http://schemas.openxmlformats.org/officeDocument/2006/relationships/image" Target="../media/image669.png"/><Relationship Id="rId382" Type="http://schemas.openxmlformats.org/officeDocument/2006/relationships/image" Target="../media/image755.png"/><Relationship Id="rId438" Type="http://schemas.openxmlformats.org/officeDocument/2006/relationships/customXml" Target="../ink/ink825.xml"/><Relationship Id="rId242" Type="http://schemas.openxmlformats.org/officeDocument/2006/relationships/customXml" Target="../ink/ink724.xml"/><Relationship Id="rId284" Type="http://schemas.openxmlformats.org/officeDocument/2006/relationships/customXml" Target="../ink/ink745.xml"/><Relationship Id="rId37" Type="http://schemas.openxmlformats.org/officeDocument/2006/relationships/customXml" Target="../ink/ink619.xml"/><Relationship Id="rId79" Type="http://schemas.openxmlformats.org/officeDocument/2006/relationships/image" Target="../media/image612.png"/><Relationship Id="rId102" Type="http://schemas.openxmlformats.org/officeDocument/2006/relationships/image" Target="../media/image622.png"/><Relationship Id="rId144" Type="http://schemas.openxmlformats.org/officeDocument/2006/relationships/customXml" Target="../ink/ink674.xml"/><Relationship Id="rId90" Type="http://schemas.openxmlformats.org/officeDocument/2006/relationships/image" Target="../media/image617.png"/><Relationship Id="rId186" Type="http://schemas.openxmlformats.org/officeDocument/2006/relationships/image" Target="../media/image663.png"/><Relationship Id="rId351" Type="http://schemas.openxmlformats.org/officeDocument/2006/relationships/customXml" Target="../ink/ink780.xml"/><Relationship Id="rId393" Type="http://schemas.openxmlformats.org/officeDocument/2006/relationships/customXml" Target="../ink/ink801.xml"/><Relationship Id="rId407" Type="http://schemas.openxmlformats.org/officeDocument/2006/relationships/customXml" Target="../ink/ink808.xml"/><Relationship Id="rId449" Type="http://schemas.openxmlformats.org/officeDocument/2006/relationships/image" Target="../media/image787.png"/><Relationship Id="rId211" Type="http://schemas.openxmlformats.org/officeDocument/2006/relationships/customXml" Target="../ink/ink708.xml"/><Relationship Id="rId253" Type="http://schemas.openxmlformats.org/officeDocument/2006/relationships/image" Target="../media/image695.png"/><Relationship Id="rId295" Type="http://schemas.openxmlformats.org/officeDocument/2006/relationships/image" Target="../media/image715.png"/><Relationship Id="rId309" Type="http://schemas.openxmlformats.org/officeDocument/2006/relationships/customXml" Target="../ink/ink758.xml"/><Relationship Id="rId48" Type="http://schemas.openxmlformats.org/officeDocument/2006/relationships/image" Target="../media/image597.png"/><Relationship Id="rId113" Type="http://schemas.openxmlformats.org/officeDocument/2006/relationships/customXml" Target="../ink/ink658.xml"/><Relationship Id="rId320" Type="http://schemas.openxmlformats.org/officeDocument/2006/relationships/image" Target="../media/image725.png"/><Relationship Id="rId155" Type="http://schemas.openxmlformats.org/officeDocument/2006/relationships/image" Target="../media/image648.png"/><Relationship Id="rId197" Type="http://schemas.openxmlformats.org/officeDocument/2006/relationships/customXml" Target="../ink/ink701.xml"/><Relationship Id="rId362" Type="http://schemas.openxmlformats.org/officeDocument/2006/relationships/image" Target="../media/image745.png"/><Relationship Id="rId418" Type="http://schemas.openxmlformats.org/officeDocument/2006/relationships/customXml" Target="../ink/ink814.xml"/><Relationship Id="rId222" Type="http://schemas.openxmlformats.org/officeDocument/2006/relationships/image" Target="../media/image680.png"/><Relationship Id="rId264" Type="http://schemas.openxmlformats.org/officeDocument/2006/relationships/customXml" Target="../ink/ink735.xml"/><Relationship Id="rId17" Type="http://schemas.openxmlformats.org/officeDocument/2006/relationships/customXml" Target="../ink/ink609.xml"/><Relationship Id="rId59" Type="http://schemas.openxmlformats.org/officeDocument/2006/relationships/customXml" Target="../ink/ink630.xml"/><Relationship Id="rId124" Type="http://schemas.openxmlformats.org/officeDocument/2006/relationships/image" Target="../media/image633.png"/><Relationship Id="rId70" Type="http://schemas.openxmlformats.org/officeDocument/2006/relationships/image" Target="../media/image608.png"/><Relationship Id="rId166" Type="http://schemas.openxmlformats.org/officeDocument/2006/relationships/customXml" Target="../ink/ink685.xml"/><Relationship Id="rId331" Type="http://schemas.openxmlformats.org/officeDocument/2006/relationships/customXml" Target="../ink/ink769.xml"/><Relationship Id="rId373" Type="http://schemas.openxmlformats.org/officeDocument/2006/relationships/customXml" Target="../ink/ink791.xml"/><Relationship Id="rId429" Type="http://schemas.openxmlformats.org/officeDocument/2006/relationships/image" Target="../media/image778.png"/><Relationship Id="rId1" Type="http://schemas.openxmlformats.org/officeDocument/2006/relationships/slideLayout" Target="../slideLayouts/slideLayout1.xml"/><Relationship Id="rId233" Type="http://schemas.openxmlformats.org/officeDocument/2006/relationships/image" Target="../media/image685.png"/><Relationship Id="rId440" Type="http://schemas.openxmlformats.org/officeDocument/2006/relationships/customXml" Target="../ink/ink826.xml"/><Relationship Id="rId28" Type="http://schemas.openxmlformats.org/officeDocument/2006/relationships/image" Target="../media/image588.png"/><Relationship Id="rId275" Type="http://schemas.openxmlformats.org/officeDocument/2006/relationships/image" Target="../media/image705.png"/><Relationship Id="rId300" Type="http://schemas.openxmlformats.org/officeDocument/2006/relationships/customXml" Target="../ink/ink753.xml"/><Relationship Id="rId81" Type="http://schemas.openxmlformats.org/officeDocument/2006/relationships/image" Target="../media/image613.png"/><Relationship Id="rId135" Type="http://schemas.openxmlformats.org/officeDocument/2006/relationships/image" Target="../media/image638.png"/><Relationship Id="rId177" Type="http://schemas.openxmlformats.org/officeDocument/2006/relationships/image" Target="../media/image659.png"/><Relationship Id="rId342" Type="http://schemas.openxmlformats.org/officeDocument/2006/relationships/image" Target="../media/image735.png"/><Relationship Id="rId384" Type="http://schemas.openxmlformats.org/officeDocument/2006/relationships/image" Target="../media/image756.png"/><Relationship Id="rId202" Type="http://schemas.openxmlformats.org/officeDocument/2006/relationships/image" Target="../media/image670.png"/><Relationship Id="rId244" Type="http://schemas.openxmlformats.org/officeDocument/2006/relationships/customXml" Target="../ink/ink725.xml"/><Relationship Id="rId39" Type="http://schemas.openxmlformats.org/officeDocument/2006/relationships/customXml" Target="../ink/ink620.xml"/><Relationship Id="rId286" Type="http://schemas.openxmlformats.org/officeDocument/2006/relationships/customXml" Target="../ink/ink746.xml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888.xml"/><Relationship Id="rId21" Type="http://schemas.openxmlformats.org/officeDocument/2006/relationships/customXml" Target="../ink/ink840.xml"/><Relationship Id="rId324" Type="http://schemas.openxmlformats.org/officeDocument/2006/relationships/image" Target="../media/image947.png"/><Relationship Id="rId531" Type="http://schemas.openxmlformats.org/officeDocument/2006/relationships/image" Target="../media/image1045.png"/><Relationship Id="rId629" Type="http://schemas.openxmlformats.org/officeDocument/2006/relationships/image" Target="../media/image1094.png"/><Relationship Id="rId170" Type="http://schemas.openxmlformats.org/officeDocument/2006/relationships/image" Target="../media/image872.png"/><Relationship Id="rId268" Type="http://schemas.openxmlformats.org/officeDocument/2006/relationships/customXml" Target="../ink/ink963.xml"/><Relationship Id="rId475" Type="http://schemas.openxmlformats.org/officeDocument/2006/relationships/image" Target="../media/image1017.png"/><Relationship Id="rId32" Type="http://schemas.openxmlformats.org/officeDocument/2006/relationships/image" Target="../media/image803.png"/><Relationship Id="rId128" Type="http://schemas.openxmlformats.org/officeDocument/2006/relationships/image" Target="../media/image851.png"/><Relationship Id="rId335" Type="http://schemas.openxmlformats.org/officeDocument/2006/relationships/image" Target="../media/image952.png"/><Relationship Id="rId542" Type="http://schemas.openxmlformats.org/officeDocument/2006/relationships/customXml" Target="../ink/ink1104.xml"/><Relationship Id="rId181" Type="http://schemas.openxmlformats.org/officeDocument/2006/relationships/customXml" Target="../ink/ink920.xml"/><Relationship Id="rId402" Type="http://schemas.openxmlformats.org/officeDocument/2006/relationships/customXml" Target="../ink/ink1032.xml"/><Relationship Id="rId279" Type="http://schemas.openxmlformats.org/officeDocument/2006/relationships/customXml" Target="../ink/ink969.xml"/><Relationship Id="rId486" Type="http://schemas.openxmlformats.org/officeDocument/2006/relationships/customXml" Target="../ink/ink1076.xml"/><Relationship Id="rId43" Type="http://schemas.openxmlformats.org/officeDocument/2006/relationships/customXml" Target="../ink/ink851.xml"/><Relationship Id="rId139" Type="http://schemas.openxmlformats.org/officeDocument/2006/relationships/customXml" Target="../ink/ink899.xml"/><Relationship Id="rId346" Type="http://schemas.openxmlformats.org/officeDocument/2006/relationships/customXml" Target="../ink/ink1004.xml"/><Relationship Id="rId553" Type="http://schemas.openxmlformats.org/officeDocument/2006/relationships/image" Target="../media/image1056.png"/><Relationship Id="rId192" Type="http://schemas.openxmlformats.org/officeDocument/2006/relationships/image" Target="../media/image883.png"/><Relationship Id="rId206" Type="http://schemas.openxmlformats.org/officeDocument/2006/relationships/image" Target="../media/image890.png"/><Relationship Id="rId413" Type="http://schemas.openxmlformats.org/officeDocument/2006/relationships/customXml" Target="../ink/ink1038.xml"/><Relationship Id="rId497" Type="http://schemas.openxmlformats.org/officeDocument/2006/relationships/image" Target="../media/image1028.png"/><Relationship Id="rId620" Type="http://schemas.openxmlformats.org/officeDocument/2006/relationships/customXml" Target="../ink/ink1143.xml"/><Relationship Id="rId357" Type="http://schemas.openxmlformats.org/officeDocument/2006/relationships/image" Target="../media/image962.png"/><Relationship Id="rId54" Type="http://schemas.openxmlformats.org/officeDocument/2006/relationships/image" Target="../media/image814.png"/><Relationship Id="rId217" Type="http://schemas.openxmlformats.org/officeDocument/2006/relationships/customXml" Target="../ink/ink938.xml"/><Relationship Id="rId564" Type="http://schemas.openxmlformats.org/officeDocument/2006/relationships/customXml" Target="../ink/ink1115.xml"/><Relationship Id="rId424" Type="http://schemas.openxmlformats.org/officeDocument/2006/relationships/image" Target="../media/image993.png"/><Relationship Id="rId631" Type="http://schemas.openxmlformats.org/officeDocument/2006/relationships/image" Target="../media/image1095.png"/><Relationship Id="rId270" Type="http://schemas.openxmlformats.org/officeDocument/2006/relationships/customXml" Target="../ink/ink964.xml"/><Relationship Id="rId65" Type="http://schemas.openxmlformats.org/officeDocument/2006/relationships/customXml" Target="../ink/ink862.xml"/><Relationship Id="rId130" Type="http://schemas.openxmlformats.org/officeDocument/2006/relationships/image" Target="../media/image852.png"/><Relationship Id="rId368" Type="http://schemas.openxmlformats.org/officeDocument/2006/relationships/customXml" Target="../ink/ink1015.xml"/><Relationship Id="rId575" Type="http://schemas.openxmlformats.org/officeDocument/2006/relationships/image" Target="../media/image1067.png"/><Relationship Id="rId228" Type="http://schemas.openxmlformats.org/officeDocument/2006/relationships/image" Target="../media/image901.png"/><Relationship Id="rId435" Type="http://schemas.openxmlformats.org/officeDocument/2006/relationships/customXml" Target="../ink/ink1049.xml"/><Relationship Id="rId642" Type="http://schemas.openxmlformats.org/officeDocument/2006/relationships/customXml" Target="../ink/ink1154.xml"/><Relationship Id="rId281" Type="http://schemas.openxmlformats.org/officeDocument/2006/relationships/customXml" Target="../ink/ink970.xml"/><Relationship Id="rId502" Type="http://schemas.openxmlformats.org/officeDocument/2006/relationships/customXml" Target="../ink/ink1084.xml"/><Relationship Id="rId76" Type="http://schemas.openxmlformats.org/officeDocument/2006/relationships/image" Target="../media/image825.png"/><Relationship Id="rId141" Type="http://schemas.openxmlformats.org/officeDocument/2006/relationships/customXml" Target="../ink/ink900.xml"/><Relationship Id="rId379" Type="http://schemas.openxmlformats.org/officeDocument/2006/relationships/image" Target="../media/image973.png"/><Relationship Id="rId586" Type="http://schemas.openxmlformats.org/officeDocument/2006/relationships/customXml" Target="../ink/ink1126.xml"/><Relationship Id="rId7" Type="http://schemas.openxmlformats.org/officeDocument/2006/relationships/customXml" Target="../ink/ink833.xml"/><Relationship Id="rId239" Type="http://schemas.openxmlformats.org/officeDocument/2006/relationships/customXml" Target="../ink/ink949.xml"/><Relationship Id="rId446" Type="http://schemas.openxmlformats.org/officeDocument/2006/relationships/image" Target="../media/image1003.png"/><Relationship Id="rId292" Type="http://schemas.openxmlformats.org/officeDocument/2006/relationships/image" Target="../media/image931.png"/><Relationship Id="rId306" Type="http://schemas.openxmlformats.org/officeDocument/2006/relationships/image" Target="../media/image938.png"/><Relationship Id="rId87" Type="http://schemas.openxmlformats.org/officeDocument/2006/relationships/customXml" Target="../ink/ink873.xml"/><Relationship Id="rId513" Type="http://schemas.openxmlformats.org/officeDocument/2006/relationships/image" Target="../media/image1036.png"/><Relationship Id="rId597" Type="http://schemas.openxmlformats.org/officeDocument/2006/relationships/image" Target="../media/image1078.png"/><Relationship Id="rId152" Type="http://schemas.openxmlformats.org/officeDocument/2006/relationships/image" Target="../media/image863.png"/><Relationship Id="rId457" Type="http://schemas.openxmlformats.org/officeDocument/2006/relationships/image" Target="../media/image1008.png"/><Relationship Id="rId14" Type="http://schemas.openxmlformats.org/officeDocument/2006/relationships/image" Target="../media/image794.png"/><Relationship Id="rId317" Type="http://schemas.openxmlformats.org/officeDocument/2006/relationships/customXml" Target="../ink/ink988.xml"/><Relationship Id="rId524" Type="http://schemas.openxmlformats.org/officeDocument/2006/relationships/customXml" Target="../ink/ink1095.xml"/><Relationship Id="rId98" Type="http://schemas.openxmlformats.org/officeDocument/2006/relationships/image" Target="../media/image836.png"/><Relationship Id="rId163" Type="http://schemas.openxmlformats.org/officeDocument/2006/relationships/customXml" Target="../ink/ink911.xml"/><Relationship Id="rId370" Type="http://schemas.openxmlformats.org/officeDocument/2006/relationships/customXml" Target="../ink/ink1016.xml"/><Relationship Id="rId230" Type="http://schemas.openxmlformats.org/officeDocument/2006/relationships/image" Target="../media/image902.png"/><Relationship Id="rId468" Type="http://schemas.openxmlformats.org/officeDocument/2006/relationships/customXml" Target="../ink/ink1067.xml"/><Relationship Id="rId25" Type="http://schemas.openxmlformats.org/officeDocument/2006/relationships/customXml" Target="../ink/ink842.xml"/><Relationship Id="rId328" Type="http://schemas.openxmlformats.org/officeDocument/2006/relationships/customXml" Target="../ink/ink994.xml"/><Relationship Id="rId535" Type="http://schemas.openxmlformats.org/officeDocument/2006/relationships/image" Target="../media/image1047.png"/><Relationship Id="rId174" Type="http://schemas.openxmlformats.org/officeDocument/2006/relationships/image" Target="../media/image874.png"/><Relationship Id="rId381" Type="http://schemas.openxmlformats.org/officeDocument/2006/relationships/image" Target="../media/image974.png"/><Relationship Id="rId602" Type="http://schemas.openxmlformats.org/officeDocument/2006/relationships/customXml" Target="../ink/ink1134.xml"/><Relationship Id="rId241" Type="http://schemas.openxmlformats.org/officeDocument/2006/relationships/customXml" Target="../ink/ink950.xml"/><Relationship Id="rId479" Type="http://schemas.openxmlformats.org/officeDocument/2006/relationships/image" Target="../media/image1019.png"/><Relationship Id="rId36" Type="http://schemas.openxmlformats.org/officeDocument/2006/relationships/image" Target="../media/image805.png"/><Relationship Id="rId339" Type="http://schemas.openxmlformats.org/officeDocument/2006/relationships/image" Target="../media/image954.png"/><Relationship Id="rId546" Type="http://schemas.openxmlformats.org/officeDocument/2006/relationships/customXml" Target="../ink/ink1106.xml"/><Relationship Id="rId101" Type="http://schemas.openxmlformats.org/officeDocument/2006/relationships/customXml" Target="../ink/ink880.xml"/><Relationship Id="rId185" Type="http://schemas.openxmlformats.org/officeDocument/2006/relationships/customXml" Target="../ink/ink922.xml"/><Relationship Id="rId406" Type="http://schemas.openxmlformats.org/officeDocument/2006/relationships/customXml" Target="../ink/ink1034.xml"/><Relationship Id="rId392" Type="http://schemas.openxmlformats.org/officeDocument/2006/relationships/customXml" Target="../ink/ink1027.xml"/><Relationship Id="rId613" Type="http://schemas.openxmlformats.org/officeDocument/2006/relationships/image" Target="../media/image1086.png"/><Relationship Id="rId252" Type="http://schemas.openxmlformats.org/officeDocument/2006/relationships/customXml" Target="../ink/ink955.xml"/><Relationship Id="rId47" Type="http://schemas.openxmlformats.org/officeDocument/2006/relationships/customXml" Target="../ink/ink853.xml"/><Relationship Id="rId112" Type="http://schemas.openxmlformats.org/officeDocument/2006/relationships/image" Target="../media/image843.png"/><Relationship Id="rId557" Type="http://schemas.openxmlformats.org/officeDocument/2006/relationships/image" Target="../media/image1058.png"/><Relationship Id="rId196" Type="http://schemas.openxmlformats.org/officeDocument/2006/relationships/image" Target="../media/image885.png"/><Relationship Id="rId417" Type="http://schemas.openxmlformats.org/officeDocument/2006/relationships/customXml" Target="../ink/ink1040.xml"/><Relationship Id="rId459" Type="http://schemas.openxmlformats.org/officeDocument/2006/relationships/image" Target="../media/image1009.png"/><Relationship Id="rId624" Type="http://schemas.openxmlformats.org/officeDocument/2006/relationships/customXml" Target="../ink/ink1145.xml"/><Relationship Id="rId16" Type="http://schemas.openxmlformats.org/officeDocument/2006/relationships/image" Target="../media/image795.png"/><Relationship Id="rId221" Type="http://schemas.openxmlformats.org/officeDocument/2006/relationships/customXml" Target="../ink/ink940.xml"/><Relationship Id="rId263" Type="http://schemas.openxmlformats.org/officeDocument/2006/relationships/image" Target="../media/image917.png"/><Relationship Id="rId319" Type="http://schemas.openxmlformats.org/officeDocument/2006/relationships/customXml" Target="../ink/ink989.xml"/><Relationship Id="rId470" Type="http://schemas.openxmlformats.org/officeDocument/2006/relationships/customXml" Target="../ink/ink1068.xml"/><Relationship Id="rId526" Type="http://schemas.openxmlformats.org/officeDocument/2006/relationships/customXml" Target="../ink/ink1096.xml"/><Relationship Id="rId58" Type="http://schemas.openxmlformats.org/officeDocument/2006/relationships/image" Target="../media/image816.png"/><Relationship Id="rId123" Type="http://schemas.openxmlformats.org/officeDocument/2006/relationships/customXml" Target="../ink/ink891.xml"/><Relationship Id="rId330" Type="http://schemas.openxmlformats.org/officeDocument/2006/relationships/customXml" Target="../ink/ink995.xml"/><Relationship Id="rId568" Type="http://schemas.openxmlformats.org/officeDocument/2006/relationships/customXml" Target="../ink/ink1117.xml"/><Relationship Id="rId165" Type="http://schemas.openxmlformats.org/officeDocument/2006/relationships/customXml" Target="../ink/ink912.xml"/><Relationship Id="rId372" Type="http://schemas.openxmlformats.org/officeDocument/2006/relationships/customXml" Target="../ink/ink1017.xml"/><Relationship Id="rId428" Type="http://schemas.openxmlformats.org/officeDocument/2006/relationships/image" Target="../media/image995.png"/><Relationship Id="rId635" Type="http://schemas.openxmlformats.org/officeDocument/2006/relationships/image" Target="../media/image1097.png"/><Relationship Id="rId232" Type="http://schemas.openxmlformats.org/officeDocument/2006/relationships/image" Target="../media/image903.png"/><Relationship Id="rId274" Type="http://schemas.openxmlformats.org/officeDocument/2006/relationships/customXml" Target="../ink/ink966.xml"/><Relationship Id="rId481" Type="http://schemas.openxmlformats.org/officeDocument/2006/relationships/image" Target="../media/image1020.png"/><Relationship Id="rId27" Type="http://schemas.openxmlformats.org/officeDocument/2006/relationships/customXml" Target="../ink/ink843.xml"/><Relationship Id="rId69" Type="http://schemas.openxmlformats.org/officeDocument/2006/relationships/customXml" Target="../ink/ink864.xml"/><Relationship Id="rId134" Type="http://schemas.openxmlformats.org/officeDocument/2006/relationships/image" Target="../media/image854.png"/><Relationship Id="rId537" Type="http://schemas.openxmlformats.org/officeDocument/2006/relationships/image" Target="../media/image1048.png"/><Relationship Id="rId579" Type="http://schemas.openxmlformats.org/officeDocument/2006/relationships/image" Target="../media/image1069.png"/><Relationship Id="rId80" Type="http://schemas.openxmlformats.org/officeDocument/2006/relationships/image" Target="../media/image827.png"/><Relationship Id="rId176" Type="http://schemas.openxmlformats.org/officeDocument/2006/relationships/image" Target="../media/image875.png"/><Relationship Id="rId341" Type="http://schemas.openxmlformats.org/officeDocument/2006/relationships/image" Target="../media/image955.png"/><Relationship Id="rId383" Type="http://schemas.openxmlformats.org/officeDocument/2006/relationships/image" Target="../media/image975.png"/><Relationship Id="rId439" Type="http://schemas.openxmlformats.org/officeDocument/2006/relationships/customXml" Target="../ink/ink1051.xml"/><Relationship Id="rId590" Type="http://schemas.openxmlformats.org/officeDocument/2006/relationships/customXml" Target="../ink/ink1128.xml"/><Relationship Id="rId604" Type="http://schemas.openxmlformats.org/officeDocument/2006/relationships/customXml" Target="../ink/ink1135.xml"/><Relationship Id="rId646" Type="http://schemas.openxmlformats.org/officeDocument/2006/relationships/customXml" Target="../ink/ink1156.xml"/><Relationship Id="rId201" Type="http://schemas.openxmlformats.org/officeDocument/2006/relationships/customXml" Target="../ink/ink930.xml"/><Relationship Id="rId243" Type="http://schemas.openxmlformats.org/officeDocument/2006/relationships/customXml" Target="../ink/ink951.xml"/><Relationship Id="rId285" Type="http://schemas.openxmlformats.org/officeDocument/2006/relationships/customXml" Target="../ink/ink972.xml"/><Relationship Id="rId450" Type="http://schemas.openxmlformats.org/officeDocument/2006/relationships/image" Target="../media/image1005.png"/><Relationship Id="rId506" Type="http://schemas.openxmlformats.org/officeDocument/2006/relationships/customXml" Target="../ink/ink1086.xml"/><Relationship Id="rId38" Type="http://schemas.openxmlformats.org/officeDocument/2006/relationships/image" Target="../media/image806.png"/><Relationship Id="rId103" Type="http://schemas.openxmlformats.org/officeDocument/2006/relationships/customXml" Target="../ink/ink881.xml"/><Relationship Id="rId310" Type="http://schemas.openxmlformats.org/officeDocument/2006/relationships/image" Target="../media/image940.png"/><Relationship Id="rId492" Type="http://schemas.openxmlformats.org/officeDocument/2006/relationships/customXml" Target="../ink/ink1079.xml"/><Relationship Id="rId548" Type="http://schemas.openxmlformats.org/officeDocument/2006/relationships/customXml" Target="../ink/ink1107.xml"/><Relationship Id="rId91" Type="http://schemas.openxmlformats.org/officeDocument/2006/relationships/customXml" Target="../ink/ink875.xml"/><Relationship Id="rId145" Type="http://schemas.openxmlformats.org/officeDocument/2006/relationships/customXml" Target="../ink/ink902.xml"/><Relationship Id="rId187" Type="http://schemas.openxmlformats.org/officeDocument/2006/relationships/customXml" Target="../ink/ink923.xml"/><Relationship Id="rId352" Type="http://schemas.openxmlformats.org/officeDocument/2006/relationships/customXml" Target="../ink/ink1007.xml"/><Relationship Id="rId394" Type="http://schemas.openxmlformats.org/officeDocument/2006/relationships/customXml" Target="../ink/ink1028.xml"/><Relationship Id="rId408" Type="http://schemas.openxmlformats.org/officeDocument/2006/relationships/customXml" Target="../ink/ink1035.xml"/><Relationship Id="rId615" Type="http://schemas.openxmlformats.org/officeDocument/2006/relationships/image" Target="../media/image1087.png"/><Relationship Id="rId212" Type="http://schemas.openxmlformats.org/officeDocument/2006/relationships/image" Target="../media/image893.png"/><Relationship Id="rId254" Type="http://schemas.openxmlformats.org/officeDocument/2006/relationships/customXml" Target="../ink/ink956.xml"/><Relationship Id="rId49" Type="http://schemas.openxmlformats.org/officeDocument/2006/relationships/customXml" Target="../ink/ink854.xml"/><Relationship Id="rId114" Type="http://schemas.openxmlformats.org/officeDocument/2006/relationships/image" Target="../media/image844.png"/><Relationship Id="rId296" Type="http://schemas.openxmlformats.org/officeDocument/2006/relationships/image" Target="../media/image933.png"/><Relationship Id="rId461" Type="http://schemas.openxmlformats.org/officeDocument/2006/relationships/image" Target="../media/image1010.png"/><Relationship Id="rId517" Type="http://schemas.openxmlformats.org/officeDocument/2006/relationships/image" Target="../media/image1038.png"/><Relationship Id="rId559" Type="http://schemas.openxmlformats.org/officeDocument/2006/relationships/image" Target="../media/image1059.png"/><Relationship Id="rId60" Type="http://schemas.openxmlformats.org/officeDocument/2006/relationships/image" Target="../media/image817.png"/><Relationship Id="rId156" Type="http://schemas.openxmlformats.org/officeDocument/2006/relationships/image" Target="../media/image865.png"/><Relationship Id="rId198" Type="http://schemas.openxmlformats.org/officeDocument/2006/relationships/image" Target="../media/image886.png"/><Relationship Id="rId321" Type="http://schemas.openxmlformats.org/officeDocument/2006/relationships/customXml" Target="../ink/ink990.xml"/><Relationship Id="rId363" Type="http://schemas.openxmlformats.org/officeDocument/2006/relationships/image" Target="../media/image965.png"/><Relationship Id="rId419" Type="http://schemas.openxmlformats.org/officeDocument/2006/relationships/customXml" Target="../ink/ink1041.xml"/><Relationship Id="rId570" Type="http://schemas.openxmlformats.org/officeDocument/2006/relationships/customXml" Target="../ink/ink1118.xml"/><Relationship Id="rId626" Type="http://schemas.openxmlformats.org/officeDocument/2006/relationships/customXml" Target="../ink/ink1146.xml"/><Relationship Id="rId223" Type="http://schemas.openxmlformats.org/officeDocument/2006/relationships/customXml" Target="../ink/ink941.xml"/><Relationship Id="rId430" Type="http://schemas.openxmlformats.org/officeDocument/2006/relationships/image" Target="../media/image996.png"/><Relationship Id="rId18" Type="http://schemas.openxmlformats.org/officeDocument/2006/relationships/image" Target="../media/image796.png"/><Relationship Id="rId265" Type="http://schemas.openxmlformats.org/officeDocument/2006/relationships/image" Target="../media/image918.png"/><Relationship Id="rId472" Type="http://schemas.openxmlformats.org/officeDocument/2006/relationships/customXml" Target="../ink/ink1069.xml"/><Relationship Id="rId528" Type="http://schemas.openxmlformats.org/officeDocument/2006/relationships/customXml" Target="../ink/ink1097.xml"/><Relationship Id="rId125" Type="http://schemas.openxmlformats.org/officeDocument/2006/relationships/customXml" Target="../ink/ink892.xml"/><Relationship Id="rId167" Type="http://schemas.openxmlformats.org/officeDocument/2006/relationships/customXml" Target="../ink/ink913.xml"/><Relationship Id="rId332" Type="http://schemas.openxmlformats.org/officeDocument/2006/relationships/customXml" Target="../ink/ink996.xml"/><Relationship Id="rId374" Type="http://schemas.openxmlformats.org/officeDocument/2006/relationships/customXml" Target="../ink/ink1018.xml"/><Relationship Id="rId581" Type="http://schemas.openxmlformats.org/officeDocument/2006/relationships/image" Target="../media/image1070.png"/><Relationship Id="rId71" Type="http://schemas.openxmlformats.org/officeDocument/2006/relationships/customXml" Target="../ink/ink865.xml"/><Relationship Id="rId234" Type="http://schemas.openxmlformats.org/officeDocument/2006/relationships/image" Target="../media/image904.png"/><Relationship Id="rId637" Type="http://schemas.openxmlformats.org/officeDocument/2006/relationships/image" Target="../media/image1098.png"/><Relationship Id="rId2" Type="http://schemas.openxmlformats.org/officeDocument/2006/relationships/image" Target="../media/image788.png"/><Relationship Id="rId29" Type="http://schemas.openxmlformats.org/officeDocument/2006/relationships/customXml" Target="../ink/ink844.xml"/><Relationship Id="rId276" Type="http://schemas.openxmlformats.org/officeDocument/2006/relationships/customXml" Target="../ink/ink967.xml"/><Relationship Id="rId441" Type="http://schemas.openxmlformats.org/officeDocument/2006/relationships/customXml" Target="../ink/ink1053.xml"/><Relationship Id="rId483" Type="http://schemas.openxmlformats.org/officeDocument/2006/relationships/image" Target="../media/image1021.png"/><Relationship Id="rId539" Type="http://schemas.openxmlformats.org/officeDocument/2006/relationships/image" Target="../media/image1049.png"/><Relationship Id="rId40" Type="http://schemas.openxmlformats.org/officeDocument/2006/relationships/image" Target="../media/image807.png"/><Relationship Id="rId136" Type="http://schemas.openxmlformats.org/officeDocument/2006/relationships/image" Target="../media/image855.png"/><Relationship Id="rId178" Type="http://schemas.openxmlformats.org/officeDocument/2006/relationships/image" Target="../media/image876.png"/><Relationship Id="rId301" Type="http://schemas.openxmlformats.org/officeDocument/2006/relationships/customXml" Target="../ink/ink980.xml"/><Relationship Id="rId343" Type="http://schemas.openxmlformats.org/officeDocument/2006/relationships/customXml" Target="../ink/ink1002.xml"/><Relationship Id="rId550" Type="http://schemas.openxmlformats.org/officeDocument/2006/relationships/customXml" Target="../ink/ink1108.xml"/><Relationship Id="rId82" Type="http://schemas.openxmlformats.org/officeDocument/2006/relationships/image" Target="../media/image828.png"/><Relationship Id="rId203" Type="http://schemas.openxmlformats.org/officeDocument/2006/relationships/customXml" Target="../ink/ink931.xml"/><Relationship Id="rId385" Type="http://schemas.openxmlformats.org/officeDocument/2006/relationships/image" Target="../media/image976.png"/><Relationship Id="rId592" Type="http://schemas.openxmlformats.org/officeDocument/2006/relationships/customXml" Target="../ink/ink1129.xml"/><Relationship Id="rId606" Type="http://schemas.openxmlformats.org/officeDocument/2006/relationships/customXml" Target="../ink/ink1136.xml"/><Relationship Id="rId648" Type="http://schemas.openxmlformats.org/officeDocument/2006/relationships/customXml" Target="../ink/ink1157.xml"/><Relationship Id="rId245" Type="http://schemas.openxmlformats.org/officeDocument/2006/relationships/image" Target="../media/image160.png"/><Relationship Id="rId287" Type="http://schemas.openxmlformats.org/officeDocument/2006/relationships/customXml" Target="../ink/ink973.xml"/><Relationship Id="rId410" Type="http://schemas.openxmlformats.org/officeDocument/2006/relationships/customXml" Target="../ink/ink1036.xml"/><Relationship Id="rId452" Type="http://schemas.openxmlformats.org/officeDocument/2006/relationships/image" Target="../media/image1006.png"/><Relationship Id="rId494" Type="http://schemas.openxmlformats.org/officeDocument/2006/relationships/customXml" Target="../ink/ink1080.xml"/><Relationship Id="rId508" Type="http://schemas.openxmlformats.org/officeDocument/2006/relationships/customXml" Target="../ink/ink1087.xml"/><Relationship Id="rId105" Type="http://schemas.openxmlformats.org/officeDocument/2006/relationships/customXml" Target="../ink/ink882.xml"/><Relationship Id="rId147" Type="http://schemas.openxmlformats.org/officeDocument/2006/relationships/customXml" Target="../ink/ink903.xml"/><Relationship Id="rId312" Type="http://schemas.openxmlformats.org/officeDocument/2006/relationships/image" Target="../media/image941.png"/><Relationship Id="rId354" Type="http://schemas.openxmlformats.org/officeDocument/2006/relationships/customXml" Target="../ink/ink1008.xml"/><Relationship Id="rId51" Type="http://schemas.openxmlformats.org/officeDocument/2006/relationships/customXml" Target="../ink/ink855.xml"/><Relationship Id="rId93" Type="http://schemas.openxmlformats.org/officeDocument/2006/relationships/customXml" Target="../ink/ink876.xml"/><Relationship Id="rId189" Type="http://schemas.openxmlformats.org/officeDocument/2006/relationships/customXml" Target="../ink/ink924.xml"/><Relationship Id="rId396" Type="http://schemas.openxmlformats.org/officeDocument/2006/relationships/customXml" Target="../ink/ink1029.xml"/><Relationship Id="rId561" Type="http://schemas.openxmlformats.org/officeDocument/2006/relationships/image" Target="../media/image1060.png"/><Relationship Id="rId617" Type="http://schemas.openxmlformats.org/officeDocument/2006/relationships/image" Target="../media/image1088.png"/><Relationship Id="rId214" Type="http://schemas.openxmlformats.org/officeDocument/2006/relationships/image" Target="../media/image894.png"/><Relationship Id="rId256" Type="http://schemas.openxmlformats.org/officeDocument/2006/relationships/customXml" Target="../ink/ink957.xml"/><Relationship Id="rId298" Type="http://schemas.openxmlformats.org/officeDocument/2006/relationships/image" Target="../media/image934.png"/><Relationship Id="rId421" Type="http://schemas.openxmlformats.org/officeDocument/2006/relationships/customXml" Target="../ink/ink1042.xml"/><Relationship Id="rId463" Type="http://schemas.openxmlformats.org/officeDocument/2006/relationships/image" Target="../media/image1011.png"/><Relationship Id="rId519" Type="http://schemas.openxmlformats.org/officeDocument/2006/relationships/image" Target="../media/image1039.png"/><Relationship Id="rId116" Type="http://schemas.openxmlformats.org/officeDocument/2006/relationships/image" Target="../media/image845.png"/><Relationship Id="rId158" Type="http://schemas.openxmlformats.org/officeDocument/2006/relationships/image" Target="../media/image866.png"/><Relationship Id="rId323" Type="http://schemas.openxmlformats.org/officeDocument/2006/relationships/customXml" Target="../ink/ink991.xml"/><Relationship Id="rId530" Type="http://schemas.openxmlformats.org/officeDocument/2006/relationships/customXml" Target="../ink/ink1098.xml"/><Relationship Id="rId20" Type="http://schemas.openxmlformats.org/officeDocument/2006/relationships/image" Target="../media/image797.png"/><Relationship Id="rId62" Type="http://schemas.openxmlformats.org/officeDocument/2006/relationships/image" Target="../media/image818.png"/><Relationship Id="rId365" Type="http://schemas.openxmlformats.org/officeDocument/2006/relationships/image" Target="../media/image966.png"/><Relationship Id="rId572" Type="http://schemas.openxmlformats.org/officeDocument/2006/relationships/customXml" Target="../ink/ink1119.xml"/><Relationship Id="rId628" Type="http://schemas.openxmlformats.org/officeDocument/2006/relationships/customXml" Target="../ink/ink1147.xml"/><Relationship Id="rId225" Type="http://schemas.openxmlformats.org/officeDocument/2006/relationships/customXml" Target="../ink/ink942.xml"/><Relationship Id="rId267" Type="http://schemas.openxmlformats.org/officeDocument/2006/relationships/image" Target="../media/image919.png"/><Relationship Id="rId432" Type="http://schemas.openxmlformats.org/officeDocument/2006/relationships/image" Target="../media/image997.png"/><Relationship Id="rId474" Type="http://schemas.openxmlformats.org/officeDocument/2006/relationships/customXml" Target="../ink/ink1070.xml"/><Relationship Id="rId127" Type="http://schemas.openxmlformats.org/officeDocument/2006/relationships/customXml" Target="../ink/ink893.xml"/><Relationship Id="rId31" Type="http://schemas.openxmlformats.org/officeDocument/2006/relationships/customXml" Target="../ink/ink845.xml"/><Relationship Id="rId73" Type="http://schemas.openxmlformats.org/officeDocument/2006/relationships/customXml" Target="../ink/ink866.xml"/><Relationship Id="rId169" Type="http://schemas.openxmlformats.org/officeDocument/2006/relationships/customXml" Target="../ink/ink914.xml"/><Relationship Id="rId334" Type="http://schemas.openxmlformats.org/officeDocument/2006/relationships/customXml" Target="../ink/ink997.xml"/><Relationship Id="rId376" Type="http://schemas.openxmlformats.org/officeDocument/2006/relationships/customXml" Target="../ink/ink1019.xml"/><Relationship Id="rId541" Type="http://schemas.openxmlformats.org/officeDocument/2006/relationships/image" Target="../media/image1050.png"/><Relationship Id="rId583" Type="http://schemas.openxmlformats.org/officeDocument/2006/relationships/image" Target="../media/image1071.png"/><Relationship Id="rId639" Type="http://schemas.openxmlformats.org/officeDocument/2006/relationships/image" Target="../media/image1099.png"/><Relationship Id="rId4" Type="http://schemas.openxmlformats.org/officeDocument/2006/relationships/image" Target="../media/image789.png"/><Relationship Id="rId180" Type="http://schemas.openxmlformats.org/officeDocument/2006/relationships/image" Target="../media/image877.png"/><Relationship Id="rId236" Type="http://schemas.openxmlformats.org/officeDocument/2006/relationships/image" Target="../media/image905.png"/><Relationship Id="rId278" Type="http://schemas.openxmlformats.org/officeDocument/2006/relationships/customXml" Target="../ink/ink968.xml"/><Relationship Id="rId401" Type="http://schemas.openxmlformats.org/officeDocument/2006/relationships/image" Target="../media/image983.png"/><Relationship Id="rId443" Type="http://schemas.openxmlformats.org/officeDocument/2006/relationships/customXml" Target="../ink/ink1054.xml"/><Relationship Id="rId303" Type="http://schemas.openxmlformats.org/officeDocument/2006/relationships/customXml" Target="../ink/ink981.xml"/><Relationship Id="rId485" Type="http://schemas.openxmlformats.org/officeDocument/2006/relationships/image" Target="../media/image1022.png"/><Relationship Id="rId42" Type="http://schemas.openxmlformats.org/officeDocument/2006/relationships/image" Target="../media/image808.png"/><Relationship Id="rId84" Type="http://schemas.openxmlformats.org/officeDocument/2006/relationships/image" Target="../media/image829.png"/><Relationship Id="rId138" Type="http://schemas.openxmlformats.org/officeDocument/2006/relationships/image" Target="../media/image856.png"/><Relationship Id="rId345" Type="http://schemas.openxmlformats.org/officeDocument/2006/relationships/image" Target="../media/image956.png"/><Relationship Id="rId387" Type="http://schemas.openxmlformats.org/officeDocument/2006/relationships/image" Target="../media/image977.png"/><Relationship Id="rId510" Type="http://schemas.openxmlformats.org/officeDocument/2006/relationships/customXml" Target="../ink/ink1088.xml"/><Relationship Id="rId552" Type="http://schemas.openxmlformats.org/officeDocument/2006/relationships/customXml" Target="../ink/ink1109.xml"/><Relationship Id="rId594" Type="http://schemas.openxmlformats.org/officeDocument/2006/relationships/customXml" Target="../ink/ink1130.xml"/><Relationship Id="rId608" Type="http://schemas.openxmlformats.org/officeDocument/2006/relationships/customXml" Target="../ink/ink1137.xml"/><Relationship Id="rId191" Type="http://schemas.openxmlformats.org/officeDocument/2006/relationships/customXml" Target="../ink/ink925.xml"/><Relationship Id="rId205" Type="http://schemas.openxmlformats.org/officeDocument/2006/relationships/customXml" Target="../ink/ink932.xml"/><Relationship Id="rId247" Type="http://schemas.openxmlformats.org/officeDocument/2006/relationships/image" Target="../media/image910.png"/><Relationship Id="rId412" Type="http://schemas.openxmlformats.org/officeDocument/2006/relationships/image" Target="../media/image987.png"/><Relationship Id="rId107" Type="http://schemas.openxmlformats.org/officeDocument/2006/relationships/customXml" Target="../ink/ink883.xml"/><Relationship Id="rId289" Type="http://schemas.openxmlformats.org/officeDocument/2006/relationships/customXml" Target="../ink/ink974.xml"/><Relationship Id="rId454" Type="http://schemas.openxmlformats.org/officeDocument/2006/relationships/customXml" Target="../ink/ink1060.xml"/><Relationship Id="rId496" Type="http://schemas.openxmlformats.org/officeDocument/2006/relationships/customXml" Target="../ink/ink1081.xml"/><Relationship Id="rId11" Type="http://schemas.openxmlformats.org/officeDocument/2006/relationships/customXml" Target="../ink/ink835.xml"/><Relationship Id="rId53" Type="http://schemas.openxmlformats.org/officeDocument/2006/relationships/customXml" Target="../ink/ink856.xml"/><Relationship Id="rId149" Type="http://schemas.openxmlformats.org/officeDocument/2006/relationships/customXml" Target="../ink/ink904.xml"/><Relationship Id="rId314" Type="http://schemas.openxmlformats.org/officeDocument/2006/relationships/image" Target="../media/image942.png"/><Relationship Id="rId356" Type="http://schemas.openxmlformats.org/officeDocument/2006/relationships/customXml" Target="../ink/ink1009.xml"/><Relationship Id="rId398" Type="http://schemas.openxmlformats.org/officeDocument/2006/relationships/customXml" Target="../ink/ink1030.xml"/><Relationship Id="rId521" Type="http://schemas.openxmlformats.org/officeDocument/2006/relationships/image" Target="../media/image1040.png"/><Relationship Id="rId563" Type="http://schemas.openxmlformats.org/officeDocument/2006/relationships/image" Target="../media/image1061.png"/><Relationship Id="rId619" Type="http://schemas.openxmlformats.org/officeDocument/2006/relationships/image" Target="../media/image1089.png"/><Relationship Id="rId95" Type="http://schemas.openxmlformats.org/officeDocument/2006/relationships/customXml" Target="../ink/ink877.xml"/><Relationship Id="rId160" Type="http://schemas.openxmlformats.org/officeDocument/2006/relationships/image" Target="../media/image867.png"/><Relationship Id="rId216" Type="http://schemas.openxmlformats.org/officeDocument/2006/relationships/image" Target="../media/image895.png"/><Relationship Id="rId423" Type="http://schemas.openxmlformats.org/officeDocument/2006/relationships/customXml" Target="../ink/ink1043.xml"/><Relationship Id="rId258" Type="http://schemas.openxmlformats.org/officeDocument/2006/relationships/customXml" Target="../ink/ink958.xml"/><Relationship Id="rId465" Type="http://schemas.openxmlformats.org/officeDocument/2006/relationships/image" Target="../media/image1012.png"/><Relationship Id="rId630" Type="http://schemas.openxmlformats.org/officeDocument/2006/relationships/customXml" Target="../ink/ink1148.xml"/><Relationship Id="rId22" Type="http://schemas.openxmlformats.org/officeDocument/2006/relationships/image" Target="../media/image798.png"/><Relationship Id="rId64" Type="http://schemas.openxmlformats.org/officeDocument/2006/relationships/image" Target="../media/image819.png"/><Relationship Id="rId118" Type="http://schemas.openxmlformats.org/officeDocument/2006/relationships/image" Target="../media/image846.png"/><Relationship Id="rId325" Type="http://schemas.openxmlformats.org/officeDocument/2006/relationships/customXml" Target="../ink/ink992.xml"/><Relationship Id="rId367" Type="http://schemas.openxmlformats.org/officeDocument/2006/relationships/image" Target="../media/image967.png"/><Relationship Id="rId532" Type="http://schemas.openxmlformats.org/officeDocument/2006/relationships/customXml" Target="../ink/ink1099.xml"/><Relationship Id="rId574" Type="http://schemas.openxmlformats.org/officeDocument/2006/relationships/customXml" Target="../ink/ink1120.xml"/><Relationship Id="rId171" Type="http://schemas.openxmlformats.org/officeDocument/2006/relationships/customXml" Target="../ink/ink915.xml"/><Relationship Id="rId227" Type="http://schemas.openxmlformats.org/officeDocument/2006/relationships/customXml" Target="../ink/ink943.xml"/><Relationship Id="rId269" Type="http://schemas.openxmlformats.org/officeDocument/2006/relationships/image" Target="../media/image920.png"/><Relationship Id="rId434" Type="http://schemas.openxmlformats.org/officeDocument/2006/relationships/image" Target="../media/image998.png"/><Relationship Id="rId476" Type="http://schemas.openxmlformats.org/officeDocument/2006/relationships/customXml" Target="../ink/ink1071.xml"/><Relationship Id="rId641" Type="http://schemas.openxmlformats.org/officeDocument/2006/relationships/image" Target="../media/image1100.png"/><Relationship Id="rId33" Type="http://schemas.openxmlformats.org/officeDocument/2006/relationships/customXml" Target="../ink/ink846.xml"/><Relationship Id="rId129" Type="http://schemas.openxmlformats.org/officeDocument/2006/relationships/customXml" Target="../ink/ink894.xml"/><Relationship Id="rId280" Type="http://schemas.openxmlformats.org/officeDocument/2006/relationships/image" Target="../media/image925.png"/><Relationship Id="rId336" Type="http://schemas.openxmlformats.org/officeDocument/2006/relationships/customXml" Target="../ink/ink998.xml"/><Relationship Id="rId501" Type="http://schemas.openxmlformats.org/officeDocument/2006/relationships/image" Target="../media/image1030.png"/><Relationship Id="rId543" Type="http://schemas.openxmlformats.org/officeDocument/2006/relationships/image" Target="../media/image1051.png"/><Relationship Id="rId75" Type="http://schemas.openxmlformats.org/officeDocument/2006/relationships/customXml" Target="../ink/ink867.xml"/><Relationship Id="rId140" Type="http://schemas.openxmlformats.org/officeDocument/2006/relationships/image" Target="../media/image857.png"/><Relationship Id="rId182" Type="http://schemas.openxmlformats.org/officeDocument/2006/relationships/image" Target="../media/image878.png"/><Relationship Id="rId378" Type="http://schemas.openxmlformats.org/officeDocument/2006/relationships/customXml" Target="../ink/ink1020.xml"/><Relationship Id="rId403" Type="http://schemas.openxmlformats.org/officeDocument/2006/relationships/image" Target="../media/image384.png"/><Relationship Id="rId585" Type="http://schemas.openxmlformats.org/officeDocument/2006/relationships/image" Target="../media/image1072.png"/><Relationship Id="rId6" Type="http://schemas.openxmlformats.org/officeDocument/2006/relationships/image" Target="../media/image790.png"/><Relationship Id="rId238" Type="http://schemas.openxmlformats.org/officeDocument/2006/relationships/image" Target="../media/image906.png"/><Relationship Id="rId445" Type="http://schemas.openxmlformats.org/officeDocument/2006/relationships/customXml" Target="../ink/ink1055.xml"/><Relationship Id="rId487" Type="http://schemas.openxmlformats.org/officeDocument/2006/relationships/image" Target="../media/image1023.png"/><Relationship Id="rId610" Type="http://schemas.openxmlformats.org/officeDocument/2006/relationships/customXml" Target="../ink/ink1138.xml"/><Relationship Id="rId291" Type="http://schemas.openxmlformats.org/officeDocument/2006/relationships/customXml" Target="../ink/ink975.xml"/><Relationship Id="rId305" Type="http://schemas.openxmlformats.org/officeDocument/2006/relationships/customXml" Target="../ink/ink982.xml"/><Relationship Id="rId347" Type="http://schemas.openxmlformats.org/officeDocument/2006/relationships/image" Target="../media/image957.png"/><Relationship Id="rId512" Type="http://schemas.openxmlformats.org/officeDocument/2006/relationships/customXml" Target="../ink/ink1089.xml"/><Relationship Id="rId44" Type="http://schemas.openxmlformats.org/officeDocument/2006/relationships/image" Target="../media/image809.png"/><Relationship Id="rId86" Type="http://schemas.openxmlformats.org/officeDocument/2006/relationships/image" Target="../media/image830.png"/><Relationship Id="rId151" Type="http://schemas.openxmlformats.org/officeDocument/2006/relationships/customXml" Target="../ink/ink905.xml"/><Relationship Id="rId389" Type="http://schemas.openxmlformats.org/officeDocument/2006/relationships/image" Target="../media/image978.png"/><Relationship Id="rId554" Type="http://schemas.openxmlformats.org/officeDocument/2006/relationships/customXml" Target="../ink/ink1110.xml"/><Relationship Id="rId596" Type="http://schemas.openxmlformats.org/officeDocument/2006/relationships/customXml" Target="../ink/ink1131.xml"/><Relationship Id="rId193" Type="http://schemas.openxmlformats.org/officeDocument/2006/relationships/customXml" Target="../ink/ink926.xml"/><Relationship Id="rId207" Type="http://schemas.openxmlformats.org/officeDocument/2006/relationships/customXml" Target="../ink/ink933.xml"/><Relationship Id="rId249" Type="http://schemas.openxmlformats.org/officeDocument/2006/relationships/image" Target="../media/image80.png"/><Relationship Id="rId414" Type="http://schemas.openxmlformats.org/officeDocument/2006/relationships/image" Target="../media/image988.png"/><Relationship Id="rId456" Type="http://schemas.openxmlformats.org/officeDocument/2006/relationships/customXml" Target="../ink/ink1061.xml"/><Relationship Id="rId498" Type="http://schemas.openxmlformats.org/officeDocument/2006/relationships/customXml" Target="../ink/ink1082.xml"/><Relationship Id="rId621" Type="http://schemas.openxmlformats.org/officeDocument/2006/relationships/image" Target="../media/image1090.png"/><Relationship Id="rId13" Type="http://schemas.openxmlformats.org/officeDocument/2006/relationships/customXml" Target="../ink/ink836.xml"/><Relationship Id="rId109" Type="http://schemas.openxmlformats.org/officeDocument/2006/relationships/customXml" Target="../ink/ink884.xml"/><Relationship Id="rId260" Type="http://schemas.openxmlformats.org/officeDocument/2006/relationships/customXml" Target="../ink/ink959.xml"/><Relationship Id="rId316" Type="http://schemas.openxmlformats.org/officeDocument/2006/relationships/image" Target="../media/image943.png"/><Relationship Id="rId523" Type="http://schemas.openxmlformats.org/officeDocument/2006/relationships/image" Target="../media/image1041.png"/><Relationship Id="rId55" Type="http://schemas.openxmlformats.org/officeDocument/2006/relationships/customXml" Target="../ink/ink857.xml"/><Relationship Id="rId97" Type="http://schemas.openxmlformats.org/officeDocument/2006/relationships/customXml" Target="../ink/ink878.xml"/><Relationship Id="rId120" Type="http://schemas.openxmlformats.org/officeDocument/2006/relationships/image" Target="../media/image847.png"/><Relationship Id="rId358" Type="http://schemas.openxmlformats.org/officeDocument/2006/relationships/customXml" Target="../ink/ink1010.xml"/><Relationship Id="rId565" Type="http://schemas.openxmlformats.org/officeDocument/2006/relationships/image" Target="../media/image1062.png"/><Relationship Id="rId162" Type="http://schemas.openxmlformats.org/officeDocument/2006/relationships/image" Target="../media/image868.png"/><Relationship Id="rId218" Type="http://schemas.openxmlformats.org/officeDocument/2006/relationships/image" Target="../media/image896.png"/><Relationship Id="rId425" Type="http://schemas.openxmlformats.org/officeDocument/2006/relationships/customXml" Target="../ink/ink1044.xml"/><Relationship Id="rId467" Type="http://schemas.openxmlformats.org/officeDocument/2006/relationships/image" Target="../media/image1013.png"/><Relationship Id="rId632" Type="http://schemas.openxmlformats.org/officeDocument/2006/relationships/customXml" Target="../ink/ink1149.xml"/><Relationship Id="rId271" Type="http://schemas.openxmlformats.org/officeDocument/2006/relationships/image" Target="../media/image921.png"/><Relationship Id="rId24" Type="http://schemas.openxmlformats.org/officeDocument/2006/relationships/image" Target="../media/image799.png"/><Relationship Id="rId66" Type="http://schemas.openxmlformats.org/officeDocument/2006/relationships/image" Target="../media/image820.png"/><Relationship Id="rId131" Type="http://schemas.openxmlformats.org/officeDocument/2006/relationships/customXml" Target="../ink/ink895.xml"/><Relationship Id="rId327" Type="http://schemas.openxmlformats.org/officeDocument/2006/relationships/image" Target="../media/image948.png"/><Relationship Id="rId369" Type="http://schemas.openxmlformats.org/officeDocument/2006/relationships/image" Target="../media/image968.png"/><Relationship Id="rId534" Type="http://schemas.openxmlformats.org/officeDocument/2006/relationships/customXml" Target="../ink/ink1100.xml"/><Relationship Id="rId576" Type="http://schemas.openxmlformats.org/officeDocument/2006/relationships/customXml" Target="../ink/ink1121.xml"/><Relationship Id="rId173" Type="http://schemas.openxmlformats.org/officeDocument/2006/relationships/customXml" Target="../ink/ink916.xml"/><Relationship Id="rId229" Type="http://schemas.openxmlformats.org/officeDocument/2006/relationships/customXml" Target="../ink/ink944.xml"/><Relationship Id="rId380" Type="http://schemas.openxmlformats.org/officeDocument/2006/relationships/customXml" Target="../ink/ink1021.xml"/><Relationship Id="rId436" Type="http://schemas.openxmlformats.org/officeDocument/2006/relationships/image" Target="../media/image999.png"/><Relationship Id="rId601" Type="http://schemas.openxmlformats.org/officeDocument/2006/relationships/image" Target="../media/image1080.png"/><Relationship Id="rId643" Type="http://schemas.openxmlformats.org/officeDocument/2006/relationships/image" Target="../media/image1101.png"/><Relationship Id="rId240" Type="http://schemas.openxmlformats.org/officeDocument/2006/relationships/image" Target="../media/image907.png"/><Relationship Id="rId478" Type="http://schemas.openxmlformats.org/officeDocument/2006/relationships/customXml" Target="../ink/ink1072.xml"/><Relationship Id="rId35" Type="http://schemas.openxmlformats.org/officeDocument/2006/relationships/customXml" Target="../ink/ink847.xml"/><Relationship Id="rId77" Type="http://schemas.openxmlformats.org/officeDocument/2006/relationships/customXml" Target="../ink/ink868.xml"/><Relationship Id="rId100" Type="http://schemas.openxmlformats.org/officeDocument/2006/relationships/image" Target="../media/image837.png"/><Relationship Id="rId282" Type="http://schemas.openxmlformats.org/officeDocument/2006/relationships/image" Target="../media/image926.png"/><Relationship Id="rId338" Type="http://schemas.openxmlformats.org/officeDocument/2006/relationships/customXml" Target="../ink/ink999.xml"/><Relationship Id="rId503" Type="http://schemas.openxmlformats.org/officeDocument/2006/relationships/image" Target="../media/image1031.png"/><Relationship Id="rId545" Type="http://schemas.openxmlformats.org/officeDocument/2006/relationships/image" Target="../media/image1052.png"/><Relationship Id="rId587" Type="http://schemas.openxmlformats.org/officeDocument/2006/relationships/image" Target="../media/image1073.png"/><Relationship Id="rId8" Type="http://schemas.openxmlformats.org/officeDocument/2006/relationships/image" Target="../media/image791.png"/><Relationship Id="rId142" Type="http://schemas.openxmlformats.org/officeDocument/2006/relationships/image" Target="../media/image858.png"/><Relationship Id="rId184" Type="http://schemas.openxmlformats.org/officeDocument/2006/relationships/image" Target="../media/image879.png"/><Relationship Id="rId391" Type="http://schemas.openxmlformats.org/officeDocument/2006/relationships/image" Target="../media/image979.png"/><Relationship Id="rId405" Type="http://schemas.openxmlformats.org/officeDocument/2006/relationships/image" Target="../media/image984.png"/><Relationship Id="rId447" Type="http://schemas.openxmlformats.org/officeDocument/2006/relationships/customXml" Target="../ink/ink1056.xml"/><Relationship Id="rId612" Type="http://schemas.openxmlformats.org/officeDocument/2006/relationships/customXml" Target="../ink/ink1139.xml"/><Relationship Id="rId251" Type="http://schemas.openxmlformats.org/officeDocument/2006/relationships/image" Target="../media/image911.png"/><Relationship Id="rId489" Type="http://schemas.openxmlformats.org/officeDocument/2006/relationships/image" Target="../media/image1024.png"/><Relationship Id="rId46" Type="http://schemas.openxmlformats.org/officeDocument/2006/relationships/image" Target="../media/image810.png"/><Relationship Id="rId293" Type="http://schemas.openxmlformats.org/officeDocument/2006/relationships/customXml" Target="../ink/ink976.xml"/><Relationship Id="rId307" Type="http://schemas.openxmlformats.org/officeDocument/2006/relationships/customXml" Target="../ink/ink983.xml"/><Relationship Id="rId349" Type="http://schemas.openxmlformats.org/officeDocument/2006/relationships/image" Target="../media/image958.png"/><Relationship Id="rId514" Type="http://schemas.openxmlformats.org/officeDocument/2006/relationships/customXml" Target="../ink/ink1090.xml"/><Relationship Id="rId556" Type="http://schemas.openxmlformats.org/officeDocument/2006/relationships/customXml" Target="../ink/ink1111.xml"/><Relationship Id="rId88" Type="http://schemas.openxmlformats.org/officeDocument/2006/relationships/image" Target="../media/image831.png"/><Relationship Id="rId111" Type="http://schemas.openxmlformats.org/officeDocument/2006/relationships/customXml" Target="../ink/ink885.xml"/><Relationship Id="rId153" Type="http://schemas.openxmlformats.org/officeDocument/2006/relationships/customXml" Target="../ink/ink906.xml"/><Relationship Id="rId195" Type="http://schemas.openxmlformats.org/officeDocument/2006/relationships/customXml" Target="../ink/ink927.xml"/><Relationship Id="rId209" Type="http://schemas.openxmlformats.org/officeDocument/2006/relationships/customXml" Target="../ink/ink934.xml"/><Relationship Id="rId360" Type="http://schemas.openxmlformats.org/officeDocument/2006/relationships/customXml" Target="../ink/ink1011.xml"/><Relationship Id="rId416" Type="http://schemas.openxmlformats.org/officeDocument/2006/relationships/image" Target="../media/image989.png"/><Relationship Id="rId598" Type="http://schemas.openxmlformats.org/officeDocument/2006/relationships/customXml" Target="../ink/ink1132.xml"/><Relationship Id="rId220" Type="http://schemas.openxmlformats.org/officeDocument/2006/relationships/image" Target="../media/image897.png"/><Relationship Id="rId458" Type="http://schemas.openxmlformats.org/officeDocument/2006/relationships/customXml" Target="../ink/ink1062.xml"/><Relationship Id="rId623" Type="http://schemas.openxmlformats.org/officeDocument/2006/relationships/image" Target="../media/image1091.png"/><Relationship Id="rId15" Type="http://schemas.openxmlformats.org/officeDocument/2006/relationships/customXml" Target="../ink/ink837.xml"/><Relationship Id="rId57" Type="http://schemas.openxmlformats.org/officeDocument/2006/relationships/customXml" Target="../ink/ink858.xml"/><Relationship Id="rId262" Type="http://schemas.openxmlformats.org/officeDocument/2006/relationships/customXml" Target="../ink/ink960.xml"/><Relationship Id="rId318" Type="http://schemas.openxmlformats.org/officeDocument/2006/relationships/image" Target="../media/image944.png"/><Relationship Id="rId525" Type="http://schemas.openxmlformats.org/officeDocument/2006/relationships/image" Target="../media/image1042.png"/><Relationship Id="rId567" Type="http://schemas.openxmlformats.org/officeDocument/2006/relationships/image" Target="../media/image1063.png"/><Relationship Id="rId99" Type="http://schemas.openxmlformats.org/officeDocument/2006/relationships/customXml" Target="../ink/ink879.xml"/><Relationship Id="rId122" Type="http://schemas.openxmlformats.org/officeDocument/2006/relationships/image" Target="../media/image848.png"/><Relationship Id="rId164" Type="http://schemas.openxmlformats.org/officeDocument/2006/relationships/image" Target="../media/image869.png"/><Relationship Id="rId371" Type="http://schemas.openxmlformats.org/officeDocument/2006/relationships/image" Target="../media/image969.png"/><Relationship Id="rId427" Type="http://schemas.openxmlformats.org/officeDocument/2006/relationships/customXml" Target="../ink/ink1045.xml"/><Relationship Id="rId469" Type="http://schemas.openxmlformats.org/officeDocument/2006/relationships/image" Target="../media/image1014.png"/><Relationship Id="rId634" Type="http://schemas.openxmlformats.org/officeDocument/2006/relationships/customXml" Target="../ink/ink1150.xml"/><Relationship Id="rId26" Type="http://schemas.openxmlformats.org/officeDocument/2006/relationships/image" Target="../media/image800.png"/><Relationship Id="rId231" Type="http://schemas.openxmlformats.org/officeDocument/2006/relationships/customXml" Target="../ink/ink945.xml"/><Relationship Id="rId273" Type="http://schemas.openxmlformats.org/officeDocument/2006/relationships/image" Target="../media/image922.png"/><Relationship Id="rId329" Type="http://schemas.openxmlformats.org/officeDocument/2006/relationships/image" Target="../media/image949.png"/><Relationship Id="rId480" Type="http://schemas.openxmlformats.org/officeDocument/2006/relationships/customXml" Target="../ink/ink1073.xml"/><Relationship Id="rId536" Type="http://schemas.openxmlformats.org/officeDocument/2006/relationships/customXml" Target="../ink/ink1101.xml"/><Relationship Id="rId68" Type="http://schemas.openxmlformats.org/officeDocument/2006/relationships/image" Target="../media/image821.png"/><Relationship Id="rId133" Type="http://schemas.openxmlformats.org/officeDocument/2006/relationships/customXml" Target="../ink/ink896.xml"/><Relationship Id="rId175" Type="http://schemas.openxmlformats.org/officeDocument/2006/relationships/customXml" Target="../ink/ink917.xml"/><Relationship Id="rId340" Type="http://schemas.openxmlformats.org/officeDocument/2006/relationships/customXml" Target="../ink/ink1000.xml"/><Relationship Id="rId578" Type="http://schemas.openxmlformats.org/officeDocument/2006/relationships/customXml" Target="../ink/ink1122.xml"/><Relationship Id="rId200" Type="http://schemas.openxmlformats.org/officeDocument/2006/relationships/image" Target="../media/image887.png"/><Relationship Id="rId382" Type="http://schemas.openxmlformats.org/officeDocument/2006/relationships/customXml" Target="../ink/ink1022.xml"/><Relationship Id="rId438" Type="http://schemas.openxmlformats.org/officeDocument/2006/relationships/image" Target="../media/image1000.png"/><Relationship Id="rId603" Type="http://schemas.openxmlformats.org/officeDocument/2006/relationships/image" Target="../media/image1081.png"/><Relationship Id="rId645" Type="http://schemas.openxmlformats.org/officeDocument/2006/relationships/image" Target="../media/image1102.png"/><Relationship Id="rId242" Type="http://schemas.openxmlformats.org/officeDocument/2006/relationships/image" Target="../media/image908.png"/><Relationship Id="rId284" Type="http://schemas.openxmlformats.org/officeDocument/2006/relationships/image" Target="../media/image927.png"/><Relationship Id="rId491" Type="http://schemas.openxmlformats.org/officeDocument/2006/relationships/image" Target="../media/image1025.png"/><Relationship Id="rId505" Type="http://schemas.openxmlformats.org/officeDocument/2006/relationships/image" Target="../media/image1032.png"/><Relationship Id="rId37" Type="http://schemas.openxmlformats.org/officeDocument/2006/relationships/customXml" Target="../ink/ink848.xml"/><Relationship Id="rId79" Type="http://schemas.openxmlformats.org/officeDocument/2006/relationships/customXml" Target="../ink/ink869.xml"/><Relationship Id="rId102" Type="http://schemas.openxmlformats.org/officeDocument/2006/relationships/image" Target="../media/image838.png"/><Relationship Id="rId144" Type="http://schemas.openxmlformats.org/officeDocument/2006/relationships/image" Target="../media/image859.png"/><Relationship Id="rId547" Type="http://schemas.openxmlformats.org/officeDocument/2006/relationships/image" Target="../media/image1053.png"/><Relationship Id="rId589" Type="http://schemas.openxmlformats.org/officeDocument/2006/relationships/image" Target="../media/image1074.png"/><Relationship Id="rId90" Type="http://schemas.openxmlformats.org/officeDocument/2006/relationships/image" Target="../media/image832.png"/><Relationship Id="rId186" Type="http://schemas.openxmlformats.org/officeDocument/2006/relationships/image" Target="../media/image880.png"/><Relationship Id="rId351" Type="http://schemas.openxmlformats.org/officeDocument/2006/relationships/image" Target="../media/image959.png"/><Relationship Id="rId393" Type="http://schemas.openxmlformats.org/officeDocument/2006/relationships/image" Target="../media/image980.png"/><Relationship Id="rId407" Type="http://schemas.openxmlformats.org/officeDocument/2006/relationships/image" Target="../media/image985.png"/><Relationship Id="rId449" Type="http://schemas.openxmlformats.org/officeDocument/2006/relationships/customXml" Target="../ink/ink1057.xml"/><Relationship Id="rId614" Type="http://schemas.openxmlformats.org/officeDocument/2006/relationships/customXml" Target="../ink/ink1140.xml"/><Relationship Id="rId211" Type="http://schemas.openxmlformats.org/officeDocument/2006/relationships/customXml" Target="../ink/ink935.xml"/><Relationship Id="rId253" Type="http://schemas.openxmlformats.org/officeDocument/2006/relationships/image" Target="../media/image912.png"/><Relationship Id="rId295" Type="http://schemas.openxmlformats.org/officeDocument/2006/relationships/customXml" Target="../ink/ink977.xml"/><Relationship Id="rId309" Type="http://schemas.openxmlformats.org/officeDocument/2006/relationships/customXml" Target="../ink/ink984.xml"/><Relationship Id="rId460" Type="http://schemas.openxmlformats.org/officeDocument/2006/relationships/customXml" Target="../ink/ink1063.xml"/><Relationship Id="rId516" Type="http://schemas.openxmlformats.org/officeDocument/2006/relationships/customXml" Target="../ink/ink1091.xml"/><Relationship Id="rId48" Type="http://schemas.openxmlformats.org/officeDocument/2006/relationships/image" Target="../media/image811.png"/><Relationship Id="rId113" Type="http://schemas.openxmlformats.org/officeDocument/2006/relationships/customXml" Target="../ink/ink886.xml"/><Relationship Id="rId320" Type="http://schemas.openxmlformats.org/officeDocument/2006/relationships/image" Target="../media/image945.png"/><Relationship Id="rId558" Type="http://schemas.openxmlformats.org/officeDocument/2006/relationships/customXml" Target="../ink/ink1112.xml"/><Relationship Id="rId155" Type="http://schemas.openxmlformats.org/officeDocument/2006/relationships/customXml" Target="../ink/ink907.xml"/><Relationship Id="rId197" Type="http://schemas.openxmlformats.org/officeDocument/2006/relationships/customXml" Target="../ink/ink928.xml"/><Relationship Id="rId362" Type="http://schemas.openxmlformats.org/officeDocument/2006/relationships/customXml" Target="../ink/ink1012.xml"/><Relationship Id="rId418" Type="http://schemas.openxmlformats.org/officeDocument/2006/relationships/image" Target="../media/image990.png"/><Relationship Id="rId625" Type="http://schemas.openxmlformats.org/officeDocument/2006/relationships/image" Target="../media/image1092.png"/><Relationship Id="rId222" Type="http://schemas.openxmlformats.org/officeDocument/2006/relationships/image" Target="../media/image898.png"/><Relationship Id="rId264" Type="http://schemas.openxmlformats.org/officeDocument/2006/relationships/customXml" Target="../ink/ink961.xml"/><Relationship Id="rId471" Type="http://schemas.openxmlformats.org/officeDocument/2006/relationships/image" Target="../media/image1015.png"/><Relationship Id="rId17" Type="http://schemas.openxmlformats.org/officeDocument/2006/relationships/customXml" Target="../ink/ink838.xml"/><Relationship Id="rId59" Type="http://schemas.openxmlformats.org/officeDocument/2006/relationships/customXml" Target="../ink/ink859.xml"/><Relationship Id="rId124" Type="http://schemas.openxmlformats.org/officeDocument/2006/relationships/image" Target="../media/image849.png"/><Relationship Id="rId527" Type="http://schemas.openxmlformats.org/officeDocument/2006/relationships/image" Target="../media/image1043.png"/><Relationship Id="rId569" Type="http://schemas.openxmlformats.org/officeDocument/2006/relationships/image" Target="../media/image1064.png"/><Relationship Id="rId70" Type="http://schemas.openxmlformats.org/officeDocument/2006/relationships/image" Target="../media/image822.png"/><Relationship Id="rId166" Type="http://schemas.openxmlformats.org/officeDocument/2006/relationships/image" Target="../media/image870.png"/><Relationship Id="rId331" Type="http://schemas.openxmlformats.org/officeDocument/2006/relationships/image" Target="../media/image950.png"/><Relationship Id="rId373" Type="http://schemas.openxmlformats.org/officeDocument/2006/relationships/image" Target="../media/image970.png"/><Relationship Id="rId429" Type="http://schemas.openxmlformats.org/officeDocument/2006/relationships/customXml" Target="../ink/ink1046.xml"/><Relationship Id="rId580" Type="http://schemas.openxmlformats.org/officeDocument/2006/relationships/customXml" Target="../ink/ink1123.xml"/><Relationship Id="rId636" Type="http://schemas.openxmlformats.org/officeDocument/2006/relationships/customXml" Target="../ink/ink1151.xml"/><Relationship Id="rId1" Type="http://schemas.openxmlformats.org/officeDocument/2006/relationships/slideLayout" Target="../slideLayouts/slideLayout1.xml"/><Relationship Id="rId233" Type="http://schemas.openxmlformats.org/officeDocument/2006/relationships/customXml" Target="../ink/ink946.xml"/><Relationship Id="rId440" Type="http://schemas.openxmlformats.org/officeDocument/2006/relationships/customXml" Target="../ink/ink1052.xml"/><Relationship Id="rId28" Type="http://schemas.openxmlformats.org/officeDocument/2006/relationships/image" Target="../media/image801.png"/><Relationship Id="rId275" Type="http://schemas.openxmlformats.org/officeDocument/2006/relationships/image" Target="../media/image923.png"/><Relationship Id="rId300" Type="http://schemas.openxmlformats.org/officeDocument/2006/relationships/image" Target="../media/image935.png"/><Relationship Id="rId482" Type="http://schemas.openxmlformats.org/officeDocument/2006/relationships/customXml" Target="../ink/ink1074.xml"/><Relationship Id="rId538" Type="http://schemas.openxmlformats.org/officeDocument/2006/relationships/customXml" Target="../ink/ink1102.xml"/><Relationship Id="rId81" Type="http://schemas.openxmlformats.org/officeDocument/2006/relationships/customXml" Target="../ink/ink870.xml"/><Relationship Id="rId135" Type="http://schemas.openxmlformats.org/officeDocument/2006/relationships/customXml" Target="../ink/ink897.xml"/><Relationship Id="rId177" Type="http://schemas.openxmlformats.org/officeDocument/2006/relationships/customXml" Target="../ink/ink918.xml"/><Relationship Id="rId342" Type="http://schemas.openxmlformats.org/officeDocument/2006/relationships/customXml" Target="../ink/ink1001.xml"/><Relationship Id="rId384" Type="http://schemas.openxmlformats.org/officeDocument/2006/relationships/customXml" Target="../ink/ink1023.xml"/><Relationship Id="rId591" Type="http://schemas.openxmlformats.org/officeDocument/2006/relationships/image" Target="../media/image1075.png"/><Relationship Id="rId605" Type="http://schemas.openxmlformats.org/officeDocument/2006/relationships/image" Target="../media/image1082.png"/><Relationship Id="rId202" Type="http://schemas.openxmlformats.org/officeDocument/2006/relationships/image" Target="../media/image888.png"/><Relationship Id="rId244" Type="http://schemas.openxmlformats.org/officeDocument/2006/relationships/image" Target="../media/image909.png"/><Relationship Id="rId647" Type="http://schemas.openxmlformats.org/officeDocument/2006/relationships/image" Target="../media/image1103.png"/><Relationship Id="rId39" Type="http://schemas.openxmlformats.org/officeDocument/2006/relationships/customXml" Target="../ink/ink849.xml"/><Relationship Id="rId286" Type="http://schemas.openxmlformats.org/officeDocument/2006/relationships/image" Target="../media/image928.png"/><Relationship Id="rId451" Type="http://schemas.openxmlformats.org/officeDocument/2006/relationships/customXml" Target="../ink/ink1058.xml"/><Relationship Id="rId493" Type="http://schemas.openxmlformats.org/officeDocument/2006/relationships/image" Target="../media/image1026.png"/><Relationship Id="rId507" Type="http://schemas.openxmlformats.org/officeDocument/2006/relationships/image" Target="../media/image1033.png"/><Relationship Id="rId549" Type="http://schemas.openxmlformats.org/officeDocument/2006/relationships/image" Target="../media/image1054.png"/><Relationship Id="rId50" Type="http://schemas.openxmlformats.org/officeDocument/2006/relationships/image" Target="../media/image812.png"/><Relationship Id="rId104" Type="http://schemas.openxmlformats.org/officeDocument/2006/relationships/image" Target="../media/image839.png"/><Relationship Id="rId146" Type="http://schemas.openxmlformats.org/officeDocument/2006/relationships/image" Target="../media/image860.png"/><Relationship Id="rId188" Type="http://schemas.openxmlformats.org/officeDocument/2006/relationships/image" Target="../media/image881.png"/><Relationship Id="rId311" Type="http://schemas.openxmlformats.org/officeDocument/2006/relationships/customXml" Target="../ink/ink985.xml"/><Relationship Id="rId353" Type="http://schemas.openxmlformats.org/officeDocument/2006/relationships/image" Target="../media/image960.png"/><Relationship Id="rId395" Type="http://schemas.openxmlformats.org/officeDocument/2006/relationships/image" Target="../media/image622.png"/><Relationship Id="rId409" Type="http://schemas.openxmlformats.org/officeDocument/2006/relationships/image" Target="../media/image986.png"/><Relationship Id="rId560" Type="http://schemas.openxmlformats.org/officeDocument/2006/relationships/customXml" Target="../ink/ink1113.xml"/><Relationship Id="rId92" Type="http://schemas.openxmlformats.org/officeDocument/2006/relationships/image" Target="../media/image833.png"/><Relationship Id="rId213" Type="http://schemas.openxmlformats.org/officeDocument/2006/relationships/customXml" Target="../ink/ink936.xml"/><Relationship Id="rId420" Type="http://schemas.openxmlformats.org/officeDocument/2006/relationships/image" Target="../media/image991.png"/><Relationship Id="rId616" Type="http://schemas.openxmlformats.org/officeDocument/2006/relationships/customXml" Target="../ink/ink1141.xml"/><Relationship Id="rId255" Type="http://schemas.openxmlformats.org/officeDocument/2006/relationships/image" Target="../media/image913.png"/><Relationship Id="rId297" Type="http://schemas.openxmlformats.org/officeDocument/2006/relationships/customXml" Target="../ink/ink978.xml"/><Relationship Id="rId462" Type="http://schemas.openxmlformats.org/officeDocument/2006/relationships/customXml" Target="../ink/ink1064.xml"/><Relationship Id="rId518" Type="http://schemas.openxmlformats.org/officeDocument/2006/relationships/customXml" Target="../ink/ink1092.xml"/><Relationship Id="rId115" Type="http://schemas.openxmlformats.org/officeDocument/2006/relationships/customXml" Target="../ink/ink887.xml"/><Relationship Id="rId157" Type="http://schemas.openxmlformats.org/officeDocument/2006/relationships/customXml" Target="../ink/ink908.xml"/><Relationship Id="rId322" Type="http://schemas.openxmlformats.org/officeDocument/2006/relationships/image" Target="../media/image946.png"/><Relationship Id="rId364" Type="http://schemas.openxmlformats.org/officeDocument/2006/relationships/customXml" Target="../ink/ink1013.xml"/><Relationship Id="rId61" Type="http://schemas.openxmlformats.org/officeDocument/2006/relationships/customXml" Target="../ink/ink860.xml"/><Relationship Id="rId199" Type="http://schemas.openxmlformats.org/officeDocument/2006/relationships/customXml" Target="../ink/ink929.xml"/><Relationship Id="rId571" Type="http://schemas.openxmlformats.org/officeDocument/2006/relationships/image" Target="../media/image1065.png"/><Relationship Id="rId627" Type="http://schemas.openxmlformats.org/officeDocument/2006/relationships/image" Target="../media/image1093.png"/><Relationship Id="rId19" Type="http://schemas.openxmlformats.org/officeDocument/2006/relationships/customXml" Target="../ink/ink839.xml"/><Relationship Id="rId224" Type="http://schemas.openxmlformats.org/officeDocument/2006/relationships/image" Target="../media/image899.png"/><Relationship Id="rId266" Type="http://schemas.openxmlformats.org/officeDocument/2006/relationships/customXml" Target="../ink/ink962.xml"/><Relationship Id="rId431" Type="http://schemas.openxmlformats.org/officeDocument/2006/relationships/customXml" Target="../ink/ink1047.xml"/><Relationship Id="rId473" Type="http://schemas.openxmlformats.org/officeDocument/2006/relationships/image" Target="../media/image1016.png"/><Relationship Id="rId529" Type="http://schemas.openxmlformats.org/officeDocument/2006/relationships/image" Target="../media/image1044.png"/><Relationship Id="rId30" Type="http://schemas.openxmlformats.org/officeDocument/2006/relationships/image" Target="../media/image802.png"/><Relationship Id="rId126" Type="http://schemas.openxmlformats.org/officeDocument/2006/relationships/image" Target="../media/image850.png"/><Relationship Id="rId168" Type="http://schemas.openxmlformats.org/officeDocument/2006/relationships/image" Target="../media/image871.png"/><Relationship Id="rId333" Type="http://schemas.openxmlformats.org/officeDocument/2006/relationships/image" Target="../media/image951.png"/><Relationship Id="rId540" Type="http://schemas.openxmlformats.org/officeDocument/2006/relationships/customXml" Target="../ink/ink1103.xml"/><Relationship Id="rId72" Type="http://schemas.openxmlformats.org/officeDocument/2006/relationships/image" Target="../media/image823.png"/><Relationship Id="rId375" Type="http://schemas.openxmlformats.org/officeDocument/2006/relationships/image" Target="../media/image971.png"/><Relationship Id="rId582" Type="http://schemas.openxmlformats.org/officeDocument/2006/relationships/customXml" Target="../ink/ink1124.xml"/><Relationship Id="rId638" Type="http://schemas.openxmlformats.org/officeDocument/2006/relationships/customXml" Target="../ink/ink1152.xml"/><Relationship Id="rId3" Type="http://schemas.openxmlformats.org/officeDocument/2006/relationships/customXml" Target="../ink/ink831.xml"/><Relationship Id="rId235" Type="http://schemas.openxmlformats.org/officeDocument/2006/relationships/customXml" Target="../ink/ink947.xml"/><Relationship Id="rId277" Type="http://schemas.openxmlformats.org/officeDocument/2006/relationships/image" Target="../media/image924.png"/><Relationship Id="rId400" Type="http://schemas.openxmlformats.org/officeDocument/2006/relationships/customXml" Target="../ink/ink1031.xml"/><Relationship Id="rId442" Type="http://schemas.openxmlformats.org/officeDocument/2006/relationships/image" Target="../media/image1001.png"/><Relationship Id="rId484" Type="http://schemas.openxmlformats.org/officeDocument/2006/relationships/customXml" Target="../ink/ink1075.xml"/><Relationship Id="rId137" Type="http://schemas.openxmlformats.org/officeDocument/2006/relationships/customXml" Target="../ink/ink898.xml"/><Relationship Id="rId302" Type="http://schemas.openxmlformats.org/officeDocument/2006/relationships/image" Target="../media/image936.png"/><Relationship Id="rId344" Type="http://schemas.openxmlformats.org/officeDocument/2006/relationships/customXml" Target="../ink/ink1003.xml"/><Relationship Id="rId41" Type="http://schemas.openxmlformats.org/officeDocument/2006/relationships/customXml" Target="../ink/ink850.xml"/><Relationship Id="rId83" Type="http://schemas.openxmlformats.org/officeDocument/2006/relationships/customXml" Target="../ink/ink871.xml"/><Relationship Id="rId179" Type="http://schemas.openxmlformats.org/officeDocument/2006/relationships/customXml" Target="../ink/ink919.xml"/><Relationship Id="rId386" Type="http://schemas.openxmlformats.org/officeDocument/2006/relationships/customXml" Target="../ink/ink1024.xml"/><Relationship Id="rId551" Type="http://schemas.openxmlformats.org/officeDocument/2006/relationships/image" Target="../media/image1055.png"/><Relationship Id="rId593" Type="http://schemas.openxmlformats.org/officeDocument/2006/relationships/image" Target="../media/image1076.png"/><Relationship Id="rId607" Type="http://schemas.openxmlformats.org/officeDocument/2006/relationships/image" Target="../media/image1083.png"/><Relationship Id="rId190" Type="http://schemas.openxmlformats.org/officeDocument/2006/relationships/image" Target="../media/image882.png"/><Relationship Id="rId204" Type="http://schemas.openxmlformats.org/officeDocument/2006/relationships/image" Target="../media/image889.png"/><Relationship Id="rId246" Type="http://schemas.openxmlformats.org/officeDocument/2006/relationships/customXml" Target="../ink/ink952.xml"/><Relationship Id="rId288" Type="http://schemas.openxmlformats.org/officeDocument/2006/relationships/image" Target="../media/image929.png"/><Relationship Id="rId411" Type="http://schemas.openxmlformats.org/officeDocument/2006/relationships/customXml" Target="../ink/ink1037.xml"/><Relationship Id="rId453" Type="http://schemas.openxmlformats.org/officeDocument/2006/relationships/customXml" Target="../ink/ink1059.xml"/><Relationship Id="rId509" Type="http://schemas.openxmlformats.org/officeDocument/2006/relationships/image" Target="../media/image1034.png"/><Relationship Id="rId106" Type="http://schemas.openxmlformats.org/officeDocument/2006/relationships/image" Target="../media/image840.png"/><Relationship Id="rId313" Type="http://schemas.openxmlformats.org/officeDocument/2006/relationships/customXml" Target="../ink/ink986.xml"/><Relationship Id="rId495" Type="http://schemas.openxmlformats.org/officeDocument/2006/relationships/image" Target="../media/image1027.png"/><Relationship Id="rId10" Type="http://schemas.openxmlformats.org/officeDocument/2006/relationships/image" Target="../media/image792.png"/><Relationship Id="rId52" Type="http://schemas.openxmlformats.org/officeDocument/2006/relationships/image" Target="../media/image813.png"/><Relationship Id="rId94" Type="http://schemas.openxmlformats.org/officeDocument/2006/relationships/image" Target="../media/image834.png"/><Relationship Id="rId148" Type="http://schemas.openxmlformats.org/officeDocument/2006/relationships/image" Target="../media/image861.png"/><Relationship Id="rId355" Type="http://schemas.openxmlformats.org/officeDocument/2006/relationships/image" Target="../media/image961.png"/><Relationship Id="rId397" Type="http://schemas.openxmlformats.org/officeDocument/2006/relationships/image" Target="../media/image981.png"/><Relationship Id="rId520" Type="http://schemas.openxmlformats.org/officeDocument/2006/relationships/customXml" Target="../ink/ink1093.xml"/><Relationship Id="rId562" Type="http://schemas.openxmlformats.org/officeDocument/2006/relationships/customXml" Target="../ink/ink1114.xml"/><Relationship Id="rId618" Type="http://schemas.openxmlformats.org/officeDocument/2006/relationships/customXml" Target="../ink/ink1142.xml"/><Relationship Id="rId215" Type="http://schemas.openxmlformats.org/officeDocument/2006/relationships/customXml" Target="../ink/ink937.xml"/><Relationship Id="rId257" Type="http://schemas.openxmlformats.org/officeDocument/2006/relationships/image" Target="../media/image914.png"/><Relationship Id="rId422" Type="http://schemas.openxmlformats.org/officeDocument/2006/relationships/image" Target="../media/image992.png"/><Relationship Id="rId464" Type="http://schemas.openxmlformats.org/officeDocument/2006/relationships/customXml" Target="../ink/ink1065.xml"/><Relationship Id="rId299" Type="http://schemas.openxmlformats.org/officeDocument/2006/relationships/customXml" Target="../ink/ink979.xml"/><Relationship Id="rId63" Type="http://schemas.openxmlformats.org/officeDocument/2006/relationships/customXml" Target="../ink/ink861.xml"/><Relationship Id="rId159" Type="http://schemas.openxmlformats.org/officeDocument/2006/relationships/customXml" Target="../ink/ink909.xml"/><Relationship Id="rId366" Type="http://schemas.openxmlformats.org/officeDocument/2006/relationships/customXml" Target="../ink/ink1014.xml"/><Relationship Id="rId573" Type="http://schemas.openxmlformats.org/officeDocument/2006/relationships/image" Target="../media/image1066.png"/><Relationship Id="rId226" Type="http://schemas.openxmlformats.org/officeDocument/2006/relationships/image" Target="../media/image900.png"/><Relationship Id="rId433" Type="http://schemas.openxmlformats.org/officeDocument/2006/relationships/customXml" Target="../ink/ink1048.xml"/><Relationship Id="rId640" Type="http://schemas.openxmlformats.org/officeDocument/2006/relationships/customXml" Target="../ink/ink1153.xml"/><Relationship Id="rId74" Type="http://schemas.openxmlformats.org/officeDocument/2006/relationships/image" Target="../media/image824.png"/><Relationship Id="rId377" Type="http://schemas.openxmlformats.org/officeDocument/2006/relationships/image" Target="../media/image972.png"/><Relationship Id="rId500" Type="http://schemas.openxmlformats.org/officeDocument/2006/relationships/customXml" Target="../ink/ink1083.xml"/><Relationship Id="rId584" Type="http://schemas.openxmlformats.org/officeDocument/2006/relationships/customXml" Target="../ink/ink1125.xml"/><Relationship Id="rId5" Type="http://schemas.openxmlformats.org/officeDocument/2006/relationships/customXml" Target="../ink/ink832.xml"/><Relationship Id="rId237" Type="http://schemas.openxmlformats.org/officeDocument/2006/relationships/customXml" Target="../ink/ink948.xml"/><Relationship Id="rId444" Type="http://schemas.openxmlformats.org/officeDocument/2006/relationships/image" Target="../media/image1002.png"/><Relationship Id="rId290" Type="http://schemas.openxmlformats.org/officeDocument/2006/relationships/image" Target="../media/image930.png"/><Relationship Id="rId304" Type="http://schemas.openxmlformats.org/officeDocument/2006/relationships/image" Target="../media/image937.png"/><Relationship Id="rId388" Type="http://schemas.openxmlformats.org/officeDocument/2006/relationships/customXml" Target="../ink/ink1025.xml"/><Relationship Id="rId511" Type="http://schemas.openxmlformats.org/officeDocument/2006/relationships/image" Target="../media/image1035.png"/><Relationship Id="rId609" Type="http://schemas.openxmlformats.org/officeDocument/2006/relationships/image" Target="../media/image1084.png"/><Relationship Id="rId85" Type="http://schemas.openxmlformats.org/officeDocument/2006/relationships/customXml" Target="../ink/ink872.xml"/><Relationship Id="rId150" Type="http://schemas.openxmlformats.org/officeDocument/2006/relationships/image" Target="../media/image862.png"/><Relationship Id="rId595" Type="http://schemas.openxmlformats.org/officeDocument/2006/relationships/image" Target="../media/image1077.png"/><Relationship Id="rId248" Type="http://schemas.openxmlformats.org/officeDocument/2006/relationships/customXml" Target="../ink/ink953.xml"/><Relationship Id="rId455" Type="http://schemas.openxmlformats.org/officeDocument/2006/relationships/image" Target="../media/image1007.png"/><Relationship Id="rId12" Type="http://schemas.openxmlformats.org/officeDocument/2006/relationships/image" Target="../media/image793.png"/><Relationship Id="rId108" Type="http://schemas.openxmlformats.org/officeDocument/2006/relationships/image" Target="../media/image841.png"/><Relationship Id="rId315" Type="http://schemas.openxmlformats.org/officeDocument/2006/relationships/customXml" Target="../ink/ink987.xml"/><Relationship Id="rId522" Type="http://schemas.openxmlformats.org/officeDocument/2006/relationships/customXml" Target="../ink/ink1094.xml"/><Relationship Id="rId96" Type="http://schemas.openxmlformats.org/officeDocument/2006/relationships/image" Target="../media/image835.png"/><Relationship Id="rId161" Type="http://schemas.openxmlformats.org/officeDocument/2006/relationships/customXml" Target="../ink/ink910.xml"/><Relationship Id="rId399" Type="http://schemas.openxmlformats.org/officeDocument/2006/relationships/image" Target="../media/image982.png"/><Relationship Id="rId259" Type="http://schemas.openxmlformats.org/officeDocument/2006/relationships/image" Target="../media/image915.png"/><Relationship Id="rId466" Type="http://schemas.openxmlformats.org/officeDocument/2006/relationships/customXml" Target="../ink/ink1066.xml"/><Relationship Id="rId23" Type="http://schemas.openxmlformats.org/officeDocument/2006/relationships/customXml" Target="../ink/ink841.xml"/><Relationship Id="rId119" Type="http://schemas.openxmlformats.org/officeDocument/2006/relationships/customXml" Target="../ink/ink889.xml"/><Relationship Id="rId326" Type="http://schemas.openxmlformats.org/officeDocument/2006/relationships/customXml" Target="../ink/ink993.xml"/><Relationship Id="rId533" Type="http://schemas.openxmlformats.org/officeDocument/2006/relationships/image" Target="../media/image1046.png"/><Relationship Id="rId172" Type="http://schemas.openxmlformats.org/officeDocument/2006/relationships/image" Target="../media/image873.png"/><Relationship Id="rId477" Type="http://schemas.openxmlformats.org/officeDocument/2006/relationships/image" Target="../media/image1018.png"/><Relationship Id="rId600" Type="http://schemas.openxmlformats.org/officeDocument/2006/relationships/customXml" Target="../ink/ink1133.xml"/><Relationship Id="rId337" Type="http://schemas.openxmlformats.org/officeDocument/2006/relationships/image" Target="../media/image953.png"/><Relationship Id="rId34" Type="http://schemas.openxmlformats.org/officeDocument/2006/relationships/image" Target="../media/image804.png"/><Relationship Id="rId544" Type="http://schemas.openxmlformats.org/officeDocument/2006/relationships/customXml" Target="../ink/ink1105.xml"/><Relationship Id="rId183" Type="http://schemas.openxmlformats.org/officeDocument/2006/relationships/customXml" Target="../ink/ink921.xml"/><Relationship Id="rId390" Type="http://schemas.openxmlformats.org/officeDocument/2006/relationships/customXml" Target="../ink/ink1026.xml"/><Relationship Id="rId404" Type="http://schemas.openxmlformats.org/officeDocument/2006/relationships/customXml" Target="../ink/ink1033.xml"/><Relationship Id="rId611" Type="http://schemas.openxmlformats.org/officeDocument/2006/relationships/image" Target="../media/image1085.png"/><Relationship Id="rId250" Type="http://schemas.openxmlformats.org/officeDocument/2006/relationships/customXml" Target="../ink/ink954.xml"/><Relationship Id="rId488" Type="http://schemas.openxmlformats.org/officeDocument/2006/relationships/customXml" Target="../ink/ink1077.xml"/><Relationship Id="rId45" Type="http://schemas.openxmlformats.org/officeDocument/2006/relationships/customXml" Target="../ink/ink852.xml"/><Relationship Id="rId110" Type="http://schemas.openxmlformats.org/officeDocument/2006/relationships/image" Target="../media/image842.png"/><Relationship Id="rId348" Type="http://schemas.openxmlformats.org/officeDocument/2006/relationships/customXml" Target="../ink/ink1005.xml"/><Relationship Id="rId555" Type="http://schemas.openxmlformats.org/officeDocument/2006/relationships/image" Target="../media/image1057.png"/><Relationship Id="rId194" Type="http://schemas.openxmlformats.org/officeDocument/2006/relationships/image" Target="../media/image884.png"/><Relationship Id="rId208" Type="http://schemas.openxmlformats.org/officeDocument/2006/relationships/image" Target="../media/image891.png"/><Relationship Id="rId415" Type="http://schemas.openxmlformats.org/officeDocument/2006/relationships/customXml" Target="../ink/ink1039.xml"/><Relationship Id="rId622" Type="http://schemas.openxmlformats.org/officeDocument/2006/relationships/customXml" Target="../ink/ink1144.xml"/><Relationship Id="rId261" Type="http://schemas.openxmlformats.org/officeDocument/2006/relationships/image" Target="../media/image916.png"/><Relationship Id="rId499" Type="http://schemas.openxmlformats.org/officeDocument/2006/relationships/image" Target="../media/image1029.png"/><Relationship Id="rId56" Type="http://schemas.openxmlformats.org/officeDocument/2006/relationships/image" Target="../media/image815.png"/><Relationship Id="rId359" Type="http://schemas.openxmlformats.org/officeDocument/2006/relationships/image" Target="../media/image963.png"/><Relationship Id="rId566" Type="http://schemas.openxmlformats.org/officeDocument/2006/relationships/customXml" Target="../ink/ink1116.xml"/><Relationship Id="rId121" Type="http://schemas.openxmlformats.org/officeDocument/2006/relationships/customXml" Target="../ink/ink890.xml"/><Relationship Id="rId219" Type="http://schemas.openxmlformats.org/officeDocument/2006/relationships/customXml" Target="../ink/ink939.xml"/><Relationship Id="rId426" Type="http://schemas.openxmlformats.org/officeDocument/2006/relationships/image" Target="../media/image994.png"/><Relationship Id="rId633" Type="http://schemas.openxmlformats.org/officeDocument/2006/relationships/image" Target="../media/image1096.png"/><Relationship Id="rId67" Type="http://schemas.openxmlformats.org/officeDocument/2006/relationships/customXml" Target="../ink/ink863.xml"/><Relationship Id="rId272" Type="http://schemas.openxmlformats.org/officeDocument/2006/relationships/customXml" Target="../ink/ink965.xml"/><Relationship Id="rId577" Type="http://schemas.openxmlformats.org/officeDocument/2006/relationships/image" Target="../media/image1068.png"/><Relationship Id="rId132" Type="http://schemas.openxmlformats.org/officeDocument/2006/relationships/image" Target="../media/image853.png"/><Relationship Id="rId437" Type="http://schemas.openxmlformats.org/officeDocument/2006/relationships/customXml" Target="../ink/ink1050.xml"/><Relationship Id="rId644" Type="http://schemas.openxmlformats.org/officeDocument/2006/relationships/customXml" Target="../ink/ink1155.xml"/><Relationship Id="rId283" Type="http://schemas.openxmlformats.org/officeDocument/2006/relationships/customXml" Target="../ink/ink971.xml"/><Relationship Id="rId490" Type="http://schemas.openxmlformats.org/officeDocument/2006/relationships/customXml" Target="../ink/ink1078.xml"/><Relationship Id="rId504" Type="http://schemas.openxmlformats.org/officeDocument/2006/relationships/customXml" Target="../ink/ink1085.xml"/><Relationship Id="rId78" Type="http://schemas.openxmlformats.org/officeDocument/2006/relationships/image" Target="../media/image826.png"/><Relationship Id="rId143" Type="http://schemas.openxmlformats.org/officeDocument/2006/relationships/customXml" Target="../ink/ink901.xml"/><Relationship Id="rId350" Type="http://schemas.openxmlformats.org/officeDocument/2006/relationships/customXml" Target="../ink/ink1006.xml"/><Relationship Id="rId588" Type="http://schemas.openxmlformats.org/officeDocument/2006/relationships/customXml" Target="../ink/ink1127.xml"/><Relationship Id="rId9" Type="http://schemas.openxmlformats.org/officeDocument/2006/relationships/customXml" Target="../ink/ink834.xml"/><Relationship Id="rId210" Type="http://schemas.openxmlformats.org/officeDocument/2006/relationships/image" Target="../media/image892.png"/><Relationship Id="rId448" Type="http://schemas.openxmlformats.org/officeDocument/2006/relationships/image" Target="../media/image1004.png"/><Relationship Id="rId294" Type="http://schemas.openxmlformats.org/officeDocument/2006/relationships/image" Target="../media/image932.png"/><Relationship Id="rId308" Type="http://schemas.openxmlformats.org/officeDocument/2006/relationships/image" Target="../media/image939.png"/><Relationship Id="rId515" Type="http://schemas.openxmlformats.org/officeDocument/2006/relationships/image" Target="../media/image1037.png"/><Relationship Id="rId89" Type="http://schemas.openxmlformats.org/officeDocument/2006/relationships/customXml" Target="../ink/ink874.xml"/><Relationship Id="rId154" Type="http://schemas.openxmlformats.org/officeDocument/2006/relationships/image" Target="../media/image864.png"/><Relationship Id="rId361" Type="http://schemas.openxmlformats.org/officeDocument/2006/relationships/image" Target="../media/image964.png"/><Relationship Id="rId599" Type="http://schemas.openxmlformats.org/officeDocument/2006/relationships/image" Target="../media/image1079.png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215.xml"/><Relationship Id="rId299" Type="http://schemas.openxmlformats.org/officeDocument/2006/relationships/image" Target="../media/image1248.png"/><Relationship Id="rId21" Type="http://schemas.openxmlformats.org/officeDocument/2006/relationships/customXml" Target="../ink/ink1167.xml"/><Relationship Id="rId63" Type="http://schemas.openxmlformats.org/officeDocument/2006/relationships/customXml" Target="../ink/ink1188.xml"/><Relationship Id="rId159" Type="http://schemas.openxmlformats.org/officeDocument/2006/relationships/image" Target="../media/image1181.png"/><Relationship Id="rId324" Type="http://schemas.openxmlformats.org/officeDocument/2006/relationships/image" Target="../media/image1260.png"/><Relationship Id="rId366" Type="http://schemas.openxmlformats.org/officeDocument/2006/relationships/image" Target="../media/image1281.png"/><Relationship Id="rId170" Type="http://schemas.openxmlformats.org/officeDocument/2006/relationships/customXml" Target="../ink/ink1242.xml"/><Relationship Id="rId226" Type="http://schemas.openxmlformats.org/officeDocument/2006/relationships/customXml" Target="../ink/ink1271.xml"/><Relationship Id="rId433" Type="http://schemas.openxmlformats.org/officeDocument/2006/relationships/image" Target="../media/image1314.png"/><Relationship Id="rId268" Type="http://schemas.openxmlformats.org/officeDocument/2006/relationships/customXml" Target="../ink/ink1293.xml"/><Relationship Id="rId475" Type="http://schemas.openxmlformats.org/officeDocument/2006/relationships/customXml" Target="../ink/ink1399.xml"/><Relationship Id="rId32" Type="http://schemas.openxmlformats.org/officeDocument/2006/relationships/image" Target="../media/image1119.png"/><Relationship Id="rId74" Type="http://schemas.openxmlformats.org/officeDocument/2006/relationships/image" Target="../media/image1140.png"/><Relationship Id="rId128" Type="http://schemas.openxmlformats.org/officeDocument/2006/relationships/image" Target="../media/image1166.png"/><Relationship Id="rId335" Type="http://schemas.openxmlformats.org/officeDocument/2006/relationships/customXml" Target="../ink/ink1328.xml"/><Relationship Id="rId377" Type="http://schemas.openxmlformats.org/officeDocument/2006/relationships/customXml" Target="../ink/ink1349.xml"/><Relationship Id="rId5" Type="http://schemas.openxmlformats.org/officeDocument/2006/relationships/customXml" Target="../ink/ink1159.xml"/><Relationship Id="rId181" Type="http://schemas.openxmlformats.org/officeDocument/2006/relationships/image" Target="../media/image1192.png"/><Relationship Id="rId237" Type="http://schemas.openxmlformats.org/officeDocument/2006/relationships/customXml" Target="../ink/ink1277.xml"/><Relationship Id="rId402" Type="http://schemas.openxmlformats.org/officeDocument/2006/relationships/customXml" Target="../ink/ink1362.xml"/><Relationship Id="rId279" Type="http://schemas.openxmlformats.org/officeDocument/2006/relationships/customXml" Target="../ink/ink1299.xml"/><Relationship Id="rId444" Type="http://schemas.openxmlformats.org/officeDocument/2006/relationships/image" Target="../media/image1319.png"/><Relationship Id="rId43" Type="http://schemas.openxmlformats.org/officeDocument/2006/relationships/customXml" Target="../ink/ink1178.xml"/><Relationship Id="rId139" Type="http://schemas.openxmlformats.org/officeDocument/2006/relationships/customXml" Target="../ink/ink1226.xml"/><Relationship Id="rId290" Type="http://schemas.openxmlformats.org/officeDocument/2006/relationships/image" Target="../media/image1244.png"/><Relationship Id="rId304" Type="http://schemas.openxmlformats.org/officeDocument/2006/relationships/customXml" Target="../ink/ink1312.xml"/><Relationship Id="rId346" Type="http://schemas.openxmlformats.org/officeDocument/2006/relationships/image" Target="../media/image1271.png"/><Relationship Id="rId388" Type="http://schemas.openxmlformats.org/officeDocument/2006/relationships/customXml" Target="../ink/ink1355.xml"/><Relationship Id="rId85" Type="http://schemas.openxmlformats.org/officeDocument/2006/relationships/customXml" Target="../ink/ink1199.xml"/><Relationship Id="rId150" Type="http://schemas.openxmlformats.org/officeDocument/2006/relationships/image" Target="../media/image1177.png"/><Relationship Id="rId192" Type="http://schemas.openxmlformats.org/officeDocument/2006/relationships/customXml" Target="../ink/ink1254.xml"/><Relationship Id="rId206" Type="http://schemas.openxmlformats.org/officeDocument/2006/relationships/customXml" Target="../ink/ink1261.xml"/><Relationship Id="rId413" Type="http://schemas.openxmlformats.org/officeDocument/2006/relationships/image" Target="../media/image1304.png"/><Relationship Id="rId248" Type="http://schemas.openxmlformats.org/officeDocument/2006/relationships/image" Target="../media/image1224.png"/><Relationship Id="rId455" Type="http://schemas.openxmlformats.org/officeDocument/2006/relationships/customXml" Target="../ink/ink1389.xml"/><Relationship Id="rId12" Type="http://schemas.openxmlformats.org/officeDocument/2006/relationships/image" Target="../media/image1109.png"/><Relationship Id="rId108" Type="http://schemas.openxmlformats.org/officeDocument/2006/relationships/image" Target="../media/image1157.png"/><Relationship Id="rId315" Type="http://schemas.openxmlformats.org/officeDocument/2006/relationships/customXml" Target="../ink/ink1318.xml"/><Relationship Id="rId357" Type="http://schemas.openxmlformats.org/officeDocument/2006/relationships/customXml" Target="../ink/ink1339.xml"/><Relationship Id="rId54" Type="http://schemas.openxmlformats.org/officeDocument/2006/relationships/image" Target="../media/image1130.png"/><Relationship Id="rId96" Type="http://schemas.openxmlformats.org/officeDocument/2006/relationships/image" Target="../media/image1151.png"/><Relationship Id="rId161" Type="http://schemas.openxmlformats.org/officeDocument/2006/relationships/image" Target="../media/image1182.png"/><Relationship Id="rId217" Type="http://schemas.openxmlformats.org/officeDocument/2006/relationships/image" Target="../media/image1209.png"/><Relationship Id="rId399" Type="http://schemas.openxmlformats.org/officeDocument/2006/relationships/image" Target="../media/image1297.png"/><Relationship Id="rId259" Type="http://schemas.openxmlformats.org/officeDocument/2006/relationships/image" Target="../media/image1229.png"/><Relationship Id="rId424" Type="http://schemas.openxmlformats.org/officeDocument/2006/relationships/customXml" Target="../ink/ink1373.xml"/><Relationship Id="rId466" Type="http://schemas.openxmlformats.org/officeDocument/2006/relationships/image" Target="../media/image1330.png"/><Relationship Id="rId23" Type="http://schemas.openxmlformats.org/officeDocument/2006/relationships/customXml" Target="../ink/ink1168.xml"/><Relationship Id="rId119" Type="http://schemas.openxmlformats.org/officeDocument/2006/relationships/customXml" Target="../ink/ink1216.xml"/><Relationship Id="rId270" Type="http://schemas.openxmlformats.org/officeDocument/2006/relationships/customXml" Target="../ink/ink1294.xml"/><Relationship Id="rId326" Type="http://schemas.openxmlformats.org/officeDocument/2006/relationships/image" Target="../media/image1261.png"/><Relationship Id="rId65" Type="http://schemas.openxmlformats.org/officeDocument/2006/relationships/customXml" Target="../ink/ink1189.xml"/><Relationship Id="rId130" Type="http://schemas.openxmlformats.org/officeDocument/2006/relationships/image" Target="../media/image1167.png"/><Relationship Id="rId368" Type="http://schemas.openxmlformats.org/officeDocument/2006/relationships/image" Target="../media/image1282.png"/><Relationship Id="rId172" Type="http://schemas.openxmlformats.org/officeDocument/2006/relationships/customXml" Target="../ink/ink1243.xml"/><Relationship Id="rId228" Type="http://schemas.openxmlformats.org/officeDocument/2006/relationships/customXml" Target="../ink/ink1272.xml"/><Relationship Id="rId435" Type="http://schemas.openxmlformats.org/officeDocument/2006/relationships/image" Target="../media/image1315.png"/><Relationship Id="rId477" Type="http://schemas.openxmlformats.org/officeDocument/2006/relationships/customXml" Target="../ink/ink1400.xml"/><Relationship Id="rId281" Type="http://schemas.openxmlformats.org/officeDocument/2006/relationships/customXml" Target="../ink/ink1300.xml"/><Relationship Id="rId337" Type="http://schemas.openxmlformats.org/officeDocument/2006/relationships/customXml" Target="../ink/ink1329.xml"/><Relationship Id="rId34" Type="http://schemas.openxmlformats.org/officeDocument/2006/relationships/image" Target="../media/image1120.png"/><Relationship Id="rId76" Type="http://schemas.openxmlformats.org/officeDocument/2006/relationships/image" Target="../media/image1141.png"/><Relationship Id="rId141" Type="http://schemas.openxmlformats.org/officeDocument/2006/relationships/customXml" Target="../ink/ink1227.xml"/><Relationship Id="rId379" Type="http://schemas.openxmlformats.org/officeDocument/2006/relationships/customXml" Target="../ink/ink1350.xml"/><Relationship Id="rId7" Type="http://schemas.openxmlformats.org/officeDocument/2006/relationships/customXml" Target="../ink/ink1160.xml"/><Relationship Id="rId183" Type="http://schemas.openxmlformats.org/officeDocument/2006/relationships/image" Target="../media/image1193.png"/><Relationship Id="rId239" Type="http://schemas.openxmlformats.org/officeDocument/2006/relationships/customXml" Target="../ink/ink1278.xml"/><Relationship Id="rId390" Type="http://schemas.openxmlformats.org/officeDocument/2006/relationships/customXml" Target="../ink/ink1356.xml"/><Relationship Id="rId404" Type="http://schemas.openxmlformats.org/officeDocument/2006/relationships/customXml" Target="../ink/ink1363.xml"/><Relationship Id="rId446" Type="http://schemas.openxmlformats.org/officeDocument/2006/relationships/image" Target="../media/image1320.png"/><Relationship Id="rId250" Type="http://schemas.openxmlformats.org/officeDocument/2006/relationships/image" Target="../media/image1225.png"/><Relationship Id="rId292" Type="http://schemas.openxmlformats.org/officeDocument/2006/relationships/image" Target="../media/image1245.png"/><Relationship Id="rId306" Type="http://schemas.openxmlformats.org/officeDocument/2006/relationships/image" Target="../media/image1251.png"/><Relationship Id="rId45" Type="http://schemas.openxmlformats.org/officeDocument/2006/relationships/customXml" Target="../ink/ink1179.xml"/><Relationship Id="rId87" Type="http://schemas.openxmlformats.org/officeDocument/2006/relationships/customXml" Target="../ink/ink1200.xml"/><Relationship Id="rId110" Type="http://schemas.openxmlformats.org/officeDocument/2006/relationships/image" Target="../media/image1158.png"/><Relationship Id="rId348" Type="http://schemas.openxmlformats.org/officeDocument/2006/relationships/image" Target="../media/image1272.png"/><Relationship Id="rId152" Type="http://schemas.openxmlformats.org/officeDocument/2006/relationships/image" Target="../media/image1178.png"/><Relationship Id="rId194" Type="http://schemas.openxmlformats.org/officeDocument/2006/relationships/customXml" Target="../ink/ink1255.xml"/><Relationship Id="rId208" Type="http://schemas.openxmlformats.org/officeDocument/2006/relationships/customXml" Target="../ink/ink1262.xml"/><Relationship Id="rId415" Type="http://schemas.openxmlformats.org/officeDocument/2006/relationships/image" Target="../media/image1305.png"/><Relationship Id="rId457" Type="http://schemas.openxmlformats.org/officeDocument/2006/relationships/customXml" Target="../ink/ink1390.xml"/><Relationship Id="rId261" Type="http://schemas.openxmlformats.org/officeDocument/2006/relationships/image" Target="../media/image1230.png"/><Relationship Id="rId14" Type="http://schemas.openxmlformats.org/officeDocument/2006/relationships/image" Target="../media/image1110.png"/><Relationship Id="rId56" Type="http://schemas.openxmlformats.org/officeDocument/2006/relationships/image" Target="../media/image1131.png"/><Relationship Id="rId317" Type="http://schemas.openxmlformats.org/officeDocument/2006/relationships/customXml" Target="../ink/ink1319.xml"/><Relationship Id="rId359" Type="http://schemas.openxmlformats.org/officeDocument/2006/relationships/customXml" Target="../ink/ink1340.xml"/><Relationship Id="rId98" Type="http://schemas.openxmlformats.org/officeDocument/2006/relationships/image" Target="../media/image1152.png"/><Relationship Id="rId121" Type="http://schemas.openxmlformats.org/officeDocument/2006/relationships/customXml" Target="../ink/ink1217.xml"/><Relationship Id="rId163" Type="http://schemas.openxmlformats.org/officeDocument/2006/relationships/image" Target="../media/image1183.png"/><Relationship Id="rId219" Type="http://schemas.openxmlformats.org/officeDocument/2006/relationships/image" Target="../media/image1210.png"/><Relationship Id="rId370" Type="http://schemas.openxmlformats.org/officeDocument/2006/relationships/image" Target="../media/image1283.png"/><Relationship Id="rId426" Type="http://schemas.openxmlformats.org/officeDocument/2006/relationships/customXml" Target="../ink/ink1374.xml"/><Relationship Id="rId230" Type="http://schemas.openxmlformats.org/officeDocument/2006/relationships/image" Target="../media/image1215.png"/><Relationship Id="rId468" Type="http://schemas.openxmlformats.org/officeDocument/2006/relationships/image" Target="../media/image1331.png"/><Relationship Id="rId25" Type="http://schemas.openxmlformats.org/officeDocument/2006/relationships/customXml" Target="../ink/ink1169.xml"/><Relationship Id="rId67" Type="http://schemas.openxmlformats.org/officeDocument/2006/relationships/customXml" Target="../ink/ink1190.xml"/><Relationship Id="rId272" Type="http://schemas.openxmlformats.org/officeDocument/2006/relationships/image" Target="../media/image1235.png"/><Relationship Id="rId328" Type="http://schemas.openxmlformats.org/officeDocument/2006/relationships/image" Target="../media/image1262.png"/><Relationship Id="rId132" Type="http://schemas.openxmlformats.org/officeDocument/2006/relationships/image" Target="../media/image1168.png"/><Relationship Id="rId174" Type="http://schemas.openxmlformats.org/officeDocument/2006/relationships/customXml" Target="../ink/ink1244.xml"/><Relationship Id="rId381" Type="http://schemas.openxmlformats.org/officeDocument/2006/relationships/customXml" Target="../ink/ink1351.xml"/><Relationship Id="rId241" Type="http://schemas.openxmlformats.org/officeDocument/2006/relationships/customXml" Target="../ink/ink1279.xml"/><Relationship Id="rId437" Type="http://schemas.openxmlformats.org/officeDocument/2006/relationships/image" Target="../media/image1316.png"/><Relationship Id="rId479" Type="http://schemas.openxmlformats.org/officeDocument/2006/relationships/customXml" Target="../ink/ink1401.xml"/><Relationship Id="rId36" Type="http://schemas.openxmlformats.org/officeDocument/2006/relationships/image" Target="../media/image1121.png"/><Relationship Id="rId283" Type="http://schemas.openxmlformats.org/officeDocument/2006/relationships/customXml" Target="../ink/ink1301.xml"/><Relationship Id="rId339" Type="http://schemas.openxmlformats.org/officeDocument/2006/relationships/customXml" Target="../ink/ink1330.xml"/><Relationship Id="rId78" Type="http://schemas.openxmlformats.org/officeDocument/2006/relationships/image" Target="../media/image1142.png"/><Relationship Id="rId101" Type="http://schemas.openxmlformats.org/officeDocument/2006/relationships/customXml" Target="../ink/ink1207.xml"/><Relationship Id="rId143" Type="http://schemas.openxmlformats.org/officeDocument/2006/relationships/customXml" Target="../ink/ink1228.xml"/><Relationship Id="rId185" Type="http://schemas.openxmlformats.org/officeDocument/2006/relationships/customXml" Target="../ink/ink1250.xml"/><Relationship Id="rId350" Type="http://schemas.openxmlformats.org/officeDocument/2006/relationships/image" Target="../media/image1273.png"/><Relationship Id="rId406" Type="http://schemas.openxmlformats.org/officeDocument/2006/relationships/customXml" Target="../ink/ink1364.xml"/><Relationship Id="rId9" Type="http://schemas.openxmlformats.org/officeDocument/2006/relationships/customXml" Target="../ink/ink1161.xml"/><Relationship Id="rId210" Type="http://schemas.openxmlformats.org/officeDocument/2006/relationships/customXml" Target="../ink/ink1263.xml"/><Relationship Id="rId392" Type="http://schemas.openxmlformats.org/officeDocument/2006/relationships/customXml" Target="../ink/ink1357.xml"/><Relationship Id="rId448" Type="http://schemas.openxmlformats.org/officeDocument/2006/relationships/image" Target="../media/image1321.png"/><Relationship Id="rId252" Type="http://schemas.openxmlformats.org/officeDocument/2006/relationships/customXml" Target="../ink/ink1285.xml"/><Relationship Id="rId294" Type="http://schemas.openxmlformats.org/officeDocument/2006/relationships/image" Target="../media/image1246.png"/><Relationship Id="rId308" Type="http://schemas.openxmlformats.org/officeDocument/2006/relationships/image" Target="../media/image1252.png"/><Relationship Id="rId47" Type="http://schemas.openxmlformats.org/officeDocument/2006/relationships/customXml" Target="../ink/ink1180.xml"/><Relationship Id="rId89" Type="http://schemas.openxmlformats.org/officeDocument/2006/relationships/customXml" Target="../ink/ink1201.xml"/><Relationship Id="rId112" Type="http://schemas.openxmlformats.org/officeDocument/2006/relationships/image" Target="../media/image1159.png"/><Relationship Id="rId154" Type="http://schemas.openxmlformats.org/officeDocument/2006/relationships/image" Target="../media/image1179.png"/><Relationship Id="rId361" Type="http://schemas.openxmlformats.org/officeDocument/2006/relationships/customXml" Target="../ink/ink1341.xml"/><Relationship Id="rId196" Type="http://schemas.openxmlformats.org/officeDocument/2006/relationships/customXml" Target="../ink/ink1256.xml"/><Relationship Id="rId417" Type="http://schemas.openxmlformats.org/officeDocument/2006/relationships/image" Target="../media/image1306.png"/><Relationship Id="rId459" Type="http://schemas.openxmlformats.org/officeDocument/2006/relationships/customXml" Target="../ink/ink1391.xml"/><Relationship Id="rId16" Type="http://schemas.openxmlformats.org/officeDocument/2006/relationships/image" Target="../media/image1111.png"/><Relationship Id="rId221" Type="http://schemas.openxmlformats.org/officeDocument/2006/relationships/image" Target="../media/image1211.png"/><Relationship Id="rId263" Type="http://schemas.openxmlformats.org/officeDocument/2006/relationships/image" Target="../media/image1231.png"/><Relationship Id="rId319" Type="http://schemas.openxmlformats.org/officeDocument/2006/relationships/customXml" Target="../ink/ink1320.xml"/><Relationship Id="rId470" Type="http://schemas.openxmlformats.org/officeDocument/2006/relationships/image" Target="../media/image1332.png"/><Relationship Id="rId58" Type="http://schemas.openxmlformats.org/officeDocument/2006/relationships/image" Target="../media/image1132.png"/><Relationship Id="rId123" Type="http://schemas.openxmlformats.org/officeDocument/2006/relationships/customXml" Target="../ink/ink1218.xml"/><Relationship Id="rId330" Type="http://schemas.openxmlformats.org/officeDocument/2006/relationships/image" Target="../media/image1263.png"/><Relationship Id="rId165" Type="http://schemas.openxmlformats.org/officeDocument/2006/relationships/image" Target="../media/image1184.png"/><Relationship Id="rId372" Type="http://schemas.openxmlformats.org/officeDocument/2006/relationships/image" Target="../media/image1284.png"/><Relationship Id="rId428" Type="http://schemas.openxmlformats.org/officeDocument/2006/relationships/customXml" Target="../ink/ink1375.xml"/><Relationship Id="rId232" Type="http://schemas.openxmlformats.org/officeDocument/2006/relationships/image" Target="../media/image1216.png"/><Relationship Id="rId274" Type="http://schemas.openxmlformats.org/officeDocument/2006/relationships/image" Target="../media/image1236.png"/><Relationship Id="rId27" Type="http://schemas.openxmlformats.org/officeDocument/2006/relationships/customXml" Target="../ink/ink1170.xml"/><Relationship Id="rId69" Type="http://schemas.openxmlformats.org/officeDocument/2006/relationships/customXml" Target="../ink/ink1191.xml"/><Relationship Id="rId134" Type="http://schemas.openxmlformats.org/officeDocument/2006/relationships/image" Target="../media/image1169.png"/><Relationship Id="rId80" Type="http://schemas.openxmlformats.org/officeDocument/2006/relationships/image" Target="../media/image1143.png"/><Relationship Id="rId176" Type="http://schemas.openxmlformats.org/officeDocument/2006/relationships/customXml" Target="../ink/ink1245.xml"/><Relationship Id="rId341" Type="http://schemas.openxmlformats.org/officeDocument/2006/relationships/customXml" Target="../ink/ink1331.xml"/><Relationship Id="rId383" Type="http://schemas.openxmlformats.org/officeDocument/2006/relationships/customXml" Target="../ink/ink1352.xml"/><Relationship Id="rId439" Type="http://schemas.openxmlformats.org/officeDocument/2006/relationships/customXml" Target="../ink/ink1381.xml"/><Relationship Id="rId201" Type="http://schemas.openxmlformats.org/officeDocument/2006/relationships/image" Target="../media/image1201.png"/><Relationship Id="rId243" Type="http://schemas.openxmlformats.org/officeDocument/2006/relationships/customXml" Target="../ink/ink1280.xml"/><Relationship Id="rId285" Type="http://schemas.openxmlformats.org/officeDocument/2006/relationships/customXml" Target="../ink/ink1302.xml"/><Relationship Id="rId450" Type="http://schemas.openxmlformats.org/officeDocument/2006/relationships/image" Target="../media/image1322.png"/><Relationship Id="rId38" Type="http://schemas.openxmlformats.org/officeDocument/2006/relationships/image" Target="../media/image1122.png"/><Relationship Id="rId103" Type="http://schemas.openxmlformats.org/officeDocument/2006/relationships/customXml" Target="../ink/ink1208.xml"/><Relationship Id="rId310" Type="http://schemas.openxmlformats.org/officeDocument/2006/relationships/image" Target="../media/image1253.png"/><Relationship Id="rId91" Type="http://schemas.openxmlformats.org/officeDocument/2006/relationships/customXml" Target="../ink/ink1202.xml"/><Relationship Id="rId145" Type="http://schemas.openxmlformats.org/officeDocument/2006/relationships/customXml" Target="../ink/ink1229.xml"/><Relationship Id="rId187" Type="http://schemas.openxmlformats.org/officeDocument/2006/relationships/customXml" Target="../ink/ink1251.xml"/><Relationship Id="rId352" Type="http://schemas.openxmlformats.org/officeDocument/2006/relationships/image" Target="../media/image1274.png"/><Relationship Id="rId394" Type="http://schemas.openxmlformats.org/officeDocument/2006/relationships/customXml" Target="../ink/ink1358.xml"/><Relationship Id="rId408" Type="http://schemas.openxmlformats.org/officeDocument/2006/relationships/customXml" Target="../ink/ink1365.xml"/><Relationship Id="rId212" Type="http://schemas.openxmlformats.org/officeDocument/2006/relationships/customXml" Target="../ink/ink1264.xml"/><Relationship Id="rId254" Type="http://schemas.openxmlformats.org/officeDocument/2006/relationships/customXml" Target="../ink/ink1286.xml"/><Relationship Id="rId49" Type="http://schemas.openxmlformats.org/officeDocument/2006/relationships/customXml" Target="../ink/ink1181.xml"/><Relationship Id="rId114" Type="http://schemas.openxmlformats.org/officeDocument/2006/relationships/image" Target="../media/image1160.png"/><Relationship Id="rId296" Type="http://schemas.openxmlformats.org/officeDocument/2006/relationships/image" Target="../media/image1247.png"/><Relationship Id="rId461" Type="http://schemas.openxmlformats.org/officeDocument/2006/relationships/customXml" Target="../ink/ink1392.xml"/><Relationship Id="rId60" Type="http://schemas.openxmlformats.org/officeDocument/2006/relationships/image" Target="../media/image1133.png"/><Relationship Id="rId156" Type="http://schemas.openxmlformats.org/officeDocument/2006/relationships/customXml" Target="../ink/ink1235.xml"/><Relationship Id="rId198" Type="http://schemas.openxmlformats.org/officeDocument/2006/relationships/customXml" Target="../ink/ink1257.xml"/><Relationship Id="rId321" Type="http://schemas.openxmlformats.org/officeDocument/2006/relationships/customXml" Target="../ink/ink1321.xml"/><Relationship Id="rId363" Type="http://schemas.openxmlformats.org/officeDocument/2006/relationships/customXml" Target="../ink/ink1342.xml"/><Relationship Id="rId419" Type="http://schemas.openxmlformats.org/officeDocument/2006/relationships/image" Target="../media/image1307.png"/><Relationship Id="rId223" Type="http://schemas.openxmlformats.org/officeDocument/2006/relationships/image" Target="../media/image1212.png"/><Relationship Id="rId430" Type="http://schemas.openxmlformats.org/officeDocument/2006/relationships/customXml" Target="../ink/ink1376.xml"/><Relationship Id="rId18" Type="http://schemas.openxmlformats.org/officeDocument/2006/relationships/image" Target="../media/image1112.png"/><Relationship Id="rId265" Type="http://schemas.openxmlformats.org/officeDocument/2006/relationships/image" Target="../media/image1232.png"/><Relationship Id="rId472" Type="http://schemas.openxmlformats.org/officeDocument/2006/relationships/image" Target="../media/image1333.png"/><Relationship Id="rId125" Type="http://schemas.openxmlformats.org/officeDocument/2006/relationships/customXml" Target="../ink/ink1219.xml"/><Relationship Id="rId167" Type="http://schemas.openxmlformats.org/officeDocument/2006/relationships/image" Target="../media/image1185.png"/><Relationship Id="rId332" Type="http://schemas.openxmlformats.org/officeDocument/2006/relationships/image" Target="../media/image1264.png"/><Relationship Id="rId374" Type="http://schemas.openxmlformats.org/officeDocument/2006/relationships/image" Target="../media/image1285.png"/><Relationship Id="rId71" Type="http://schemas.openxmlformats.org/officeDocument/2006/relationships/customXml" Target="../ink/ink1192.xml"/><Relationship Id="rId234" Type="http://schemas.openxmlformats.org/officeDocument/2006/relationships/image" Target="../media/image1217.png"/><Relationship Id="rId2" Type="http://schemas.openxmlformats.org/officeDocument/2006/relationships/image" Target="../media/image1104.png"/><Relationship Id="rId29" Type="http://schemas.openxmlformats.org/officeDocument/2006/relationships/customXml" Target="../ink/ink1171.xml"/><Relationship Id="rId276" Type="http://schemas.openxmlformats.org/officeDocument/2006/relationships/image" Target="../media/image1237.png"/><Relationship Id="rId441" Type="http://schemas.openxmlformats.org/officeDocument/2006/relationships/customXml" Target="../ink/ink1382.xml"/><Relationship Id="rId40" Type="http://schemas.openxmlformats.org/officeDocument/2006/relationships/image" Target="../media/image1123.png"/><Relationship Id="rId136" Type="http://schemas.openxmlformats.org/officeDocument/2006/relationships/image" Target="../media/image1170.png"/><Relationship Id="rId178" Type="http://schemas.openxmlformats.org/officeDocument/2006/relationships/customXml" Target="../ink/ink1246.xml"/><Relationship Id="rId301" Type="http://schemas.openxmlformats.org/officeDocument/2006/relationships/image" Target="../media/image1249.png"/><Relationship Id="rId343" Type="http://schemas.openxmlformats.org/officeDocument/2006/relationships/customXml" Target="../ink/ink1332.xml"/><Relationship Id="rId82" Type="http://schemas.openxmlformats.org/officeDocument/2006/relationships/image" Target="../media/image1144.png"/><Relationship Id="rId203" Type="http://schemas.openxmlformats.org/officeDocument/2006/relationships/image" Target="../media/image1202.png"/><Relationship Id="rId385" Type="http://schemas.openxmlformats.org/officeDocument/2006/relationships/customXml" Target="../ink/ink1353.xml"/><Relationship Id="rId245" Type="http://schemas.openxmlformats.org/officeDocument/2006/relationships/customXml" Target="../ink/ink1281.xml"/><Relationship Id="rId287" Type="http://schemas.openxmlformats.org/officeDocument/2006/relationships/customXml" Target="../ink/ink1303.xml"/><Relationship Id="rId410" Type="http://schemas.openxmlformats.org/officeDocument/2006/relationships/customXml" Target="../ink/ink1366.xml"/><Relationship Id="rId452" Type="http://schemas.openxmlformats.org/officeDocument/2006/relationships/image" Target="../media/image1323.png"/><Relationship Id="rId105" Type="http://schemas.openxmlformats.org/officeDocument/2006/relationships/customXml" Target="../ink/ink1209.xml"/><Relationship Id="rId147" Type="http://schemas.openxmlformats.org/officeDocument/2006/relationships/customXml" Target="../ink/ink1230.xml"/><Relationship Id="rId312" Type="http://schemas.openxmlformats.org/officeDocument/2006/relationships/image" Target="../media/image1254.png"/><Relationship Id="rId354" Type="http://schemas.openxmlformats.org/officeDocument/2006/relationships/image" Target="../media/image1275.png"/><Relationship Id="rId51" Type="http://schemas.openxmlformats.org/officeDocument/2006/relationships/customXml" Target="../ink/ink1182.xml"/><Relationship Id="rId72" Type="http://schemas.openxmlformats.org/officeDocument/2006/relationships/image" Target="../media/image1139.png"/><Relationship Id="rId93" Type="http://schemas.openxmlformats.org/officeDocument/2006/relationships/customXml" Target="../ink/ink1203.xml"/><Relationship Id="rId189" Type="http://schemas.openxmlformats.org/officeDocument/2006/relationships/image" Target="../media/image1195.png"/><Relationship Id="rId375" Type="http://schemas.openxmlformats.org/officeDocument/2006/relationships/customXml" Target="../ink/ink1348.xml"/><Relationship Id="rId396" Type="http://schemas.openxmlformats.org/officeDocument/2006/relationships/customXml" Target="../ink/ink1359.xml"/><Relationship Id="rId3" Type="http://schemas.openxmlformats.org/officeDocument/2006/relationships/customXml" Target="../ink/ink1158.xml"/><Relationship Id="rId214" Type="http://schemas.openxmlformats.org/officeDocument/2006/relationships/customXml" Target="../ink/ink1265.xml"/><Relationship Id="rId235" Type="http://schemas.openxmlformats.org/officeDocument/2006/relationships/customXml" Target="../ink/ink1276.xml"/><Relationship Id="rId256" Type="http://schemas.openxmlformats.org/officeDocument/2006/relationships/customXml" Target="../ink/ink1287.xml"/><Relationship Id="rId277" Type="http://schemas.openxmlformats.org/officeDocument/2006/relationships/customXml" Target="../ink/ink1298.xml"/><Relationship Id="rId298" Type="http://schemas.openxmlformats.org/officeDocument/2006/relationships/customXml" Target="../ink/ink1309.xml"/><Relationship Id="rId400" Type="http://schemas.openxmlformats.org/officeDocument/2006/relationships/customXml" Target="../ink/ink1361.xml"/><Relationship Id="rId421" Type="http://schemas.openxmlformats.org/officeDocument/2006/relationships/image" Target="../media/image1308.png"/><Relationship Id="rId442" Type="http://schemas.openxmlformats.org/officeDocument/2006/relationships/image" Target="../media/image1318.png"/><Relationship Id="rId463" Type="http://schemas.openxmlformats.org/officeDocument/2006/relationships/customXml" Target="../ink/ink1393.xml"/><Relationship Id="rId116" Type="http://schemas.openxmlformats.org/officeDocument/2006/relationships/image" Target="../media/image80.png"/><Relationship Id="rId137" Type="http://schemas.openxmlformats.org/officeDocument/2006/relationships/customXml" Target="../ink/ink1225.xml"/><Relationship Id="rId158" Type="http://schemas.openxmlformats.org/officeDocument/2006/relationships/customXml" Target="../ink/ink1236.xml"/><Relationship Id="rId302" Type="http://schemas.openxmlformats.org/officeDocument/2006/relationships/customXml" Target="../ink/ink1311.xml"/><Relationship Id="rId323" Type="http://schemas.openxmlformats.org/officeDocument/2006/relationships/customXml" Target="../ink/ink1322.xml"/><Relationship Id="rId344" Type="http://schemas.openxmlformats.org/officeDocument/2006/relationships/image" Target="../media/image1270.png"/><Relationship Id="rId20" Type="http://schemas.openxmlformats.org/officeDocument/2006/relationships/image" Target="../media/image1113.png"/><Relationship Id="rId41" Type="http://schemas.openxmlformats.org/officeDocument/2006/relationships/customXml" Target="../ink/ink1177.xml"/><Relationship Id="rId62" Type="http://schemas.openxmlformats.org/officeDocument/2006/relationships/image" Target="../media/image1134.png"/><Relationship Id="rId83" Type="http://schemas.openxmlformats.org/officeDocument/2006/relationships/customXml" Target="../ink/ink1198.xml"/><Relationship Id="rId179" Type="http://schemas.openxmlformats.org/officeDocument/2006/relationships/image" Target="../media/image1191.png"/><Relationship Id="rId365" Type="http://schemas.openxmlformats.org/officeDocument/2006/relationships/customXml" Target="../ink/ink1343.xml"/><Relationship Id="rId386" Type="http://schemas.openxmlformats.org/officeDocument/2006/relationships/image" Target="../media/image1291.png"/><Relationship Id="rId190" Type="http://schemas.openxmlformats.org/officeDocument/2006/relationships/customXml" Target="../ink/ink1253.xml"/><Relationship Id="rId204" Type="http://schemas.openxmlformats.org/officeDocument/2006/relationships/customXml" Target="../ink/ink1260.xml"/><Relationship Id="rId225" Type="http://schemas.openxmlformats.org/officeDocument/2006/relationships/image" Target="../media/image1213.png"/><Relationship Id="rId246" Type="http://schemas.openxmlformats.org/officeDocument/2006/relationships/image" Target="../media/image1223.png"/><Relationship Id="rId267" Type="http://schemas.openxmlformats.org/officeDocument/2006/relationships/image" Target="../media/image1233.png"/><Relationship Id="rId288" Type="http://schemas.openxmlformats.org/officeDocument/2006/relationships/image" Target="../media/image1243.png"/><Relationship Id="rId411" Type="http://schemas.openxmlformats.org/officeDocument/2006/relationships/image" Target="../media/image1303.png"/><Relationship Id="rId432" Type="http://schemas.openxmlformats.org/officeDocument/2006/relationships/customXml" Target="../ink/ink1377.xml"/><Relationship Id="rId453" Type="http://schemas.openxmlformats.org/officeDocument/2006/relationships/customXml" Target="../ink/ink1388.xml"/><Relationship Id="rId474" Type="http://schemas.openxmlformats.org/officeDocument/2006/relationships/image" Target="../media/image1334.png"/><Relationship Id="rId106" Type="http://schemas.openxmlformats.org/officeDocument/2006/relationships/image" Target="../media/image1156.png"/><Relationship Id="rId127" Type="http://schemas.openxmlformats.org/officeDocument/2006/relationships/customXml" Target="../ink/ink1220.xml"/><Relationship Id="rId313" Type="http://schemas.openxmlformats.org/officeDocument/2006/relationships/customXml" Target="../ink/ink1317.xml"/><Relationship Id="rId10" Type="http://schemas.openxmlformats.org/officeDocument/2006/relationships/image" Target="../media/image1108.png"/><Relationship Id="rId31" Type="http://schemas.openxmlformats.org/officeDocument/2006/relationships/customXml" Target="../ink/ink1172.xml"/><Relationship Id="rId52" Type="http://schemas.openxmlformats.org/officeDocument/2006/relationships/image" Target="../media/image1129.png"/><Relationship Id="rId73" Type="http://schemas.openxmlformats.org/officeDocument/2006/relationships/customXml" Target="../ink/ink1193.xml"/><Relationship Id="rId94" Type="http://schemas.openxmlformats.org/officeDocument/2006/relationships/image" Target="../media/image1150.png"/><Relationship Id="rId148" Type="http://schemas.openxmlformats.org/officeDocument/2006/relationships/image" Target="../media/image1176.png"/><Relationship Id="rId169" Type="http://schemas.openxmlformats.org/officeDocument/2006/relationships/image" Target="../media/image1186.png"/><Relationship Id="rId334" Type="http://schemas.openxmlformats.org/officeDocument/2006/relationships/image" Target="../media/image1265.png"/><Relationship Id="rId355" Type="http://schemas.openxmlformats.org/officeDocument/2006/relationships/customXml" Target="../ink/ink1338.xml"/><Relationship Id="rId376" Type="http://schemas.openxmlformats.org/officeDocument/2006/relationships/image" Target="../media/image1286.png"/><Relationship Id="rId397" Type="http://schemas.openxmlformats.org/officeDocument/2006/relationships/image" Target="../media/image1296.png"/><Relationship Id="rId4" Type="http://schemas.openxmlformats.org/officeDocument/2006/relationships/image" Target="../media/image1105.png"/><Relationship Id="rId180" Type="http://schemas.openxmlformats.org/officeDocument/2006/relationships/customXml" Target="../ink/ink1247.xml"/><Relationship Id="rId215" Type="http://schemas.openxmlformats.org/officeDocument/2006/relationships/image" Target="../media/image1208.png"/><Relationship Id="rId236" Type="http://schemas.openxmlformats.org/officeDocument/2006/relationships/image" Target="../media/image1218.png"/><Relationship Id="rId257" Type="http://schemas.openxmlformats.org/officeDocument/2006/relationships/image" Target="../media/image1228.png"/><Relationship Id="rId278" Type="http://schemas.openxmlformats.org/officeDocument/2006/relationships/image" Target="../media/image1238.png"/><Relationship Id="rId401" Type="http://schemas.openxmlformats.org/officeDocument/2006/relationships/image" Target="../media/image1298.png"/><Relationship Id="rId422" Type="http://schemas.openxmlformats.org/officeDocument/2006/relationships/customXml" Target="../ink/ink1372.xml"/><Relationship Id="rId443" Type="http://schemas.openxmlformats.org/officeDocument/2006/relationships/customXml" Target="../ink/ink1383.xml"/><Relationship Id="rId464" Type="http://schemas.openxmlformats.org/officeDocument/2006/relationships/image" Target="../media/image1329.png"/><Relationship Id="rId303" Type="http://schemas.openxmlformats.org/officeDocument/2006/relationships/image" Target="../media/image1250.png"/><Relationship Id="rId42" Type="http://schemas.openxmlformats.org/officeDocument/2006/relationships/image" Target="../media/image1124.png"/><Relationship Id="rId84" Type="http://schemas.openxmlformats.org/officeDocument/2006/relationships/image" Target="../media/image1145.png"/><Relationship Id="rId138" Type="http://schemas.openxmlformats.org/officeDocument/2006/relationships/image" Target="../media/image1171.png"/><Relationship Id="rId345" Type="http://schemas.openxmlformats.org/officeDocument/2006/relationships/customXml" Target="../ink/ink1333.xml"/><Relationship Id="rId387" Type="http://schemas.openxmlformats.org/officeDocument/2006/relationships/customXml" Target="../ink/ink1354.xml"/><Relationship Id="rId191" Type="http://schemas.openxmlformats.org/officeDocument/2006/relationships/image" Target="../media/image1196.png"/><Relationship Id="rId205" Type="http://schemas.openxmlformats.org/officeDocument/2006/relationships/image" Target="../media/image1203.png"/><Relationship Id="rId247" Type="http://schemas.openxmlformats.org/officeDocument/2006/relationships/customXml" Target="../ink/ink1282.xml"/><Relationship Id="rId412" Type="http://schemas.openxmlformats.org/officeDocument/2006/relationships/customXml" Target="../ink/ink1367.xml"/><Relationship Id="rId107" Type="http://schemas.openxmlformats.org/officeDocument/2006/relationships/customXml" Target="../ink/ink1210.xml"/><Relationship Id="rId289" Type="http://schemas.openxmlformats.org/officeDocument/2006/relationships/customXml" Target="../ink/ink1304.xml"/><Relationship Id="rId454" Type="http://schemas.openxmlformats.org/officeDocument/2006/relationships/image" Target="../media/image1324.png"/><Relationship Id="rId11" Type="http://schemas.openxmlformats.org/officeDocument/2006/relationships/customXml" Target="../ink/ink1162.xml"/><Relationship Id="rId53" Type="http://schemas.openxmlformats.org/officeDocument/2006/relationships/customXml" Target="../ink/ink1183.xml"/><Relationship Id="rId149" Type="http://schemas.openxmlformats.org/officeDocument/2006/relationships/customXml" Target="../ink/ink1231.xml"/><Relationship Id="rId314" Type="http://schemas.openxmlformats.org/officeDocument/2006/relationships/image" Target="../media/image1255.png"/><Relationship Id="rId356" Type="http://schemas.openxmlformats.org/officeDocument/2006/relationships/image" Target="../media/image1276.png"/><Relationship Id="rId398" Type="http://schemas.openxmlformats.org/officeDocument/2006/relationships/customXml" Target="../ink/ink1360.xml"/><Relationship Id="rId95" Type="http://schemas.openxmlformats.org/officeDocument/2006/relationships/customXml" Target="../ink/ink1204.xml"/><Relationship Id="rId160" Type="http://schemas.openxmlformats.org/officeDocument/2006/relationships/customXml" Target="../ink/ink1237.xml"/><Relationship Id="rId216" Type="http://schemas.openxmlformats.org/officeDocument/2006/relationships/customXml" Target="../ink/ink1266.xml"/><Relationship Id="rId423" Type="http://schemas.openxmlformats.org/officeDocument/2006/relationships/image" Target="../media/image1309.png"/><Relationship Id="rId258" Type="http://schemas.openxmlformats.org/officeDocument/2006/relationships/customXml" Target="../ink/ink1288.xml"/><Relationship Id="rId465" Type="http://schemas.openxmlformats.org/officeDocument/2006/relationships/customXml" Target="../ink/ink1394.xml"/><Relationship Id="rId22" Type="http://schemas.openxmlformats.org/officeDocument/2006/relationships/image" Target="../media/image1114.png"/><Relationship Id="rId64" Type="http://schemas.openxmlformats.org/officeDocument/2006/relationships/image" Target="../media/image1135.png"/><Relationship Id="rId118" Type="http://schemas.openxmlformats.org/officeDocument/2006/relationships/image" Target="../media/image1161.png"/><Relationship Id="rId325" Type="http://schemas.openxmlformats.org/officeDocument/2006/relationships/customXml" Target="../ink/ink1323.xml"/><Relationship Id="rId367" Type="http://schemas.openxmlformats.org/officeDocument/2006/relationships/customXml" Target="../ink/ink1344.xml"/><Relationship Id="rId171" Type="http://schemas.openxmlformats.org/officeDocument/2006/relationships/image" Target="../media/image1187.png"/><Relationship Id="rId227" Type="http://schemas.openxmlformats.org/officeDocument/2006/relationships/image" Target="../media/image1214.png"/><Relationship Id="rId269" Type="http://schemas.openxmlformats.org/officeDocument/2006/relationships/image" Target="../media/image1234.png"/><Relationship Id="rId434" Type="http://schemas.openxmlformats.org/officeDocument/2006/relationships/customXml" Target="../ink/ink1378.xml"/><Relationship Id="rId476" Type="http://schemas.openxmlformats.org/officeDocument/2006/relationships/image" Target="../media/image1335.png"/><Relationship Id="rId33" Type="http://schemas.openxmlformats.org/officeDocument/2006/relationships/customXml" Target="../ink/ink1173.xml"/><Relationship Id="rId129" Type="http://schemas.openxmlformats.org/officeDocument/2006/relationships/customXml" Target="../ink/ink1221.xml"/><Relationship Id="rId280" Type="http://schemas.openxmlformats.org/officeDocument/2006/relationships/image" Target="../media/image1239.png"/><Relationship Id="rId336" Type="http://schemas.openxmlformats.org/officeDocument/2006/relationships/image" Target="../media/image1266.png"/><Relationship Id="rId75" Type="http://schemas.openxmlformats.org/officeDocument/2006/relationships/customXml" Target="../ink/ink1194.xml"/><Relationship Id="rId140" Type="http://schemas.openxmlformats.org/officeDocument/2006/relationships/image" Target="../media/image1172.png"/><Relationship Id="rId182" Type="http://schemas.openxmlformats.org/officeDocument/2006/relationships/customXml" Target="../ink/ink1248.xml"/><Relationship Id="rId378" Type="http://schemas.openxmlformats.org/officeDocument/2006/relationships/image" Target="../media/image1287.png"/><Relationship Id="rId403" Type="http://schemas.openxmlformats.org/officeDocument/2006/relationships/image" Target="../media/image1299.png"/><Relationship Id="rId6" Type="http://schemas.openxmlformats.org/officeDocument/2006/relationships/image" Target="../media/image1106.png"/><Relationship Id="rId238" Type="http://schemas.openxmlformats.org/officeDocument/2006/relationships/image" Target="../media/image1219.png"/><Relationship Id="rId445" Type="http://schemas.openxmlformats.org/officeDocument/2006/relationships/customXml" Target="../ink/ink1384.xml"/><Relationship Id="rId291" Type="http://schemas.openxmlformats.org/officeDocument/2006/relationships/customXml" Target="../ink/ink1305.xml"/><Relationship Id="rId305" Type="http://schemas.openxmlformats.org/officeDocument/2006/relationships/customXml" Target="../ink/ink1313.xml"/><Relationship Id="rId347" Type="http://schemas.openxmlformats.org/officeDocument/2006/relationships/customXml" Target="../ink/ink1334.xml"/><Relationship Id="rId44" Type="http://schemas.openxmlformats.org/officeDocument/2006/relationships/image" Target="../media/image1125.png"/><Relationship Id="rId86" Type="http://schemas.openxmlformats.org/officeDocument/2006/relationships/image" Target="../media/image1146.png"/><Relationship Id="rId151" Type="http://schemas.openxmlformats.org/officeDocument/2006/relationships/customXml" Target="../ink/ink1232.xml"/><Relationship Id="rId389" Type="http://schemas.openxmlformats.org/officeDocument/2006/relationships/image" Target="../media/image1292.png"/><Relationship Id="rId193" Type="http://schemas.openxmlformats.org/officeDocument/2006/relationships/image" Target="../media/image1197.png"/><Relationship Id="rId207" Type="http://schemas.openxmlformats.org/officeDocument/2006/relationships/image" Target="../media/image1204.png"/><Relationship Id="rId249" Type="http://schemas.openxmlformats.org/officeDocument/2006/relationships/customXml" Target="../ink/ink1283.xml"/><Relationship Id="rId414" Type="http://schemas.openxmlformats.org/officeDocument/2006/relationships/customXml" Target="../ink/ink1368.xml"/><Relationship Id="rId456" Type="http://schemas.openxmlformats.org/officeDocument/2006/relationships/image" Target="../media/image1325.png"/><Relationship Id="rId13" Type="http://schemas.openxmlformats.org/officeDocument/2006/relationships/customXml" Target="../ink/ink1163.xml"/><Relationship Id="rId109" Type="http://schemas.openxmlformats.org/officeDocument/2006/relationships/customXml" Target="../ink/ink1211.xml"/><Relationship Id="rId260" Type="http://schemas.openxmlformats.org/officeDocument/2006/relationships/customXml" Target="../ink/ink1289.xml"/><Relationship Id="rId316" Type="http://schemas.openxmlformats.org/officeDocument/2006/relationships/image" Target="../media/image1256.png"/><Relationship Id="rId55" Type="http://schemas.openxmlformats.org/officeDocument/2006/relationships/customXml" Target="../ink/ink1184.xml"/><Relationship Id="rId97" Type="http://schemas.openxmlformats.org/officeDocument/2006/relationships/customXml" Target="../ink/ink1205.xml"/><Relationship Id="rId120" Type="http://schemas.openxmlformats.org/officeDocument/2006/relationships/image" Target="../media/image1162.png"/><Relationship Id="rId358" Type="http://schemas.openxmlformats.org/officeDocument/2006/relationships/image" Target="../media/image1277.png"/><Relationship Id="rId162" Type="http://schemas.openxmlformats.org/officeDocument/2006/relationships/customXml" Target="../ink/ink1238.xml"/><Relationship Id="rId218" Type="http://schemas.openxmlformats.org/officeDocument/2006/relationships/customXml" Target="../ink/ink1267.xml"/><Relationship Id="rId425" Type="http://schemas.openxmlformats.org/officeDocument/2006/relationships/image" Target="../media/image1310.png"/><Relationship Id="rId467" Type="http://schemas.openxmlformats.org/officeDocument/2006/relationships/customXml" Target="../ink/ink1395.xml"/><Relationship Id="rId271" Type="http://schemas.openxmlformats.org/officeDocument/2006/relationships/customXml" Target="../ink/ink1295.xml"/><Relationship Id="rId24" Type="http://schemas.openxmlformats.org/officeDocument/2006/relationships/image" Target="../media/image1115.png"/><Relationship Id="rId66" Type="http://schemas.openxmlformats.org/officeDocument/2006/relationships/image" Target="../media/image1136.png"/><Relationship Id="rId131" Type="http://schemas.openxmlformats.org/officeDocument/2006/relationships/customXml" Target="../ink/ink1222.xml"/><Relationship Id="rId327" Type="http://schemas.openxmlformats.org/officeDocument/2006/relationships/customXml" Target="../ink/ink1324.xml"/><Relationship Id="rId369" Type="http://schemas.openxmlformats.org/officeDocument/2006/relationships/customXml" Target="../ink/ink1345.xml"/><Relationship Id="rId173" Type="http://schemas.openxmlformats.org/officeDocument/2006/relationships/image" Target="../media/image1188.png"/><Relationship Id="rId229" Type="http://schemas.openxmlformats.org/officeDocument/2006/relationships/customXml" Target="../ink/ink1273.xml"/><Relationship Id="rId380" Type="http://schemas.openxmlformats.org/officeDocument/2006/relationships/image" Target="../media/image1288.png"/><Relationship Id="rId436" Type="http://schemas.openxmlformats.org/officeDocument/2006/relationships/customXml" Target="../ink/ink1379.xml"/><Relationship Id="rId240" Type="http://schemas.openxmlformats.org/officeDocument/2006/relationships/image" Target="../media/image1220.png"/><Relationship Id="rId478" Type="http://schemas.openxmlformats.org/officeDocument/2006/relationships/image" Target="../media/image1336.png"/><Relationship Id="rId35" Type="http://schemas.openxmlformats.org/officeDocument/2006/relationships/customXml" Target="../ink/ink1174.xml"/><Relationship Id="rId77" Type="http://schemas.openxmlformats.org/officeDocument/2006/relationships/customXml" Target="../ink/ink1195.xml"/><Relationship Id="rId100" Type="http://schemas.openxmlformats.org/officeDocument/2006/relationships/image" Target="../media/image1153.png"/><Relationship Id="rId282" Type="http://schemas.openxmlformats.org/officeDocument/2006/relationships/image" Target="../media/image1240.png"/><Relationship Id="rId338" Type="http://schemas.openxmlformats.org/officeDocument/2006/relationships/image" Target="../media/image1267.png"/><Relationship Id="rId8" Type="http://schemas.openxmlformats.org/officeDocument/2006/relationships/image" Target="../media/image1107.png"/><Relationship Id="rId142" Type="http://schemas.openxmlformats.org/officeDocument/2006/relationships/image" Target="../media/image1173.png"/><Relationship Id="rId184" Type="http://schemas.openxmlformats.org/officeDocument/2006/relationships/customXml" Target="../ink/ink1249.xml"/><Relationship Id="rId391" Type="http://schemas.openxmlformats.org/officeDocument/2006/relationships/image" Target="../media/image1293.png"/><Relationship Id="rId405" Type="http://schemas.openxmlformats.org/officeDocument/2006/relationships/image" Target="../media/image1300.png"/><Relationship Id="rId447" Type="http://schemas.openxmlformats.org/officeDocument/2006/relationships/customXml" Target="../ink/ink1385.xml"/><Relationship Id="rId251" Type="http://schemas.openxmlformats.org/officeDocument/2006/relationships/customXml" Target="../ink/ink1284.xml"/><Relationship Id="rId46" Type="http://schemas.openxmlformats.org/officeDocument/2006/relationships/image" Target="../media/image1126.png"/><Relationship Id="rId293" Type="http://schemas.openxmlformats.org/officeDocument/2006/relationships/customXml" Target="../ink/ink1306.xml"/><Relationship Id="rId307" Type="http://schemas.openxmlformats.org/officeDocument/2006/relationships/customXml" Target="../ink/ink1314.xml"/><Relationship Id="rId349" Type="http://schemas.openxmlformats.org/officeDocument/2006/relationships/customXml" Target="../ink/ink1335.xml"/><Relationship Id="rId88" Type="http://schemas.openxmlformats.org/officeDocument/2006/relationships/image" Target="../media/image1147.png"/><Relationship Id="rId111" Type="http://schemas.openxmlformats.org/officeDocument/2006/relationships/customXml" Target="../ink/ink1212.xml"/><Relationship Id="rId153" Type="http://schemas.openxmlformats.org/officeDocument/2006/relationships/customXml" Target="../ink/ink1233.xml"/><Relationship Id="rId195" Type="http://schemas.openxmlformats.org/officeDocument/2006/relationships/image" Target="../media/image1198.png"/><Relationship Id="rId209" Type="http://schemas.openxmlformats.org/officeDocument/2006/relationships/image" Target="../media/image1205.png"/><Relationship Id="rId360" Type="http://schemas.openxmlformats.org/officeDocument/2006/relationships/image" Target="../media/image1278.png"/><Relationship Id="rId416" Type="http://schemas.openxmlformats.org/officeDocument/2006/relationships/customXml" Target="../ink/ink1369.xml"/><Relationship Id="rId220" Type="http://schemas.openxmlformats.org/officeDocument/2006/relationships/customXml" Target="../ink/ink1268.xml"/><Relationship Id="rId458" Type="http://schemas.openxmlformats.org/officeDocument/2006/relationships/image" Target="../media/image1326.png"/><Relationship Id="rId15" Type="http://schemas.openxmlformats.org/officeDocument/2006/relationships/customXml" Target="../ink/ink1164.xml"/><Relationship Id="rId57" Type="http://schemas.openxmlformats.org/officeDocument/2006/relationships/customXml" Target="../ink/ink1185.xml"/><Relationship Id="rId262" Type="http://schemas.openxmlformats.org/officeDocument/2006/relationships/customXml" Target="../ink/ink1290.xml"/><Relationship Id="rId318" Type="http://schemas.openxmlformats.org/officeDocument/2006/relationships/image" Target="../media/image1257.png"/><Relationship Id="rId99" Type="http://schemas.openxmlformats.org/officeDocument/2006/relationships/customXml" Target="../ink/ink1206.xml"/><Relationship Id="rId122" Type="http://schemas.openxmlformats.org/officeDocument/2006/relationships/image" Target="../media/image1163.png"/><Relationship Id="rId164" Type="http://schemas.openxmlformats.org/officeDocument/2006/relationships/customXml" Target="../ink/ink1239.xml"/><Relationship Id="rId371" Type="http://schemas.openxmlformats.org/officeDocument/2006/relationships/customXml" Target="../ink/ink1346.xml"/><Relationship Id="rId427" Type="http://schemas.openxmlformats.org/officeDocument/2006/relationships/image" Target="../media/image1311.png"/><Relationship Id="rId469" Type="http://schemas.openxmlformats.org/officeDocument/2006/relationships/customXml" Target="../ink/ink1396.xml"/><Relationship Id="rId26" Type="http://schemas.openxmlformats.org/officeDocument/2006/relationships/image" Target="../media/image1116.png"/><Relationship Id="rId231" Type="http://schemas.openxmlformats.org/officeDocument/2006/relationships/customXml" Target="../ink/ink1274.xml"/><Relationship Id="rId273" Type="http://schemas.openxmlformats.org/officeDocument/2006/relationships/customXml" Target="../ink/ink1296.xml"/><Relationship Id="rId329" Type="http://schemas.openxmlformats.org/officeDocument/2006/relationships/customXml" Target="../ink/ink1325.xml"/><Relationship Id="rId480" Type="http://schemas.openxmlformats.org/officeDocument/2006/relationships/image" Target="../media/image1337.png"/><Relationship Id="rId68" Type="http://schemas.openxmlformats.org/officeDocument/2006/relationships/image" Target="../media/image1137.png"/><Relationship Id="rId133" Type="http://schemas.openxmlformats.org/officeDocument/2006/relationships/customXml" Target="../ink/ink1223.xml"/><Relationship Id="rId175" Type="http://schemas.openxmlformats.org/officeDocument/2006/relationships/image" Target="../media/image1189.png"/><Relationship Id="rId340" Type="http://schemas.openxmlformats.org/officeDocument/2006/relationships/image" Target="../media/image1268.png"/><Relationship Id="rId200" Type="http://schemas.openxmlformats.org/officeDocument/2006/relationships/customXml" Target="../ink/ink1258.xml"/><Relationship Id="rId382" Type="http://schemas.openxmlformats.org/officeDocument/2006/relationships/image" Target="../media/image1289.png"/><Relationship Id="rId438" Type="http://schemas.openxmlformats.org/officeDocument/2006/relationships/customXml" Target="../ink/ink1380.xml"/><Relationship Id="rId242" Type="http://schemas.openxmlformats.org/officeDocument/2006/relationships/image" Target="../media/image1221.png"/><Relationship Id="rId284" Type="http://schemas.openxmlformats.org/officeDocument/2006/relationships/image" Target="../media/image1241.png"/><Relationship Id="rId37" Type="http://schemas.openxmlformats.org/officeDocument/2006/relationships/customXml" Target="../ink/ink1175.xml"/><Relationship Id="rId79" Type="http://schemas.openxmlformats.org/officeDocument/2006/relationships/customXml" Target="../ink/ink1196.xml"/><Relationship Id="rId102" Type="http://schemas.openxmlformats.org/officeDocument/2006/relationships/image" Target="../media/image1154.png"/><Relationship Id="rId144" Type="http://schemas.openxmlformats.org/officeDocument/2006/relationships/image" Target="../media/image1174.png"/><Relationship Id="rId90" Type="http://schemas.openxmlformats.org/officeDocument/2006/relationships/image" Target="../media/image1148.png"/><Relationship Id="rId186" Type="http://schemas.openxmlformats.org/officeDocument/2006/relationships/image" Target="../media/image1194.png"/><Relationship Id="rId351" Type="http://schemas.openxmlformats.org/officeDocument/2006/relationships/customXml" Target="../ink/ink1336.xml"/><Relationship Id="rId393" Type="http://schemas.openxmlformats.org/officeDocument/2006/relationships/image" Target="../media/image1294.png"/><Relationship Id="rId407" Type="http://schemas.openxmlformats.org/officeDocument/2006/relationships/image" Target="../media/image1301.png"/><Relationship Id="rId449" Type="http://schemas.openxmlformats.org/officeDocument/2006/relationships/customXml" Target="../ink/ink1386.xml"/><Relationship Id="rId211" Type="http://schemas.openxmlformats.org/officeDocument/2006/relationships/image" Target="../media/image1206.png"/><Relationship Id="rId253" Type="http://schemas.openxmlformats.org/officeDocument/2006/relationships/image" Target="../media/image1226.png"/><Relationship Id="rId295" Type="http://schemas.openxmlformats.org/officeDocument/2006/relationships/customXml" Target="../ink/ink1307.xml"/><Relationship Id="rId309" Type="http://schemas.openxmlformats.org/officeDocument/2006/relationships/customXml" Target="../ink/ink1315.xml"/><Relationship Id="rId460" Type="http://schemas.openxmlformats.org/officeDocument/2006/relationships/image" Target="../media/image1327.png"/><Relationship Id="rId48" Type="http://schemas.openxmlformats.org/officeDocument/2006/relationships/image" Target="../media/image1127.png"/><Relationship Id="rId113" Type="http://schemas.openxmlformats.org/officeDocument/2006/relationships/customXml" Target="../ink/ink1213.xml"/><Relationship Id="rId320" Type="http://schemas.openxmlformats.org/officeDocument/2006/relationships/image" Target="../media/image1258.png"/><Relationship Id="rId155" Type="http://schemas.openxmlformats.org/officeDocument/2006/relationships/customXml" Target="../ink/ink1234.xml"/><Relationship Id="rId197" Type="http://schemas.openxmlformats.org/officeDocument/2006/relationships/image" Target="../media/image1199.png"/><Relationship Id="rId362" Type="http://schemas.openxmlformats.org/officeDocument/2006/relationships/image" Target="../media/image1279.png"/><Relationship Id="rId418" Type="http://schemas.openxmlformats.org/officeDocument/2006/relationships/customXml" Target="../ink/ink1370.xml"/><Relationship Id="rId222" Type="http://schemas.openxmlformats.org/officeDocument/2006/relationships/customXml" Target="../ink/ink1269.xml"/><Relationship Id="rId264" Type="http://schemas.openxmlformats.org/officeDocument/2006/relationships/customXml" Target="../ink/ink1291.xml"/><Relationship Id="rId471" Type="http://schemas.openxmlformats.org/officeDocument/2006/relationships/customXml" Target="../ink/ink1397.xml"/><Relationship Id="rId17" Type="http://schemas.openxmlformats.org/officeDocument/2006/relationships/customXml" Target="../ink/ink1165.xml"/><Relationship Id="rId59" Type="http://schemas.openxmlformats.org/officeDocument/2006/relationships/customXml" Target="../ink/ink1186.xml"/><Relationship Id="rId124" Type="http://schemas.openxmlformats.org/officeDocument/2006/relationships/image" Target="../media/image1164.png"/><Relationship Id="rId70" Type="http://schemas.openxmlformats.org/officeDocument/2006/relationships/image" Target="../media/image1138.png"/><Relationship Id="rId166" Type="http://schemas.openxmlformats.org/officeDocument/2006/relationships/customXml" Target="../ink/ink1240.xml"/><Relationship Id="rId331" Type="http://schemas.openxmlformats.org/officeDocument/2006/relationships/customXml" Target="../ink/ink1326.xml"/><Relationship Id="rId373" Type="http://schemas.openxmlformats.org/officeDocument/2006/relationships/customXml" Target="../ink/ink1347.xml"/><Relationship Id="rId429" Type="http://schemas.openxmlformats.org/officeDocument/2006/relationships/image" Target="../media/image1312.png"/><Relationship Id="rId1" Type="http://schemas.openxmlformats.org/officeDocument/2006/relationships/slideLayout" Target="../slideLayouts/slideLayout1.xml"/><Relationship Id="rId233" Type="http://schemas.openxmlformats.org/officeDocument/2006/relationships/customXml" Target="../ink/ink1275.xml"/><Relationship Id="rId440" Type="http://schemas.openxmlformats.org/officeDocument/2006/relationships/image" Target="../media/image1317.png"/><Relationship Id="rId28" Type="http://schemas.openxmlformats.org/officeDocument/2006/relationships/image" Target="../media/image1117.png"/><Relationship Id="rId275" Type="http://schemas.openxmlformats.org/officeDocument/2006/relationships/customXml" Target="../ink/ink1297.xml"/><Relationship Id="rId300" Type="http://schemas.openxmlformats.org/officeDocument/2006/relationships/customXml" Target="../ink/ink1310.xml"/><Relationship Id="rId81" Type="http://schemas.openxmlformats.org/officeDocument/2006/relationships/customXml" Target="../ink/ink1197.xml"/><Relationship Id="rId135" Type="http://schemas.openxmlformats.org/officeDocument/2006/relationships/customXml" Target="../ink/ink1224.xml"/><Relationship Id="rId177" Type="http://schemas.openxmlformats.org/officeDocument/2006/relationships/image" Target="../media/image1190.png"/><Relationship Id="rId342" Type="http://schemas.openxmlformats.org/officeDocument/2006/relationships/image" Target="../media/image1269.png"/><Relationship Id="rId384" Type="http://schemas.openxmlformats.org/officeDocument/2006/relationships/image" Target="../media/image1290.png"/><Relationship Id="rId202" Type="http://schemas.openxmlformats.org/officeDocument/2006/relationships/customXml" Target="../ink/ink1259.xml"/><Relationship Id="rId244" Type="http://schemas.openxmlformats.org/officeDocument/2006/relationships/image" Target="../media/image1222.png"/><Relationship Id="rId39" Type="http://schemas.openxmlformats.org/officeDocument/2006/relationships/customXml" Target="../ink/ink1176.xml"/><Relationship Id="rId286" Type="http://schemas.openxmlformats.org/officeDocument/2006/relationships/image" Target="../media/image1242.png"/><Relationship Id="rId451" Type="http://schemas.openxmlformats.org/officeDocument/2006/relationships/customXml" Target="../ink/ink1387.xml"/><Relationship Id="rId50" Type="http://schemas.openxmlformats.org/officeDocument/2006/relationships/image" Target="../media/image1128.png"/><Relationship Id="rId104" Type="http://schemas.openxmlformats.org/officeDocument/2006/relationships/image" Target="../media/image1155.png"/><Relationship Id="rId146" Type="http://schemas.openxmlformats.org/officeDocument/2006/relationships/image" Target="../media/image1175.png"/><Relationship Id="rId188" Type="http://schemas.openxmlformats.org/officeDocument/2006/relationships/customXml" Target="../ink/ink1252.xml"/><Relationship Id="rId311" Type="http://schemas.openxmlformats.org/officeDocument/2006/relationships/customXml" Target="../ink/ink1316.xml"/><Relationship Id="rId353" Type="http://schemas.openxmlformats.org/officeDocument/2006/relationships/customXml" Target="../ink/ink1337.xml"/><Relationship Id="rId395" Type="http://schemas.openxmlformats.org/officeDocument/2006/relationships/image" Target="../media/image1295.png"/><Relationship Id="rId409" Type="http://schemas.openxmlformats.org/officeDocument/2006/relationships/image" Target="../media/image1302.png"/><Relationship Id="rId92" Type="http://schemas.openxmlformats.org/officeDocument/2006/relationships/image" Target="../media/image1149.png"/><Relationship Id="rId213" Type="http://schemas.openxmlformats.org/officeDocument/2006/relationships/image" Target="../media/image1207.png"/><Relationship Id="rId420" Type="http://schemas.openxmlformats.org/officeDocument/2006/relationships/customXml" Target="../ink/ink1371.xml"/><Relationship Id="rId255" Type="http://schemas.openxmlformats.org/officeDocument/2006/relationships/image" Target="../media/image1227.png"/><Relationship Id="rId297" Type="http://schemas.openxmlformats.org/officeDocument/2006/relationships/customXml" Target="../ink/ink1308.xml"/><Relationship Id="rId462" Type="http://schemas.openxmlformats.org/officeDocument/2006/relationships/image" Target="../media/image1328.png"/><Relationship Id="rId115" Type="http://schemas.openxmlformats.org/officeDocument/2006/relationships/customXml" Target="../ink/ink1214.xml"/><Relationship Id="rId157" Type="http://schemas.openxmlformats.org/officeDocument/2006/relationships/image" Target="../media/image1180.png"/><Relationship Id="rId322" Type="http://schemas.openxmlformats.org/officeDocument/2006/relationships/image" Target="../media/image1259.png"/><Relationship Id="rId364" Type="http://schemas.openxmlformats.org/officeDocument/2006/relationships/image" Target="../media/image1280.png"/><Relationship Id="rId61" Type="http://schemas.openxmlformats.org/officeDocument/2006/relationships/customXml" Target="../ink/ink1187.xml"/><Relationship Id="rId199" Type="http://schemas.openxmlformats.org/officeDocument/2006/relationships/image" Target="../media/image1200.png"/><Relationship Id="rId19" Type="http://schemas.openxmlformats.org/officeDocument/2006/relationships/customXml" Target="../ink/ink1166.xml"/><Relationship Id="rId224" Type="http://schemas.openxmlformats.org/officeDocument/2006/relationships/customXml" Target="../ink/ink1270.xml"/><Relationship Id="rId266" Type="http://schemas.openxmlformats.org/officeDocument/2006/relationships/customXml" Target="../ink/ink1292.xml"/><Relationship Id="rId431" Type="http://schemas.openxmlformats.org/officeDocument/2006/relationships/image" Target="../media/image1313.png"/><Relationship Id="rId473" Type="http://schemas.openxmlformats.org/officeDocument/2006/relationships/customXml" Target="../ink/ink1398.xml"/><Relationship Id="rId30" Type="http://schemas.openxmlformats.org/officeDocument/2006/relationships/image" Target="../media/image1118.png"/><Relationship Id="rId126" Type="http://schemas.openxmlformats.org/officeDocument/2006/relationships/image" Target="../media/image1165.png"/><Relationship Id="rId168" Type="http://schemas.openxmlformats.org/officeDocument/2006/relationships/customXml" Target="../ink/ink1241.xml"/><Relationship Id="rId333" Type="http://schemas.openxmlformats.org/officeDocument/2006/relationships/customXml" Target="../ink/ink132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4A19F92-96D6-FBD4-07D5-7996488C2D01}"/>
              </a:ext>
            </a:extLst>
          </p:cNvPr>
          <p:cNvGrpSpPr/>
          <p:nvPr/>
        </p:nvGrpSpPr>
        <p:grpSpPr>
          <a:xfrm>
            <a:off x="290857" y="93581"/>
            <a:ext cx="1614600" cy="749880"/>
            <a:chOff x="290857" y="93581"/>
            <a:chExt cx="1614600" cy="749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Tinta 1">
                  <a:extLst>
                    <a:ext uri="{FF2B5EF4-FFF2-40B4-BE49-F238E27FC236}">
                      <a16:creationId xmlns:a16="http://schemas.microsoft.com/office/drawing/2014/main" id="{337E9A6B-38E7-DDB2-E479-3DC0018B14E3}"/>
                    </a:ext>
                  </a:extLst>
                </p14:cNvPr>
                <p14:cNvContentPartPr/>
                <p14:nvPr/>
              </p14:nvContentPartPr>
              <p14:xfrm>
                <a:off x="423697" y="195461"/>
                <a:ext cx="42480" cy="324360"/>
              </p14:xfrm>
            </p:contentPart>
          </mc:Choice>
          <mc:Fallback>
            <p:pic>
              <p:nvPicPr>
                <p:cNvPr id="2" name="Tinta 1">
                  <a:extLst>
                    <a:ext uri="{FF2B5EF4-FFF2-40B4-BE49-F238E27FC236}">
                      <a16:creationId xmlns:a16="http://schemas.microsoft.com/office/drawing/2014/main" id="{337E9A6B-38E7-DDB2-E479-3DC0018B14E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06057" y="177461"/>
                  <a:ext cx="78120" cy="3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Tinta 2">
                  <a:extLst>
                    <a:ext uri="{FF2B5EF4-FFF2-40B4-BE49-F238E27FC236}">
                      <a16:creationId xmlns:a16="http://schemas.microsoft.com/office/drawing/2014/main" id="{63D168C6-5C59-B451-AB32-C8232377C389}"/>
                    </a:ext>
                  </a:extLst>
                </p14:cNvPr>
                <p14:cNvContentPartPr/>
                <p14:nvPr/>
              </p14:nvContentPartPr>
              <p14:xfrm>
                <a:off x="290857" y="444581"/>
                <a:ext cx="282240" cy="43920"/>
              </p14:xfrm>
            </p:contentPart>
          </mc:Choice>
          <mc:Fallback>
            <p:pic>
              <p:nvPicPr>
                <p:cNvPr id="3" name="Tinta 2">
                  <a:extLst>
                    <a:ext uri="{FF2B5EF4-FFF2-40B4-BE49-F238E27FC236}">
                      <a16:creationId xmlns:a16="http://schemas.microsoft.com/office/drawing/2014/main" id="{63D168C6-5C59-B451-AB32-C8232377C38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73217" y="426941"/>
                  <a:ext cx="31788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Tinta 3">
                  <a:extLst>
                    <a:ext uri="{FF2B5EF4-FFF2-40B4-BE49-F238E27FC236}">
                      <a16:creationId xmlns:a16="http://schemas.microsoft.com/office/drawing/2014/main" id="{D3857157-C8D6-4303-1095-A9EA9423ED82}"/>
                    </a:ext>
                  </a:extLst>
                </p14:cNvPr>
                <p14:cNvContentPartPr/>
                <p14:nvPr/>
              </p14:nvContentPartPr>
              <p14:xfrm>
                <a:off x="383017" y="93581"/>
                <a:ext cx="201600" cy="6120"/>
              </p14:xfrm>
            </p:contentPart>
          </mc:Choice>
          <mc:Fallback>
            <p:pic>
              <p:nvPicPr>
                <p:cNvPr id="4" name="Tinta 3">
                  <a:extLst>
                    <a:ext uri="{FF2B5EF4-FFF2-40B4-BE49-F238E27FC236}">
                      <a16:creationId xmlns:a16="http://schemas.microsoft.com/office/drawing/2014/main" id="{D3857157-C8D6-4303-1095-A9EA9423ED8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65017" y="75941"/>
                  <a:ext cx="23724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Tinta 4">
                  <a:extLst>
                    <a:ext uri="{FF2B5EF4-FFF2-40B4-BE49-F238E27FC236}">
                      <a16:creationId xmlns:a16="http://schemas.microsoft.com/office/drawing/2014/main" id="{B9D1E201-E402-1586-BCDF-874C9568BE9B}"/>
                    </a:ext>
                  </a:extLst>
                </p14:cNvPr>
                <p14:cNvContentPartPr/>
                <p14:nvPr/>
              </p14:nvContentPartPr>
              <p14:xfrm>
                <a:off x="593977" y="194381"/>
                <a:ext cx="320760" cy="316800"/>
              </p14:xfrm>
            </p:contentPart>
          </mc:Choice>
          <mc:Fallback>
            <p:pic>
              <p:nvPicPr>
                <p:cNvPr id="5" name="Tinta 4">
                  <a:extLst>
                    <a:ext uri="{FF2B5EF4-FFF2-40B4-BE49-F238E27FC236}">
                      <a16:creationId xmlns:a16="http://schemas.microsoft.com/office/drawing/2014/main" id="{B9D1E201-E402-1586-BCDF-874C9568BE9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75977" y="176381"/>
                  <a:ext cx="35640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Tinta 5">
                  <a:extLst>
                    <a:ext uri="{FF2B5EF4-FFF2-40B4-BE49-F238E27FC236}">
                      <a16:creationId xmlns:a16="http://schemas.microsoft.com/office/drawing/2014/main" id="{23D4BD49-4C3E-776D-FE0C-958DCD135CEB}"/>
                    </a:ext>
                  </a:extLst>
                </p14:cNvPr>
                <p14:cNvContentPartPr/>
                <p14:nvPr/>
              </p14:nvContentPartPr>
              <p14:xfrm>
                <a:off x="847417" y="151901"/>
                <a:ext cx="140760" cy="72000"/>
              </p14:xfrm>
            </p:contentPart>
          </mc:Choice>
          <mc:Fallback>
            <p:pic>
              <p:nvPicPr>
                <p:cNvPr id="6" name="Tinta 5">
                  <a:extLst>
                    <a:ext uri="{FF2B5EF4-FFF2-40B4-BE49-F238E27FC236}">
                      <a16:creationId xmlns:a16="http://schemas.microsoft.com/office/drawing/2014/main" id="{23D4BD49-4C3E-776D-FE0C-958DCD135CE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29417" y="133901"/>
                  <a:ext cx="17640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Tinta 6">
                  <a:extLst>
                    <a:ext uri="{FF2B5EF4-FFF2-40B4-BE49-F238E27FC236}">
                      <a16:creationId xmlns:a16="http://schemas.microsoft.com/office/drawing/2014/main" id="{612DC7C0-2A67-D154-9187-4CEF8365D4ED}"/>
                    </a:ext>
                  </a:extLst>
                </p14:cNvPr>
                <p14:cNvContentPartPr/>
                <p14:nvPr/>
              </p14:nvContentPartPr>
              <p14:xfrm>
                <a:off x="992497" y="348461"/>
                <a:ext cx="174240" cy="159120"/>
              </p14:xfrm>
            </p:contentPart>
          </mc:Choice>
          <mc:Fallback>
            <p:pic>
              <p:nvPicPr>
                <p:cNvPr id="7" name="Tinta 6">
                  <a:extLst>
                    <a:ext uri="{FF2B5EF4-FFF2-40B4-BE49-F238E27FC236}">
                      <a16:creationId xmlns:a16="http://schemas.microsoft.com/office/drawing/2014/main" id="{612DC7C0-2A67-D154-9187-4CEF8365D4E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74857" y="330821"/>
                  <a:ext cx="20988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Tinta 8">
                  <a:extLst>
                    <a:ext uri="{FF2B5EF4-FFF2-40B4-BE49-F238E27FC236}">
                      <a16:creationId xmlns:a16="http://schemas.microsoft.com/office/drawing/2014/main" id="{759684C0-BF51-49C9-1D0A-38910F867541}"/>
                    </a:ext>
                  </a:extLst>
                </p14:cNvPr>
                <p14:cNvContentPartPr/>
                <p14:nvPr/>
              </p14:nvContentPartPr>
              <p14:xfrm>
                <a:off x="1191937" y="323621"/>
                <a:ext cx="175680" cy="519840"/>
              </p14:xfrm>
            </p:contentPart>
          </mc:Choice>
          <mc:Fallback>
            <p:pic>
              <p:nvPicPr>
                <p:cNvPr id="9" name="Tinta 8">
                  <a:extLst>
                    <a:ext uri="{FF2B5EF4-FFF2-40B4-BE49-F238E27FC236}">
                      <a16:creationId xmlns:a16="http://schemas.microsoft.com/office/drawing/2014/main" id="{759684C0-BF51-49C9-1D0A-38910F86754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174297" y="305621"/>
                  <a:ext cx="211320" cy="55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Tinta 9">
                  <a:extLst>
                    <a:ext uri="{FF2B5EF4-FFF2-40B4-BE49-F238E27FC236}">
                      <a16:creationId xmlns:a16="http://schemas.microsoft.com/office/drawing/2014/main" id="{CD28BFA4-E6A1-323D-A400-D6855BA7AB87}"/>
                    </a:ext>
                  </a:extLst>
                </p14:cNvPr>
                <p14:cNvContentPartPr/>
                <p14:nvPr/>
              </p14:nvContentPartPr>
              <p14:xfrm>
                <a:off x="1407577" y="314261"/>
                <a:ext cx="196560" cy="146520"/>
              </p14:xfrm>
            </p:contentPart>
          </mc:Choice>
          <mc:Fallback>
            <p:pic>
              <p:nvPicPr>
                <p:cNvPr id="10" name="Tinta 9">
                  <a:extLst>
                    <a:ext uri="{FF2B5EF4-FFF2-40B4-BE49-F238E27FC236}">
                      <a16:creationId xmlns:a16="http://schemas.microsoft.com/office/drawing/2014/main" id="{CD28BFA4-E6A1-323D-A400-D6855BA7AB8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389577" y="296621"/>
                  <a:ext cx="23220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Tinta 10">
                  <a:extLst>
                    <a:ext uri="{FF2B5EF4-FFF2-40B4-BE49-F238E27FC236}">
                      <a16:creationId xmlns:a16="http://schemas.microsoft.com/office/drawing/2014/main" id="{F75B90C6-250A-4B49-7B9B-FCF51C809EC5}"/>
                    </a:ext>
                  </a:extLst>
                </p14:cNvPr>
                <p14:cNvContentPartPr/>
                <p14:nvPr/>
              </p14:nvContentPartPr>
              <p14:xfrm>
                <a:off x="1669297" y="150461"/>
                <a:ext cx="236160" cy="316800"/>
              </p14:xfrm>
            </p:contentPart>
          </mc:Choice>
          <mc:Fallback>
            <p:pic>
              <p:nvPicPr>
                <p:cNvPr id="11" name="Tinta 10">
                  <a:extLst>
                    <a:ext uri="{FF2B5EF4-FFF2-40B4-BE49-F238E27FC236}">
                      <a16:creationId xmlns:a16="http://schemas.microsoft.com/office/drawing/2014/main" id="{F75B90C6-250A-4B49-7B9B-FCF51C809EC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651657" y="132821"/>
                  <a:ext cx="271800" cy="352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Agrupar 23">
            <a:extLst>
              <a:ext uri="{FF2B5EF4-FFF2-40B4-BE49-F238E27FC236}">
                <a16:creationId xmlns:a16="http://schemas.microsoft.com/office/drawing/2014/main" id="{B49C9FB6-D6E5-FDAA-2740-9AD27D8BE204}"/>
              </a:ext>
            </a:extLst>
          </p:cNvPr>
          <p:cNvGrpSpPr/>
          <p:nvPr/>
        </p:nvGrpSpPr>
        <p:grpSpPr>
          <a:xfrm>
            <a:off x="2176177" y="23741"/>
            <a:ext cx="1901520" cy="497160"/>
            <a:chOff x="2176177" y="23741"/>
            <a:chExt cx="1901520" cy="497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Tinta 12">
                  <a:extLst>
                    <a:ext uri="{FF2B5EF4-FFF2-40B4-BE49-F238E27FC236}">
                      <a16:creationId xmlns:a16="http://schemas.microsoft.com/office/drawing/2014/main" id="{111E8C85-C24E-FF9B-3B30-E4D281B07DE3}"/>
                    </a:ext>
                  </a:extLst>
                </p14:cNvPr>
                <p14:cNvContentPartPr/>
                <p14:nvPr/>
              </p14:nvContentPartPr>
              <p14:xfrm>
                <a:off x="2301457" y="103661"/>
                <a:ext cx="26280" cy="315360"/>
              </p14:xfrm>
            </p:contentPart>
          </mc:Choice>
          <mc:Fallback>
            <p:pic>
              <p:nvPicPr>
                <p:cNvPr id="13" name="Tinta 12">
                  <a:extLst>
                    <a:ext uri="{FF2B5EF4-FFF2-40B4-BE49-F238E27FC236}">
                      <a16:creationId xmlns:a16="http://schemas.microsoft.com/office/drawing/2014/main" id="{111E8C85-C24E-FF9B-3B30-E4D281B07DE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283817" y="86021"/>
                  <a:ext cx="61920" cy="35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Tinta 13">
                  <a:extLst>
                    <a:ext uri="{FF2B5EF4-FFF2-40B4-BE49-F238E27FC236}">
                      <a16:creationId xmlns:a16="http://schemas.microsoft.com/office/drawing/2014/main" id="{666752AA-CA4D-1FA9-7230-AA7F745E118B}"/>
                    </a:ext>
                  </a:extLst>
                </p14:cNvPr>
                <p14:cNvContentPartPr/>
                <p14:nvPr/>
              </p14:nvContentPartPr>
              <p14:xfrm>
                <a:off x="2176177" y="422261"/>
                <a:ext cx="216360" cy="43920"/>
              </p14:xfrm>
            </p:contentPart>
          </mc:Choice>
          <mc:Fallback>
            <p:pic>
              <p:nvPicPr>
                <p:cNvPr id="14" name="Tinta 13">
                  <a:extLst>
                    <a:ext uri="{FF2B5EF4-FFF2-40B4-BE49-F238E27FC236}">
                      <a16:creationId xmlns:a16="http://schemas.microsoft.com/office/drawing/2014/main" id="{666752AA-CA4D-1FA9-7230-AA7F745E118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158177" y="404261"/>
                  <a:ext cx="25200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Tinta 14">
                  <a:extLst>
                    <a:ext uri="{FF2B5EF4-FFF2-40B4-BE49-F238E27FC236}">
                      <a16:creationId xmlns:a16="http://schemas.microsoft.com/office/drawing/2014/main" id="{50498421-0015-DD1A-E002-D145F034B2FA}"/>
                    </a:ext>
                  </a:extLst>
                </p14:cNvPr>
                <p14:cNvContentPartPr/>
                <p14:nvPr/>
              </p14:nvContentPartPr>
              <p14:xfrm>
                <a:off x="2248177" y="65861"/>
                <a:ext cx="200160" cy="17280"/>
              </p14:xfrm>
            </p:contentPart>
          </mc:Choice>
          <mc:Fallback>
            <p:pic>
              <p:nvPicPr>
                <p:cNvPr id="15" name="Tinta 14">
                  <a:extLst>
                    <a:ext uri="{FF2B5EF4-FFF2-40B4-BE49-F238E27FC236}">
                      <a16:creationId xmlns:a16="http://schemas.microsoft.com/office/drawing/2014/main" id="{50498421-0015-DD1A-E002-D145F034B2F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230177" y="47861"/>
                  <a:ext cx="23580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6" name="Tinta 15">
                  <a:extLst>
                    <a:ext uri="{FF2B5EF4-FFF2-40B4-BE49-F238E27FC236}">
                      <a16:creationId xmlns:a16="http://schemas.microsoft.com/office/drawing/2014/main" id="{9E017B8A-C4BC-1F9F-5EC7-0307CFB23998}"/>
                    </a:ext>
                  </a:extLst>
                </p14:cNvPr>
                <p14:cNvContentPartPr/>
                <p14:nvPr/>
              </p14:nvContentPartPr>
              <p14:xfrm>
                <a:off x="2452657" y="215621"/>
                <a:ext cx="134640" cy="230400"/>
              </p14:xfrm>
            </p:contentPart>
          </mc:Choice>
          <mc:Fallback>
            <p:pic>
              <p:nvPicPr>
                <p:cNvPr id="16" name="Tinta 15">
                  <a:extLst>
                    <a:ext uri="{FF2B5EF4-FFF2-40B4-BE49-F238E27FC236}">
                      <a16:creationId xmlns:a16="http://schemas.microsoft.com/office/drawing/2014/main" id="{9E017B8A-C4BC-1F9F-5EC7-0307CFB2399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435017" y="197621"/>
                  <a:ext cx="17028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Tinta 16">
                  <a:extLst>
                    <a:ext uri="{FF2B5EF4-FFF2-40B4-BE49-F238E27FC236}">
                      <a16:creationId xmlns:a16="http://schemas.microsoft.com/office/drawing/2014/main" id="{F99A88F9-340E-2687-ED0F-97F7A649B96F}"/>
                    </a:ext>
                  </a:extLst>
                </p14:cNvPr>
                <p14:cNvContentPartPr/>
                <p14:nvPr/>
              </p14:nvContentPartPr>
              <p14:xfrm>
                <a:off x="2697097" y="72701"/>
                <a:ext cx="306720" cy="346680"/>
              </p14:xfrm>
            </p:contentPart>
          </mc:Choice>
          <mc:Fallback>
            <p:pic>
              <p:nvPicPr>
                <p:cNvPr id="17" name="Tinta 16">
                  <a:extLst>
                    <a:ext uri="{FF2B5EF4-FFF2-40B4-BE49-F238E27FC236}">
                      <a16:creationId xmlns:a16="http://schemas.microsoft.com/office/drawing/2014/main" id="{F99A88F9-340E-2687-ED0F-97F7A649B96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679457" y="54701"/>
                  <a:ext cx="342360" cy="3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Tinta 17">
                  <a:extLst>
                    <a:ext uri="{FF2B5EF4-FFF2-40B4-BE49-F238E27FC236}">
                      <a16:creationId xmlns:a16="http://schemas.microsoft.com/office/drawing/2014/main" id="{F498C0D4-9414-FD52-CE7A-B2B07BA2A209}"/>
                    </a:ext>
                  </a:extLst>
                </p14:cNvPr>
                <p14:cNvContentPartPr/>
                <p14:nvPr/>
              </p14:nvContentPartPr>
              <p14:xfrm>
                <a:off x="3073297" y="97181"/>
                <a:ext cx="254520" cy="423720"/>
              </p14:xfrm>
            </p:contentPart>
          </mc:Choice>
          <mc:Fallback>
            <p:pic>
              <p:nvPicPr>
                <p:cNvPr id="18" name="Tinta 17">
                  <a:extLst>
                    <a:ext uri="{FF2B5EF4-FFF2-40B4-BE49-F238E27FC236}">
                      <a16:creationId xmlns:a16="http://schemas.microsoft.com/office/drawing/2014/main" id="{F498C0D4-9414-FD52-CE7A-B2B07BA2A20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055657" y="79181"/>
                  <a:ext cx="290160" cy="45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Tinta 18">
                  <a:extLst>
                    <a:ext uri="{FF2B5EF4-FFF2-40B4-BE49-F238E27FC236}">
                      <a16:creationId xmlns:a16="http://schemas.microsoft.com/office/drawing/2014/main" id="{FDCC490C-A3A0-E452-A2D8-FF8CC296FCF6}"/>
                    </a:ext>
                  </a:extLst>
                </p14:cNvPr>
                <p14:cNvContentPartPr/>
                <p14:nvPr/>
              </p14:nvContentPartPr>
              <p14:xfrm>
                <a:off x="3314857" y="213101"/>
                <a:ext cx="360" cy="360"/>
              </p14:xfrm>
            </p:contentPart>
          </mc:Choice>
          <mc:Fallback>
            <p:pic>
              <p:nvPicPr>
                <p:cNvPr id="19" name="Tinta 18">
                  <a:extLst>
                    <a:ext uri="{FF2B5EF4-FFF2-40B4-BE49-F238E27FC236}">
                      <a16:creationId xmlns:a16="http://schemas.microsoft.com/office/drawing/2014/main" id="{FDCC490C-A3A0-E452-A2D8-FF8CC296FCF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297217" y="19546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Tinta 19">
                  <a:extLst>
                    <a:ext uri="{FF2B5EF4-FFF2-40B4-BE49-F238E27FC236}">
                      <a16:creationId xmlns:a16="http://schemas.microsoft.com/office/drawing/2014/main" id="{A9ECBFFA-A4DF-6ADE-0B73-AA3092F8D7F8}"/>
                    </a:ext>
                  </a:extLst>
                </p14:cNvPr>
                <p14:cNvContentPartPr/>
                <p14:nvPr/>
              </p14:nvContentPartPr>
              <p14:xfrm>
                <a:off x="3384337" y="278621"/>
                <a:ext cx="290880" cy="133920"/>
              </p14:xfrm>
            </p:contentPart>
          </mc:Choice>
          <mc:Fallback>
            <p:pic>
              <p:nvPicPr>
                <p:cNvPr id="20" name="Tinta 19">
                  <a:extLst>
                    <a:ext uri="{FF2B5EF4-FFF2-40B4-BE49-F238E27FC236}">
                      <a16:creationId xmlns:a16="http://schemas.microsoft.com/office/drawing/2014/main" id="{A9ECBFFA-A4DF-6ADE-0B73-AA3092F8D7F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366697" y="260621"/>
                  <a:ext cx="32652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1" name="Tinta 20">
                  <a:extLst>
                    <a:ext uri="{FF2B5EF4-FFF2-40B4-BE49-F238E27FC236}">
                      <a16:creationId xmlns:a16="http://schemas.microsoft.com/office/drawing/2014/main" id="{39B94C1D-F49B-AE53-29F3-D1FA3D660B17}"/>
                    </a:ext>
                  </a:extLst>
                </p14:cNvPr>
                <p14:cNvContentPartPr/>
                <p14:nvPr/>
              </p14:nvContentPartPr>
              <p14:xfrm>
                <a:off x="3631657" y="185381"/>
                <a:ext cx="360" cy="360"/>
              </p14:xfrm>
            </p:contentPart>
          </mc:Choice>
          <mc:Fallback>
            <p:pic>
              <p:nvPicPr>
                <p:cNvPr id="21" name="Tinta 20">
                  <a:extLst>
                    <a:ext uri="{FF2B5EF4-FFF2-40B4-BE49-F238E27FC236}">
                      <a16:creationId xmlns:a16="http://schemas.microsoft.com/office/drawing/2014/main" id="{39B94C1D-F49B-AE53-29F3-D1FA3D660B1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613657" y="16738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2" name="Tinta 21">
                  <a:extLst>
                    <a:ext uri="{FF2B5EF4-FFF2-40B4-BE49-F238E27FC236}">
                      <a16:creationId xmlns:a16="http://schemas.microsoft.com/office/drawing/2014/main" id="{AE5E0B4E-CA64-6B75-E6F1-1277C9568AF6}"/>
                    </a:ext>
                  </a:extLst>
                </p14:cNvPr>
                <p14:cNvContentPartPr/>
                <p14:nvPr/>
              </p14:nvContentPartPr>
              <p14:xfrm>
                <a:off x="3749377" y="23741"/>
                <a:ext cx="328320" cy="403560"/>
              </p14:xfrm>
            </p:contentPart>
          </mc:Choice>
          <mc:Fallback>
            <p:pic>
              <p:nvPicPr>
                <p:cNvPr id="22" name="Tinta 21">
                  <a:extLst>
                    <a:ext uri="{FF2B5EF4-FFF2-40B4-BE49-F238E27FC236}">
                      <a16:creationId xmlns:a16="http://schemas.microsoft.com/office/drawing/2014/main" id="{AE5E0B4E-CA64-6B75-E6F1-1277C9568AF6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731737" y="5741"/>
                  <a:ext cx="363960" cy="43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Agrupar 35">
            <a:extLst>
              <a:ext uri="{FF2B5EF4-FFF2-40B4-BE49-F238E27FC236}">
                <a16:creationId xmlns:a16="http://schemas.microsoft.com/office/drawing/2014/main" id="{0E058C15-5604-AE0F-EB3F-C42D97CF4F3E}"/>
              </a:ext>
            </a:extLst>
          </p:cNvPr>
          <p:cNvGrpSpPr/>
          <p:nvPr/>
        </p:nvGrpSpPr>
        <p:grpSpPr>
          <a:xfrm>
            <a:off x="4371817" y="289421"/>
            <a:ext cx="747000" cy="186840"/>
            <a:chOff x="4371817" y="289421"/>
            <a:chExt cx="747000" cy="186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3" name="Tinta 22">
                  <a:extLst>
                    <a:ext uri="{FF2B5EF4-FFF2-40B4-BE49-F238E27FC236}">
                      <a16:creationId xmlns:a16="http://schemas.microsoft.com/office/drawing/2014/main" id="{8238A19D-D9EF-B59E-8814-B2AA8176BC88}"/>
                    </a:ext>
                  </a:extLst>
                </p14:cNvPr>
                <p14:cNvContentPartPr/>
                <p14:nvPr/>
              </p14:nvContentPartPr>
              <p14:xfrm>
                <a:off x="4371817" y="332981"/>
                <a:ext cx="719280" cy="65160"/>
              </p14:xfrm>
            </p:contentPart>
          </mc:Choice>
          <mc:Fallback>
            <p:pic>
              <p:nvPicPr>
                <p:cNvPr id="23" name="Tinta 22">
                  <a:extLst>
                    <a:ext uri="{FF2B5EF4-FFF2-40B4-BE49-F238E27FC236}">
                      <a16:creationId xmlns:a16="http://schemas.microsoft.com/office/drawing/2014/main" id="{8238A19D-D9EF-B59E-8814-B2AA8176BC88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4353817" y="314981"/>
                  <a:ext cx="75492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5" name="Tinta 24">
                  <a:extLst>
                    <a:ext uri="{FF2B5EF4-FFF2-40B4-BE49-F238E27FC236}">
                      <a16:creationId xmlns:a16="http://schemas.microsoft.com/office/drawing/2014/main" id="{2FF70783-F504-2BAC-3BE2-3A2708C841D6}"/>
                    </a:ext>
                  </a:extLst>
                </p14:cNvPr>
                <p14:cNvContentPartPr/>
                <p14:nvPr/>
              </p14:nvContentPartPr>
              <p14:xfrm>
                <a:off x="4988857" y="289421"/>
                <a:ext cx="129960" cy="186840"/>
              </p14:xfrm>
            </p:contentPart>
          </mc:Choice>
          <mc:Fallback>
            <p:pic>
              <p:nvPicPr>
                <p:cNvPr id="25" name="Tinta 24">
                  <a:extLst>
                    <a:ext uri="{FF2B5EF4-FFF2-40B4-BE49-F238E27FC236}">
                      <a16:creationId xmlns:a16="http://schemas.microsoft.com/office/drawing/2014/main" id="{2FF70783-F504-2BAC-3BE2-3A2708C841D6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971217" y="271421"/>
                  <a:ext cx="165600" cy="22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Agrupar 34">
            <a:extLst>
              <a:ext uri="{FF2B5EF4-FFF2-40B4-BE49-F238E27FC236}">
                <a16:creationId xmlns:a16="http://schemas.microsoft.com/office/drawing/2014/main" id="{A2E279CE-9A38-2757-428B-64DB4FEAA736}"/>
              </a:ext>
            </a:extLst>
          </p:cNvPr>
          <p:cNvGrpSpPr/>
          <p:nvPr/>
        </p:nvGrpSpPr>
        <p:grpSpPr>
          <a:xfrm>
            <a:off x="5559817" y="106901"/>
            <a:ext cx="1944360" cy="438840"/>
            <a:chOff x="5559817" y="106901"/>
            <a:chExt cx="1944360" cy="438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6" name="Tinta 25">
                  <a:extLst>
                    <a:ext uri="{FF2B5EF4-FFF2-40B4-BE49-F238E27FC236}">
                      <a16:creationId xmlns:a16="http://schemas.microsoft.com/office/drawing/2014/main" id="{B8F37CAA-1AFA-2FCB-97B5-6AE0842EAFBF}"/>
                    </a:ext>
                  </a:extLst>
                </p14:cNvPr>
                <p14:cNvContentPartPr/>
                <p14:nvPr/>
              </p14:nvContentPartPr>
              <p14:xfrm>
                <a:off x="5559817" y="169541"/>
                <a:ext cx="443160" cy="225360"/>
              </p14:xfrm>
            </p:contentPart>
          </mc:Choice>
          <mc:Fallback>
            <p:pic>
              <p:nvPicPr>
                <p:cNvPr id="26" name="Tinta 25">
                  <a:extLst>
                    <a:ext uri="{FF2B5EF4-FFF2-40B4-BE49-F238E27FC236}">
                      <a16:creationId xmlns:a16="http://schemas.microsoft.com/office/drawing/2014/main" id="{B8F37CAA-1AFA-2FCB-97B5-6AE0842EAFBF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5541817" y="151901"/>
                  <a:ext cx="47880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7" name="Tinta 26">
                  <a:extLst>
                    <a:ext uri="{FF2B5EF4-FFF2-40B4-BE49-F238E27FC236}">
                      <a16:creationId xmlns:a16="http://schemas.microsoft.com/office/drawing/2014/main" id="{1BE166B2-050C-B3A6-7AEF-5AB88737B51D}"/>
                    </a:ext>
                  </a:extLst>
                </p14:cNvPr>
                <p14:cNvContentPartPr/>
                <p14:nvPr/>
              </p14:nvContentPartPr>
              <p14:xfrm>
                <a:off x="6047257" y="173141"/>
                <a:ext cx="124560" cy="222120"/>
              </p14:xfrm>
            </p:contentPart>
          </mc:Choice>
          <mc:Fallback>
            <p:pic>
              <p:nvPicPr>
                <p:cNvPr id="27" name="Tinta 26">
                  <a:extLst>
                    <a:ext uri="{FF2B5EF4-FFF2-40B4-BE49-F238E27FC236}">
                      <a16:creationId xmlns:a16="http://schemas.microsoft.com/office/drawing/2014/main" id="{1BE166B2-050C-B3A6-7AEF-5AB88737B51D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6029257" y="155141"/>
                  <a:ext cx="16020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8" name="Tinta 27">
                  <a:extLst>
                    <a:ext uri="{FF2B5EF4-FFF2-40B4-BE49-F238E27FC236}">
                      <a16:creationId xmlns:a16="http://schemas.microsoft.com/office/drawing/2014/main" id="{DCDE8BF8-912B-258D-AC8B-039393934DD8}"/>
                    </a:ext>
                  </a:extLst>
                </p14:cNvPr>
                <p14:cNvContentPartPr/>
                <p14:nvPr/>
              </p14:nvContentPartPr>
              <p14:xfrm>
                <a:off x="6114217" y="119501"/>
                <a:ext cx="212760" cy="243000"/>
              </p14:xfrm>
            </p:contentPart>
          </mc:Choice>
          <mc:Fallback>
            <p:pic>
              <p:nvPicPr>
                <p:cNvPr id="28" name="Tinta 27">
                  <a:extLst>
                    <a:ext uri="{FF2B5EF4-FFF2-40B4-BE49-F238E27FC236}">
                      <a16:creationId xmlns:a16="http://schemas.microsoft.com/office/drawing/2014/main" id="{DCDE8BF8-912B-258D-AC8B-039393934DD8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6096217" y="101501"/>
                  <a:ext cx="24840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29" name="Tinta 28">
                  <a:extLst>
                    <a:ext uri="{FF2B5EF4-FFF2-40B4-BE49-F238E27FC236}">
                      <a16:creationId xmlns:a16="http://schemas.microsoft.com/office/drawing/2014/main" id="{D050F320-4CCB-C8E5-8408-BC0EF2F3D9B9}"/>
                    </a:ext>
                  </a:extLst>
                </p14:cNvPr>
                <p14:cNvContentPartPr/>
                <p14:nvPr/>
              </p14:nvContentPartPr>
              <p14:xfrm>
                <a:off x="6402217" y="207701"/>
                <a:ext cx="370440" cy="127440"/>
              </p14:xfrm>
            </p:contentPart>
          </mc:Choice>
          <mc:Fallback>
            <p:pic>
              <p:nvPicPr>
                <p:cNvPr id="29" name="Tinta 28">
                  <a:extLst>
                    <a:ext uri="{FF2B5EF4-FFF2-40B4-BE49-F238E27FC236}">
                      <a16:creationId xmlns:a16="http://schemas.microsoft.com/office/drawing/2014/main" id="{D050F320-4CCB-C8E5-8408-BC0EF2F3D9B9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6384577" y="189701"/>
                  <a:ext cx="40608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0" name="Tinta 29">
                  <a:extLst>
                    <a:ext uri="{FF2B5EF4-FFF2-40B4-BE49-F238E27FC236}">
                      <a16:creationId xmlns:a16="http://schemas.microsoft.com/office/drawing/2014/main" id="{90D340A8-0B3B-B355-A92F-0C5530867146}"/>
                    </a:ext>
                  </a:extLst>
                </p14:cNvPr>
                <p14:cNvContentPartPr/>
                <p14:nvPr/>
              </p14:nvContentPartPr>
              <p14:xfrm>
                <a:off x="6851857" y="152981"/>
                <a:ext cx="119880" cy="204480"/>
              </p14:xfrm>
            </p:contentPart>
          </mc:Choice>
          <mc:Fallback>
            <p:pic>
              <p:nvPicPr>
                <p:cNvPr id="30" name="Tinta 29">
                  <a:extLst>
                    <a:ext uri="{FF2B5EF4-FFF2-40B4-BE49-F238E27FC236}">
                      <a16:creationId xmlns:a16="http://schemas.microsoft.com/office/drawing/2014/main" id="{90D340A8-0B3B-B355-A92F-0C5530867146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6833857" y="134981"/>
                  <a:ext cx="15552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1" name="Tinta 30">
                  <a:extLst>
                    <a:ext uri="{FF2B5EF4-FFF2-40B4-BE49-F238E27FC236}">
                      <a16:creationId xmlns:a16="http://schemas.microsoft.com/office/drawing/2014/main" id="{3482C507-A888-64ED-2E1D-B10775B0FC02}"/>
                    </a:ext>
                  </a:extLst>
                </p14:cNvPr>
                <p14:cNvContentPartPr/>
                <p14:nvPr/>
              </p14:nvContentPartPr>
              <p14:xfrm>
                <a:off x="7090177" y="177461"/>
                <a:ext cx="156960" cy="188640"/>
              </p14:xfrm>
            </p:contentPart>
          </mc:Choice>
          <mc:Fallback>
            <p:pic>
              <p:nvPicPr>
                <p:cNvPr id="31" name="Tinta 30">
                  <a:extLst>
                    <a:ext uri="{FF2B5EF4-FFF2-40B4-BE49-F238E27FC236}">
                      <a16:creationId xmlns:a16="http://schemas.microsoft.com/office/drawing/2014/main" id="{3482C507-A888-64ED-2E1D-B10775B0FC02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7072177" y="159821"/>
                  <a:ext cx="19260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2" name="Tinta 31">
                  <a:extLst>
                    <a:ext uri="{FF2B5EF4-FFF2-40B4-BE49-F238E27FC236}">
                      <a16:creationId xmlns:a16="http://schemas.microsoft.com/office/drawing/2014/main" id="{DE06FDEE-220F-8891-4BDD-086CB504F104}"/>
                    </a:ext>
                  </a:extLst>
                </p14:cNvPr>
                <p14:cNvContentPartPr/>
                <p14:nvPr/>
              </p14:nvContentPartPr>
              <p14:xfrm>
                <a:off x="7250017" y="212021"/>
                <a:ext cx="107640" cy="156600"/>
              </p14:xfrm>
            </p:contentPart>
          </mc:Choice>
          <mc:Fallback>
            <p:pic>
              <p:nvPicPr>
                <p:cNvPr id="32" name="Tinta 31">
                  <a:extLst>
                    <a:ext uri="{FF2B5EF4-FFF2-40B4-BE49-F238E27FC236}">
                      <a16:creationId xmlns:a16="http://schemas.microsoft.com/office/drawing/2014/main" id="{DE06FDEE-220F-8891-4BDD-086CB504F104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7232017" y="194381"/>
                  <a:ext cx="14328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3" name="Tinta 32">
                  <a:extLst>
                    <a:ext uri="{FF2B5EF4-FFF2-40B4-BE49-F238E27FC236}">
                      <a16:creationId xmlns:a16="http://schemas.microsoft.com/office/drawing/2014/main" id="{D67E6B12-75D3-476F-BF9B-7EFD6F73026F}"/>
                    </a:ext>
                  </a:extLst>
                </p14:cNvPr>
                <p14:cNvContentPartPr/>
                <p14:nvPr/>
              </p14:nvContentPartPr>
              <p14:xfrm>
                <a:off x="7318777" y="106901"/>
                <a:ext cx="185400" cy="261720"/>
              </p14:xfrm>
            </p:contentPart>
          </mc:Choice>
          <mc:Fallback>
            <p:pic>
              <p:nvPicPr>
                <p:cNvPr id="33" name="Tinta 32">
                  <a:extLst>
                    <a:ext uri="{FF2B5EF4-FFF2-40B4-BE49-F238E27FC236}">
                      <a16:creationId xmlns:a16="http://schemas.microsoft.com/office/drawing/2014/main" id="{D67E6B12-75D3-476F-BF9B-7EFD6F73026F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7301137" y="89261"/>
                  <a:ext cx="22104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4" name="Tinta 33">
                  <a:extLst>
                    <a:ext uri="{FF2B5EF4-FFF2-40B4-BE49-F238E27FC236}">
                      <a16:creationId xmlns:a16="http://schemas.microsoft.com/office/drawing/2014/main" id="{AE513C58-FCE9-EF90-174A-AC34997D5658}"/>
                    </a:ext>
                  </a:extLst>
                </p14:cNvPr>
                <p14:cNvContentPartPr/>
                <p14:nvPr/>
              </p14:nvContentPartPr>
              <p14:xfrm>
                <a:off x="6961297" y="481661"/>
                <a:ext cx="84960" cy="64080"/>
              </p14:xfrm>
            </p:contentPart>
          </mc:Choice>
          <mc:Fallback>
            <p:pic>
              <p:nvPicPr>
                <p:cNvPr id="34" name="Tinta 33">
                  <a:extLst>
                    <a:ext uri="{FF2B5EF4-FFF2-40B4-BE49-F238E27FC236}">
                      <a16:creationId xmlns:a16="http://schemas.microsoft.com/office/drawing/2014/main" id="{AE513C58-FCE9-EF90-174A-AC34997D5658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6943297" y="463661"/>
                  <a:ext cx="120600" cy="99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Agrupar 51">
            <a:extLst>
              <a:ext uri="{FF2B5EF4-FFF2-40B4-BE49-F238E27FC236}">
                <a16:creationId xmlns:a16="http://schemas.microsoft.com/office/drawing/2014/main" id="{CEDC8E9D-06BF-B44E-B275-A8447249F367}"/>
              </a:ext>
            </a:extLst>
          </p:cNvPr>
          <p:cNvGrpSpPr/>
          <p:nvPr/>
        </p:nvGrpSpPr>
        <p:grpSpPr>
          <a:xfrm>
            <a:off x="391657" y="1155581"/>
            <a:ext cx="1084680" cy="309960"/>
            <a:chOff x="391657" y="1155581"/>
            <a:chExt cx="1084680" cy="309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37" name="Tinta 36">
                  <a:extLst>
                    <a:ext uri="{FF2B5EF4-FFF2-40B4-BE49-F238E27FC236}">
                      <a16:creationId xmlns:a16="http://schemas.microsoft.com/office/drawing/2014/main" id="{E353E714-6F81-1F60-83C4-9AD804DB26BD}"/>
                    </a:ext>
                  </a:extLst>
                </p14:cNvPr>
                <p14:cNvContentPartPr/>
                <p14:nvPr/>
              </p14:nvContentPartPr>
              <p14:xfrm>
                <a:off x="392737" y="1169981"/>
                <a:ext cx="139320" cy="270000"/>
              </p14:xfrm>
            </p:contentPart>
          </mc:Choice>
          <mc:Fallback>
            <p:pic>
              <p:nvPicPr>
                <p:cNvPr id="37" name="Tinta 36">
                  <a:extLst>
                    <a:ext uri="{FF2B5EF4-FFF2-40B4-BE49-F238E27FC236}">
                      <a16:creationId xmlns:a16="http://schemas.microsoft.com/office/drawing/2014/main" id="{E353E714-6F81-1F60-83C4-9AD804DB26BD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375097" y="1151981"/>
                  <a:ext cx="17496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38" name="Tinta 37">
                  <a:extLst>
                    <a:ext uri="{FF2B5EF4-FFF2-40B4-BE49-F238E27FC236}">
                      <a16:creationId xmlns:a16="http://schemas.microsoft.com/office/drawing/2014/main" id="{413D3AEE-BD38-105E-13FB-C3D9DBC35321}"/>
                    </a:ext>
                  </a:extLst>
                </p14:cNvPr>
                <p14:cNvContentPartPr/>
                <p14:nvPr/>
              </p14:nvContentPartPr>
              <p14:xfrm>
                <a:off x="391657" y="1275101"/>
                <a:ext cx="122040" cy="19440"/>
              </p14:xfrm>
            </p:contentPart>
          </mc:Choice>
          <mc:Fallback>
            <p:pic>
              <p:nvPicPr>
                <p:cNvPr id="38" name="Tinta 37">
                  <a:extLst>
                    <a:ext uri="{FF2B5EF4-FFF2-40B4-BE49-F238E27FC236}">
                      <a16:creationId xmlns:a16="http://schemas.microsoft.com/office/drawing/2014/main" id="{413D3AEE-BD38-105E-13FB-C3D9DBC35321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373657" y="1257101"/>
                  <a:ext cx="15768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39" name="Tinta 38">
                  <a:extLst>
                    <a:ext uri="{FF2B5EF4-FFF2-40B4-BE49-F238E27FC236}">
                      <a16:creationId xmlns:a16="http://schemas.microsoft.com/office/drawing/2014/main" id="{255851F6-E85F-F361-5B69-F5D413D6E820}"/>
                    </a:ext>
                  </a:extLst>
                </p14:cNvPr>
                <p14:cNvContentPartPr/>
                <p14:nvPr/>
              </p14:nvContentPartPr>
              <p14:xfrm>
                <a:off x="396337" y="1155581"/>
                <a:ext cx="266040" cy="240480"/>
              </p14:xfrm>
            </p:contentPart>
          </mc:Choice>
          <mc:Fallback>
            <p:pic>
              <p:nvPicPr>
                <p:cNvPr id="39" name="Tinta 38">
                  <a:extLst>
                    <a:ext uri="{FF2B5EF4-FFF2-40B4-BE49-F238E27FC236}">
                      <a16:creationId xmlns:a16="http://schemas.microsoft.com/office/drawing/2014/main" id="{255851F6-E85F-F361-5B69-F5D413D6E820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378697" y="1137581"/>
                  <a:ext cx="30168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0" name="Tinta 39">
                  <a:extLst>
                    <a:ext uri="{FF2B5EF4-FFF2-40B4-BE49-F238E27FC236}">
                      <a16:creationId xmlns:a16="http://schemas.microsoft.com/office/drawing/2014/main" id="{E2925F34-EBC3-D69E-CD62-9C32656C2B86}"/>
                    </a:ext>
                  </a:extLst>
                </p14:cNvPr>
                <p14:cNvContentPartPr/>
                <p14:nvPr/>
              </p14:nvContentPartPr>
              <p14:xfrm>
                <a:off x="595057" y="1256021"/>
                <a:ext cx="114480" cy="142200"/>
              </p14:xfrm>
            </p:contentPart>
          </mc:Choice>
          <mc:Fallback>
            <p:pic>
              <p:nvPicPr>
                <p:cNvPr id="40" name="Tinta 39">
                  <a:extLst>
                    <a:ext uri="{FF2B5EF4-FFF2-40B4-BE49-F238E27FC236}">
                      <a16:creationId xmlns:a16="http://schemas.microsoft.com/office/drawing/2014/main" id="{E2925F34-EBC3-D69E-CD62-9C32656C2B86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577417" y="1238381"/>
                  <a:ext cx="15012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1" name="Tinta 40">
                  <a:extLst>
                    <a:ext uri="{FF2B5EF4-FFF2-40B4-BE49-F238E27FC236}">
                      <a16:creationId xmlns:a16="http://schemas.microsoft.com/office/drawing/2014/main" id="{19E0062B-DC2A-D17E-3D71-02302293C0E1}"/>
                    </a:ext>
                  </a:extLst>
                </p14:cNvPr>
                <p14:cNvContentPartPr/>
                <p14:nvPr/>
              </p14:nvContentPartPr>
              <p14:xfrm>
                <a:off x="766417" y="1292741"/>
                <a:ext cx="105840" cy="155520"/>
              </p14:xfrm>
            </p:contentPart>
          </mc:Choice>
          <mc:Fallback>
            <p:pic>
              <p:nvPicPr>
                <p:cNvPr id="41" name="Tinta 40">
                  <a:extLst>
                    <a:ext uri="{FF2B5EF4-FFF2-40B4-BE49-F238E27FC236}">
                      <a16:creationId xmlns:a16="http://schemas.microsoft.com/office/drawing/2014/main" id="{19E0062B-DC2A-D17E-3D71-02302293C0E1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748777" y="1275101"/>
                  <a:ext cx="14148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2" name="Tinta 41">
                  <a:extLst>
                    <a:ext uri="{FF2B5EF4-FFF2-40B4-BE49-F238E27FC236}">
                      <a16:creationId xmlns:a16="http://schemas.microsoft.com/office/drawing/2014/main" id="{F0CB16FE-0512-C635-3B57-CE00ABF374E3}"/>
                    </a:ext>
                  </a:extLst>
                </p14:cNvPr>
                <p14:cNvContentPartPr/>
                <p14:nvPr/>
              </p14:nvContentPartPr>
              <p14:xfrm>
                <a:off x="749137" y="1261781"/>
                <a:ext cx="89640" cy="88560"/>
              </p14:xfrm>
            </p:contentPart>
          </mc:Choice>
          <mc:Fallback>
            <p:pic>
              <p:nvPicPr>
                <p:cNvPr id="42" name="Tinta 41">
                  <a:extLst>
                    <a:ext uri="{FF2B5EF4-FFF2-40B4-BE49-F238E27FC236}">
                      <a16:creationId xmlns:a16="http://schemas.microsoft.com/office/drawing/2014/main" id="{F0CB16FE-0512-C635-3B57-CE00ABF374E3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731497" y="1243781"/>
                  <a:ext cx="12528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43" name="Tinta 42">
                  <a:extLst>
                    <a:ext uri="{FF2B5EF4-FFF2-40B4-BE49-F238E27FC236}">
                      <a16:creationId xmlns:a16="http://schemas.microsoft.com/office/drawing/2014/main" id="{7F5515B8-2E49-3C59-A7CE-33D5ADC4B420}"/>
                    </a:ext>
                  </a:extLst>
                </p14:cNvPr>
                <p14:cNvContentPartPr/>
                <p14:nvPr/>
              </p14:nvContentPartPr>
              <p14:xfrm>
                <a:off x="883417" y="1301021"/>
                <a:ext cx="175320" cy="161280"/>
              </p14:xfrm>
            </p:contentPart>
          </mc:Choice>
          <mc:Fallback>
            <p:pic>
              <p:nvPicPr>
                <p:cNvPr id="43" name="Tinta 42">
                  <a:extLst>
                    <a:ext uri="{FF2B5EF4-FFF2-40B4-BE49-F238E27FC236}">
                      <a16:creationId xmlns:a16="http://schemas.microsoft.com/office/drawing/2014/main" id="{7F5515B8-2E49-3C59-A7CE-33D5ADC4B420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865417" y="1283021"/>
                  <a:ext cx="21096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44" name="Tinta 43">
                  <a:extLst>
                    <a:ext uri="{FF2B5EF4-FFF2-40B4-BE49-F238E27FC236}">
                      <a16:creationId xmlns:a16="http://schemas.microsoft.com/office/drawing/2014/main" id="{6CFB5546-34D8-33B5-9FFE-06F0B8C5DC24}"/>
                    </a:ext>
                  </a:extLst>
                </p14:cNvPr>
                <p14:cNvContentPartPr/>
                <p14:nvPr/>
              </p14:nvContentPartPr>
              <p14:xfrm>
                <a:off x="1084657" y="1321901"/>
                <a:ext cx="34920" cy="128160"/>
              </p14:xfrm>
            </p:contentPart>
          </mc:Choice>
          <mc:Fallback>
            <p:pic>
              <p:nvPicPr>
                <p:cNvPr id="44" name="Tinta 43">
                  <a:extLst>
                    <a:ext uri="{FF2B5EF4-FFF2-40B4-BE49-F238E27FC236}">
                      <a16:creationId xmlns:a16="http://schemas.microsoft.com/office/drawing/2014/main" id="{6CFB5546-34D8-33B5-9FFE-06F0B8C5DC24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066657" y="1304261"/>
                  <a:ext cx="7056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45" name="Tinta 44">
                  <a:extLst>
                    <a:ext uri="{FF2B5EF4-FFF2-40B4-BE49-F238E27FC236}">
                      <a16:creationId xmlns:a16="http://schemas.microsoft.com/office/drawing/2014/main" id="{FBF40ACC-17FD-B30D-9926-E7569023750A}"/>
                    </a:ext>
                  </a:extLst>
                </p14:cNvPr>
                <p14:cNvContentPartPr/>
                <p14:nvPr/>
              </p14:nvContentPartPr>
              <p14:xfrm>
                <a:off x="1084657" y="1249901"/>
                <a:ext cx="81000" cy="90360"/>
              </p14:xfrm>
            </p:contentPart>
          </mc:Choice>
          <mc:Fallback>
            <p:pic>
              <p:nvPicPr>
                <p:cNvPr id="45" name="Tinta 44">
                  <a:extLst>
                    <a:ext uri="{FF2B5EF4-FFF2-40B4-BE49-F238E27FC236}">
                      <a16:creationId xmlns:a16="http://schemas.microsoft.com/office/drawing/2014/main" id="{FBF40ACC-17FD-B30D-9926-E7569023750A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066657" y="1231901"/>
                  <a:ext cx="11664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46" name="Tinta 45">
                  <a:extLst>
                    <a:ext uri="{FF2B5EF4-FFF2-40B4-BE49-F238E27FC236}">
                      <a16:creationId xmlns:a16="http://schemas.microsoft.com/office/drawing/2014/main" id="{FD11975C-105B-6483-6C5F-ECAC15FCCBD4}"/>
                    </a:ext>
                  </a:extLst>
                </p14:cNvPr>
                <p14:cNvContentPartPr/>
                <p14:nvPr/>
              </p14:nvContentPartPr>
              <p14:xfrm>
                <a:off x="1229737" y="1280501"/>
                <a:ext cx="111960" cy="164520"/>
              </p14:xfrm>
            </p:contentPart>
          </mc:Choice>
          <mc:Fallback>
            <p:pic>
              <p:nvPicPr>
                <p:cNvPr id="46" name="Tinta 45">
                  <a:extLst>
                    <a:ext uri="{FF2B5EF4-FFF2-40B4-BE49-F238E27FC236}">
                      <a16:creationId xmlns:a16="http://schemas.microsoft.com/office/drawing/2014/main" id="{FD11975C-105B-6483-6C5F-ECAC15FCCBD4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212097" y="1262861"/>
                  <a:ext cx="14760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47" name="Tinta 46">
                  <a:extLst>
                    <a:ext uri="{FF2B5EF4-FFF2-40B4-BE49-F238E27FC236}">
                      <a16:creationId xmlns:a16="http://schemas.microsoft.com/office/drawing/2014/main" id="{B6053710-C127-1453-8D51-F70C27623AAA}"/>
                    </a:ext>
                  </a:extLst>
                </p14:cNvPr>
                <p14:cNvContentPartPr/>
                <p14:nvPr/>
              </p14:nvContentPartPr>
              <p14:xfrm>
                <a:off x="1348897" y="1341701"/>
                <a:ext cx="127440" cy="123840"/>
              </p14:xfrm>
            </p:contentPart>
          </mc:Choice>
          <mc:Fallback>
            <p:pic>
              <p:nvPicPr>
                <p:cNvPr id="47" name="Tinta 46">
                  <a:extLst>
                    <a:ext uri="{FF2B5EF4-FFF2-40B4-BE49-F238E27FC236}">
                      <a16:creationId xmlns:a16="http://schemas.microsoft.com/office/drawing/2014/main" id="{B6053710-C127-1453-8D51-F70C27623AAA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331257" y="1324061"/>
                  <a:ext cx="163080" cy="159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Agrupar 50">
            <a:extLst>
              <a:ext uri="{FF2B5EF4-FFF2-40B4-BE49-F238E27FC236}">
                <a16:creationId xmlns:a16="http://schemas.microsoft.com/office/drawing/2014/main" id="{DF1A994E-C436-80EF-7E3A-C74AE64CA360}"/>
              </a:ext>
            </a:extLst>
          </p:cNvPr>
          <p:cNvGrpSpPr/>
          <p:nvPr/>
        </p:nvGrpSpPr>
        <p:grpSpPr>
          <a:xfrm>
            <a:off x="1696657" y="1045781"/>
            <a:ext cx="696960" cy="454320"/>
            <a:chOff x="1696657" y="1045781"/>
            <a:chExt cx="696960" cy="454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48" name="Tinta 47">
                  <a:extLst>
                    <a:ext uri="{FF2B5EF4-FFF2-40B4-BE49-F238E27FC236}">
                      <a16:creationId xmlns:a16="http://schemas.microsoft.com/office/drawing/2014/main" id="{9F1B2247-F624-7154-6675-F2D0471A249A}"/>
                    </a:ext>
                  </a:extLst>
                </p14:cNvPr>
                <p14:cNvContentPartPr/>
                <p14:nvPr/>
              </p14:nvContentPartPr>
              <p14:xfrm>
                <a:off x="1859377" y="1165661"/>
                <a:ext cx="109800" cy="278640"/>
              </p14:xfrm>
            </p:contentPart>
          </mc:Choice>
          <mc:Fallback>
            <p:pic>
              <p:nvPicPr>
                <p:cNvPr id="48" name="Tinta 47">
                  <a:extLst>
                    <a:ext uri="{FF2B5EF4-FFF2-40B4-BE49-F238E27FC236}">
                      <a16:creationId xmlns:a16="http://schemas.microsoft.com/office/drawing/2014/main" id="{9F1B2247-F624-7154-6675-F2D0471A249A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841737" y="1147661"/>
                  <a:ext cx="14544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49" name="Tinta 48">
                  <a:extLst>
                    <a:ext uri="{FF2B5EF4-FFF2-40B4-BE49-F238E27FC236}">
                      <a16:creationId xmlns:a16="http://schemas.microsoft.com/office/drawing/2014/main" id="{BCE929E8-142C-2179-8200-259EA7F36C16}"/>
                    </a:ext>
                  </a:extLst>
                </p14:cNvPr>
                <p14:cNvContentPartPr/>
                <p14:nvPr/>
              </p14:nvContentPartPr>
              <p14:xfrm>
                <a:off x="1696657" y="1083581"/>
                <a:ext cx="438840" cy="416520"/>
              </p14:xfrm>
            </p:contentPart>
          </mc:Choice>
          <mc:Fallback>
            <p:pic>
              <p:nvPicPr>
                <p:cNvPr id="49" name="Tinta 48">
                  <a:extLst>
                    <a:ext uri="{FF2B5EF4-FFF2-40B4-BE49-F238E27FC236}">
                      <a16:creationId xmlns:a16="http://schemas.microsoft.com/office/drawing/2014/main" id="{BCE929E8-142C-2179-8200-259EA7F36C16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679017" y="1065581"/>
                  <a:ext cx="474480" cy="45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50" name="Tinta 49">
                  <a:extLst>
                    <a:ext uri="{FF2B5EF4-FFF2-40B4-BE49-F238E27FC236}">
                      <a16:creationId xmlns:a16="http://schemas.microsoft.com/office/drawing/2014/main" id="{B95AF032-2D6B-ABED-3FD0-F5BB47D7593F}"/>
                    </a:ext>
                  </a:extLst>
                </p14:cNvPr>
                <p14:cNvContentPartPr/>
                <p14:nvPr/>
              </p14:nvContentPartPr>
              <p14:xfrm>
                <a:off x="2265457" y="1045781"/>
                <a:ext cx="128160" cy="389160"/>
              </p14:xfrm>
            </p:contentPart>
          </mc:Choice>
          <mc:Fallback>
            <p:pic>
              <p:nvPicPr>
                <p:cNvPr id="50" name="Tinta 49">
                  <a:extLst>
                    <a:ext uri="{FF2B5EF4-FFF2-40B4-BE49-F238E27FC236}">
                      <a16:creationId xmlns:a16="http://schemas.microsoft.com/office/drawing/2014/main" id="{B95AF032-2D6B-ABED-3FD0-F5BB47D7593F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2247817" y="1028141"/>
                  <a:ext cx="163800" cy="42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Agrupar 69">
            <a:extLst>
              <a:ext uri="{FF2B5EF4-FFF2-40B4-BE49-F238E27FC236}">
                <a16:creationId xmlns:a16="http://schemas.microsoft.com/office/drawing/2014/main" id="{F8F00E93-906C-8F16-1DDF-458A39DF60A1}"/>
              </a:ext>
            </a:extLst>
          </p:cNvPr>
          <p:cNvGrpSpPr/>
          <p:nvPr/>
        </p:nvGrpSpPr>
        <p:grpSpPr>
          <a:xfrm>
            <a:off x="2634457" y="1031381"/>
            <a:ext cx="1554120" cy="597240"/>
            <a:chOff x="2634457" y="1031381"/>
            <a:chExt cx="1554120" cy="597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60" name="Tinta 59">
                  <a:extLst>
                    <a:ext uri="{FF2B5EF4-FFF2-40B4-BE49-F238E27FC236}">
                      <a16:creationId xmlns:a16="http://schemas.microsoft.com/office/drawing/2014/main" id="{99BB34B0-E6BC-BDCA-6034-76BE7F1E1D08}"/>
                    </a:ext>
                  </a:extLst>
                </p14:cNvPr>
                <p14:cNvContentPartPr/>
                <p14:nvPr/>
              </p14:nvContentPartPr>
              <p14:xfrm>
                <a:off x="2736337" y="1089341"/>
                <a:ext cx="17640" cy="247320"/>
              </p14:xfrm>
            </p:contentPart>
          </mc:Choice>
          <mc:Fallback>
            <p:pic>
              <p:nvPicPr>
                <p:cNvPr id="60" name="Tinta 59">
                  <a:extLst>
                    <a:ext uri="{FF2B5EF4-FFF2-40B4-BE49-F238E27FC236}">
                      <a16:creationId xmlns:a16="http://schemas.microsoft.com/office/drawing/2014/main" id="{99BB34B0-E6BC-BDCA-6034-76BE7F1E1D08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2718337" y="1071701"/>
                  <a:ext cx="5328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61" name="Tinta 60">
                  <a:extLst>
                    <a:ext uri="{FF2B5EF4-FFF2-40B4-BE49-F238E27FC236}">
                      <a16:creationId xmlns:a16="http://schemas.microsoft.com/office/drawing/2014/main" id="{C2F5166B-CE7E-48DF-2A0E-15B9CDF57BA0}"/>
                    </a:ext>
                  </a:extLst>
                </p14:cNvPr>
                <p14:cNvContentPartPr/>
                <p14:nvPr/>
              </p14:nvContentPartPr>
              <p14:xfrm>
                <a:off x="2653177" y="1322981"/>
                <a:ext cx="218880" cy="23760"/>
              </p14:xfrm>
            </p:contentPart>
          </mc:Choice>
          <mc:Fallback>
            <p:pic>
              <p:nvPicPr>
                <p:cNvPr id="61" name="Tinta 60">
                  <a:extLst>
                    <a:ext uri="{FF2B5EF4-FFF2-40B4-BE49-F238E27FC236}">
                      <a16:creationId xmlns:a16="http://schemas.microsoft.com/office/drawing/2014/main" id="{C2F5166B-CE7E-48DF-2A0E-15B9CDF57BA0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2635177" y="1305341"/>
                  <a:ext cx="25452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62" name="Tinta 61">
                  <a:extLst>
                    <a:ext uri="{FF2B5EF4-FFF2-40B4-BE49-F238E27FC236}">
                      <a16:creationId xmlns:a16="http://schemas.microsoft.com/office/drawing/2014/main" id="{E4DC704F-AAF3-4452-8BEC-722279350CF7}"/>
                    </a:ext>
                  </a:extLst>
                </p14:cNvPr>
                <p14:cNvContentPartPr/>
                <p14:nvPr/>
              </p14:nvContentPartPr>
              <p14:xfrm>
                <a:off x="2634457" y="1031381"/>
                <a:ext cx="175320" cy="36000"/>
              </p14:xfrm>
            </p:contentPart>
          </mc:Choice>
          <mc:Fallback>
            <p:pic>
              <p:nvPicPr>
                <p:cNvPr id="62" name="Tinta 61">
                  <a:extLst>
                    <a:ext uri="{FF2B5EF4-FFF2-40B4-BE49-F238E27FC236}">
                      <a16:creationId xmlns:a16="http://schemas.microsoft.com/office/drawing/2014/main" id="{E4DC704F-AAF3-4452-8BEC-722279350CF7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2616457" y="1013381"/>
                  <a:ext cx="21096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3" name="Tinta 62">
                  <a:extLst>
                    <a:ext uri="{FF2B5EF4-FFF2-40B4-BE49-F238E27FC236}">
                      <a16:creationId xmlns:a16="http://schemas.microsoft.com/office/drawing/2014/main" id="{BB86BBCB-ED5B-7C4B-08F3-DE0FF5E3DA01}"/>
                    </a:ext>
                  </a:extLst>
                </p14:cNvPr>
                <p14:cNvContentPartPr/>
                <p14:nvPr/>
              </p14:nvContentPartPr>
              <p14:xfrm>
                <a:off x="2863057" y="1247381"/>
                <a:ext cx="177840" cy="111240"/>
              </p14:xfrm>
            </p:contentPart>
          </mc:Choice>
          <mc:Fallback>
            <p:pic>
              <p:nvPicPr>
                <p:cNvPr id="63" name="Tinta 62">
                  <a:extLst>
                    <a:ext uri="{FF2B5EF4-FFF2-40B4-BE49-F238E27FC236}">
                      <a16:creationId xmlns:a16="http://schemas.microsoft.com/office/drawing/2014/main" id="{BB86BBCB-ED5B-7C4B-08F3-DE0FF5E3DA01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2845057" y="1229381"/>
                  <a:ext cx="21348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4" name="Tinta 63">
                  <a:extLst>
                    <a:ext uri="{FF2B5EF4-FFF2-40B4-BE49-F238E27FC236}">
                      <a16:creationId xmlns:a16="http://schemas.microsoft.com/office/drawing/2014/main" id="{1679F3FB-1D3A-C941-0DB8-9B457B3C8CE9}"/>
                    </a:ext>
                  </a:extLst>
                </p14:cNvPr>
                <p14:cNvContentPartPr/>
                <p14:nvPr/>
              </p14:nvContentPartPr>
              <p14:xfrm>
                <a:off x="2985817" y="1089341"/>
                <a:ext cx="198000" cy="303840"/>
              </p14:xfrm>
            </p:contentPart>
          </mc:Choice>
          <mc:Fallback>
            <p:pic>
              <p:nvPicPr>
                <p:cNvPr id="64" name="Tinta 63">
                  <a:extLst>
                    <a:ext uri="{FF2B5EF4-FFF2-40B4-BE49-F238E27FC236}">
                      <a16:creationId xmlns:a16="http://schemas.microsoft.com/office/drawing/2014/main" id="{1679F3FB-1D3A-C941-0DB8-9B457B3C8CE9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2968177" y="1071701"/>
                  <a:ext cx="23364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65" name="Tinta 64">
                  <a:extLst>
                    <a:ext uri="{FF2B5EF4-FFF2-40B4-BE49-F238E27FC236}">
                      <a16:creationId xmlns:a16="http://schemas.microsoft.com/office/drawing/2014/main" id="{A7EF8F40-9D5D-D459-B991-6D76C0C4C725}"/>
                    </a:ext>
                  </a:extLst>
                </p14:cNvPr>
                <p14:cNvContentPartPr/>
                <p14:nvPr/>
              </p14:nvContentPartPr>
              <p14:xfrm>
                <a:off x="3137377" y="1253861"/>
                <a:ext cx="153000" cy="122040"/>
              </p14:xfrm>
            </p:contentPart>
          </mc:Choice>
          <mc:Fallback>
            <p:pic>
              <p:nvPicPr>
                <p:cNvPr id="65" name="Tinta 64">
                  <a:extLst>
                    <a:ext uri="{FF2B5EF4-FFF2-40B4-BE49-F238E27FC236}">
                      <a16:creationId xmlns:a16="http://schemas.microsoft.com/office/drawing/2014/main" id="{A7EF8F40-9D5D-D459-B991-6D76C0C4C725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3119737" y="1235861"/>
                  <a:ext cx="18864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66" name="Tinta 65">
                  <a:extLst>
                    <a:ext uri="{FF2B5EF4-FFF2-40B4-BE49-F238E27FC236}">
                      <a16:creationId xmlns:a16="http://schemas.microsoft.com/office/drawing/2014/main" id="{8F4534A4-55CE-A7DD-1992-AE4C5111EDA9}"/>
                    </a:ext>
                  </a:extLst>
                </p14:cNvPr>
                <p14:cNvContentPartPr/>
                <p14:nvPr/>
              </p14:nvContentPartPr>
              <p14:xfrm>
                <a:off x="3296137" y="1279421"/>
                <a:ext cx="146160" cy="349200"/>
              </p14:xfrm>
            </p:contentPart>
          </mc:Choice>
          <mc:Fallback>
            <p:pic>
              <p:nvPicPr>
                <p:cNvPr id="66" name="Tinta 65">
                  <a:extLst>
                    <a:ext uri="{FF2B5EF4-FFF2-40B4-BE49-F238E27FC236}">
                      <a16:creationId xmlns:a16="http://schemas.microsoft.com/office/drawing/2014/main" id="{8F4534A4-55CE-A7DD-1992-AE4C5111EDA9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3278497" y="1261421"/>
                  <a:ext cx="181800" cy="38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67" name="Tinta 66">
                  <a:extLst>
                    <a:ext uri="{FF2B5EF4-FFF2-40B4-BE49-F238E27FC236}">
                      <a16:creationId xmlns:a16="http://schemas.microsoft.com/office/drawing/2014/main" id="{60CEAD5E-60AE-5923-660C-BEA00F8C2FD7}"/>
                    </a:ext>
                  </a:extLst>
                </p14:cNvPr>
                <p14:cNvContentPartPr/>
                <p14:nvPr/>
              </p14:nvContentPartPr>
              <p14:xfrm>
                <a:off x="3479737" y="1261421"/>
                <a:ext cx="212760" cy="121320"/>
              </p14:xfrm>
            </p:contentPart>
          </mc:Choice>
          <mc:Fallback>
            <p:pic>
              <p:nvPicPr>
                <p:cNvPr id="67" name="Tinta 66">
                  <a:extLst>
                    <a:ext uri="{FF2B5EF4-FFF2-40B4-BE49-F238E27FC236}">
                      <a16:creationId xmlns:a16="http://schemas.microsoft.com/office/drawing/2014/main" id="{60CEAD5E-60AE-5923-660C-BEA00F8C2FD7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3462097" y="1243421"/>
                  <a:ext cx="24840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68" name="Tinta 67">
                  <a:extLst>
                    <a:ext uri="{FF2B5EF4-FFF2-40B4-BE49-F238E27FC236}">
                      <a16:creationId xmlns:a16="http://schemas.microsoft.com/office/drawing/2014/main" id="{C896AC98-536C-EEFA-58AE-6D005AB9E1CE}"/>
                    </a:ext>
                  </a:extLst>
                </p14:cNvPr>
                <p14:cNvContentPartPr/>
                <p14:nvPr/>
              </p14:nvContentPartPr>
              <p14:xfrm>
                <a:off x="3717337" y="1249181"/>
                <a:ext cx="135720" cy="116640"/>
              </p14:xfrm>
            </p:contentPart>
          </mc:Choice>
          <mc:Fallback>
            <p:pic>
              <p:nvPicPr>
                <p:cNvPr id="68" name="Tinta 67">
                  <a:extLst>
                    <a:ext uri="{FF2B5EF4-FFF2-40B4-BE49-F238E27FC236}">
                      <a16:creationId xmlns:a16="http://schemas.microsoft.com/office/drawing/2014/main" id="{C896AC98-536C-EEFA-58AE-6D005AB9E1CE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3699337" y="1231541"/>
                  <a:ext cx="17136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69" name="Tinta 68">
                  <a:extLst>
                    <a:ext uri="{FF2B5EF4-FFF2-40B4-BE49-F238E27FC236}">
                      <a16:creationId xmlns:a16="http://schemas.microsoft.com/office/drawing/2014/main" id="{128A7D95-1DDA-370B-0BAB-42847933ECB6}"/>
                    </a:ext>
                  </a:extLst>
                </p14:cNvPr>
                <p14:cNvContentPartPr/>
                <p14:nvPr/>
              </p14:nvContentPartPr>
              <p14:xfrm>
                <a:off x="4046377" y="1216781"/>
                <a:ext cx="142200" cy="127440"/>
              </p14:xfrm>
            </p:contentPart>
          </mc:Choice>
          <mc:Fallback>
            <p:pic>
              <p:nvPicPr>
                <p:cNvPr id="69" name="Tinta 68">
                  <a:extLst>
                    <a:ext uri="{FF2B5EF4-FFF2-40B4-BE49-F238E27FC236}">
                      <a16:creationId xmlns:a16="http://schemas.microsoft.com/office/drawing/2014/main" id="{128A7D95-1DDA-370B-0BAB-42847933ECB6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4028377" y="1199141"/>
                  <a:ext cx="177840" cy="163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Agrupar 89">
            <a:extLst>
              <a:ext uri="{FF2B5EF4-FFF2-40B4-BE49-F238E27FC236}">
                <a16:creationId xmlns:a16="http://schemas.microsoft.com/office/drawing/2014/main" id="{4C401FBA-1BB3-E483-6970-605D41C2DFA2}"/>
              </a:ext>
            </a:extLst>
          </p:cNvPr>
          <p:cNvGrpSpPr/>
          <p:nvPr/>
        </p:nvGrpSpPr>
        <p:grpSpPr>
          <a:xfrm>
            <a:off x="4490977" y="1024541"/>
            <a:ext cx="969120" cy="469800"/>
            <a:chOff x="4490977" y="1024541"/>
            <a:chExt cx="969120" cy="469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71" name="Tinta 70">
                  <a:extLst>
                    <a:ext uri="{FF2B5EF4-FFF2-40B4-BE49-F238E27FC236}">
                      <a16:creationId xmlns:a16="http://schemas.microsoft.com/office/drawing/2014/main" id="{C761ADDD-E4A0-DD0F-1E13-429FD2034869}"/>
                    </a:ext>
                  </a:extLst>
                </p14:cNvPr>
                <p14:cNvContentPartPr/>
                <p14:nvPr/>
              </p14:nvContentPartPr>
              <p14:xfrm>
                <a:off x="4525537" y="1024541"/>
                <a:ext cx="136080" cy="464400"/>
              </p14:xfrm>
            </p:contentPart>
          </mc:Choice>
          <mc:Fallback>
            <p:pic>
              <p:nvPicPr>
                <p:cNvPr id="71" name="Tinta 70">
                  <a:extLst>
                    <a:ext uri="{FF2B5EF4-FFF2-40B4-BE49-F238E27FC236}">
                      <a16:creationId xmlns:a16="http://schemas.microsoft.com/office/drawing/2014/main" id="{C761ADDD-E4A0-DD0F-1E13-429FD2034869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4507537" y="1006541"/>
                  <a:ext cx="171720" cy="50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72" name="Tinta 71">
                  <a:extLst>
                    <a:ext uri="{FF2B5EF4-FFF2-40B4-BE49-F238E27FC236}">
                      <a16:creationId xmlns:a16="http://schemas.microsoft.com/office/drawing/2014/main" id="{FDC2E014-E3F0-4B53-6A20-F4FBA8B292B0}"/>
                    </a:ext>
                  </a:extLst>
                </p14:cNvPr>
                <p14:cNvContentPartPr/>
                <p14:nvPr/>
              </p14:nvContentPartPr>
              <p14:xfrm>
                <a:off x="4490977" y="1251701"/>
                <a:ext cx="315720" cy="76320"/>
              </p14:xfrm>
            </p:contentPart>
          </mc:Choice>
          <mc:Fallback>
            <p:pic>
              <p:nvPicPr>
                <p:cNvPr id="72" name="Tinta 71">
                  <a:extLst>
                    <a:ext uri="{FF2B5EF4-FFF2-40B4-BE49-F238E27FC236}">
                      <a16:creationId xmlns:a16="http://schemas.microsoft.com/office/drawing/2014/main" id="{FDC2E014-E3F0-4B53-6A20-F4FBA8B292B0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4473337" y="1233701"/>
                  <a:ext cx="35136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73" name="Tinta 72">
                  <a:extLst>
                    <a:ext uri="{FF2B5EF4-FFF2-40B4-BE49-F238E27FC236}">
                      <a16:creationId xmlns:a16="http://schemas.microsoft.com/office/drawing/2014/main" id="{13DC45B6-C8C7-11BE-8CB1-B8C4450AD73B}"/>
                    </a:ext>
                  </a:extLst>
                </p14:cNvPr>
                <p14:cNvContentPartPr/>
                <p14:nvPr/>
              </p14:nvContentPartPr>
              <p14:xfrm>
                <a:off x="4817497" y="1217141"/>
                <a:ext cx="186480" cy="100440"/>
              </p14:xfrm>
            </p:contentPart>
          </mc:Choice>
          <mc:Fallback>
            <p:pic>
              <p:nvPicPr>
                <p:cNvPr id="73" name="Tinta 72">
                  <a:extLst>
                    <a:ext uri="{FF2B5EF4-FFF2-40B4-BE49-F238E27FC236}">
                      <a16:creationId xmlns:a16="http://schemas.microsoft.com/office/drawing/2014/main" id="{13DC45B6-C8C7-11BE-8CB1-B8C4450AD73B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4799857" y="1199501"/>
                  <a:ext cx="22212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74" name="Tinta 73">
                  <a:extLst>
                    <a:ext uri="{FF2B5EF4-FFF2-40B4-BE49-F238E27FC236}">
                      <a16:creationId xmlns:a16="http://schemas.microsoft.com/office/drawing/2014/main" id="{41E3B4E5-F0BB-0EC9-E676-40BEF9464CD9}"/>
                    </a:ext>
                  </a:extLst>
                </p14:cNvPr>
                <p14:cNvContentPartPr/>
                <p14:nvPr/>
              </p14:nvContentPartPr>
              <p14:xfrm>
                <a:off x="5036017" y="1178261"/>
                <a:ext cx="128520" cy="120960"/>
              </p14:xfrm>
            </p:contentPart>
          </mc:Choice>
          <mc:Fallback>
            <p:pic>
              <p:nvPicPr>
                <p:cNvPr id="74" name="Tinta 73">
                  <a:extLst>
                    <a:ext uri="{FF2B5EF4-FFF2-40B4-BE49-F238E27FC236}">
                      <a16:creationId xmlns:a16="http://schemas.microsoft.com/office/drawing/2014/main" id="{41E3B4E5-F0BB-0EC9-E676-40BEF9464CD9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5018377" y="1160621"/>
                  <a:ext cx="16416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75" name="Tinta 74">
                  <a:extLst>
                    <a:ext uri="{FF2B5EF4-FFF2-40B4-BE49-F238E27FC236}">
                      <a16:creationId xmlns:a16="http://schemas.microsoft.com/office/drawing/2014/main" id="{CF0F5180-1EBD-67B6-FF5C-21269851377E}"/>
                    </a:ext>
                  </a:extLst>
                </p14:cNvPr>
                <p14:cNvContentPartPr/>
                <p14:nvPr/>
              </p14:nvContentPartPr>
              <p14:xfrm>
                <a:off x="5213497" y="1190141"/>
                <a:ext cx="86760" cy="123840"/>
              </p14:xfrm>
            </p:contentPart>
          </mc:Choice>
          <mc:Fallback>
            <p:pic>
              <p:nvPicPr>
                <p:cNvPr id="75" name="Tinta 74">
                  <a:extLst>
                    <a:ext uri="{FF2B5EF4-FFF2-40B4-BE49-F238E27FC236}">
                      <a16:creationId xmlns:a16="http://schemas.microsoft.com/office/drawing/2014/main" id="{CF0F5180-1EBD-67B6-FF5C-21269851377E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5195857" y="1172141"/>
                  <a:ext cx="12240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76" name="Tinta 75">
                  <a:extLst>
                    <a:ext uri="{FF2B5EF4-FFF2-40B4-BE49-F238E27FC236}">
                      <a16:creationId xmlns:a16="http://schemas.microsoft.com/office/drawing/2014/main" id="{2E2B962F-D4B4-418E-5FEA-014ABE3760E1}"/>
                    </a:ext>
                  </a:extLst>
                </p14:cNvPr>
                <p14:cNvContentPartPr/>
                <p14:nvPr/>
              </p14:nvContentPartPr>
              <p14:xfrm>
                <a:off x="5213857" y="1030301"/>
                <a:ext cx="246240" cy="263160"/>
              </p14:xfrm>
            </p:contentPart>
          </mc:Choice>
          <mc:Fallback>
            <p:pic>
              <p:nvPicPr>
                <p:cNvPr id="76" name="Tinta 75">
                  <a:extLst>
                    <a:ext uri="{FF2B5EF4-FFF2-40B4-BE49-F238E27FC236}">
                      <a16:creationId xmlns:a16="http://schemas.microsoft.com/office/drawing/2014/main" id="{2E2B962F-D4B4-418E-5FEA-014ABE3760E1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5195857" y="1012301"/>
                  <a:ext cx="28188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77" name="Tinta 76">
                  <a:extLst>
                    <a:ext uri="{FF2B5EF4-FFF2-40B4-BE49-F238E27FC236}">
                      <a16:creationId xmlns:a16="http://schemas.microsoft.com/office/drawing/2014/main" id="{DA40979B-0BFA-2973-DF9F-DAB1AC5B0132}"/>
                    </a:ext>
                  </a:extLst>
                </p14:cNvPr>
                <p14:cNvContentPartPr/>
                <p14:nvPr/>
              </p14:nvContentPartPr>
              <p14:xfrm>
                <a:off x="5007577" y="1334141"/>
                <a:ext cx="16560" cy="160200"/>
              </p14:xfrm>
            </p:contentPart>
          </mc:Choice>
          <mc:Fallback>
            <p:pic>
              <p:nvPicPr>
                <p:cNvPr id="77" name="Tinta 76">
                  <a:extLst>
                    <a:ext uri="{FF2B5EF4-FFF2-40B4-BE49-F238E27FC236}">
                      <a16:creationId xmlns:a16="http://schemas.microsoft.com/office/drawing/2014/main" id="{DA40979B-0BFA-2973-DF9F-DAB1AC5B0132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4989937" y="1316501"/>
                  <a:ext cx="5220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79" name="Tinta 78">
                  <a:extLst>
                    <a:ext uri="{FF2B5EF4-FFF2-40B4-BE49-F238E27FC236}">
                      <a16:creationId xmlns:a16="http://schemas.microsoft.com/office/drawing/2014/main" id="{125F95E7-F34D-C04D-7640-AD76D87F3CE1}"/>
                    </a:ext>
                  </a:extLst>
                </p14:cNvPr>
                <p14:cNvContentPartPr/>
                <p14:nvPr/>
              </p14:nvContentPartPr>
              <p14:xfrm>
                <a:off x="5343097" y="1160981"/>
                <a:ext cx="20160" cy="106560"/>
              </p14:xfrm>
            </p:contentPart>
          </mc:Choice>
          <mc:Fallback>
            <p:pic>
              <p:nvPicPr>
                <p:cNvPr id="79" name="Tinta 78">
                  <a:extLst>
                    <a:ext uri="{FF2B5EF4-FFF2-40B4-BE49-F238E27FC236}">
                      <a16:creationId xmlns:a16="http://schemas.microsoft.com/office/drawing/2014/main" id="{125F95E7-F34D-C04D-7640-AD76D87F3CE1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5325097" y="1143341"/>
                  <a:ext cx="55800" cy="14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Agrupar 88">
            <a:extLst>
              <a:ext uri="{FF2B5EF4-FFF2-40B4-BE49-F238E27FC236}">
                <a16:creationId xmlns:a16="http://schemas.microsoft.com/office/drawing/2014/main" id="{406325AB-9526-B978-126B-E4D0A444E41E}"/>
              </a:ext>
            </a:extLst>
          </p:cNvPr>
          <p:cNvGrpSpPr/>
          <p:nvPr/>
        </p:nvGrpSpPr>
        <p:grpSpPr>
          <a:xfrm>
            <a:off x="5775457" y="820781"/>
            <a:ext cx="2595600" cy="543960"/>
            <a:chOff x="5775457" y="820781"/>
            <a:chExt cx="2595600" cy="543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80" name="Tinta 79">
                  <a:extLst>
                    <a:ext uri="{FF2B5EF4-FFF2-40B4-BE49-F238E27FC236}">
                      <a16:creationId xmlns:a16="http://schemas.microsoft.com/office/drawing/2014/main" id="{663EE77B-A49D-E76F-C0A3-06DC9B7B3598}"/>
                    </a:ext>
                  </a:extLst>
                </p14:cNvPr>
                <p14:cNvContentPartPr/>
                <p14:nvPr/>
              </p14:nvContentPartPr>
              <p14:xfrm>
                <a:off x="5775457" y="1108781"/>
                <a:ext cx="705600" cy="255960"/>
              </p14:xfrm>
            </p:contentPart>
          </mc:Choice>
          <mc:Fallback>
            <p:pic>
              <p:nvPicPr>
                <p:cNvPr id="80" name="Tinta 79">
                  <a:extLst>
                    <a:ext uri="{FF2B5EF4-FFF2-40B4-BE49-F238E27FC236}">
                      <a16:creationId xmlns:a16="http://schemas.microsoft.com/office/drawing/2014/main" id="{663EE77B-A49D-E76F-C0A3-06DC9B7B3598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5757457" y="1090781"/>
                  <a:ext cx="74124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81" name="Tinta 80">
                  <a:extLst>
                    <a:ext uri="{FF2B5EF4-FFF2-40B4-BE49-F238E27FC236}">
                      <a16:creationId xmlns:a16="http://schemas.microsoft.com/office/drawing/2014/main" id="{C8A6BB67-58BA-7AEF-E982-D627FCDB8E65}"/>
                    </a:ext>
                  </a:extLst>
                </p14:cNvPr>
                <p14:cNvContentPartPr/>
                <p14:nvPr/>
              </p14:nvContentPartPr>
              <p14:xfrm>
                <a:off x="6501577" y="1112381"/>
                <a:ext cx="319680" cy="101880"/>
              </p14:xfrm>
            </p:contentPart>
          </mc:Choice>
          <mc:Fallback>
            <p:pic>
              <p:nvPicPr>
                <p:cNvPr id="81" name="Tinta 80">
                  <a:extLst>
                    <a:ext uri="{FF2B5EF4-FFF2-40B4-BE49-F238E27FC236}">
                      <a16:creationId xmlns:a16="http://schemas.microsoft.com/office/drawing/2014/main" id="{C8A6BB67-58BA-7AEF-E982-D627FCDB8E65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6483937" y="1094381"/>
                  <a:ext cx="35532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82" name="Tinta 81">
                  <a:extLst>
                    <a:ext uri="{FF2B5EF4-FFF2-40B4-BE49-F238E27FC236}">
                      <a16:creationId xmlns:a16="http://schemas.microsoft.com/office/drawing/2014/main" id="{DE7FFABD-2E28-9038-F17E-2231BC78EEAA}"/>
                    </a:ext>
                  </a:extLst>
                </p14:cNvPr>
                <p14:cNvContentPartPr/>
                <p14:nvPr/>
              </p14:nvContentPartPr>
              <p14:xfrm>
                <a:off x="6685537" y="1003301"/>
                <a:ext cx="7920" cy="1440"/>
              </p14:xfrm>
            </p:contentPart>
          </mc:Choice>
          <mc:Fallback>
            <p:pic>
              <p:nvPicPr>
                <p:cNvPr id="82" name="Tinta 81">
                  <a:extLst>
                    <a:ext uri="{FF2B5EF4-FFF2-40B4-BE49-F238E27FC236}">
                      <a16:creationId xmlns:a16="http://schemas.microsoft.com/office/drawing/2014/main" id="{DE7FFABD-2E28-9038-F17E-2231BC78EEAA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6667537" y="985661"/>
                  <a:ext cx="4356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83" name="Tinta 82">
                  <a:extLst>
                    <a:ext uri="{FF2B5EF4-FFF2-40B4-BE49-F238E27FC236}">
                      <a16:creationId xmlns:a16="http://schemas.microsoft.com/office/drawing/2014/main" id="{87CD3FF4-2DF3-7C6E-D7F2-E77BD070BE7F}"/>
                    </a:ext>
                  </a:extLst>
                </p14:cNvPr>
                <p14:cNvContentPartPr/>
                <p14:nvPr/>
              </p14:nvContentPartPr>
              <p14:xfrm>
                <a:off x="6805777" y="1065221"/>
                <a:ext cx="768960" cy="136800"/>
              </p14:xfrm>
            </p:contentPart>
          </mc:Choice>
          <mc:Fallback>
            <p:pic>
              <p:nvPicPr>
                <p:cNvPr id="83" name="Tinta 82">
                  <a:extLst>
                    <a:ext uri="{FF2B5EF4-FFF2-40B4-BE49-F238E27FC236}">
                      <a16:creationId xmlns:a16="http://schemas.microsoft.com/office/drawing/2014/main" id="{87CD3FF4-2DF3-7C6E-D7F2-E77BD070BE7F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6788137" y="1047581"/>
                  <a:ext cx="80460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84" name="Tinta 83">
                  <a:extLst>
                    <a:ext uri="{FF2B5EF4-FFF2-40B4-BE49-F238E27FC236}">
                      <a16:creationId xmlns:a16="http://schemas.microsoft.com/office/drawing/2014/main" id="{05D391CA-B08F-DA60-0355-2A1D657BA92F}"/>
                    </a:ext>
                  </a:extLst>
                </p14:cNvPr>
                <p14:cNvContentPartPr/>
                <p14:nvPr/>
              </p14:nvContentPartPr>
              <p14:xfrm>
                <a:off x="7468897" y="900701"/>
                <a:ext cx="189000" cy="282960"/>
              </p14:xfrm>
            </p:contentPart>
          </mc:Choice>
          <mc:Fallback>
            <p:pic>
              <p:nvPicPr>
                <p:cNvPr id="84" name="Tinta 83">
                  <a:extLst>
                    <a:ext uri="{FF2B5EF4-FFF2-40B4-BE49-F238E27FC236}">
                      <a16:creationId xmlns:a16="http://schemas.microsoft.com/office/drawing/2014/main" id="{05D391CA-B08F-DA60-0355-2A1D657BA92F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7451257" y="882701"/>
                  <a:ext cx="22464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85" name="Tinta 84">
                  <a:extLst>
                    <a:ext uri="{FF2B5EF4-FFF2-40B4-BE49-F238E27FC236}">
                      <a16:creationId xmlns:a16="http://schemas.microsoft.com/office/drawing/2014/main" id="{1EAEACEF-32BF-A7E8-EA51-86BB3BB5499B}"/>
                    </a:ext>
                  </a:extLst>
                </p14:cNvPr>
                <p14:cNvContentPartPr/>
                <p14:nvPr/>
              </p14:nvContentPartPr>
              <p14:xfrm>
                <a:off x="7674097" y="1010501"/>
                <a:ext cx="149760" cy="153720"/>
              </p14:xfrm>
            </p:contentPart>
          </mc:Choice>
          <mc:Fallback>
            <p:pic>
              <p:nvPicPr>
                <p:cNvPr id="85" name="Tinta 84">
                  <a:extLst>
                    <a:ext uri="{FF2B5EF4-FFF2-40B4-BE49-F238E27FC236}">
                      <a16:creationId xmlns:a16="http://schemas.microsoft.com/office/drawing/2014/main" id="{1EAEACEF-32BF-A7E8-EA51-86BB3BB5499B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7656097" y="992861"/>
                  <a:ext cx="18540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86" name="Tinta 85">
                  <a:extLst>
                    <a:ext uri="{FF2B5EF4-FFF2-40B4-BE49-F238E27FC236}">
                      <a16:creationId xmlns:a16="http://schemas.microsoft.com/office/drawing/2014/main" id="{FBF12FFD-7F42-ADC7-F312-EC12829883EF}"/>
                    </a:ext>
                  </a:extLst>
                </p14:cNvPr>
                <p14:cNvContentPartPr/>
                <p14:nvPr/>
              </p14:nvContentPartPr>
              <p14:xfrm>
                <a:off x="8063977" y="820781"/>
                <a:ext cx="164160" cy="307080"/>
              </p14:xfrm>
            </p:contentPart>
          </mc:Choice>
          <mc:Fallback>
            <p:pic>
              <p:nvPicPr>
                <p:cNvPr id="86" name="Tinta 85">
                  <a:extLst>
                    <a:ext uri="{FF2B5EF4-FFF2-40B4-BE49-F238E27FC236}">
                      <a16:creationId xmlns:a16="http://schemas.microsoft.com/office/drawing/2014/main" id="{FBF12FFD-7F42-ADC7-F312-EC12829883EF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8045977" y="803141"/>
                  <a:ext cx="19980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87" name="Tinta 86">
                  <a:extLst>
                    <a:ext uri="{FF2B5EF4-FFF2-40B4-BE49-F238E27FC236}">
                      <a16:creationId xmlns:a16="http://schemas.microsoft.com/office/drawing/2014/main" id="{B3442535-6EFD-A970-9989-2B5623826CD9}"/>
                    </a:ext>
                  </a:extLst>
                </p14:cNvPr>
                <p14:cNvContentPartPr/>
                <p14:nvPr/>
              </p14:nvContentPartPr>
              <p14:xfrm>
                <a:off x="8247577" y="993221"/>
                <a:ext cx="123480" cy="89640"/>
              </p14:xfrm>
            </p:contentPart>
          </mc:Choice>
          <mc:Fallback>
            <p:pic>
              <p:nvPicPr>
                <p:cNvPr id="87" name="Tinta 86">
                  <a:extLst>
                    <a:ext uri="{FF2B5EF4-FFF2-40B4-BE49-F238E27FC236}">
                      <a16:creationId xmlns:a16="http://schemas.microsoft.com/office/drawing/2014/main" id="{B3442535-6EFD-A970-9989-2B5623826CD9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8229577" y="975581"/>
                  <a:ext cx="159120" cy="12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Agrupar 102">
            <a:extLst>
              <a:ext uri="{FF2B5EF4-FFF2-40B4-BE49-F238E27FC236}">
                <a16:creationId xmlns:a16="http://schemas.microsoft.com/office/drawing/2014/main" id="{C476757F-112B-C0D3-2F56-FD4320EDA2AE}"/>
              </a:ext>
            </a:extLst>
          </p:cNvPr>
          <p:cNvGrpSpPr/>
          <p:nvPr/>
        </p:nvGrpSpPr>
        <p:grpSpPr>
          <a:xfrm>
            <a:off x="2698537" y="1633661"/>
            <a:ext cx="2338200" cy="299160"/>
            <a:chOff x="2698537" y="1633661"/>
            <a:chExt cx="2338200" cy="299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91" name="Tinta 90">
                  <a:extLst>
                    <a:ext uri="{FF2B5EF4-FFF2-40B4-BE49-F238E27FC236}">
                      <a16:creationId xmlns:a16="http://schemas.microsoft.com/office/drawing/2014/main" id="{A7E72BED-045D-1325-0B71-88FB41B08156}"/>
                    </a:ext>
                  </a:extLst>
                </p14:cNvPr>
                <p14:cNvContentPartPr/>
                <p14:nvPr/>
              </p14:nvContentPartPr>
              <p14:xfrm>
                <a:off x="2698537" y="1767941"/>
                <a:ext cx="185760" cy="162000"/>
              </p14:xfrm>
            </p:contentPart>
          </mc:Choice>
          <mc:Fallback>
            <p:pic>
              <p:nvPicPr>
                <p:cNvPr id="91" name="Tinta 90">
                  <a:extLst>
                    <a:ext uri="{FF2B5EF4-FFF2-40B4-BE49-F238E27FC236}">
                      <a16:creationId xmlns:a16="http://schemas.microsoft.com/office/drawing/2014/main" id="{A7E72BED-045D-1325-0B71-88FB41B08156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2680897" y="1749941"/>
                  <a:ext cx="22140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92" name="Tinta 91">
                  <a:extLst>
                    <a:ext uri="{FF2B5EF4-FFF2-40B4-BE49-F238E27FC236}">
                      <a16:creationId xmlns:a16="http://schemas.microsoft.com/office/drawing/2014/main" id="{2B1F9F4E-542B-B90D-D255-7C25C134FCCF}"/>
                    </a:ext>
                  </a:extLst>
                </p14:cNvPr>
                <p14:cNvContentPartPr/>
                <p14:nvPr/>
              </p14:nvContentPartPr>
              <p14:xfrm>
                <a:off x="2900137" y="1809341"/>
                <a:ext cx="25200" cy="113400"/>
              </p14:xfrm>
            </p:contentPart>
          </mc:Choice>
          <mc:Fallback>
            <p:pic>
              <p:nvPicPr>
                <p:cNvPr id="92" name="Tinta 91">
                  <a:extLst>
                    <a:ext uri="{FF2B5EF4-FFF2-40B4-BE49-F238E27FC236}">
                      <a16:creationId xmlns:a16="http://schemas.microsoft.com/office/drawing/2014/main" id="{2B1F9F4E-542B-B90D-D255-7C25C134FCCF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2882497" y="1791341"/>
                  <a:ext cx="6084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93" name="Tinta 92">
                  <a:extLst>
                    <a:ext uri="{FF2B5EF4-FFF2-40B4-BE49-F238E27FC236}">
                      <a16:creationId xmlns:a16="http://schemas.microsoft.com/office/drawing/2014/main" id="{6A4C1532-8548-5E9B-B089-D1D95813737A}"/>
                    </a:ext>
                  </a:extLst>
                </p14:cNvPr>
                <p14:cNvContentPartPr/>
                <p14:nvPr/>
              </p14:nvContentPartPr>
              <p14:xfrm>
                <a:off x="2991937" y="1777301"/>
                <a:ext cx="129600" cy="132840"/>
              </p14:xfrm>
            </p:contentPart>
          </mc:Choice>
          <mc:Fallback>
            <p:pic>
              <p:nvPicPr>
                <p:cNvPr id="93" name="Tinta 92">
                  <a:extLst>
                    <a:ext uri="{FF2B5EF4-FFF2-40B4-BE49-F238E27FC236}">
                      <a16:creationId xmlns:a16="http://schemas.microsoft.com/office/drawing/2014/main" id="{6A4C1532-8548-5E9B-B089-D1D95813737A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2974297" y="1759301"/>
                  <a:ext cx="16524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94" name="Tinta 93">
                  <a:extLst>
                    <a:ext uri="{FF2B5EF4-FFF2-40B4-BE49-F238E27FC236}">
                      <a16:creationId xmlns:a16="http://schemas.microsoft.com/office/drawing/2014/main" id="{A961589E-C4E5-1C55-4DE0-CCD686FECD7E}"/>
                    </a:ext>
                  </a:extLst>
                </p14:cNvPr>
                <p14:cNvContentPartPr/>
                <p14:nvPr/>
              </p14:nvContentPartPr>
              <p14:xfrm>
                <a:off x="3156817" y="1810421"/>
                <a:ext cx="345960" cy="114480"/>
              </p14:xfrm>
            </p:contentPart>
          </mc:Choice>
          <mc:Fallback>
            <p:pic>
              <p:nvPicPr>
                <p:cNvPr id="94" name="Tinta 93">
                  <a:extLst>
                    <a:ext uri="{FF2B5EF4-FFF2-40B4-BE49-F238E27FC236}">
                      <a16:creationId xmlns:a16="http://schemas.microsoft.com/office/drawing/2014/main" id="{A961589E-C4E5-1C55-4DE0-CCD686FECD7E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3138817" y="1792781"/>
                  <a:ext cx="38160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95" name="Tinta 94">
                  <a:extLst>
                    <a:ext uri="{FF2B5EF4-FFF2-40B4-BE49-F238E27FC236}">
                      <a16:creationId xmlns:a16="http://schemas.microsoft.com/office/drawing/2014/main" id="{0231D2BA-1EC6-4ED4-AA3E-10E5886F9313}"/>
                    </a:ext>
                  </a:extLst>
                </p14:cNvPr>
                <p14:cNvContentPartPr/>
                <p14:nvPr/>
              </p14:nvContentPartPr>
              <p14:xfrm>
                <a:off x="3527257" y="1790261"/>
                <a:ext cx="198000" cy="103680"/>
              </p14:xfrm>
            </p:contentPart>
          </mc:Choice>
          <mc:Fallback>
            <p:pic>
              <p:nvPicPr>
                <p:cNvPr id="95" name="Tinta 94">
                  <a:extLst>
                    <a:ext uri="{FF2B5EF4-FFF2-40B4-BE49-F238E27FC236}">
                      <a16:creationId xmlns:a16="http://schemas.microsoft.com/office/drawing/2014/main" id="{0231D2BA-1EC6-4ED4-AA3E-10E5886F9313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3509617" y="1772621"/>
                  <a:ext cx="23364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96" name="Tinta 95">
                  <a:extLst>
                    <a:ext uri="{FF2B5EF4-FFF2-40B4-BE49-F238E27FC236}">
                      <a16:creationId xmlns:a16="http://schemas.microsoft.com/office/drawing/2014/main" id="{DBA32B71-28FD-E97E-0526-B038D4F17F1B}"/>
                    </a:ext>
                  </a:extLst>
                </p14:cNvPr>
                <p14:cNvContentPartPr/>
                <p14:nvPr/>
              </p14:nvContentPartPr>
              <p14:xfrm>
                <a:off x="3803017" y="1693061"/>
                <a:ext cx="129600" cy="239760"/>
              </p14:xfrm>
            </p:contentPart>
          </mc:Choice>
          <mc:Fallback>
            <p:pic>
              <p:nvPicPr>
                <p:cNvPr id="96" name="Tinta 95">
                  <a:extLst>
                    <a:ext uri="{FF2B5EF4-FFF2-40B4-BE49-F238E27FC236}">
                      <a16:creationId xmlns:a16="http://schemas.microsoft.com/office/drawing/2014/main" id="{DBA32B71-28FD-E97E-0526-B038D4F17F1B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3785017" y="1675061"/>
                  <a:ext cx="16524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97" name="Tinta 96">
                  <a:extLst>
                    <a:ext uri="{FF2B5EF4-FFF2-40B4-BE49-F238E27FC236}">
                      <a16:creationId xmlns:a16="http://schemas.microsoft.com/office/drawing/2014/main" id="{CE9884F6-A08A-42AD-7C1A-DF355F5A6960}"/>
                    </a:ext>
                  </a:extLst>
                </p14:cNvPr>
                <p14:cNvContentPartPr/>
                <p14:nvPr/>
              </p14:nvContentPartPr>
              <p14:xfrm>
                <a:off x="3761977" y="1775861"/>
                <a:ext cx="587880" cy="115200"/>
              </p14:xfrm>
            </p:contentPart>
          </mc:Choice>
          <mc:Fallback>
            <p:pic>
              <p:nvPicPr>
                <p:cNvPr id="97" name="Tinta 96">
                  <a:extLst>
                    <a:ext uri="{FF2B5EF4-FFF2-40B4-BE49-F238E27FC236}">
                      <a16:creationId xmlns:a16="http://schemas.microsoft.com/office/drawing/2014/main" id="{CE9884F6-A08A-42AD-7C1A-DF355F5A6960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3744337" y="1757861"/>
                  <a:ext cx="62352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98" name="Tinta 97">
                  <a:extLst>
                    <a:ext uri="{FF2B5EF4-FFF2-40B4-BE49-F238E27FC236}">
                      <a16:creationId xmlns:a16="http://schemas.microsoft.com/office/drawing/2014/main" id="{2D69FFC4-7826-5BE5-C38C-ECFAAB5CFEE0}"/>
                    </a:ext>
                  </a:extLst>
                </p14:cNvPr>
                <p14:cNvContentPartPr/>
                <p14:nvPr/>
              </p14:nvContentPartPr>
              <p14:xfrm>
                <a:off x="4217737" y="1633661"/>
                <a:ext cx="88560" cy="52920"/>
              </p14:xfrm>
            </p:contentPart>
          </mc:Choice>
          <mc:Fallback>
            <p:pic>
              <p:nvPicPr>
                <p:cNvPr id="98" name="Tinta 97">
                  <a:extLst>
                    <a:ext uri="{FF2B5EF4-FFF2-40B4-BE49-F238E27FC236}">
                      <a16:creationId xmlns:a16="http://schemas.microsoft.com/office/drawing/2014/main" id="{2D69FFC4-7826-5BE5-C38C-ECFAAB5CFEE0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4200097" y="1616021"/>
                  <a:ext cx="12420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99" name="Tinta 98">
                  <a:extLst>
                    <a:ext uri="{FF2B5EF4-FFF2-40B4-BE49-F238E27FC236}">
                      <a16:creationId xmlns:a16="http://schemas.microsoft.com/office/drawing/2014/main" id="{90FAC8DC-10A7-1275-E2C6-9AD20DF09758}"/>
                    </a:ext>
                  </a:extLst>
                </p14:cNvPr>
                <p14:cNvContentPartPr/>
                <p14:nvPr/>
              </p14:nvContentPartPr>
              <p14:xfrm>
                <a:off x="4359217" y="1766141"/>
                <a:ext cx="183600" cy="132480"/>
              </p14:xfrm>
            </p:contentPart>
          </mc:Choice>
          <mc:Fallback>
            <p:pic>
              <p:nvPicPr>
                <p:cNvPr id="99" name="Tinta 98">
                  <a:extLst>
                    <a:ext uri="{FF2B5EF4-FFF2-40B4-BE49-F238E27FC236}">
                      <a16:creationId xmlns:a16="http://schemas.microsoft.com/office/drawing/2014/main" id="{90FAC8DC-10A7-1275-E2C6-9AD20DF09758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4341577" y="1748141"/>
                  <a:ext cx="21924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00" name="Tinta 99">
                  <a:extLst>
                    <a:ext uri="{FF2B5EF4-FFF2-40B4-BE49-F238E27FC236}">
                      <a16:creationId xmlns:a16="http://schemas.microsoft.com/office/drawing/2014/main" id="{951A07E5-2044-BF82-B33B-A2A3CE1CA37F}"/>
                    </a:ext>
                  </a:extLst>
                </p14:cNvPr>
                <p14:cNvContentPartPr/>
                <p14:nvPr/>
              </p14:nvContentPartPr>
              <p14:xfrm>
                <a:off x="4598977" y="1770461"/>
                <a:ext cx="215280" cy="115200"/>
              </p14:xfrm>
            </p:contentPart>
          </mc:Choice>
          <mc:Fallback>
            <p:pic>
              <p:nvPicPr>
                <p:cNvPr id="100" name="Tinta 99">
                  <a:extLst>
                    <a:ext uri="{FF2B5EF4-FFF2-40B4-BE49-F238E27FC236}">
                      <a16:creationId xmlns:a16="http://schemas.microsoft.com/office/drawing/2014/main" id="{951A07E5-2044-BF82-B33B-A2A3CE1CA37F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4581337" y="1752821"/>
                  <a:ext cx="25092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01" name="Tinta 100">
                  <a:extLst>
                    <a:ext uri="{FF2B5EF4-FFF2-40B4-BE49-F238E27FC236}">
                      <a16:creationId xmlns:a16="http://schemas.microsoft.com/office/drawing/2014/main" id="{B622D54C-0EDD-39F6-0FE9-8BB64CC377F1}"/>
                    </a:ext>
                  </a:extLst>
                </p14:cNvPr>
                <p14:cNvContentPartPr/>
                <p14:nvPr/>
              </p14:nvContentPartPr>
              <p14:xfrm>
                <a:off x="4774297" y="1706381"/>
                <a:ext cx="360" cy="360"/>
              </p14:xfrm>
            </p:contentPart>
          </mc:Choice>
          <mc:Fallback>
            <p:pic>
              <p:nvPicPr>
                <p:cNvPr id="101" name="Tinta 100">
                  <a:extLst>
                    <a:ext uri="{FF2B5EF4-FFF2-40B4-BE49-F238E27FC236}">
                      <a16:creationId xmlns:a16="http://schemas.microsoft.com/office/drawing/2014/main" id="{B622D54C-0EDD-39F6-0FE9-8BB64CC377F1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4756297" y="168874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02" name="Tinta 101">
                  <a:extLst>
                    <a:ext uri="{FF2B5EF4-FFF2-40B4-BE49-F238E27FC236}">
                      <a16:creationId xmlns:a16="http://schemas.microsoft.com/office/drawing/2014/main" id="{2F65D4E3-9C84-2787-F6D2-BB318A6A5221}"/>
                    </a:ext>
                  </a:extLst>
                </p14:cNvPr>
                <p14:cNvContentPartPr/>
                <p14:nvPr/>
              </p14:nvContentPartPr>
              <p14:xfrm>
                <a:off x="4853497" y="1780181"/>
                <a:ext cx="183240" cy="91080"/>
              </p14:xfrm>
            </p:contentPart>
          </mc:Choice>
          <mc:Fallback>
            <p:pic>
              <p:nvPicPr>
                <p:cNvPr id="102" name="Tinta 101">
                  <a:extLst>
                    <a:ext uri="{FF2B5EF4-FFF2-40B4-BE49-F238E27FC236}">
                      <a16:creationId xmlns:a16="http://schemas.microsoft.com/office/drawing/2014/main" id="{2F65D4E3-9C84-2787-F6D2-BB318A6A5221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4835497" y="1762541"/>
                  <a:ext cx="218880" cy="126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5">
            <p14:nvContentPartPr>
              <p14:cNvPr id="104" name="Tinta 103">
                <a:extLst>
                  <a:ext uri="{FF2B5EF4-FFF2-40B4-BE49-F238E27FC236}">
                    <a16:creationId xmlns:a16="http://schemas.microsoft.com/office/drawing/2014/main" id="{6F2500AA-CC03-79F4-440E-A7838A94881A}"/>
                  </a:ext>
                </a:extLst>
              </p14:cNvPr>
              <p14:cNvContentPartPr/>
              <p14:nvPr/>
            </p14:nvContentPartPr>
            <p14:xfrm>
              <a:off x="10352857" y="744101"/>
              <a:ext cx="19080" cy="9360"/>
            </p14:xfrm>
          </p:contentPart>
        </mc:Choice>
        <mc:Fallback>
          <p:pic>
            <p:nvPicPr>
              <p:cNvPr id="104" name="Tinta 103">
                <a:extLst>
                  <a:ext uri="{FF2B5EF4-FFF2-40B4-BE49-F238E27FC236}">
                    <a16:creationId xmlns:a16="http://schemas.microsoft.com/office/drawing/2014/main" id="{6F2500AA-CC03-79F4-440E-A7838A94881A}"/>
                  </a:ext>
                </a:extLst>
              </p:cNvPr>
              <p:cNvPicPr/>
              <p:nvPr/>
            </p:nvPicPr>
            <p:blipFill>
              <a:blip r:embed="rId166"/>
              <a:stretch>
                <a:fillRect/>
              </a:stretch>
            </p:blipFill>
            <p:spPr>
              <a:xfrm>
                <a:off x="10334857" y="726461"/>
                <a:ext cx="54720" cy="45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8" name="Agrupar 107">
            <a:extLst>
              <a:ext uri="{FF2B5EF4-FFF2-40B4-BE49-F238E27FC236}">
                <a16:creationId xmlns:a16="http://schemas.microsoft.com/office/drawing/2014/main" id="{05253ED1-D80E-DA26-8E0E-96E1B4D2A8B3}"/>
              </a:ext>
            </a:extLst>
          </p:cNvPr>
          <p:cNvGrpSpPr/>
          <p:nvPr/>
        </p:nvGrpSpPr>
        <p:grpSpPr>
          <a:xfrm>
            <a:off x="5528137" y="1637621"/>
            <a:ext cx="751680" cy="263520"/>
            <a:chOff x="5528137" y="1637621"/>
            <a:chExt cx="751680" cy="263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05" name="Tinta 104">
                  <a:extLst>
                    <a:ext uri="{FF2B5EF4-FFF2-40B4-BE49-F238E27FC236}">
                      <a16:creationId xmlns:a16="http://schemas.microsoft.com/office/drawing/2014/main" id="{5B4065E9-DE65-BB49-1AAC-B1D6F20A89B4}"/>
                    </a:ext>
                  </a:extLst>
                </p14:cNvPr>
                <p14:cNvContentPartPr/>
                <p14:nvPr/>
              </p14:nvContentPartPr>
              <p14:xfrm>
                <a:off x="5528137" y="1637621"/>
                <a:ext cx="294480" cy="263520"/>
              </p14:xfrm>
            </p:contentPart>
          </mc:Choice>
          <mc:Fallback>
            <p:pic>
              <p:nvPicPr>
                <p:cNvPr id="105" name="Tinta 104">
                  <a:extLst>
                    <a:ext uri="{FF2B5EF4-FFF2-40B4-BE49-F238E27FC236}">
                      <a16:creationId xmlns:a16="http://schemas.microsoft.com/office/drawing/2014/main" id="{5B4065E9-DE65-BB49-1AAC-B1D6F20A89B4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5510137" y="1619981"/>
                  <a:ext cx="33012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06" name="Tinta 105">
                  <a:extLst>
                    <a:ext uri="{FF2B5EF4-FFF2-40B4-BE49-F238E27FC236}">
                      <a16:creationId xmlns:a16="http://schemas.microsoft.com/office/drawing/2014/main" id="{1942BEF1-0E67-B282-E8D0-E0B7C62C3BE0}"/>
                    </a:ext>
                  </a:extLst>
                </p14:cNvPr>
                <p14:cNvContentPartPr/>
                <p14:nvPr/>
              </p14:nvContentPartPr>
              <p14:xfrm>
                <a:off x="6067057" y="1823741"/>
                <a:ext cx="191520" cy="15840"/>
              </p14:xfrm>
            </p:contentPart>
          </mc:Choice>
          <mc:Fallback>
            <p:pic>
              <p:nvPicPr>
                <p:cNvPr id="106" name="Tinta 105">
                  <a:extLst>
                    <a:ext uri="{FF2B5EF4-FFF2-40B4-BE49-F238E27FC236}">
                      <a16:creationId xmlns:a16="http://schemas.microsoft.com/office/drawing/2014/main" id="{1942BEF1-0E67-B282-E8D0-E0B7C62C3BE0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6049057" y="1806101"/>
                  <a:ext cx="22716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07" name="Tinta 106">
                  <a:extLst>
                    <a:ext uri="{FF2B5EF4-FFF2-40B4-BE49-F238E27FC236}">
                      <a16:creationId xmlns:a16="http://schemas.microsoft.com/office/drawing/2014/main" id="{AD64BF7D-E6D5-79CF-E855-FA3B60791784}"/>
                    </a:ext>
                  </a:extLst>
                </p14:cNvPr>
                <p14:cNvContentPartPr/>
                <p14:nvPr/>
              </p14:nvContentPartPr>
              <p14:xfrm>
                <a:off x="6045817" y="1722221"/>
                <a:ext cx="234000" cy="2520"/>
              </p14:xfrm>
            </p:contentPart>
          </mc:Choice>
          <mc:Fallback>
            <p:pic>
              <p:nvPicPr>
                <p:cNvPr id="107" name="Tinta 106">
                  <a:extLst>
                    <a:ext uri="{FF2B5EF4-FFF2-40B4-BE49-F238E27FC236}">
                      <a16:creationId xmlns:a16="http://schemas.microsoft.com/office/drawing/2014/main" id="{AD64BF7D-E6D5-79CF-E855-FA3B60791784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6028177" y="1704221"/>
                  <a:ext cx="269640" cy="38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3">
            <p14:nvContentPartPr>
              <p14:cNvPr id="109" name="Tinta 108">
                <a:extLst>
                  <a:ext uri="{FF2B5EF4-FFF2-40B4-BE49-F238E27FC236}">
                    <a16:creationId xmlns:a16="http://schemas.microsoft.com/office/drawing/2014/main" id="{E43819B6-EBA3-D0D7-0F3C-FE57D3D9E3E8}"/>
                  </a:ext>
                </a:extLst>
              </p14:cNvPr>
              <p14:cNvContentPartPr/>
              <p14:nvPr/>
            </p14:nvContentPartPr>
            <p14:xfrm>
              <a:off x="9961537" y="623141"/>
              <a:ext cx="1571760" cy="1308240"/>
            </p14:xfrm>
          </p:contentPart>
        </mc:Choice>
        <mc:Fallback>
          <p:pic>
            <p:nvPicPr>
              <p:cNvPr id="109" name="Tinta 108">
                <a:extLst>
                  <a:ext uri="{FF2B5EF4-FFF2-40B4-BE49-F238E27FC236}">
                    <a16:creationId xmlns:a16="http://schemas.microsoft.com/office/drawing/2014/main" id="{E43819B6-EBA3-D0D7-0F3C-FE57D3D9E3E8}"/>
                  </a:ext>
                </a:extLst>
              </p:cNvPr>
              <p:cNvPicPr/>
              <p:nvPr/>
            </p:nvPicPr>
            <p:blipFill>
              <a:blip r:embed="rId174"/>
              <a:stretch>
                <a:fillRect/>
              </a:stretch>
            </p:blipFill>
            <p:spPr>
              <a:xfrm>
                <a:off x="9943537" y="605501"/>
                <a:ext cx="1607400" cy="134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5">
            <p14:nvContentPartPr>
              <p14:cNvPr id="110" name="Tinta 109">
                <a:extLst>
                  <a:ext uri="{FF2B5EF4-FFF2-40B4-BE49-F238E27FC236}">
                    <a16:creationId xmlns:a16="http://schemas.microsoft.com/office/drawing/2014/main" id="{9C811926-080B-6070-FD2E-14F8EFF1C2F5}"/>
                  </a:ext>
                </a:extLst>
              </p14:cNvPr>
              <p14:cNvContentPartPr/>
              <p14:nvPr/>
            </p14:nvContentPartPr>
            <p14:xfrm>
              <a:off x="10756417" y="1286621"/>
              <a:ext cx="50040" cy="47160"/>
            </p14:xfrm>
          </p:contentPart>
        </mc:Choice>
        <mc:Fallback>
          <p:pic>
            <p:nvPicPr>
              <p:cNvPr id="110" name="Tinta 109">
                <a:extLst>
                  <a:ext uri="{FF2B5EF4-FFF2-40B4-BE49-F238E27FC236}">
                    <a16:creationId xmlns:a16="http://schemas.microsoft.com/office/drawing/2014/main" id="{9C811926-080B-6070-FD2E-14F8EFF1C2F5}"/>
                  </a:ext>
                </a:extLst>
              </p:cNvPr>
              <p:cNvPicPr/>
              <p:nvPr/>
            </p:nvPicPr>
            <p:blipFill>
              <a:blip r:embed="rId176"/>
              <a:stretch>
                <a:fillRect/>
              </a:stretch>
            </p:blipFill>
            <p:spPr>
              <a:xfrm>
                <a:off x="10738417" y="1268621"/>
                <a:ext cx="85680" cy="82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4" name="Agrupar 113">
            <a:extLst>
              <a:ext uri="{FF2B5EF4-FFF2-40B4-BE49-F238E27FC236}">
                <a16:creationId xmlns:a16="http://schemas.microsoft.com/office/drawing/2014/main" id="{ABB5687D-03D3-E143-263E-872A34730D43}"/>
              </a:ext>
            </a:extLst>
          </p:cNvPr>
          <p:cNvGrpSpPr/>
          <p:nvPr/>
        </p:nvGrpSpPr>
        <p:grpSpPr>
          <a:xfrm>
            <a:off x="10869457" y="967661"/>
            <a:ext cx="667800" cy="321480"/>
            <a:chOff x="10869457" y="967661"/>
            <a:chExt cx="667800" cy="321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11" name="Tinta 110">
                  <a:extLst>
                    <a:ext uri="{FF2B5EF4-FFF2-40B4-BE49-F238E27FC236}">
                      <a16:creationId xmlns:a16="http://schemas.microsoft.com/office/drawing/2014/main" id="{D30790F8-2454-39EE-C92C-3C09BD52D64A}"/>
                    </a:ext>
                  </a:extLst>
                </p14:cNvPr>
                <p14:cNvContentPartPr/>
                <p14:nvPr/>
              </p14:nvContentPartPr>
              <p14:xfrm>
                <a:off x="10869457" y="1261781"/>
                <a:ext cx="667800" cy="27360"/>
              </p14:xfrm>
            </p:contentPart>
          </mc:Choice>
          <mc:Fallback>
            <p:pic>
              <p:nvPicPr>
                <p:cNvPr id="111" name="Tinta 110">
                  <a:extLst>
                    <a:ext uri="{FF2B5EF4-FFF2-40B4-BE49-F238E27FC236}">
                      <a16:creationId xmlns:a16="http://schemas.microsoft.com/office/drawing/2014/main" id="{D30790F8-2454-39EE-C92C-3C09BD52D64A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10851817" y="1243781"/>
                  <a:ext cx="70344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12" name="Tinta 111">
                  <a:extLst>
                    <a:ext uri="{FF2B5EF4-FFF2-40B4-BE49-F238E27FC236}">
                      <a16:creationId xmlns:a16="http://schemas.microsoft.com/office/drawing/2014/main" id="{3CDD0D67-BA00-7E93-4DD6-64E6D3FD8707}"/>
                    </a:ext>
                  </a:extLst>
                </p14:cNvPr>
                <p14:cNvContentPartPr/>
                <p14:nvPr/>
              </p14:nvContentPartPr>
              <p14:xfrm>
                <a:off x="11066737" y="1031381"/>
                <a:ext cx="27720" cy="165600"/>
              </p14:xfrm>
            </p:contentPart>
          </mc:Choice>
          <mc:Fallback>
            <p:pic>
              <p:nvPicPr>
                <p:cNvPr id="112" name="Tinta 111">
                  <a:extLst>
                    <a:ext uri="{FF2B5EF4-FFF2-40B4-BE49-F238E27FC236}">
                      <a16:creationId xmlns:a16="http://schemas.microsoft.com/office/drawing/2014/main" id="{3CDD0D67-BA00-7E93-4DD6-64E6D3FD8707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11049097" y="1013381"/>
                  <a:ext cx="6336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13" name="Tinta 112">
                  <a:extLst>
                    <a:ext uri="{FF2B5EF4-FFF2-40B4-BE49-F238E27FC236}">
                      <a16:creationId xmlns:a16="http://schemas.microsoft.com/office/drawing/2014/main" id="{F4852523-31B1-AA18-31AB-2C8D7A6237E4}"/>
                    </a:ext>
                  </a:extLst>
                </p14:cNvPr>
                <p14:cNvContentPartPr/>
                <p14:nvPr/>
              </p14:nvContentPartPr>
              <p14:xfrm>
                <a:off x="11082937" y="967661"/>
                <a:ext cx="148320" cy="261000"/>
              </p14:xfrm>
            </p:contentPart>
          </mc:Choice>
          <mc:Fallback>
            <p:pic>
              <p:nvPicPr>
                <p:cNvPr id="113" name="Tinta 112">
                  <a:extLst>
                    <a:ext uri="{FF2B5EF4-FFF2-40B4-BE49-F238E27FC236}">
                      <a16:creationId xmlns:a16="http://schemas.microsoft.com/office/drawing/2014/main" id="{F4852523-31B1-AA18-31AB-2C8D7A6237E4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11065297" y="949661"/>
                  <a:ext cx="183960" cy="296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3">
            <p14:nvContentPartPr>
              <p14:cNvPr id="115" name="Tinta 114">
                <a:extLst>
                  <a:ext uri="{FF2B5EF4-FFF2-40B4-BE49-F238E27FC236}">
                    <a16:creationId xmlns:a16="http://schemas.microsoft.com/office/drawing/2014/main" id="{FDD487D8-73A8-752A-7BF0-7517547F1BD7}"/>
                  </a:ext>
                </a:extLst>
              </p14:cNvPr>
              <p14:cNvContentPartPr/>
              <p14:nvPr/>
            </p14:nvContentPartPr>
            <p14:xfrm>
              <a:off x="10033177" y="605861"/>
              <a:ext cx="1518480" cy="1360440"/>
            </p14:xfrm>
          </p:contentPart>
        </mc:Choice>
        <mc:Fallback>
          <p:pic>
            <p:nvPicPr>
              <p:cNvPr id="115" name="Tinta 114">
                <a:extLst>
                  <a:ext uri="{FF2B5EF4-FFF2-40B4-BE49-F238E27FC236}">
                    <a16:creationId xmlns:a16="http://schemas.microsoft.com/office/drawing/2014/main" id="{FDD487D8-73A8-752A-7BF0-7517547F1BD7}"/>
                  </a:ext>
                </a:extLst>
              </p:cNvPr>
              <p:cNvPicPr/>
              <p:nvPr/>
            </p:nvPicPr>
            <p:blipFill>
              <a:blip r:embed="rId184"/>
              <a:stretch>
                <a:fillRect/>
              </a:stretch>
            </p:blipFill>
            <p:spPr>
              <a:xfrm>
                <a:off x="10015537" y="587861"/>
                <a:ext cx="1554120" cy="1396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21" name="Agrupar 120">
            <a:extLst>
              <a:ext uri="{FF2B5EF4-FFF2-40B4-BE49-F238E27FC236}">
                <a16:creationId xmlns:a16="http://schemas.microsoft.com/office/drawing/2014/main" id="{269F4118-861A-547A-37E4-2EA4AA5E501A}"/>
              </a:ext>
            </a:extLst>
          </p:cNvPr>
          <p:cNvGrpSpPr/>
          <p:nvPr/>
        </p:nvGrpSpPr>
        <p:grpSpPr>
          <a:xfrm>
            <a:off x="7759777" y="719261"/>
            <a:ext cx="169200" cy="238680"/>
            <a:chOff x="7759777" y="719261"/>
            <a:chExt cx="169200" cy="238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16" name="Tinta 115">
                  <a:extLst>
                    <a:ext uri="{FF2B5EF4-FFF2-40B4-BE49-F238E27FC236}">
                      <a16:creationId xmlns:a16="http://schemas.microsoft.com/office/drawing/2014/main" id="{C69C13C5-5548-07CC-008F-51C11BA3D25E}"/>
                    </a:ext>
                  </a:extLst>
                </p14:cNvPr>
                <p14:cNvContentPartPr/>
                <p14:nvPr/>
              </p14:nvContentPartPr>
              <p14:xfrm>
                <a:off x="7791817" y="739781"/>
                <a:ext cx="104760" cy="154800"/>
              </p14:xfrm>
            </p:contentPart>
          </mc:Choice>
          <mc:Fallback>
            <p:pic>
              <p:nvPicPr>
                <p:cNvPr id="116" name="Tinta 115">
                  <a:extLst>
                    <a:ext uri="{FF2B5EF4-FFF2-40B4-BE49-F238E27FC236}">
                      <a16:creationId xmlns:a16="http://schemas.microsoft.com/office/drawing/2014/main" id="{C69C13C5-5548-07CC-008F-51C11BA3D25E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7774177" y="721781"/>
                  <a:ext cx="14040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17" name="Tinta 116">
                  <a:extLst>
                    <a:ext uri="{FF2B5EF4-FFF2-40B4-BE49-F238E27FC236}">
                      <a16:creationId xmlns:a16="http://schemas.microsoft.com/office/drawing/2014/main" id="{B8B03A16-0118-70AD-F210-45CCE1B7B133}"/>
                    </a:ext>
                  </a:extLst>
                </p14:cNvPr>
                <p14:cNvContentPartPr/>
                <p14:nvPr/>
              </p14:nvContentPartPr>
              <p14:xfrm>
                <a:off x="7783177" y="758501"/>
                <a:ext cx="145080" cy="151200"/>
              </p14:xfrm>
            </p:contentPart>
          </mc:Choice>
          <mc:Fallback>
            <p:pic>
              <p:nvPicPr>
                <p:cNvPr id="117" name="Tinta 116">
                  <a:extLst>
                    <a:ext uri="{FF2B5EF4-FFF2-40B4-BE49-F238E27FC236}">
                      <a16:creationId xmlns:a16="http://schemas.microsoft.com/office/drawing/2014/main" id="{B8B03A16-0118-70AD-F210-45CCE1B7B133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7765537" y="740861"/>
                  <a:ext cx="18072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19" name="Tinta 118">
                  <a:extLst>
                    <a:ext uri="{FF2B5EF4-FFF2-40B4-BE49-F238E27FC236}">
                      <a16:creationId xmlns:a16="http://schemas.microsoft.com/office/drawing/2014/main" id="{234F4F2B-9533-ABC7-5856-B5A15E772366}"/>
                    </a:ext>
                  </a:extLst>
                </p14:cNvPr>
                <p14:cNvContentPartPr/>
                <p14:nvPr/>
              </p14:nvContentPartPr>
              <p14:xfrm>
                <a:off x="7829977" y="719261"/>
                <a:ext cx="7200" cy="238680"/>
              </p14:xfrm>
            </p:contentPart>
          </mc:Choice>
          <mc:Fallback>
            <p:pic>
              <p:nvPicPr>
                <p:cNvPr id="119" name="Tinta 118">
                  <a:extLst>
                    <a:ext uri="{FF2B5EF4-FFF2-40B4-BE49-F238E27FC236}">
                      <a16:creationId xmlns:a16="http://schemas.microsoft.com/office/drawing/2014/main" id="{234F4F2B-9533-ABC7-5856-B5A15E772366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7811977" y="701621"/>
                  <a:ext cx="4284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20" name="Tinta 119">
                  <a:extLst>
                    <a:ext uri="{FF2B5EF4-FFF2-40B4-BE49-F238E27FC236}">
                      <a16:creationId xmlns:a16="http://schemas.microsoft.com/office/drawing/2014/main" id="{FE0E5CCF-C569-54E4-3391-8D2D31FDA00F}"/>
                    </a:ext>
                  </a:extLst>
                </p14:cNvPr>
                <p14:cNvContentPartPr/>
                <p14:nvPr/>
              </p14:nvContentPartPr>
              <p14:xfrm>
                <a:off x="7759777" y="829061"/>
                <a:ext cx="169200" cy="4680"/>
              </p14:xfrm>
            </p:contentPart>
          </mc:Choice>
          <mc:Fallback>
            <p:pic>
              <p:nvPicPr>
                <p:cNvPr id="120" name="Tinta 119">
                  <a:extLst>
                    <a:ext uri="{FF2B5EF4-FFF2-40B4-BE49-F238E27FC236}">
                      <a16:creationId xmlns:a16="http://schemas.microsoft.com/office/drawing/2014/main" id="{FE0E5CCF-C569-54E4-3391-8D2D31FDA00F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7741777" y="811421"/>
                  <a:ext cx="204840" cy="4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4" name="Agrupar 133">
            <a:extLst>
              <a:ext uri="{FF2B5EF4-FFF2-40B4-BE49-F238E27FC236}">
                <a16:creationId xmlns:a16="http://schemas.microsoft.com/office/drawing/2014/main" id="{3CCE4E6E-7372-0BAC-6C86-ECB4C7595970}"/>
              </a:ext>
            </a:extLst>
          </p:cNvPr>
          <p:cNvGrpSpPr/>
          <p:nvPr/>
        </p:nvGrpSpPr>
        <p:grpSpPr>
          <a:xfrm>
            <a:off x="10262137" y="2102021"/>
            <a:ext cx="1524960" cy="414000"/>
            <a:chOff x="10262137" y="2102021"/>
            <a:chExt cx="1524960" cy="414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22" name="Tinta 121">
                  <a:extLst>
                    <a:ext uri="{FF2B5EF4-FFF2-40B4-BE49-F238E27FC236}">
                      <a16:creationId xmlns:a16="http://schemas.microsoft.com/office/drawing/2014/main" id="{97CACDF7-CE28-0643-979A-EBE732FA8619}"/>
                    </a:ext>
                  </a:extLst>
                </p14:cNvPr>
                <p14:cNvContentPartPr/>
                <p14:nvPr/>
              </p14:nvContentPartPr>
              <p14:xfrm>
                <a:off x="10283017" y="2197061"/>
                <a:ext cx="142920" cy="162720"/>
              </p14:xfrm>
            </p:contentPart>
          </mc:Choice>
          <mc:Fallback>
            <p:pic>
              <p:nvPicPr>
                <p:cNvPr id="122" name="Tinta 121">
                  <a:extLst>
                    <a:ext uri="{FF2B5EF4-FFF2-40B4-BE49-F238E27FC236}">
                      <a16:creationId xmlns:a16="http://schemas.microsoft.com/office/drawing/2014/main" id="{97CACDF7-CE28-0643-979A-EBE732FA8619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10265377" y="2179061"/>
                  <a:ext cx="17856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23" name="Tinta 122">
                  <a:extLst>
                    <a:ext uri="{FF2B5EF4-FFF2-40B4-BE49-F238E27FC236}">
                      <a16:creationId xmlns:a16="http://schemas.microsoft.com/office/drawing/2014/main" id="{14769EDB-E807-0961-E8AB-A3EBEE8B48EC}"/>
                    </a:ext>
                  </a:extLst>
                </p14:cNvPr>
                <p14:cNvContentPartPr/>
                <p14:nvPr/>
              </p14:nvContentPartPr>
              <p14:xfrm>
                <a:off x="10274377" y="2238461"/>
                <a:ext cx="169200" cy="188280"/>
              </p14:xfrm>
            </p:contentPart>
          </mc:Choice>
          <mc:Fallback>
            <p:pic>
              <p:nvPicPr>
                <p:cNvPr id="123" name="Tinta 122">
                  <a:extLst>
                    <a:ext uri="{FF2B5EF4-FFF2-40B4-BE49-F238E27FC236}">
                      <a16:creationId xmlns:a16="http://schemas.microsoft.com/office/drawing/2014/main" id="{14769EDB-E807-0961-E8AB-A3EBEE8B48EC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10256737" y="2220461"/>
                  <a:ext cx="20484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24" name="Tinta 123">
                  <a:extLst>
                    <a:ext uri="{FF2B5EF4-FFF2-40B4-BE49-F238E27FC236}">
                      <a16:creationId xmlns:a16="http://schemas.microsoft.com/office/drawing/2014/main" id="{E95EAC34-5632-B9A3-9026-2CC0E797D607}"/>
                    </a:ext>
                  </a:extLst>
                </p14:cNvPr>
                <p14:cNvContentPartPr/>
                <p14:nvPr/>
              </p14:nvContentPartPr>
              <p14:xfrm>
                <a:off x="10324057" y="2132261"/>
                <a:ext cx="24120" cy="279720"/>
              </p14:xfrm>
            </p:contentPart>
          </mc:Choice>
          <mc:Fallback>
            <p:pic>
              <p:nvPicPr>
                <p:cNvPr id="124" name="Tinta 123">
                  <a:extLst>
                    <a:ext uri="{FF2B5EF4-FFF2-40B4-BE49-F238E27FC236}">
                      <a16:creationId xmlns:a16="http://schemas.microsoft.com/office/drawing/2014/main" id="{E95EAC34-5632-B9A3-9026-2CC0E797D607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10306417" y="2114621"/>
                  <a:ext cx="5976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25" name="Tinta 124">
                  <a:extLst>
                    <a:ext uri="{FF2B5EF4-FFF2-40B4-BE49-F238E27FC236}">
                      <a16:creationId xmlns:a16="http://schemas.microsoft.com/office/drawing/2014/main" id="{DACD5FE9-09C5-2671-0009-31461B0D208C}"/>
                    </a:ext>
                  </a:extLst>
                </p14:cNvPr>
                <p14:cNvContentPartPr/>
                <p14:nvPr/>
              </p14:nvContentPartPr>
              <p14:xfrm>
                <a:off x="10262137" y="2275181"/>
                <a:ext cx="186480" cy="32760"/>
              </p14:xfrm>
            </p:contentPart>
          </mc:Choice>
          <mc:Fallback>
            <p:pic>
              <p:nvPicPr>
                <p:cNvPr id="125" name="Tinta 124">
                  <a:extLst>
                    <a:ext uri="{FF2B5EF4-FFF2-40B4-BE49-F238E27FC236}">
                      <a16:creationId xmlns:a16="http://schemas.microsoft.com/office/drawing/2014/main" id="{DACD5FE9-09C5-2671-0009-31461B0D208C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10244137" y="2257541"/>
                  <a:ext cx="22212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26" name="Tinta 125">
                  <a:extLst>
                    <a:ext uri="{FF2B5EF4-FFF2-40B4-BE49-F238E27FC236}">
                      <a16:creationId xmlns:a16="http://schemas.microsoft.com/office/drawing/2014/main" id="{18F19C76-DE6D-01C8-7AA4-EB3D16DE054B}"/>
                    </a:ext>
                  </a:extLst>
                </p14:cNvPr>
                <p14:cNvContentPartPr/>
                <p14:nvPr/>
              </p14:nvContentPartPr>
              <p14:xfrm>
                <a:off x="10669297" y="2300021"/>
                <a:ext cx="41400" cy="216000"/>
              </p14:xfrm>
            </p:contentPart>
          </mc:Choice>
          <mc:Fallback>
            <p:pic>
              <p:nvPicPr>
                <p:cNvPr id="126" name="Tinta 125">
                  <a:extLst>
                    <a:ext uri="{FF2B5EF4-FFF2-40B4-BE49-F238E27FC236}">
                      <a16:creationId xmlns:a16="http://schemas.microsoft.com/office/drawing/2014/main" id="{18F19C76-DE6D-01C8-7AA4-EB3D16DE054B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10651657" y="2282021"/>
                  <a:ext cx="7704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27" name="Tinta 126">
                  <a:extLst>
                    <a:ext uri="{FF2B5EF4-FFF2-40B4-BE49-F238E27FC236}">
                      <a16:creationId xmlns:a16="http://schemas.microsoft.com/office/drawing/2014/main" id="{92F4388F-4D40-312E-FF12-0CEC59083254}"/>
                    </a:ext>
                  </a:extLst>
                </p14:cNvPr>
                <p14:cNvContentPartPr/>
                <p14:nvPr/>
              </p14:nvContentPartPr>
              <p14:xfrm>
                <a:off x="10665697" y="2222621"/>
                <a:ext cx="92160" cy="115560"/>
              </p14:xfrm>
            </p:contentPart>
          </mc:Choice>
          <mc:Fallback>
            <p:pic>
              <p:nvPicPr>
                <p:cNvPr id="127" name="Tinta 126">
                  <a:extLst>
                    <a:ext uri="{FF2B5EF4-FFF2-40B4-BE49-F238E27FC236}">
                      <a16:creationId xmlns:a16="http://schemas.microsoft.com/office/drawing/2014/main" id="{92F4388F-4D40-312E-FF12-0CEC59083254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10647697" y="2204981"/>
                  <a:ext cx="12780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28" name="Tinta 127">
                  <a:extLst>
                    <a:ext uri="{FF2B5EF4-FFF2-40B4-BE49-F238E27FC236}">
                      <a16:creationId xmlns:a16="http://schemas.microsoft.com/office/drawing/2014/main" id="{E43E61F1-8A0F-1D48-4941-5356D9D23E44}"/>
                    </a:ext>
                  </a:extLst>
                </p14:cNvPr>
                <p14:cNvContentPartPr/>
                <p14:nvPr/>
              </p14:nvContentPartPr>
              <p14:xfrm>
                <a:off x="10796017" y="2243861"/>
                <a:ext cx="77400" cy="95400"/>
              </p14:xfrm>
            </p:contentPart>
          </mc:Choice>
          <mc:Fallback>
            <p:pic>
              <p:nvPicPr>
                <p:cNvPr id="128" name="Tinta 127">
                  <a:extLst>
                    <a:ext uri="{FF2B5EF4-FFF2-40B4-BE49-F238E27FC236}">
                      <a16:creationId xmlns:a16="http://schemas.microsoft.com/office/drawing/2014/main" id="{E43E61F1-8A0F-1D48-4941-5356D9D23E44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10778377" y="2226221"/>
                  <a:ext cx="11304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29" name="Tinta 128">
                  <a:extLst>
                    <a:ext uri="{FF2B5EF4-FFF2-40B4-BE49-F238E27FC236}">
                      <a16:creationId xmlns:a16="http://schemas.microsoft.com/office/drawing/2014/main" id="{268435C1-162D-F42C-840E-7EB3FAB3E923}"/>
                    </a:ext>
                  </a:extLst>
                </p14:cNvPr>
                <p14:cNvContentPartPr/>
                <p14:nvPr/>
              </p14:nvContentPartPr>
              <p14:xfrm>
                <a:off x="10829497" y="2159261"/>
                <a:ext cx="299520" cy="216720"/>
              </p14:xfrm>
            </p:contentPart>
          </mc:Choice>
          <mc:Fallback>
            <p:pic>
              <p:nvPicPr>
                <p:cNvPr id="129" name="Tinta 128">
                  <a:extLst>
                    <a:ext uri="{FF2B5EF4-FFF2-40B4-BE49-F238E27FC236}">
                      <a16:creationId xmlns:a16="http://schemas.microsoft.com/office/drawing/2014/main" id="{268435C1-162D-F42C-840E-7EB3FAB3E923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10811857" y="2141261"/>
                  <a:ext cx="33516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30" name="Tinta 129">
                  <a:extLst>
                    <a:ext uri="{FF2B5EF4-FFF2-40B4-BE49-F238E27FC236}">
                      <a16:creationId xmlns:a16="http://schemas.microsoft.com/office/drawing/2014/main" id="{E2324882-1376-4551-0E64-E30F6B62C7BF}"/>
                    </a:ext>
                  </a:extLst>
                </p14:cNvPr>
                <p14:cNvContentPartPr/>
                <p14:nvPr/>
              </p14:nvContentPartPr>
              <p14:xfrm>
                <a:off x="11159977" y="2239541"/>
                <a:ext cx="390240" cy="117720"/>
              </p14:xfrm>
            </p:contentPart>
          </mc:Choice>
          <mc:Fallback>
            <p:pic>
              <p:nvPicPr>
                <p:cNvPr id="130" name="Tinta 129">
                  <a:extLst>
                    <a:ext uri="{FF2B5EF4-FFF2-40B4-BE49-F238E27FC236}">
                      <a16:creationId xmlns:a16="http://schemas.microsoft.com/office/drawing/2014/main" id="{E2324882-1376-4551-0E64-E30F6B62C7BF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11141977" y="2221541"/>
                  <a:ext cx="42588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31" name="Tinta 130">
                  <a:extLst>
                    <a:ext uri="{FF2B5EF4-FFF2-40B4-BE49-F238E27FC236}">
                      <a16:creationId xmlns:a16="http://schemas.microsoft.com/office/drawing/2014/main" id="{1059D925-6F9B-5D5B-D6AB-992715755F64}"/>
                    </a:ext>
                  </a:extLst>
                </p14:cNvPr>
                <p14:cNvContentPartPr/>
                <p14:nvPr/>
              </p14:nvContentPartPr>
              <p14:xfrm>
                <a:off x="11549857" y="2135501"/>
                <a:ext cx="30240" cy="204840"/>
              </p14:xfrm>
            </p:contentPart>
          </mc:Choice>
          <mc:Fallback>
            <p:pic>
              <p:nvPicPr>
                <p:cNvPr id="131" name="Tinta 130">
                  <a:extLst>
                    <a:ext uri="{FF2B5EF4-FFF2-40B4-BE49-F238E27FC236}">
                      <a16:creationId xmlns:a16="http://schemas.microsoft.com/office/drawing/2014/main" id="{1059D925-6F9B-5D5B-D6AB-992715755F64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11532217" y="2117861"/>
                  <a:ext cx="6588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32" name="Tinta 131">
                  <a:extLst>
                    <a:ext uri="{FF2B5EF4-FFF2-40B4-BE49-F238E27FC236}">
                      <a16:creationId xmlns:a16="http://schemas.microsoft.com/office/drawing/2014/main" id="{C41160F4-33F5-DD7D-BF46-B10CF594C67F}"/>
                    </a:ext>
                  </a:extLst>
                </p14:cNvPr>
                <p14:cNvContentPartPr/>
                <p14:nvPr/>
              </p14:nvContentPartPr>
              <p14:xfrm>
                <a:off x="11489017" y="2102021"/>
                <a:ext cx="215280" cy="196920"/>
              </p14:xfrm>
            </p:contentPart>
          </mc:Choice>
          <mc:Fallback>
            <p:pic>
              <p:nvPicPr>
                <p:cNvPr id="132" name="Tinta 131">
                  <a:extLst>
                    <a:ext uri="{FF2B5EF4-FFF2-40B4-BE49-F238E27FC236}">
                      <a16:creationId xmlns:a16="http://schemas.microsoft.com/office/drawing/2014/main" id="{C41160F4-33F5-DD7D-BF46-B10CF594C67F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11471377" y="2084381"/>
                  <a:ext cx="25092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33" name="Tinta 132">
                  <a:extLst>
                    <a:ext uri="{FF2B5EF4-FFF2-40B4-BE49-F238E27FC236}">
                      <a16:creationId xmlns:a16="http://schemas.microsoft.com/office/drawing/2014/main" id="{CD263399-E8AE-C88C-D3FE-9D8FCBFF5169}"/>
                    </a:ext>
                  </a:extLst>
                </p14:cNvPr>
                <p14:cNvContentPartPr/>
                <p14:nvPr/>
              </p14:nvContentPartPr>
              <p14:xfrm>
                <a:off x="11703937" y="2189141"/>
                <a:ext cx="83160" cy="126360"/>
              </p14:xfrm>
            </p:contentPart>
          </mc:Choice>
          <mc:Fallback>
            <p:pic>
              <p:nvPicPr>
                <p:cNvPr id="133" name="Tinta 132">
                  <a:extLst>
                    <a:ext uri="{FF2B5EF4-FFF2-40B4-BE49-F238E27FC236}">
                      <a16:creationId xmlns:a16="http://schemas.microsoft.com/office/drawing/2014/main" id="{CD263399-E8AE-C88C-D3FE-9D8FCBFF5169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11685937" y="2171501"/>
                  <a:ext cx="118800" cy="16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2" name="Agrupar 141">
            <a:extLst>
              <a:ext uri="{FF2B5EF4-FFF2-40B4-BE49-F238E27FC236}">
                <a16:creationId xmlns:a16="http://schemas.microsoft.com/office/drawing/2014/main" id="{B3055E47-BA70-9580-E24F-1F0E3CF090F7}"/>
              </a:ext>
            </a:extLst>
          </p:cNvPr>
          <p:cNvGrpSpPr/>
          <p:nvPr/>
        </p:nvGrpSpPr>
        <p:grpSpPr>
          <a:xfrm>
            <a:off x="6547297" y="1543301"/>
            <a:ext cx="913320" cy="345600"/>
            <a:chOff x="6547297" y="1543301"/>
            <a:chExt cx="913320" cy="345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35" name="Tinta 134">
                  <a:extLst>
                    <a:ext uri="{FF2B5EF4-FFF2-40B4-BE49-F238E27FC236}">
                      <a16:creationId xmlns:a16="http://schemas.microsoft.com/office/drawing/2014/main" id="{F2D29A2E-C1A5-98CA-AB9F-C1FB18C882E6}"/>
                    </a:ext>
                  </a:extLst>
                </p14:cNvPr>
                <p14:cNvContentPartPr/>
                <p14:nvPr/>
              </p14:nvContentPartPr>
              <p14:xfrm>
                <a:off x="6547297" y="1559501"/>
                <a:ext cx="175680" cy="329400"/>
              </p14:xfrm>
            </p:contentPart>
          </mc:Choice>
          <mc:Fallback>
            <p:pic>
              <p:nvPicPr>
                <p:cNvPr id="135" name="Tinta 134">
                  <a:extLst>
                    <a:ext uri="{FF2B5EF4-FFF2-40B4-BE49-F238E27FC236}">
                      <a16:creationId xmlns:a16="http://schemas.microsoft.com/office/drawing/2014/main" id="{F2D29A2E-C1A5-98CA-AB9F-C1FB18C882E6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6529657" y="1541861"/>
                  <a:ext cx="211320" cy="36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36" name="Tinta 135">
                  <a:extLst>
                    <a:ext uri="{FF2B5EF4-FFF2-40B4-BE49-F238E27FC236}">
                      <a16:creationId xmlns:a16="http://schemas.microsoft.com/office/drawing/2014/main" id="{C21BA519-9DCF-278F-CA27-DBD4C384D108}"/>
                    </a:ext>
                  </a:extLst>
                </p14:cNvPr>
                <p14:cNvContentPartPr/>
                <p14:nvPr/>
              </p14:nvContentPartPr>
              <p14:xfrm>
                <a:off x="6813337" y="1820501"/>
                <a:ext cx="360" cy="360"/>
              </p14:xfrm>
            </p:contentPart>
          </mc:Choice>
          <mc:Fallback>
            <p:pic>
              <p:nvPicPr>
                <p:cNvPr id="136" name="Tinta 135">
                  <a:extLst>
                    <a:ext uri="{FF2B5EF4-FFF2-40B4-BE49-F238E27FC236}">
                      <a16:creationId xmlns:a16="http://schemas.microsoft.com/office/drawing/2014/main" id="{C21BA519-9DCF-278F-CA27-DBD4C384D108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6795337" y="180250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37" name="Tinta 136">
                  <a:extLst>
                    <a:ext uri="{FF2B5EF4-FFF2-40B4-BE49-F238E27FC236}">
                      <a16:creationId xmlns:a16="http://schemas.microsoft.com/office/drawing/2014/main" id="{301AC56D-CB4C-5708-15BC-12163B30BF6B}"/>
                    </a:ext>
                  </a:extLst>
                </p14:cNvPr>
                <p14:cNvContentPartPr/>
                <p14:nvPr/>
              </p14:nvContentPartPr>
              <p14:xfrm>
                <a:off x="6893977" y="1690901"/>
                <a:ext cx="45000" cy="167040"/>
              </p14:xfrm>
            </p:contentPart>
          </mc:Choice>
          <mc:Fallback>
            <p:pic>
              <p:nvPicPr>
                <p:cNvPr id="137" name="Tinta 136">
                  <a:extLst>
                    <a:ext uri="{FF2B5EF4-FFF2-40B4-BE49-F238E27FC236}">
                      <a16:creationId xmlns:a16="http://schemas.microsoft.com/office/drawing/2014/main" id="{301AC56D-CB4C-5708-15BC-12163B30BF6B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6876337" y="1672901"/>
                  <a:ext cx="8064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38" name="Tinta 137">
                  <a:extLst>
                    <a:ext uri="{FF2B5EF4-FFF2-40B4-BE49-F238E27FC236}">
                      <a16:creationId xmlns:a16="http://schemas.microsoft.com/office/drawing/2014/main" id="{DE6A97D2-FC91-5878-8ECC-B90192DD3957}"/>
                    </a:ext>
                  </a:extLst>
                </p14:cNvPr>
                <p14:cNvContentPartPr/>
                <p14:nvPr/>
              </p14:nvContentPartPr>
              <p14:xfrm>
                <a:off x="6871657" y="1620341"/>
                <a:ext cx="150480" cy="261720"/>
              </p14:xfrm>
            </p:contentPart>
          </mc:Choice>
          <mc:Fallback>
            <p:pic>
              <p:nvPicPr>
                <p:cNvPr id="138" name="Tinta 137">
                  <a:extLst>
                    <a:ext uri="{FF2B5EF4-FFF2-40B4-BE49-F238E27FC236}">
                      <a16:creationId xmlns:a16="http://schemas.microsoft.com/office/drawing/2014/main" id="{DE6A97D2-FC91-5878-8ECC-B90192DD3957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6854017" y="1602701"/>
                  <a:ext cx="18612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39" name="Tinta 138">
                  <a:extLst>
                    <a:ext uri="{FF2B5EF4-FFF2-40B4-BE49-F238E27FC236}">
                      <a16:creationId xmlns:a16="http://schemas.microsoft.com/office/drawing/2014/main" id="{FB97DE5B-0F64-C51F-F60F-1AE0303B5CA1}"/>
                    </a:ext>
                  </a:extLst>
                </p14:cNvPr>
                <p14:cNvContentPartPr/>
                <p14:nvPr/>
              </p14:nvContentPartPr>
              <p14:xfrm>
                <a:off x="7116457" y="1817261"/>
                <a:ext cx="360" cy="360"/>
              </p14:xfrm>
            </p:contentPart>
          </mc:Choice>
          <mc:Fallback>
            <p:pic>
              <p:nvPicPr>
                <p:cNvPr id="139" name="Tinta 138">
                  <a:extLst>
                    <a:ext uri="{FF2B5EF4-FFF2-40B4-BE49-F238E27FC236}">
                      <a16:creationId xmlns:a16="http://schemas.microsoft.com/office/drawing/2014/main" id="{FB97DE5B-0F64-C51F-F60F-1AE0303B5CA1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7098457" y="179926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40" name="Tinta 139">
                  <a:extLst>
                    <a:ext uri="{FF2B5EF4-FFF2-40B4-BE49-F238E27FC236}">
                      <a16:creationId xmlns:a16="http://schemas.microsoft.com/office/drawing/2014/main" id="{0A7C3B0D-7B72-0726-CC76-D1C85619E5FB}"/>
                    </a:ext>
                  </a:extLst>
                </p14:cNvPr>
                <p14:cNvContentPartPr/>
                <p14:nvPr/>
              </p14:nvContentPartPr>
              <p14:xfrm>
                <a:off x="7270177" y="1567781"/>
                <a:ext cx="16560" cy="243000"/>
              </p14:xfrm>
            </p:contentPart>
          </mc:Choice>
          <mc:Fallback>
            <p:pic>
              <p:nvPicPr>
                <p:cNvPr id="140" name="Tinta 139">
                  <a:extLst>
                    <a:ext uri="{FF2B5EF4-FFF2-40B4-BE49-F238E27FC236}">
                      <a16:creationId xmlns:a16="http://schemas.microsoft.com/office/drawing/2014/main" id="{0A7C3B0D-7B72-0726-CC76-D1C85619E5FB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7252537" y="1550141"/>
                  <a:ext cx="5220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41" name="Tinta 140">
                  <a:extLst>
                    <a:ext uri="{FF2B5EF4-FFF2-40B4-BE49-F238E27FC236}">
                      <a16:creationId xmlns:a16="http://schemas.microsoft.com/office/drawing/2014/main" id="{587E0FA8-B346-092A-C3DA-460180423B12}"/>
                    </a:ext>
                  </a:extLst>
                </p14:cNvPr>
                <p14:cNvContentPartPr/>
                <p14:nvPr/>
              </p14:nvContentPartPr>
              <p14:xfrm>
                <a:off x="7257937" y="1543301"/>
                <a:ext cx="202680" cy="308520"/>
              </p14:xfrm>
            </p:contentPart>
          </mc:Choice>
          <mc:Fallback>
            <p:pic>
              <p:nvPicPr>
                <p:cNvPr id="141" name="Tinta 140">
                  <a:extLst>
                    <a:ext uri="{FF2B5EF4-FFF2-40B4-BE49-F238E27FC236}">
                      <a16:creationId xmlns:a16="http://schemas.microsoft.com/office/drawing/2014/main" id="{587E0FA8-B346-092A-C3DA-460180423B12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7239937" y="1525661"/>
                  <a:ext cx="238320" cy="344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9">
            <p14:nvContentPartPr>
              <p14:cNvPr id="143" name="Tinta 142">
                <a:extLst>
                  <a:ext uri="{FF2B5EF4-FFF2-40B4-BE49-F238E27FC236}">
                    <a16:creationId xmlns:a16="http://schemas.microsoft.com/office/drawing/2014/main" id="{F3C240D3-9716-CAD7-5C7F-CE231D917696}"/>
                  </a:ext>
                </a:extLst>
              </p14:cNvPr>
              <p14:cNvContentPartPr/>
              <p14:nvPr/>
            </p14:nvContentPartPr>
            <p14:xfrm>
              <a:off x="7797577" y="1693421"/>
              <a:ext cx="332280" cy="183240"/>
            </p14:xfrm>
          </p:contentPart>
        </mc:Choice>
        <mc:Fallback>
          <p:pic>
            <p:nvPicPr>
              <p:cNvPr id="143" name="Tinta 142">
                <a:extLst>
                  <a:ext uri="{FF2B5EF4-FFF2-40B4-BE49-F238E27FC236}">
                    <a16:creationId xmlns:a16="http://schemas.microsoft.com/office/drawing/2014/main" id="{F3C240D3-9716-CAD7-5C7F-CE231D917696}"/>
                  </a:ext>
                </a:extLst>
              </p:cNvPr>
              <p:cNvPicPr/>
              <p:nvPr/>
            </p:nvPicPr>
            <p:blipFill>
              <a:blip r:embed="rId230"/>
              <a:stretch>
                <a:fillRect/>
              </a:stretch>
            </p:blipFill>
            <p:spPr>
              <a:xfrm>
                <a:off x="7779937" y="1675781"/>
                <a:ext cx="367920" cy="218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52" name="Agrupar 151">
            <a:extLst>
              <a:ext uri="{FF2B5EF4-FFF2-40B4-BE49-F238E27FC236}">
                <a16:creationId xmlns:a16="http://schemas.microsoft.com/office/drawing/2014/main" id="{B85262CA-6833-431B-60C3-08B68A513601}"/>
              </a:ext>
            </a:extLst>
          </p:cNvPr>
          <p:cNvGrpSpPr/>
          <p:nvPr/>
        </p:nvGrpSpPr>
        <p:grpSpPr>
          <a:xfrm>
            <a:off x="2656057" y="2217221"/>
            <a:ext cx="979200" cy="355680"/>
            <a:chOff x="2656057" y="2217221"/>
            <a:chExt cx="979200" cy="355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44" name="Tinta 143">
                  <a:extLst>
                    <a:ext uri="{FF2B5EF4-FFF2-40B4-BE49-F238E27FC236}">
                      <a16:creationId xmlns:a16="http://schemas.microsoft.com/office/drawing/2014/main" id="{6A3E2F48-31DA-9734-ABE8-AACAC0D4AA08}"/>
                    </a:ext>
                  </a:extLst>
                </p14:cNvPr>
                <p14:cNvContentPartPr/>
                <p14:nvPr/>
              </p14:nvContentPartPr>
              <p14:xfrm>
                <a:off x="2656057" y="2217221"/>
                <a:ext cx="340200" cy="308880"/>
              </p14:xfrm>
            </p:contentPart>
          </mc:Choice>
          <mc:Fallback>
            <p:pic>
              <p:nvPicPr>
                <p:cNvPr id="144" name="Tinta 143">
                  <a:extLst>
                    <a:ext uri="{FF2B5EF4-FFF2-40B4-BE49-F238E27FC236}">
                      <a16:creationId xmlns:a16="http://schemas.microsoft.com/office/drawing/2014/main" id="{6A3E2F48-31DA-9734-ABE8-AACAC0D4AA08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2638057" y="2199221"/>
                  <a:ext cx="37584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45" name="Tinta 144">
                  <a:extLst>
                    <a:ext uri="{FF2B5EF4-FFF2-40B4-BE49-F238E27FC236}">
                      <a16:creationId xmlns:a16="http://schemas.microsoft.com/office/drawing/2014/main" id="{616EDE6E-2B5A-76A3-A237-31291EDE7DC2}"/>
                    </a:ext>
                  </a:extLst>
                </p14:cNvPr>
                <p14:cNvContentPartPr/>
                <p14:nvPr/>
              </p14:nvContentPartPr>
              <p14:xfrm>
                <a:off x="3090217" y="2227301"/>
                <a:ext cx="129240" cy="306720"/>
              </p14:xfrm>
            </p:contentPart>
          </mc:Choice>
          <mc:Fallback>
            <p:pic>
              <p:nvPicPr>
                <p:cNvPr id="145" name="Tinta 144">
                  <a:extLst>
                    <a:ext uri="{FF2B5EF4-FFF2-40B4-BE49-F238E27FC236}">
                      <a16:creationId xmlns:a16="http://schemas.microsoft.com/office/drawing/2014/main" id="{616EDE6E-2B5A-76A3-A237-31291EDE7DC2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3072577" y="2209301"/>
                  <a:ext cx="164880" cy="3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46" name="Tinta 145">
                  <a:extLst>
                    <a:ext uri="{FF2B5EF4-FFF2-40B4-BE49-F238E27FC236}">
                      <a16:creationId xmlns:a16="http://schemas.microsoft.com/office/drawing/2014/main" id="{AF8926FE-310F-ECE4-4133-AD06B75E1793}"/>
                    </a:ext>
                  </a:extLst>
                </p14:cNvPr>
                <p14:cNvContentPartPr/>
                <p14:nvPr/>
              </p14:nvContentPartPr>
              <p14:xfrm>
                <a:off x="3291457" y="2307581"/>
                <a:ext cx="10440" cy="202680"/>
              </p14:xfrm>
            </p:contentPart>
          </mc:Choice>
          <mc:Fallback>
            <p:pic>
              <p:nvPicPr>
                <p:cNvPr id="146" name="Tinta 145">
                  <a:extLst>
                    <a:ext uri="{FF2B5EF4-FFF2-40B4-BE49-F238E27FC236}">
                      <a16:creationId xmlns:a16="http://schemas.microsoft.com/office/drawing/2014/main" id="{AF8926FE-310F-ECE4-4133-AD06B75E1793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3273457" y="2289941"/>
                  <a:ext cx="4608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47" name="Tinta 146">
                  <a:extLst>
                    <a:ext uri="{FF2B5EF4-FFF2-40B4-BE49-F238E27FC236}">
                      <a16:creationId xmlns:a16="http://schemas.microsoft.com/office/drawing/2014/main" id="{186C423A-AEB5-5869-4AC4-52E17FEFCE2A}"/>
                    </a:ext>
                  </a:extLst>
                </p14:cNvPr>
                <p14:cNvContentPartPr/>
                <p14:nvPr/>
              </p14:nvContentPartPr>
              <p14:xfrm>
                <a:off x="3272737" y="2248541"/>
                <a:ext cx="201600" cy="257400"/>
              </p14:xfrm>
            </p:contentPart>
          </mc:Choice>
          <mc:Fallback>
            <p:pic>
              <p:nvPicPr>
                <p:cNvPr id="147" name="Tinta 146">
                  <a:extLst>
                    <a:ext uri="{FF2B5EF4-FFF2-40B4-BE49-F238E27FC236}">
                      <a16:creationId xmlns:a16="http://schemas.microsoft.com/office/drawing/2014/main" id="{186C423A-AEB5-5869-4AC4-52E17FEFCE2A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3254737" y="2230541"/>
                  <a:ext cx="23724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48" name="Tinta 147">
                  <a:extLst>
                    <a:ext uri="{FF2B5EF4-FFF2-40B4-BE49-F238E27FC236}">
                      <a16:creationId xmlns:a16="http://schemas.microsoft.com/office/drawing/2014/main" id="{66C5DA0D-1645-7A9C-DBCE-E5EAB0BCF76B}"/>
                    </a:ext>
                  </a:extLst>
                </p14:cNvPr>
                <p14:cNvContentPartPr/>
                <p14:nvPr/>
              </p14:nvContentPartPr>
              <p14:xfrm>
                <a:off x="3508537" y="2222621"/>
                <a:ext cx="126720" cy="350280"/>
              </p14:xfrm>
            </p:contentPart>
          </mc:Choice>
          <mc:Fallback>
            <p:pic>
              <p:nvPicPr>
                <p:cNvPr id="148" name="Tinta 147">
                  <a:extLst>
                    <a:ext uri="{FF2B5EF4-FFF2-40B4-BE49-F238E27FC236}">
                      <a16:creationId xmlns:a16="http://schemas.microsoft.com/office/drawing/2014/main" id="{66C5DA0D-1645-7A9C-DBCE-E5EAB0BCF76B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3490897" y="2204981"/>
                  <a:ext cx="162360" cy="38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1" name="Agrupar 150">
            <a:extLst>
              <a:ext uri="{FF2B5EF4-FFF2-40B4-BE49-F238E27FC236}">
                <a16:creationId xmlns:a16="http://schemas.microsoft.com/office/drawing/2014/main" id="{3443F7AF-D2C6-337C-9687-7E25AF2D567B}"/>
              </a:ext>
            </a:extLst>
          </p:cNvPr>
          <p:cNvGrpSpPr/>
          <p:nvPr/>
        </p:nvGrpSpPr>
        <p:grpSpPr>
          <a:xfrm>
            <a:off x="3894817" y="2386061"/>
            <a:ext cx="194400" cy="95400"/>
            <a:chOff x="3894817" y="2386061"/>
            <a:chExt cx="194400" cy="95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49" name="Tinta 148">
                  <a:extLst>
                    <a:ext uri="{FF2B5EF4-FFF2-40B4-BE49-F238E27FC236}">
                      <a16:creationId xmlns:a16="http://schemas.microsoft.com/office/drawing/2014/main" id="{D9DE4402-3132-9010-9161-5EB4CD9A9542}"/>
                    </a:ext>
                  </a:extLst>
                </p14:cNvPr>
                <p14:cNvContentPartPr/>
                <p14:nvPr/>
              </p14:nvContentPartPr>
              <p14:xfrm>
                <a:off x="3912457" y="2471021"/>
                <a:ext cx="176760" cy="10440"/>
              </p14:xfrm>
            </p:contentPart>
          </mc:Choice>
          <mc:Fallback>
            <p:pic>
              <p:nvPicPr>
                <p:cNvPr id="149" name="Tinta 148">
                  <a:extLst>
                    <a:ext uri="{FF2B5EF4-FFF2-40B4-BE49-F238E27FC236}">
                      <a16:creationId xmlns:a16="http://schemas.microsoft.com/office/drawing/2014/main" id="{D9DE4402-3132-9010-9161-5EB4CD9A9542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3894457" y="2453021"/>
                  <a:ext cx="21240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50" name="Tinta 149">
                  <a:extLst>
                    <a:ext uri="{FF2B5EF4-FFF2-40B4-BE49-F238E27FC236}">
                      <a16:creationId xmlns:a16="http://schemas.microsoft.com/office/drawing/2014/main" id="{725D46CE-A932-10B8-A917-13A4AB86527C}"/>
                    </a:ext>
                  </a:extLst>
                </p14:cNvPr>
                <p14:cNvContentPartPr/>
                <p14:nvPr/>
              </p14:nvContentPartPr>
              <p14:xfrm>
                <a:off x="3894817" y="2386061"/>
                <a:ext cx="182880" cy="6120"/>
              </p14:xfrm>
            </p:contentPart>
          </mc:Choice>
          <mc:Fallback>
            <p:pic>
              <p:nvPicPr>
                <p:cNvPr id="150" name="Tinta 149">
                  <a:extLst>
                    <a:ext uri="{FF2B5EF4-FFF2-40B4-BE49-F238E27FC236}">
                      <a16:creationId xmlns:a16="http://schemas.microsoft.com/office/drawing/2014/main" id="{725D46CE-A932-10B8-A917-13A4AB86527C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3877177" y="2368061"/>
                  <a:ext cx="218520" cy="4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2" name="Agrupar 161">
            <a:extLst>
              <a:ext uri="{FF2B5EF4-FFF2-40B4-BE49-F238E27FC236}">
                <a16:creationId xmlns:a16="http://schemas.microsoft.com/office/drawing/2014/main" id="{4DF61DDE-0505-EB2D-4DFF-4E45541D8569}"/>
              </a:ext>
            </a:extLst>
          </p:cNvPr>
          <p:cNvGrpSpPr/>
          <p:nvPr/>
        </p:nvGrpSpPr>
        <p:grpSpPr>
          <a:xfrm>
            <a:off x="4343017" y="2184101"/>
            <a:ext cx="666720" cy="284760"/>
            <a:chOff x="4343017" y="2184101"/>
            <a:chExt cx="666720" cy="284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53" name="Tinta 152">
                  <a:extLst>
                    <a:ext uri="{FF2B5EF4-FFF2-40B4-BE49-F238E27FC236}">
                      <a16:creationId xmlns:a16="http://schemas.microsoft.com/office/drawing/2014/main" id="{7E7C171B-8DB3-83C2-00FE-C1C48BB19576}"/>
                    </a:ext>
                  </a:extLst>
                </p14:cNvPr>
                <p14:cNvContentPartPr/>
                <p14:nvPr/>
              </p14:nvContentPartPr>
              <p14:xfrm>
                <a:off x="4343017" y="2239541"/>
                <a:ext cx="180720" cy="229320"/>
              </p14:xfrm>
            </p:contentPart>
          </mc:Choice>
          <mc:Fallback>
            <p:pic>
              <p:nvPicPr>
                <p:cNvPr id="153" name="Tinta 152">
                  <a:extLst>
                    <a:ext uri="{FF2B5EF4-FFF2-40B4-BE49-F238E27FC236}">
                      <a16:creationId xmlns:a16="http://schemas.microsoft.com/office/drawing/2014/main" id="{7E7C171B-8DB3-83C2-00FE-C1C48BB19576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4325017" y="2221901"/>
                  <a:ext cx="21636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54" name="Tinta 153">
                  <a:extLst>
                    <a:ext uri="{FF2B5EF4-FFF2-40B4-BE49-F238E27FC236}">
                      <a16:creationId xmlns:a16="http://schemas.microsoft.com/office/drawing/2014/main" id="{F70B857F-FBFF-7030-8286-E1CF790C776D}"/>
                    </a:ext>
                  </a:extLst>
                </p14:cNvPr>
                <p14:cNvContentPartPr/>
                <p14:nvPr/>
              </p14:nvContentPartPr>
              <p14:xfrm>
                <a:off x="4605097" y="2321261"/>
                <a:ext cx="22680" cy="135720"/>
              </p14:xfrm>
            </p:contentPart>
          </mc:Choice>
          <mc:Fallback>
            <p:pic>
              <p:nvPicPr>
                <p:cNvPr id="154" name="Tinta 153">
                  <a:extLst>
                    <a:ext uri="{FF2B5EF4-FFF2-40B4-BE49-F238E27FC236}">
                      <a16:creationId xmlns:a16="http://schemas.microsoft.com/office/drawing/2014/main" id="{F70B857F-FBFF-7030-8286-E1CF790C776D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4587457" y="2303261"/>
                  <a:ext cx="5832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55" name="Tinta 154">
                  <a:extLst>
                    <a:ext uri="{FF2B5EF4-FFF2-40B4-BE49-F238E27FC236}">
                      <a16:creationId xmlns:a16="http://schemas.microsoft.com/office/drawing/2014/main" id="{6492AAFD-8D79-A59E-0D07-B7306790A21D}"/>
                    </a:ext>
                  </a:extLst>
                </p14:cNvPr>
                <p14:cNvContentPartPr/>
                <p14:nvPr/>
              </p14:nvContentPartPr>
              <p14:xfrm>
                <a:off x="4688617" y="2314421"/>
                <a:ext cx="22680" cy="143280"/>
              </p14:xfrm>
            </p:contentPart>
          </mc:Choice>
          <mc:Fallback>
            <p:pic>
              <p:nvPicPr>
                <p:cNvPr id="155" name="Tinta 154">
                  <a:extLst>
                    <a:ext uri="{FF2B5EF4-FFF2-40B4-BE49-F238E27FC236}">
                      <a16:creationId xmlns:a16="http://schemas.microsoft.com/office/drawing/2014/main" id="{6492AAFD-8D79-A59E-0D07-B7306790A21D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4670617" y="2296781"/>
                  <a:ext cx="5832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56" name="Tinta 155">
                  <a:extLst>
                    <a:ext uri="{FF2B5EF4-FFF2-40B4-BE49-F238E27FC236}">
                      <a16:creationId xmlns:a16="http://schemas.microsoft.com/office/drawing/2014/main" id="{0D28A2D6-3A2E-39F0-7287-0D46DECB623B}"/>
                    </a:ext>
                  </a:extLst>
                </p14:cNvPr>
                <p14:cNvContentPartPr/>
                <p14:nvPr/>
              </p14:nvContentPartPr>
              <p14:xfrm>
                <a:off x="4559377" y="2286341"/>
                <a:ext cx="202680" cy="15840"/>
              </p14:xfrm>
            </p:contentPart>
          </mc:Choice>
          <mc:Fallback>
            <p:pic>
              <p:nvPicPr>
                <p:cNvPr id="156" name="Tinta 155">
                  <a:extLst>
                    <a:ext uri="{FF2B5EF4-FFF2-40B4-BE49-F238E27FC236}">
                      <a16:creationId xmlns:a16="http://schemas.microsoft.com/office/drawing/2014/main" id="{0D28A2D6-3A2E-39F0-7287-0D46DECB623B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4541377" y="2268701"/>
                  <a:ext cx="23832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57" name="Tinta 156">
                  <a:extLst>
                    <a:ext uri="{FF2B5EF4-FFF2-40B4-BE49-F238E27FC236}">
                      <a16:creationId xmlns:a16="http://schemas.microsoft.com/office/drawing/2014/main" id="{69EEC78E-00BB-21B5-B9AE-BF60F1A5E9E7}"/>
                    </a:ext>
                  </a:extLst>
                </p14:cNvPr>
                <p14:cNvContentPartPr/>
                <p14:nvPr/>
              </p14:nvContentPartPr>
              <p14:xfrm>
                <a:off x="4553257" y="2450861"/>
                <a:ext cx="16560" cy="360"/>
              </p14:xfrm>
            </p:contentPart>
          </mc:Choice>
          <mc:Fallback>
            <p:pic>
              <p:nvPicPr>
                <p:cNvPr id="157" name="Tinta 156">
                  <a:extLst>
                    <a:ext uri="{FF2B5EF4-FFF2-40B4-BE49-F238E27FC236}">
                      <a16:creationId xmlns:a16="http://schemas.microsoft.com/office/drawing/2014/main" id="{69EEC78E-00BB-21B5-B9AE-BF60F1A5E9E7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4535257" y="2432861"/>
                  <a:ext cx="522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58" name="Tinta 157">
                  <a:extLst>
                    <a:ext uri="{FF2B5EF4-FFF2-40B4-BE49-F238E27FC236}">
                      <a16:creationId xmlns:a16="http://schemas.microsoft.com/office/drawing/2014/main" id="{E91FB8CA-ED50-DB56-F553-98BEA70A8E11}"/>
                    </a:ext>
                  </a:extLst>
                </p14:cNvPr>
                <p14:cNvContentPartPr/>
                <p14:nvPr/>
              </p14:nvContentPartPr>
              <p14:xfrm>
                <a:off x="4778977" y="2453021"/>
                <a:ext cx="360" cy="360"/>
              </p14:xfrm>
            </p:contentPart>
          </mc:Choice>
          <mc:Fallback>
            <p:pic>
              <p:nvPicPr>
                <p:cNvPr id="158" name="Tinta 157">
                  <a:extLst>
                    <a:ext uri="{FF2B5EF4-FFF2-40B4-BE49-F238E27FC236}">
                      <a16:creationId xmlns:a16="http://schemas.microsoft.com/office/drawing/2014/main" id="{E91FB8CA-ED50-DB56-F553-98BEA70A8E11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4761337" y="243538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60" name="Tinta 159">
                  <a:extLst>
                    <a:ext uri="{FF2B5EF4-FFF2-40B4-BE49-F238E27FC236}">
                      <a16:creationId xmlns:a16="http://schemas.microsoft.com/office/drawing/2014/main" id="{139C9FE6-522E-3E57-F946-827781781425}"/>
                    </a:ext>
                  </a:extLst>
                </p14:cNvPr>
                <p14:cNvContentPartPr/>
                <p14:nvPr/>
              </p14:nvContentPartPr>
              <p14:xfrm>
                <a:off x="4862497" y="2259701"/>
                <a:ext cx="16560" cy="180360"/>
              </p14:xfrm>
            </p:contentPart>
          </mc:Choice>
          <mc:Fallback>
            <p:pic>
              <p:nvPicPr>
                <p:cNvPr id="160" name="Tinta 159">
                  <a:extLst>
                    <a:ext uri="{FF2B5EF4-FFF2-40B4-BE49-F238E27FC236}">
                      <a16:creationId xmlns:a16="http://schemas.microsoft.com/office/drawing/2014/main" id="{139C9FE6-522E-3E57-F946-827781781425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4844497" y="2241701"/>
                  <a:ext cx="522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61" name="Tinta 160">
                  <a:extLst>
                    <a:ext uri="{FF2B5EF4-FFF2-40B4-BE49-F238E27FC236}">
                      <a16:creationId xmlns:a16="http://schemas.microsoft.com/office/drawing/2014/main" id="{5059C4E2-789F-B1BD-0AE3-D598DBEDC99D}"/>
                    </a:ext>
                  </a:extLst>
                </p14:cNvPr>
                <p14:cNvContentPartPr/>
                <p14:nvPr/>
              </p14:nvContentPartPr>
              <p14:xfrm>
                <a:off x="4838737" y="2184101"/>
                <a:ext cx="171000" cy="273960"/>
              </p14:xfrm>
            </p:contentPart>
          </mc:Choice>
          <mc:Fallback>
            <p:pic>
              <p:nvPicPr>
                <p:cNvPr id="161" name="Tinta 160">
                  <a:extLst>
                    <a:ext uri="{FF2B5EF4-FFF2-40B4-BE49-F238E27FC236}">
                      <a16:creationId xmlns:a16="http://schemas.microsoft.com/office/drawing/2014/main" id="{5059C4E2-789F-B1BD-0AE3-D598DBEDC99D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4820737" y="2166101"/>
                  <a:ext cx="206640" cy="309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0">
            <p14:nvContentPartPr>
              <p14:cNvPr id="163" name="Tinta 162">
                <a:extLst>
                  <a:ext uri="{FF2B5EF4-FFF2-40B4-BE49-F238E27FC236}">
                    <a16:creationId xmlns:a16="http://schemas.microsoft.com/office/drawing/2014/main" id="{182B6845-507D-D50A-02D1-7356DCDF46E1}"/>
                  </a:ext>
                </a:extLst>
              </p14:cNvPr>
              <p14:cNvContentPartPr/>
              <p14:nvPr/>
            </p14:nvContentPartPr>
            <p14:xfrm>
              <a:off x="5274697" y="2429621"/>
              <a:ext cx="360" cy="360"/>
            </p14:xfrm>
          </p:contentPart>
        </mc:Choice>
        <mc:Fallback>
          <p:pic>
            <p:nvPicPr>
              <p:cNvPr id="163" name="Tinta 162">
                <a:extLst>
                  <a:ext uri="{FF2B5EF4-FFF2-40B4-BE49-F238E27FC236}">
                    <a16:creationId xmlns:a16="http://schemas.microsoft.com/office/drawing/2014/main" id="{182B6845-507D-D50A-02D1-7356DCDF46E1}"/>
                  </a:ext>
                </a:extLst>
              </p:cNvPr>
              <p:cNvPicPr/>
              <p:nvPr/>
            </p:nvPicPr>
            <p:blipFill>
              <a:blip r:embed="rId162"/>
              <a:stretch>
                <a:fillRect/>
              </a:stretch>
            </p:blipFill>
            <p:spPr>
              <a:xfrm>
                <a:off x="5256697" y="2411621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76" name="Agrupar 175">
            <a:extLst>
              <a:ext uri="{FF2B5EF4-FFF2-40B4-BE49-F238E27FC236}">
                <a16:creationId xmlns:a16="http://schemas.microsoft.com/office/drawing/2014/main" id="{950FD4FE-5BAE-ECE2-F9D2-1CDD557A35CC}"/>
              </a:ext>
            </a:extLst>
          </p:cNvPr>
          <p:cNvGrpSpPr/>
          <p:nvPr/>
        </p:nvGrpSpPr>
        <p:grpSpPr>
          <a:xfrm>
            <a:off x="369337" y="2816261"/>
            <a:ext cx="1146240" cy="417240"/>
            <a:chOff x="369337" y="2816261"/>
            <a:chExt cx="1146240" cy="417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64" name="Tinta 163">
                  <a:extLst>
                    <a:ext uri="{FF2B5EF4-FFF2-40B4-BE49-F238E27FC236}">
                      <a16:creationId xmlns:a16="http://schemas.microsoft.com/office/drawing/2014/main" id="{3BEB23C8-43A4-F8EA-CB89-F16883EB78C6}"/>
                    </a:ext>
                  </a:extLst>
                </p14:cNvPr>
                <p14:cNvContentPartPr/>
                <p14:nvPr/>
              </p14:nvContentPartPr>
              <p14:xfrm>
                <a:off x="379057" y="2835341"/>
                <a:ext cx="6480" cy="287640"/>
              </p14:xfrm>
            </p:contentPart>
          </mc:Choice>
          <mc:Fallback>
            <p:pic>
              <p:nvPicPr>
                <p:cNvPr id="164" name="Tinta 163">
                  <a:extLst>
                    <a:ext uri="{FF2B5EF4-FFF2-40B4-BE49-F238E27FC236}">
                      <a16:creationId xmlns:a16="http://schemas.microsoft.com/office/drawing/2014/main" id="{3BEB23C8-43A4-F8EA-CB89-F16883EB78C6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361417" y="2817341"/>
                  <a:ext cx="4212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65" name="Tinta 164">
                  <a:extLst>
                    <a:ext uri="{FF2B5EF4-FFF2-40B4-BE49-F238E27FC236}">
                      <a16:creationId xmlns:a16="http://schemas.microsoft.com/office/drawing/2014/main" id="{00D6E92C-1BAB-F7F7-53C9-D07560F09360}"/>
                    </a:ext>
                  </a:extLst>
                </p14:cNvPr>
                <p14:cNvContentPartPr/>
                <p14:nvPr/>
              </p14:nvContentPartPr>
              <p14:xfrm>
                <a:off x="369337" y="2816261"/>
                <a:ext cx="116640" cy="273600"/>
              </p14:xfrm>
            </p:contentPart>
          </mc:Choice>
          <mc:Fallback>
            <p:pic>
              <p:nvPicPr>
                <p:cNvPr id="165" name="Tinta 164">
                  <a:extLst>
                    <a:ext uri="{FF2B5EF4-FFF2-40B4-BE49-F238E27FC236}">
                      <a16:creationId xmlns:a16="http://schemas.microsoft.com/office/drawing/2014/main" id="{00D6E92C-1BAB-F7F7-53C9-D07560F09360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351337" y="2798621"/>
                  <a:ext cx="15228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66" name="Tinta 165">
                  <a:extLst>
                    <a:ext uri="{FF2B5EF4-FFF2-40B4-BE49-F238E27FC236}">
                      <a16:creationId xmlns:a16="http://schemas.microsoft.com/office/drawing/2014/main" id="{BB4E9A2E-F46B-8FCA-5FF9-6DA3658E47C7}"/>
                    </a:ext>
                  </a:extLst>
                </p14:cNvPr>
                <p14:cNvContentPartPr/>
                <p14:nvPr/>
              </p14:nvContentPartPr>
              <p14:xfrm>
                <a:off x="525577" y="2948021"/>
                <a:ext cx="101520" cy="145080"/>
              </p14:xfrm>
            </p:contentPart>
          </mc:Choice>
          <mc:Fallback>
            <p:pic>
              <p:nvPicPr>
                <p:cNvPr id="166" name="Tinta 165">
                  <a:extLst>
                    <a:ext uri="{FF2B5EF4-FFF2-40B4-BE49-F238E27FC236}">
                      <a16:creationId xmlns:a16="http://schemas.microsoft.com/office/drawing/2014/main" id="{BB4E9A2E-F46B-8FCA-5FF9-6DA3658E47C7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507937" y="2930381"/>
                  <a:ext cx="13716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67" name="Tinta 166">
                  <a:extLst>
                    <a:ext uri="{FF2B5EF4-FFF2-40B4-BE49-F238E27FC236}">
                      <a16:creationId xmlns:a16="http://schemas.microsoft.com/office/drawing/2014/main" id="{2918345D-E006-78BB-67C5-42F69F9DDFCB}"/>
                    </a:ext>
                  </a:extLst>
                </p14:cNvPr>
                <p14:cNvContentPartPr/>
                <p14:nvPr/>
              </p14:nvContentPartPr>
              <p14:xfrm>
                <a:off x="524497" y="2941541"/>
                <a:ext cx="89640" cy="66240"/>
              </p14:xfrm>
            </p:contentPart>
          </mc:Choice>
          <mc:Fallback>
            <p:pic>
              <p:nvPicPr>
                <p:cNvPr id="167" name="Tinta 166">
                  <a:extLst>
                    <a:ext uri="{FF2B5EF4-FFF2-40B4-BE49-F238E27FC236}">
                      <a16:creationId xmlns:a16="http://schemas.microsoft.com/office/drawing/2014/main" id="{2918345D-E006-78BB-67C5-42F69F9DDFCB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506497" y="2923541"/>
                  <a:ext cx="12528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68" name="Tinta 167">
                  <a:extLst>
                    <a:ext uri="{FF2B5EF4-FFF2-40B4-BE49-F238E27FC236}">
                      <a16:creationId xmlns:a16="http://schemas.microsoft.com/office/drawing/2014/main" id="{3340DB02-64E9-5CDA-4F26-C4C54884FF0A}"/>
                    </a:ext>
                  </a:extLst>
                </p14:cNvPr>
                <p14:cNvContentPartPr/>
                <p14:nvPr/>
              </p14:nvContentPartPr>
              <p14:xfrm>
                <a:off x="657337" y="2953781"/>
                <a:ext cx="92880" cy="169920"/>
              </p14:xfrm>
            </p:contentPart>
          </mc:Choice>
          <mc:Fallback>
            <p:pic>
              <p:nvPicPr>
                <p:cNvPr id="168" name="Tinta 167">
                  <a:extLst>
                    <a:ext uri="{FF2B5EF4-FFF2-40B4-BE49-F238E27FC236}">
                      <a16:creationId xmlns:a16="http://schemas.microsoft.com/office/drawing/2014/main" id="{3340DB02-64E9-5CDA-4F26-C4C54884FF0A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639337" y="2935781"/>
                  <a:ext cx="12852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69" name="Tinta 168">
                  <a:extLst>
                    <a:ext uri="{FF2B5EF4-FFF2-40B4-BE49-F238E27FC236}">
                      <a16:creationId xmlns:a16="http://schemas.microsoft.com/office/drawing/2014/main" id="{2136CC5B-CFF7-7265-8F11-CE45B041A7A6}"/>
                    </a:ext>
                  </a:extLst>
                </p14:cNvPr>
                <p14:cNvContentPartPr/>
                <p14:nvPr/>
              </p14:nvContentPartPr>
              <p14:xfrm>
                <a:off x="745537" y="3029381"/>
                <a:ext cx="135360" cy="97200"/>
              </p14:xfrm>
            </p:contentPart>
          </mc:Choice>
          <mc:Fallback>
            <p:pic>
              <p:nvPicPr>
                <p:cNvPr id="169" name="Tinta 168">
                  <a:extLst>
                    <a:ext uri="{FF2B5EF4-FFF2-40B4-BE49-F238E27FC236}">
                      <a16:creationId xmlns:a16="http://schemas.microsoft.com/office/drawing/2014/main" id="{2136CC5B-CFF7-7265-8F11-CE45B041A7A6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727537" y="3011381"/>
                  <a:ext cx="17100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70" name="Tinta 169">
                  <a:extLst>
                    <a:ext uri="{FF2B5EF4-FFF2-40B4-BE49-F238E27FC236}">
                      <a16:creationId xmlns:a16="http://schemas.microsoft.com/office/drawing/2014/main" id="{22F59A95-06F7-0D30-D89A-B9EC296FC3AC}"/>
                    </a:ext>
                  </a:extLst>
                </p14:cNvPr>
                <p14:cNvContentPartPr/>
                <p14:nvPr/>
              </p14:nvContentPartPr>
              <p14:xfrm>
                <a:off x="895657" y="2976101"/>
                <a:ext cx="129240" cy="116640"/>
              </p14:xfrm>
            </p:contentPart>
          </mc:Choice>
          <mc:Fallback>
            <p:pic>
              <p:nvPicPr>
                <p:cNvPr id="170" name="Tinta 169">
                  <a:extLst>
                    <a:ext uri="{FF2B5EF4-FFF2-40B4-BE49-F238E27FC236}">
                      <a16:creationId xmlns:a16="http://schemas.microsoft.com/office/drawing/2014/main" id="{22F59A95-06F7-0D30-D89A-B9EC296FC3AC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878017" y="2958101"/>
                  <a:ext cx="16488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71" name="Tinta 170">
                  <a:extLst>
                    <a:ext uri="{FF2B5EF4-FFF2-40B4-BE49-F238E27FC236}">
                      <a16:creationId xmlns:a16="http://schemas.microsoft.com/office/drawing/2014/main" id="{5D54B685-1842-FDAA-B42C-E6D737D50EAC}"/>
                    </a:ext>
                  </a:extLst>
                </p14:cNvPr>
                <p14:cNvContentPartPr/>
                <p14:nvPr/>
              </p14:nvContentPartPr>
              <p14:xfrm>
                <a:off x="1048657" y="2955941"/>
                <a:ext cx="88560" cy="126000"/>
              </p14:xfrm>
            </p:contentPart>
          </mc:Choice>
          <mc:Fallback>
            <p:pic>
              <p:nvPicPr>
                <p:cNvPr id="171" name="Tinta 170">
                  <a:extLst>
                    <a:ext uri="{FF2B5EF4-FFF2-40B4-BE49-F238E27FC236}">
                      <a16:creationId xmlns:a16="http://schemas.microsoft.com/office/drawing/2014/main" id="{5D54B685-1842-FDAA-B42C-E6D737D50EAC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1030657" y="2938301"/>
                  <a:ext cx="12420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72" name="Tinta 171">
                  <a:extLst>
                    <a:ext uri="{FF2B5EF4-FFF2-40B4-BE49-F238E27FC236}">
                      <a16:creationId xmlns:a16="http://schemas.microsoft.com/office/drawing/2014/main" id="{51F34CD7-71D8-275D-72BB-34A2D64EE0C8}"/>
                    </a:ext>
                  </a:extLst>
                </p14:cNvPr>
                <p14:cNvContentPartPr/>
                <p14:nvPr/>
              </p14:nvContentPartPr>
              <p14:xfrm>
                <a:off x="1195177" y="2966381"/>
                <a:ext cx="210240" cy="167040"/>
              </p14:xfrm>
            </p:contentPart>
          </mc:Choice>
          <mc:Fallback>
            <p:pic>
              <p:nvPicPr>
                <p:cNvPr id="172" name="Tinta 171">
                  <a:extLst>
                    <a:ext uri="{FF2B5EF4-FFF2-40B4-BE49-F238E27FC236}">
                      <a16:creationId xmlns:a16="http://schemas.microsoft.com/office/drawing/2014/main" id="{51F34CD7-71D8-275D-72BB-34A2D64EE0C8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1177177" y="2948741"/>
                  <a:ext cx="24588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73" name="Tinta 172">
                  <a:extLst>
                    <a:ext uri="{FF2B5EF4-FFF2-40B4-BE49-F238E27FC236}">
                      <a16:creationId xmlns:a16="http://schemas.microsoft.com/office/drawing/2014/main" id="{0417193E-E210-EC3E-8DC1-3613B991BE45}"/>
                    </a:ext>
                  </a:extLst>
                </p14:cNvPr>
                <p14:cNvContentPartPr/>
                <p14:nvPr/>
              </p14:nvContentPartPr>
              <p14:xfrm>
                <a:off x="1289497" y="3043061"/>
                <a:ext cx="96120" cy="6120"/>
              </p14:xfrm>
            </p:contentPart>
          </mc:Choice>
          <mc:Fallback>
            <p:pic>
              <p:nvPicPr>
                <p:cNvPr id="173" name="Tinta 172">
                  <a:extLst>
                    <a:ext uri="{FF2B5EF4-FFF2-40B4-BE49-F238E27FC236}">
                      <a16:creationId xmlns:a16="http://schemas.microsoft.com/office/drawing/2014/main" id="{0417193E-E210-EC3E-8DC1-3613B991BE45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1271497" y="3025421"/>
                  <a:ext cx="13176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74" name="Tinta 173">
                  <a:extLst>
                    <a:ext uri="{FF2B5EF4-FFF2-40B4-BE49-F238E27FC236}">
                      <a16:creationId xmlns:a16="http://schemas.microsoft.com/office/drawing/2014/main" id="{EAAA0701-081D-06CF-9244-56DA341B846C}"/>
                    </a:ext>
                  </a:extLst>
                </p14:cNvPr>
                <p14:cNvContentPartPr/>
                <p14:nvPr/>
              </p14:nvContentPartPr>
              <p14:xfrm>
                <a:off x="1402897" y="2967461"/>
                <a:ext cx="112680" cy="111240"/>
              </p14:xfrm>
            </p:contentPart>
          </mc:Choice>
          <mc:Fallback>
            <p:pic>
              <p:nvPicPr>
                <p:cNvPr id="174" name="Tinta 173">
                  <a:extLst>
                    <a:ext uri="{FF2B5EF4-FFF2-40B4-BE49-F238E27FC236}">
                      <a16:creationId xmlns:a16="http://schemas.microsoft.com/office/drawing/2014/main" id="{EAAA0701-081D-06CF-9244-56DA341B846C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1384897" y="2949821"/>
                  <a:ext cx="14832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175" name="Tinta 174">
                  <a:extLst>
                    <a:ext uri="{FF2B5EF4-FFF2-40B4-BE49-F238E27FC236}">
                      <a16:creationId xmlns:a16="http://schemas.microsoft.com/office/drawing/2014/main" id="{B40BCD90-41B2-985F-12EF-7422F5CB2CC4}"/>
                    </a:ext>
                  </a:extLst>
                </p14:cNvPr>
                <p14:cNvContentPartPr/>
                <p14:nvPr/>
              </p14:nvContentPartPr>
              <p14:xfrm>
                <a:off x="1197697" y="2922461"/>
                <a:ext cx="186480" cy="311040"/>
              </p14:xfrm>
            </p:contentPart>
          </mc:Choice>
          <mc:Fallback>
            <p:pic>
              <p:nvPicPr>
                <p:cNvPr id="175" name="Tinta 174">
                  <a:extLst>
                    <a:ext uri="{FF2B5EF4-FFF2-40B4-BE49-F238E27FC236}">
                      <a16:creationId xmlns:a16="http://schemas.microsoft.com/office/drawing/2014/main" id="{B40BCD90-41B2-985F-12EF-7422F5CB2CC4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1179697" y="2904461"/>
                  <a:ext cx="222120" cy="346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8" name="Agrupar 197">
            <a:extLst>
              <a:ext uri="{FF2B5EF4-FFF2-40B4-BE49-F238E27FC236}">
                <a16:creationId xmlns:a16="http://schemas.microsoft.com/office/drawing/2014/main" id="{6F5F7C29-5883-0C8E-0273-E711DBCCB7C4}"/>
              </a:ext>
            </a:extLst>
          </p:cNvPr>
          <p:cNvGrpSpPr/>
          <p:nvPr/>
        </p:nvGrpSpPr>
        <p:grpSpPr>
          <a:xfrm>
            <a:off x="417577" y="3423221"/>
            <a:ext cx="2100240" cy="677520"/>
            <a:chOff x="417577" y="3423221"/>
            <a:chExt cx="2100240" cy="677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177" name="Tinta 176">
                  <a:extLst>
                    <a:ext uri="{FF2B5EF4-FFF2-40B4-BE49-F238E27FC236}">
                      <a16:creationId xmlns:a16="http://schemas.microsoft.com/office/drawing/2014/main" id="{B7E152D8-8D4C-A3C7-8359-B875409F0E17}"/>
                    </a:ext>
                  </a:extLst>
                </p14:cNvPr>
                <p14:cNvContentPartPr/>
                <p14:nvPr/>
              </p14:nvContentPartPr>
              <p14:xfrm>
                <a:off x="417577" y="3423221"/>
                <a:ext cx="98640" cy="677520"/>
              </p14:xfrm>
            </p:contentPart>
          </mc:Choice>
          <mc:Fallback>
            <p:pic>
              <p:nvPicPr>
                <p:cNvPr id="177" name="Tinta 176">
                  <a:extLst>
                    <a:ext uri="{FF2B5EF4-FFF2-40B4-BE49-F238E27FC236}">
                      <a16:creationId xmlns:a16="http://schemas.microsoft.com/office/drawing/2014/main" id="{B7E152D8-8D4C-A3C7-8359-B875409F0E17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399577" y="3405221"/>
                  <a:ext cx="134280" cy="71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178" name="Tinta 177">
                  <a:extLst>
                    <a:ext uri="{FF2B5EF4-FFF2-40B4-BE49-F238E27FC236}">
                      <a16:creationId xmlns:a16="http://schemas.microsoft.com/office/drawing/2014/main" id="{1B133472-7C6D-9D24-291D-169136DBE124}"/>
                    </a:ext>
                  </a:extLst>
                </p14:cNvPr>
                <p14:cNvContentPartPr/>
                <p14:nvPr/>
              </p14:nvContentPartPr>
              <p14:xfrm>
                <a:off x="652657" y="3480101"/>
                <a:ext cx="145440" cy="491040"/>
              </p14:xfrm>
            </p:contentPart>
          </mc:Choice>
          <mc:Fallback>
            <p:pic>
              <p:nvPicPr>
                <p:cNvPr id="178" name="Tinta 177">
                  <a:extLst>
                    <a:ext uri="{FF2B5EF4-FFF2-40B4-BE49-F238E27FC236}">
                      <a16:creationId xmlns:a16="http://schemas.microsoft.com/office/drawing/2014/main" id="{1B133472-7C6D-9D24-291D-169136DBE124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634657" y="3462101"/>
                  <a:ext cx="181080" cy="52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180" name="Tinta 179">
                  <a:extLst>
                    <a:ext uri="{FF2B5EF4-FFF2-40B4-BE49-F238E27FC236}">
                      <a16:creationId xmlns:a16="http://schemas.microsoft.com/office/drawing/2014/main" id="{0D236E3A-7406-E18B-C0E3-66D7E5098CDD}"/>
                    </a:ext>
                  </a:extLst>
                </p14:cNvPr>
                <p14:cNvContentPartPr/>
                <p14:nvPr/>
              </p14:nvContentPartPr>
              <p14:xfrm>
                <a:off x="920497" y="3605381"/>
                <a:ext cx="140760" cy="288000"/>
              </p14:xfrm>
            </p:contentPart>
          </mc:Choice>
          <mc:Fallback>
            <p:pic>
              <p:nvPicPr>
                <p:cNvPr id="180" name="Tinta 179">
                  <a:extLst>
                    <a:ext uri="{FF2B5EF4-FFF2-40B4-BE49-F238E27FC236}">
                      <a16:creationId xmlns:a16="http://schemas.microsoft.com/office/drawing/2014/main" id="{0D236E3A-7406-E18B-C0E3-66D7E5098CDD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902857" y="3587381"/>
                  <a:ext cx="17640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181" name="Tinta 180">
                  <a:extLst>
                    <a:ext uri="{FF2B5EF4-FFF2-40B4-BE49-F238E27FC236}">
                      <a16:creationId xmlns:a16="http://schemas.microsoft.com/office/drawing/2014/main" id="{C6207317-B8AD-2814-E5FE-5CF2AC9B08EC}"/>
                    </a:ext>
                  </a:extLst>
                </p14:cNvPr>
                <p14:cNvContentPartPr/>
                <p14:nvPr/>
              </p14:nvContentPartPr>
              <p14:xfrm>
                <a:off x="1118137" y="3846581"/>
                <a:ext cx="2880" cy="360"/>
              </p14:xfrm>
            </p:contentPart>
          </mc:Choice>
          <mc:Fallback>
            <p:pic>
              <p:nvPicPr>
                <p:cNvPr id="181" name="Tinta 180">
                  <a:extLst>
                    <a:ext uri="{FF2B5EF4-FFF2-40B4-BE49-F238E27FC236}">
                      <a16:creationId xmlns:a16="http://schemas.microsoft.com/office/drawing/2014/main" id="{C6207317-B8AD-2814-E5FE-5CF2AC9B08EC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1100137" y="3828941"/>
                  <a:ext cx="385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182" name="Tinta 181">
                  <a:extLst>
                    <a:ext uri="{FF2B5EF4-FFF2-40B4-BE49-F238E27FC236}">
                      <a16:creationId xmlns:a16="http://schemas.microsoft.com/office/drawing/2014/main" id="{9CC226B2-FD8C-9451-403B-8ED9E25A771D}"/>
                    </a:ext>
                  </a:extLst>
                </p14:cNvPr>
                <p14:cNvContentPartPr/>
                <p14:nvPr/>
              </p14:nvContentPartPr>
              <p14:xfrm>
                <a:off x="1220017" y="3732101"/>
                <a:ext cx="22320" cy="128520"/>
              </p14:xfrm>
            </p:contentPart>
          </mc:Choice>
          <mc:Fallback>
            <p:pic>
              <p:nvPicPr>
                <p:cNvPr id="182" name="Tinta 181">
                  <a:extLst>
                    <a:ext uri="{FF2B5EF4-FFF2-40B4-BE49-F238E27FC236}">
                      <a16:creationId xmlns:a16="http://schemas.microsoft.com/office/drawing/2014/main" id="{9CC226B2-FD8C-9451-403B-8ED9E25A771D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1202017" y="3714461"/>
                  <a:ext cx="5796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183" name="Tinta 182">
                  <a:extLst>
                    <a:ext uri="{FF2B5EF4-FFF2-40B4-BE49-F238E27FC236}">
                      <a16:creationId xmlns:a16="http://schemas.microsoft.com/office/drawing/2014/main" id="{C359BFEB-838A-63FA-C046-93029E4B0D50}"/>
                    </a:ext>
                  </a:extLst>
                </p14:cNvPr>
                <p14:cNvContentPartPr/>
                <p14:nvPr/>
              </p14:nvContentPartPr>
              <p14:xfrm>
                <a:off x="1298137" y="3695741"/>
                <a:ext cx="11520" cy="177120"/>
              </p14:xfrm>
            </p:contentPart>
          </mc:Choice>
          <mc:Fallback>
            <p:pic>
              <p:nvPicPr>
                <p:cNvPr id="183" name="Tinta 182">
                  <a:extLst>
                    <a:ext uri="{FF2B5EF4-FFF2-40B4-BE49-F238E27FC236}">
                      <a16:creationId xmlns:a16="http://schemas.microsoft.com/office/drawing/2014/main" id="{C359BFEB-838A-63FA-C046-93029E4B0D50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1280137" y="3678101"/>
                  <a:ext cx="4716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184" name="Tinta 183">
                  <a:extLst>
                    <a:ext uri="{FF2B5EF4-FFF2-40B4-BE49-F238E27FC236}">
                      <a16:creationId xmlns:a16="http://schemas.microsoft.com/office/drawing/2014/main" id="{9A0E63A0-E070-78F1-8EAE-9ADBE8C4CC1A}"/>
                    </a:ext>
                  </a:extLst>
                </p14:cNvPr>
                <p14:cNvContentPartPr/>
                <p14:nvPr/>
              </p14:nvContentPartPr>
              <p14:xfrm>
                <a:off x="1173937" y="3677021"/>
                <a:ext cx="199080" cy="13680"/>
              </p14:xfrm>
            </p:contentPart>
          </mc:Choice>
          <mc:Fallback>
            <p:pic>
              <p:nvPicPr>
                <p:cNvPr id="184" name="Tinta 183">
                  <a:extLst>
                    <a:ext uri="{FF2B5EF4-FFF2-40B4-BE49-F238E27FC236}">
                      <a16:creationId xmlns:a16="http://schemas.microsoft.com/office/drawing/2014/main" id="{9A0E63A0-E070-78F1-8EAE-9ADBE8C4CC1A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1155937" y="3659021"/>
                  <a:ext cx="23472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185" name="Tinta 184">
                  <a:extLst>
                    <a:ext uri="{FF2B5EF4-FFF2-40B4-BE49-F238E27FC236}">
                      <a16:creationId xmlns:a16="http://schemas.microsoft.com/office/drawing/2014/main" id="{537A0223-6AF1-9F0A-0A82-B156DFDD647A}"/>
                    </a:ext>
                  </a:extLst>
                </p14:cNvPr>
                <p14:cNvContentPartPr/>
                <p14:nvPr/>
              </p14:nvContentPartPr>
              <p14:xfrm>
                <a:off x="1428457" y="3809861"/>
                <a:ext cx="360" cy="360"/>
              </p14:xfrm>
            </p:contentPart>
          </mc:Choice>
          <mc:Fallback>
            <p:pic>
              <p:nvPicPr>
                <p:cNvPr id="185" name="Tinta 184">
                  <a:extLst>
                    <a:ext uri="{FF2B5EF4-FFF2-40B4-BE49-F238E27FC236}">
                      <a16:creationId xmlns:a16="http://schemas.microsoft.com/office/drawing/2014/main" id="{537A0223-6AF1-9F0A-0A82-B156DFDD647A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1410817" y="379222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86" name="Tinta 185">
                  <a:extLst>
                    <a:ext uri="{FF2B5EF4-FFF2-40B4-BE49-F238E27FC236}">
                      <a16:creationId xmlns:a16="http://schemas.microsoft.com/office/drawing/2014/main" id="{7A97DE6A-5CCF-B17D-D2D3-F928A34B28A1}"/>
                    </a:ext>
                  </a:extLst>
                </p14:cNvPr>
                <p14:cNvContentPartPr/>
                <p14:nvPr/>
              </p14:nvContentPartPr>
              <p14:xfrm>
                <a:off x="1573897" y="3660101"/>
                <a:ext cx="1440" cy="178200"/>
              </p14:xfrm>
            </p:contentPart>
          </mc:Choice>
          <mc:Fallback>
            <p:pic>
              <p:nvPicPr>
                <p:cNvPr id="186" name="Tinta 185">
                  <a:extLst>
                    <a:ext uri="{FF2B5EF4-FFF2-40B4-BE49-F238E27FC236}">
                      <a16:creationId xmlns:a16="http://schemas.microsoft.com/office/drawing/2014/main" id="{7A97DE6A-5CCF-B17D-D2D3-F928A34B28A1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555897" y="3642461"/>
                  <a:ext cx="3708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87" name="Tinta 186">
                  <a:extLst>
                    <a:ext uri="{FF2B5EF4-FFF2-40B4-BE49-F238E27FC236}">
                      <a16:creationId xmlns:a16="http://schemas.microsoft.com/office/drawing/2014/main" id="{1D2205C2-BB07-E676-75DB-865C55843E17}"/>
                    </a:ext>
                  </a:extLst>
                </p14:cNvPr>
                <p14:cNvContentPartPr/>
                <p14:nvPr/>
              </p14:nvContentPartPr>
              <p14:xfrm>
                <a:off x="1573897" y="3585941"/>
                <a:ext cx="174240" cy="272520"/>
              </p14:xfrm>
            </p:contentPart>
          </mc:Choice>
          <mc:Fallback>
            <p:pic>
              <p:nvPicPr>
                <p:cNvPr id="187" name="Tinta 186">
                  <a:extLst>
                    <a:ext uri="{FF2B5EF4-FFF2-40B4-BE49-F238E27FC236}">
                      <a16:creationId xmlns:a16="http://schemas.microsoft.com/office/drawing/2014/main" id="{1D2205C2-BB07-E676-75DB-865C55843E17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555897" y="3567941"/>
                  <a:ext cx="20988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88" name="Tinta 187">
                  <a:extLst>
                    <a:ext uri="{FF2B5EF4-FFF2-40B4-BE49-F238E27FC236}">
                      <a16:creationId xmlns:a16="http://schemas.microsoft.com/office/drawing/2014/main" id="{1B69EC61-5644-7C84-BBA2-65ED5BDF00CA}"/>
                    </a:ext>
                  </a:extLst>
                </p14:cNvPr>
                <p14:cNvContentPartPr/>
                <p14:nvPr/>
              </p14:nvContentPartPr>
              <p14:xfrm>
                <a:off x="1864417" y="3531581"/>
                <a:ext cx="102240" cy="384840"/>
              </p14:xfrm>
            </p:contentPart>
          </mc:Choice>
          <mc:Fallback>
            <p:pic>
              <p:nvPicPr>
                <p:cNvPr id="188" name="Tinta 187">
                  <a:extLst>
                    <a:ext uri="{FF2B5EF4-FFF2-40B4-BE49-F238E27FC236}">
                      <a16:creationId xmlns:a16="http://schemas.microsoft.com/office/drawing/2014/main" id="{1B69EC61-5644-7C84-BBA2-65ED5BDF00CA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846417" y="3513581"/>
                  <a:ext cx="137880" cy="42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90" name="Tinta 189">
                  <a:extLst>
                    <a:ext uri="{FF2B5EF4-FFF2-40B4-BE49-F238E27FC236}">
                      <a16:creationId xmlns:a16="http://schemas.microsoft.com/office/drawing/2014/main" id="{48A64BAD-1412-5446-C871-983233C98692}"/>
                    </a:ext>
                  </a:extLst>
                </p14:cNvPr>
                <p14:cNvContentPartPr/>
                <p14:nvPr/>
              </p14:nvContentPartPr>
              <p14:xfrm>
                <a:off x="2064577" y="3543821"/>
                <a:ext cx="210240" cy="347040"/>
              </p14:xfrm>
            </p:contentPart>
          </mc:Choice>
          <mc:Fallback>
            <p:pic>
              <p:nvPicPr>
                <p:cNvPr id="190" name="Tinta 189">
                  <a:extLst>
                    <a:ext uri="{FF2B5EF4-FFF2-40B4-BE49-F238E27FC236}">
                      <a16:creationId xmlns:a16="http://schemas.microsoft.com/office/drawing/2014/main" id="{48A64BAD-1412-5446-C871-983233C98692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2046577" y="3526181"/>
                  <a:ext cx="245880" cy="38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91" name="Tinta 190">
                  <a:extLst>
                    <a:ext uri="{FF2B5EF4-FFF2-40B4-BE49-F238E27FC236}">
                      <a16:creationId xmlns:a16="http://schemas.microsoft.com/office/drawing/2014/main" id="{2191A25B-5935-3104-9136-0285AF4B4625}"/>
                    </a:ext>
                  </a:extLst>
                </p14:cNvPr>
                <p14:cNvContentPartPr/>
                <p14:nvPr/>
              </p14:nvContentPartPr>
              <p14:xfrm>
                <a:off x="2106697" y="3749381"/>
                <a:ext cx="79920" cy="11520"/>
              </p14:xfrm>
            </p:contentPart>
          </mc:Choice>
          <mc:Fallback>
            <p:pic>
              <p:nvPicPr>
                <p:cNvPr id="191" name="Tinta 190">
                  <a:extLst>
                    <a:ext uri="{FF2B5EF4-FFF2-40B4-BE49-F238E27FC236}">
                      <a16:creationId xmlns:a16="http://schemas.microsoft.com/office/drawing/2014/main" id="{2191A25B-5935-3104-9136-0285AF4B4625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2088697" y="3731741"/>
                  <a:ext cx="11556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93" name="Tinta 192">
                  <a:extLst>
                    <a:ext uri="{FF2B5EF4-FFF2-40B4-BE49-F238E27FC236}">
                      <a16:creationId xmlns:a16="http://schemas.microsoft.com/office/drawing/2014/main" id="{BEA5B353-E1F3-572C-EF5D-FA3DC8C9274C}"/>
                    </a:ext>
                  </a:extLst>
                </p14:cNvPr>
                <p14:cNvContentPartPr/>
                <p14:nvPr/>
              </p14:nvContentPartPr>
              <p14:xfrm>
                <a:off x="2326297" y="3674501"/>
                <a:ext cx="9000" cy="216000"/>
              </p14:xfrm>
            </p:contentPart>
          </mc:Choice>
          <mc:Fallback>
            <p:pic>
              <p:nvPicPr>
                <p:cNvPr id="193" name="Tinta 192">
                  <a:extLst>
                    <a:ext uri="{FF2B5EF4-FFF2-40B4-BE49-F238E27FC236}">
                      <a16:creationId xmlns:a16="http://schemas.microsoft.com/office/drawing/2014/main" id="{BEA5B353-E1F3-572C-EF5D-FA3DC8C9274C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2308657" y="3656861"/>
                  <a:ext cx="4464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94" name="Tinta 193">
                  <a:extLst>
                    <a:ext uri="{FF2B5EF4-FFF2-40B4-BE49-F238E27FC236}">
                      <a16:creationId xmlns:a16="http://schemas.microsoft.com/office/drawing/2014/main" id="{116F9758-7E7F-2720-1EB3-1F44A20543CE}"/>
                    </a:ext>
                  </a:extLst>
                </p14:cNvPr>
                <p14:cNvContentPartPr/>
                <p14:nvPr/>
              </p14:nvContentPartPr>
              <p14:xfrm>
                <a:off x="2319097" y="3630581"/>
                <a:ext cx="198720" cy="270360"/>
              </p14:xfrm>
            </p:contentPart>
          </mc:Choice>
          <mc:Fallback>
            <p:pic>
              <p:nvPicPr>
                <p:cNvPr id="194" name="Tinta 193">
                  <a:extLst>
                    <a:ext uri="{FF2B5EF4-FFF2-40B4-BE49-F238E27FC236}">
                      <a16:creationId xmlns:a16="http://schemas.microsoft.com/office/drawing/2014/main" id="{116F9758-7E7F-2720-1EB3-1F44A20543CE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2301097" y="3612581"/>
                  <a:ext cx="234360" cy="30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7" name="Agrupar 196">
            <a:extLst>
              <a:ext uri="{FF2B5EF4-FFF2-40B4-BE49-F238E27FC236}">
                <a16:creationId xmlns:a16="http://schemas.microsoft.com/office/drawing/2014/main" id="{330E3433-89CE-D94F-CD2E-D77FBE7AEC31}"/>
              </a:ext>
            </a:extLst>
          </p:cNvPr>
          <p:cNvGrpSpPr/>
          <p:nvPr/>
        </p:nvGrpSpPr>
        <p:grpSpPr>
          <a:xfrm>
            <a:off x="2726257" y="3763061"/>
            <a:ext cx="174240" cy="95400"/>
            <a:chOff x="2726257" y="3763061"/>
            <a:chExt cx="174240" cy="95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195" name="Tinta 194">
                  <a:extLst>
                    <a:ext uri="{FF2B5EF4-FFF2-40B4-BE49-F238E27FC236}">
                      <a16:creationId xmlns:a16="http://schemas.microsoft.com/office/drawing/2014/main" id="{F31F609D-74F4-8F6E-7E6D-12BD94800896}"/>
                    </a:ext>
                  </a:extLst>
                </p14:cNvPr>
                <p14:cNvContentPartPr/>
                <p14:nvPr/>
              </p14:nvContentPartPr>
              <p14:xfrm>
                <a:off x="2726257" y="3831101"/>
                <a:ext cx="148320" cy="27360"/>
              </p14:xfrm>
            </p:contentPart>
          </mc:Choice>
          <mc:Fallback>
            <p:pic>
              <p:nvPicPr>
                <p:cNvPr id="195" name="Tinta 194">
                  <a:extLst>
                    <a:ext uri="{FF2B5EF4-FFF2-40B4-BE49-F238E27FC236}">
                      <a16:creationId xmlns:a16="http://schemas.microsoft.com/office/drawing/2014/main" id="{F31F609D-74F4-8F6E-7E6D-12BD94800896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2708617" y="3813461"/>
                  <a:ext cx="18396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196" name="Tinta 195">
                  <a:extLst>
                    <a:ext uri="{FF2B5EF4-FFF2-40B4-BE49-F238E27FC236}">
                      <a16:creationId xmlns:a16="http://schemas.microsoft.com/office/drawing/2014/main" id="{0A0F3065-0A54-B994-571A-5837C98B7C71}"/>
                    </a:ext>
                  </a:extLst>
                </p14:cNvPr>
                <p14:cNvContentPartPr/>
                <p14:nvPr/>
              </p14:nvContentPartPr>
              <p14:xfrm>
                <a:off x="2736337" y="3763061"/>
                <a:ext cx="164160" cy="7200"/>
              </p14:xfrm>
            </p:contentPart>
          </mc:Choice>
          <mc:Fallback>
            <p:pic>
              <p:nvPicPr>
                <p:cNvPr id="196" name="Tinta 195">
                  <a:extLst>
                    <a:ext uri="{FF2B5EF4-FFF2-40B4-BE49-F238E27FC236}">
                      <a16:creationId xmlns:a16="http://schemas.microsoft.com/office/drawing/2014/main" id="{0A0F3065-0A54-B994-571A-5837C98B7C71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2718337" y="3745061"/>
                  <a:ext cx="199800" cy="42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18">
            <p14:nvContentPartPr>
              <p14:cNvPr id="199" name="Tinta 198">
                <a:extLst>
                  <a:ext uri="{FF2B5EF4-FFF2-40B4-BE49-F238E27FC236}">
                    <a16:creationId xmlns:a16="http://schemas.microsoft.com/office/drawing/2014/main" id="{B8568A2B-6C56-8FD3-E652-14C73F38B15E}"/>
                  </a:ext>
                </a:extLst>
              </p14:cNvPr>
              <p14:cNvContentPartPr/>
              <p14:nvPr/>
            </p14:nvContentPartPr>
            <p14:xfrm>
              <a:off x="1568857" y="3570821"/>
              <a:ext cx="167760" cy="302040"/>
            </p14:xfrm>
          </p:contentPart>
        </mc:Choice>
        <mc:Fallback>
          <p:pic>
            <p:nvPicPr>
              <p:cNvPr id="199" name="Tinta 198">
                <a:extLst>
                  <a:ext uri="{FF2B5EF4-FFF2-40B4-BE49-F238E27FC236}">
                    <a16:creationId xmlns:a16="http://schemas.microsoft.com/office/drawing/2014/main" id="{B8568A2B-6C56-8FD3-E652-14C73F38B15E}"/>
                  </a:ext>
                </a:extLst>
              </p:cNvPr>
              <p:cNvPicPr/>
              <p:nvPr/>
            </p:nvPicPr>
            <p:blipFill>
              <a:blip r:embed="rId319"/>
              <a:stretch>
                <a:fillRect/>
              </a:stretch>
            </p:blipFill>
            <p:spPr>
              <a:xfrm>
                <a:off x="1550857" y="3552821"/>
                <a:ext cx="203400" cy="33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0">
            <p14:nvContentPartPr>
              <p14:cNvPr id="200" name="Tinta 199">
                <a:extLst>
                  <a:ext uri="{FF2B5EF4-FFF2-40B4-BE49-F238E27FC236}">
                    <a16:creationId xmlns:a16="http://schemas.microsoft.com/office/drawing/2014/main" id="{61312F26-0192-E098-DFEE-D3779947FFCE}"/>
                  </a:ext>
                </a:extLst>
              </p14:cNvPr>
              <p14:cNvContentPartPr/>
              <p14:nvPr/>
            </p14:nvContentPartPr>
            <p14:xfrm>
              <a:off x="2314057" y="3626981"/>
              <a:ext cx="199080" cy="299520"/>
            </p14:xfrm>
          </p:contentPart>
        </mc:Choice>
        <mc:Fallback>
          <p:pic>
            <p:nvPicPr>
              <p:cNvPr id="200" name="Tinta 199">
                <a:extLst>
                  <a:ext uri="{FF2B5EF4-FFF2-40B4-BE49-F238E27FC236}">
                    <a16:creationId xmlns:a16="http://schemas.microsoft.com/office/drawing/2014/main" id="{61312F26-0192-E098-DFEE-D3779947FFCE}"/>
                  </a:ext>
                </a:extLst>
              </p:cNvPr>
              <p:cNvPicPr/>
              <p:nvPr/>
            </p:nvPicPr>
            <p:blipFill>
              <a:blip r:embed="rId321"/>
              <a:stretch>
                <a:fillRect/>
              </a:stretch>
            </p:blipFill>
            <p:spPr>
              <a:xfrm>
                <a:off x="2296057" y="3608981"/>
                <a:ext cx="234720" cy="335160"/>
              </a:xfrm>
              <a:prstGeom prst="rect">
                <a:avLst/>
              </a:prstGeom>
            </p:spPr>
          </p:pic>
        </mc:Fallback>
      </mc:AlternateContent>
      <p:grpSp>
        <p:nvGrpSpPr>
          <p:cNvPr id="203" name="Agrupar 202">
            <a:extLst>
              <a:ext uri="{FF2B5EF4-FFF2-40B4-BE49-F238E27FC236}">
                <a16:creationId xmlns:a16="http://schemas.microsoft.com/office/drawing/2014/main" id="{32E9F40A-3760-45F8-449B-CCAE9CE87A79}"/>
              </a:ext>
            </a:extLst>
          </p:cNvPr>
          <p:cNvGrpSpPr/>
          <p:nvPr/>
        </p:nvGrpSpPr>
        <p:grpSpPr>
          <a:xfrm>
            <a:off x="1682977" y="3340421"/>
            <a:ext cx="56520" cy="120960"/>
            <a:chOff x="1682977" y="3340421"/>
            <a:chExt cx="56520" cy="120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01" name="Tinta 200">
                  <a:extLst>
                    <a:ext uri="{FF2B5EF4-FFF2-40B4-BE49-F238E27FC236}">
                      <a16:creationId xmlns:a16="http://schemas.microsoft.com/office/drawing/2014/main" id="{D2DD92DA-87D5-F6D4-26AA-AC039C3D595A}"/>
                    </a:ext>
                  </a:extLst>
                </p14:cNvPr>
                <p14:cNvContentPartPr/>
                <p14:nvPr/>
              </p14:nvContentPartPr>
              <p14:xfrm>
                <a:off x="1682977" y="3357701"/>
                <a:ext cx="56520" cy="103680"/>
              </p14:xfrm>
            </p:contentPart>
          </mc:Choice>
          <mc:Fallback>
            <p:pic>
              <p:nvPicPr>
                <p:cNvPr id="201" name="Tinta 200">
                  <a:extLst>
                    <a:ext uri="{FF2B5EF4-FFF2-40B4-BE49-F238E27FC236}">
                      <a16:creationId xmlns:a16="http://schemas.microsoft.com/office/drawing/2014/main" id="{D2DD92DA-87D5-F6D4-26AA-AC039C3D595A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1665337" y="3340061"/>
                  <a:ext cx="9216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02" name="Tinta 201">
                  <a:extLst>
                    <a:ext uri="{FF2B5EF4-FFF2-40B4-BE49-F238E27FC236}">
                      <a16:creationId xmlns:a16="http://schemas.microsoft.com/office/drawing/2014/main" id="{BF8F91DB-EAD9-FD22-4D7A-A521CD048BEA}"/>
                    </a:ext>
                  </a:extLst>
                </p14:cNvPr>
                <p14:cNvContentPartPr/>
                <p14:nvPr/>
              </p14:nvContentPartPr>
              <p14:xfrm>
                <a:off x="1686937" y="3340421"/>
                <a:ext cx="16560" cy="26640"/>
              </p14:xfrm>
            </p:contentPart>
          </mc:Choice>
          <mc:Fallback>
            <p:pic>
              <p:nvPicPr>
                <p:cNvPr id="202" name="Tinta 201">
                  <a:extLst>
                    <a:ext uri="{FF2B5EF4-FFF2-40B4-BE49-F238E27FC236}">
                      <a16:creationId xmlns:a16="http://schemas.microsoft.com/office/drawing/2014/main" id="{BF8F91DB-EAD9-FD22-4D7A-A521CD048BEA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1668937" y="3322781"/>
                  <a:ext cx="52200" cy="6228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205" name="Imagem 204">
            <a:extLst>
              <a:ext uri="{FF2B5EF4-FFF2-40B4-BE49-F238E27FC236}">
                <a16:creationId xmlns:a16="http://schemas.microsoft.com/office/drawing/2014/main" id="{7B42C90F-372B-E928-4704-E215CF329555}"/>
              </a:ext>
            </a:extLst>
          </p:cNvPr>
          <p:cNvPicPr>
            <a:picLocks noChangeAspect="1"/>
          </p:cNvPicPr>
          <p:nvPr/>
        </p:nvPicPr>
        <p:blipFill>
          <a:blip r:embed="rId326"/>
          <a:stretch>
            <a:fillRect/>
          </a:stretch>
        </p:blipFill>
        <p:spPr>
          <a:xfrm>
            <a:off x="9865703" y="2865955"/>
            <a:ext cx="3147333" cy="1676545"/>
          </a:xfrm>
          <a:prstGeom prst="rect">
            <a:avLst/>
          </a:prstGeom>
        </p:spPr>
      </p:pic>
      <p:grpSp>
        <p:nvGrpSpPr>
          <p:cNvPr id="212" name="Agrupar 211">
            <a:extLst>
              <a:ext uri="{FF2B5EF4-FFF2-40B4-BE49-F238E27FC236}">
                <a16:creationId xmlns:a16="http://schemas.microsoft.com/office/drawing/2014/main" id="{DB310980-39BD-AD69-32F1-216CE25D70D6}"/>
              </a:ext>
            </a:extLst>
          </p:cNvPr>
          <p:cNvGrpSpPr/>
          <p:nvPr/>
        </p:nvGrpSpPr>
        <p:grpSpPr>
          <a:xfrm>
            <a:off x="3205417" y="3538421"/>
            <a:ext cx="479880" cy="321120"/>
            <a:chOff x="3205417" y="3538421"/>
            <a:chExt cx="479880" cy="321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206" name="Tinta 205">
                  <a:extLst>
                    <a:ext uri="{FF2B5EF4-FFF2-40B4-BE49-F238E27FC236}">
                      <a16:creationId xmlns:a16="http://schemas.microsoft.com/office/drawing/2014/main" id="{B5699ED3-E017-BF51-EA34-7D12ED8DC7BE}"/>
                    </a:ext>
                  </a:extLst>
                </p14:cNvPr>
                <p14:cNvContentPartPr/>
                <p14:nvPr/>
              </p14:nvContentPartPr>
              <p14:xfrm>
                <a:off x="3205417" y="3538421"/>
                <a:ext cx="189360" cy="293040"/>
              </p14:xfrm>
            </p:contentPart>
          </mc:Choice>
          <mc:Fallback>
            <p:pic>
              <p:nvPicPr>
                <p:cNvPr id="206" name="Tinta 205">
                  <a:extLst>
                    <a:ext uri="{FF2B5EF4-FFF2-40B4-BE49-F238E27FC236}">
                      <a16:creationId xmlns:a16="http://schemas.microsoft.com/office/drawing/2014/main" id="{B5699ED3-E017-BF51-EA34-7D12ED8DC7BE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3187777" y="3520421"/>
                  <a:ext cx="22500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207" name="Tinta 206">
                  <a:extLst>
                    <a:ext uri="{FF2B5EF4-FFF2-40B4-BE49-F238E27FC236}">
                      <a16:creationId xmlns:a16="http://schemas.microsoft.com/office/drawing/2014/main" id="{C7238005-DDA0-BD04-9DD0-A03DFA660D94}"/>
                    </a:ext>
                  </a:extLst>
                </p14:cNvPr>
                <p14:cNvContentPartPr/>
                <p14:nvPr/>
              </p14:nvContentPartPr>
              <p14:xfrm>
                <a:off x="3449137" y="3804101"/>
                <a:ext cx="360" cy="360"/>
              </p14:xfrm>
            </p:contentPart>
          </mc:Choice>
          <mc:Fallback>
            <p:pic>
              <p:nvPicPr>
                <p:cNvPr id="207" name="Tinta 206">
                  <a:extLst>
                    <a:ext uri="{FF2B5EF4-FFF2-40B4-BE49-F238E27FC236}">
                      <a16:creationId xmlns:a16="http://schemas.microsoft.com/office/drawing/2014/main" id="{C7238005-DDA0-BD04-9DD0-A03DFA660D94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3431137" y="378646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08" name="Tinta 207">
                  <a:extLst>
                    <a:ext uri="{FF2B5EF4-FFF2-40B4-BE49-F238E27FC236}">
                      <a16:creationId xmlns:a16="http://schemas.microsoft.com/office/drawing/2014/main" id="{514B9AFB-9AB3-F30E-6E69-B1C58B1D3DB3}"/>
                    </a:ext>
                  </a:extLst>
                </p14:cNvPr>
                <p14:cNvContentPartPr/>
                <p14:nvPr/>
              </p14:nvContentPartPr>
              <p14:xfrm>
                <a:off x="3543457" y="3688181"/>
                <a:ext cx="19080" cy="171360"/>
              </p14:xfrm>
            </p:contentPart>
          </mc:Choice>
          <mc:Fallback>
            <p:pic>
              <p:nvPicPr>
                <p:cNvPr id="208" name="Tinta 207">
                  <a:extLst>
                    <a:ext uri="{FF2B5EF4-FFF2-40B4-BE49-F238E27FC236}">
                      <a16:creationId xmlns:a16="http://schemas.microsoft.com/office/drawing/2014/main" id="{514B9AFB-9AB3-F30E-6E69-B1C58B1D3DB3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3525457" y="3670181"/>
                  <a:ext cx="5472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09" name="Tinta 208">
                  <a:extLst>
                    <a:ext uri="{FF2B5EF4-FFF2-40B4-BE49-F238E27FC236}">
                      <a16:creationId xmlns:a16="http://schemas.microsoft.com/office/drawing/2014/main" id="{427543C8-1312-EA2A-635F-D89F9F8DBC8D}"/>
                    </a:ext>
                  </a:extLst>
                </p14:cNvPr>
                <p14:cNvContentPartPr/>
                <p14:nvPr/>
              </p14:nvContentPartPr>
              <p14:xfrm>
                <a:off x="3605377" y="3665861"/>
                <a:ext cx="19080" cy="174600"/>
              </p14:xfrm>
            </p:contentPart>
          </mc:Choice>
          <mc:Fallback>
            <p:pic>
              <p:nvPicPr>
                <p:cNvPr id="209" name="Tinta 208">
                  <a:extLst>
                    <a:ext uri="{FF2B5EF4-FFF2-40B4-BE49-F238E27FC236}">
                      <a16:creationId xmlns:a16="http://schemas.microsoft.com/office/drawing/2014/main" id="{427543C8-1312-EA2A-635F-D89F9F8DBC8D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3587737" y="3647861"/>
                  <a:ext cx="5472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10" name="Tinta 209">
                  <a:extLst>
                    <a:ext uri="{FF2B5EF4-FFF2-40B4-BE49-F238E27FC236}">
                      <a16:creationId xmlns:a16="http://schemas.microsoft.com/office/drawing/2014/main" id="{4E90E2AC-F368-FA0D-4659-8E8DBE4A1BF0}"/>
                    </a:ext>
                  </a:extLst>
                </p14:cNvPr>
                <p14:cNvContentPartPr/>
                <p14:nvPr/>
              </p14:nvContentPartPr>
              <p14:xfrm>
                <a:off x="3471457" y="3652181"/>
                <a:ext cx="170640" cy="17280"/>
              </p14:xfrm>
            </p:contentPart>
          </mc:Choice>
          <mc:Fallback>
            <p:pic>
              <p:nvPicPr>
                <p:cNvPr id="210" name="Tinta 209">
                  <a:extLst>
                    <a:ext uri="{FF2B5EF4-FFF2-40B4-BE49-F238E27FC236}">
                      <a16:creationId xmlns:a16="http://schemas.microsoft.com/office/drawing/2014/main" id="{4E90E2AC-F368-FA0D-4659-8E8DBE4A1BF0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3453457" y="3634541"/>
                  <a:ext cx="20628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11" name="Tinta 210">
                  <a:extLst>
                    <a:ext uri="{FF2B5EF4-FFF2-40B4-BE49-F238E27FC236}">
                      <a16:creationId xmlns:a16="http://schemas.microsoft.com/office/drawing/2014/main" id="{B3779C96-5387-C7C2-5CB7-29B1446FDF02}"/>
                    </a:ext>
                  </a:extLst>
                </p14:cNvPr>
                <p14:cNvContentPartPr/>
                <p14:nvPr/>
              </p14:nvContentPartPr>
              <p14:xfrm>
                <a:off x="3684937" y="3834341"/>
                <a:ext cx="360" cy="360"/>
              </p14:xfrm>
            </p:contentPart>
          </mc:Choice>
          <mc:Fallback>
            <p:pic>
              <p:nvPicPr>
                <p:cNvPr id="211" name="Tinta 210">
                  <a:extLst>
                    <a:ext uri="{FF2B5EF4-FFF2-40B4-BE49-F238E27FC236}">
                      <a16:creationId xmlns:a16="http://schemas.microsoft.com/office/drawing/2014/main" id="{B3779C96-5387-C7C2-5CB7-29B1446FDF02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3667297" y="381670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7" name="Agrupar 226">
            <a:extLst>
              <a:ext uri="{FF2B5EF4-FFF2-40B4-BE49-F238E27FC236}">
                <a16:creationId xmlns:a16="http://schemas.microsoft.com/office/drawing/2014/main" id="{F993E27E-CB60-EE1C-EDC3-FE0CC1F43571}"/>
              </a:ext>
            </a:extLst>
          </p:cNvPr>
          <p:cNvGrpSpPr/>
          <p:nvPr/>
        </p:nvGrpSpPr>
        <p:grpSpPr>
          <a:xfrm>
            <a:off x="3962137" y="3309101"/>
            <a:ext cx="279720" cy="125640"/>
            <a:chOff x="3962137" y="3309101"/>
            <a:chExt cx="279720" cy="125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217" name="Tinta 216">
                  <a:extLst>
                    <a:ext uri="{FF2B5EF4-FFF2-40B4-BE49-F238E27FC236}">
                      <a16:creationId xmlns:a16="http://schemas.microsoft.com/office/drawing/2014/main" id="{1C9E3B8F-F99B-8160-1AC5-7E8BD047BDC4}"/>
                    </a:ext>
                  </a:extLst>
                </p14:cNvPr>
                <p14:cNvContentPartPr/>
                <p14:nvPr/>
              </p14:nvContentPartPr>
              <p14:xfrm>
                <a:off x="3962137" y="3309101"/>
                <a:ext cx="68760" cy="118800"/>
              </p14:xfrm>
            </p:contentPart>
          </mc:Choice>
          <mc:Fallback>
            <p:pic>
              <p:nvPicPr>
                <p:cNvPr id="217" name="Tinta 216">
                  <a:extLst>
                    <a:ext uri="{FF2B5EF4-FFF2-40B4-BE49-F238E27FC236}">
                      <a16:creationId xmlns:a16="http://schemas.microsoft.com/office/drawing/2014/main" id="{1C9E3B8F-F99B-8160-1AC5-7E8BD047BDC4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3944137" y="3291461"/>
                  <a:ext cx="10440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218" name="Tinta 217">
                  <a:extLst>
                    <a:ext uri="{FF2B5EF4-FFF2-40B4-BE49-F238E27FC236}">
                      <a16:creationId xmlns:a16="http://schemas.microsoft.com/office/drawing/2014/main" id="{AA76EF24-061A-5A1E-06D9-16A11FA9818C}"/>
                    </a:ext>
                  </a:extLst>
                </p14:cNvPr>
                <p14:cNvContentPartPr/>
                <p14:nvPr/>
              </p14:nvContentPartPr>
              <p14:xfrm>
                <a:off x="4098577" y="3311261"/>
                <a:ext cx="2880" cy="123480"/>
              </p14:xfrm>
            </p:contentPart>
          </mc:Choice>
          <mc:Fallback>
            <p:pic>
              <p:nvPicPr>
                <p:cNvPr id="218" name="Tinta 217">
                  <a:extLst>
                    <a:ext uri="{FF2B5EF4-FFF2-40B4-BE49-F238E27FC236}">
                      <a16:creationId xmlns:a16="http://schemas.microsoft.com/office/drawing/2014/main" id="{AA76EF24-061A-5A1E-06D9-16A11FA9818C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4080577" y="3293621"/>
                  <a:ext cx="3852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219" name="Tinta 218">
                  <a:extLst>
                    <a:ext uri="{FF2B5EF4-FFF2-40B4-BE49-F238E27FC236}">
                      <a16:creationId xmlns:a16="http://schemas.microsoft.com/office/drawing/2014/main" id="{C97B646D-1225-B644-0BE0-A1BB1126C9E4}"/>
                    </a:ext>
                  </a:extLst>
                </p14:cNvPr>
                <p14:cNvContentPartPr/>
                <p14:nvPr/>
              </p14:nvContentPartPr>
              <p14:xfrm>
                <a:off x="4055017" y="3358421"/>
                <a:ext cx="84960" cy="1440"/>
              </p14:xfrm>
            </p:contentPart>
          </mc:Choice>
          <mc:Fallback>
            <p:pic>
              <p:nvPicPr>
                <p:cNvPr id="219" name="Tinta 218">
                  <a:extLst>
                    <a:ext uri="{FF2B5EF4-FFF2-40B4-BE49-F238E27FC236}">
                      <a16:creationId xmlns:a16="http://schemas.microsoft.com/office/drawing/2014/main" id="{C97B646D-1225-B644-0BE0-A1BB1126C9E4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4037377" y="3340421"/>
                  <a:ext cx="12060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220" name="Tinta 219">
                  <a:extLst>
                    <a:ext uri="{FF2B5EF4-FFF2-40B4-BE49-F238E27FC236}">
                      <a16:creationId xmlns:a16="http://schemas.microsoft.com/office/drawing/2014/main" id="{4EBA87E3-4ADE-3FDE-41CD-C1C6586EEA0C}"/>
                    </a:ext>
                  </a:extLst>
                </p14:cNvPr>
                <p14:cNvContentPartPr/>
                <p14:nvPr/>
              </p14:nvContentPartPr>
              <p14:xfrm>
                <a:off x="4173097" y="3309821"/>
                <a:ext cx="68760" cy="106920"/>
              </p14:xfrm>
            </p:contentPart>
          </mc:Choice>
          <mc:Fallback>
            <p:pic>
              <p:nvPicPr>
                <p:cNvPr id="220" name="Tinta 219">
                  <a:extLst>
                    <a:ext uri="{FF2B5EF4-FFF2-40B4-BE49-F238E27FC236}">
                      <a16:creationId xmlns:a16="http://schemas.microsoft.com/office/drawing/2014/main" id="{4EBA87E3-4ADE-3FDE-41CD-C1C6586EEA0C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4155097" y="3292181"/>
                  <a:ext cx="104400" cy="14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6" name="Agrupar 225">
            <a:extLst>
              <a:ext uri="{FF2B5EF4-FFF2-40B4-BE49-F238E27FC236}">
                <a16:creationId xmlns:a16="http://schemas.microsoft.com/office/drawing/2014/main" id="{992CE376-ED5A-3EC0-B8A0-1885F87EF33D}"/>
              </a:ext>
            </a:extLst>
          </p:cNvPr>
          <p:cNvGrpSpPr/>
          <p:nvPr/>
        </p:nvGrpSpPr>
        <p:grpSpPr>
          <a:xfrm>
            <a:off x="3815257" y="3540581"/>
            <a:ext cx="383040" cy="663120"/>
            <a:chOff x="3815257" y="3540581"/>
            <a:chExt cx="383040" cy="663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213" name="Tinta 212">
                  <a:extLst>
                    <a:ext uri="{FF2B5EF4-FFF2-40B4-BE49-F238E27FC236}">
                      <a16:creationId xmlns:a16="http://schemas.microsoft.com/office/drawing/2014/main" id="{6AB5D6F1-12A1-0405-7EC6-FBBCA78BCD6E}"/>
                    </a:ext>
                  </a:extLst>
                </p14:cNvPr>
                <p14:cNvContentPartPr/>
                <p14:nvPr/>
              </p14:nvContentPartPr>
              <p14:xfrm>
                <a:off x="3833977" y="3586661"/>
                <a:ext cx="16560" cy="204480"/>
              </p14:xfrm>
            </p:contentPart>
          </mc:Choice>
          <mc:Fallback>
            <p:pic>
              <p:nvPicPr>
                <p:cNvPr id="213" name="Tinta 212">
                  <a:extLst>
                    <a:ext uri="{FF2B5EF4-FFF2-40B4-BE49-F238E27FC236}">
                      <a16:creationId xmlns:a16="http://schemas.microsoft.com/office/drawing/2014/main" id="{6AB5D6F1-12A1-0405-7EC6-FBBCA78BCD6E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3816337" y="3568661"/>
                  <a:ext cx="5220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214" name="Tinta 213">
                  <a:extLst>
                    <a:ext uri="{FF2B5EF4-FFF2-40B4-BE49-F238E27FC236}">
                      <a16:creationId xmlns:a16="http://schemas.microsoft.com/office/drawing/2014/main" id="{1875F118-F323-9C0A-5DFE-8E37FD897F05}"/>
                    </a:ext>
                  </a:extLst>
                </p14:cNvPr>
                <p14:cNvContentPartPr/>
                <p14:nvPr/>
              </p14:nvContentPartPr>
              <p14:xfrm>
                <a:off x="3845137" y="3831101"/>
                <a:ext cx="360" cy="360"/>
              </p14:xfrm>
            </p:contentPart>
          </mc:Choice>
          <mc:Fallback>
            <p:pic>
              <p:nvPicPr>
                <p:cNvPr id="214" name="Tinta 213">
                  <a:extLst>
                    <a:ext uri="{FF2B5EF4-FFF2-40B4-BE49-F238E27FC236}">
                      <a16:creationId xmlns:a16="http://schemas.microsoft.com/office/drawing/2014/main" id="{1875F118-F323-9C0A-5DFE-8E37FD897F05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3827497" y="381346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215" name="Tinta 214">
                  <a:extLst>
                    <a:ext uri="{FF2B5EF4-FFF2-40B4-BE49-F238E27FC236}">
                      <a16:creationId xmlns:a16="http://schemas.microsoft.com/office/drawing/2014/main" id="{6DEB6353-8C4F-F228-0409-645E7A4EA485}"/>
                    </a:ext>
                  </a:extLst>
                </p14:cNvPr>
                <p14:cNvContentPartPr/>
                <p14:nvPr/>
              </p14:nvContentPartPr>
              <p14:xfrm>
                <a:off x="3845137" y="3540581"/>
                <a:ext cx="152640" cy="279720"/>
              </p14:xfrm>
            </p:contentPart>
          </mc:Choice>
          <mc:Fallback>
            <p:pic>
              <p:nvPicPr>
                <p:cNvPr id="215" name="Tinta 214">
                  <a:extLst>
                    <a:ext uri="{FF2B5EF4-FFF2-40B4-BE49-F238E27FC236}">
                      <a16:creationId xmlns:a16="http://schemas.microsoft.com/office/drawing/2014/main" id="{6DEB6353-8C4F-F228-0409-645E7A4EA485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3827497" y="3522581"/>
                  <a:ext cx="18828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221" name="Tinta 220">
                  <a:extLst>
                    <a:ext uri="{FF2B5EF4-FFF2-40B4-BE49-F238E27FC236}">
                      <a16:creationId xmlns:a16="http://schemas.microsoft.com/office/drawing/2014/main" id="{462334EA-915A-BD28-15A3-F1A94AD61D56}"/>
                    </a:ext>
                  </a:extLst>
                </p14:cNvPr>
                <p14:cNvContentPartPr/>
                <p14:nvPr/>
              </p14:nvContentPartPr>
              <p14:xfrm>
                <a:off x="3815257" y="3874661"/>
                <a:ext cx="318240" cy="20520"/>
              </p14:xfrm>
            </p:contentPart>
          </mc:Choice>
          <mc:Fallback>
            <p:pic>
              <p:nvPicPr>
                <p:cNvPr id="221" name="Tinta 220">
                  <a:extLst>
                    <a:ext uri="{FF2B5EF4-FFF2-40B4-BE49-F238E27FC236}">
                      <a16:creationId xmlns:a16="http://schemas.microsoft.com/office/drawing/2014/main" id="{462334EA-915A-BD28-15A3-F1A94AD61D56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3797617" y="3857021"/>
                  <a:ext cx="35388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222" name="Tinta 221">
                  <a:extLst>
                    <a:ext uri="{FF2B5EF4-FFF2-40B4-BE49-F238E27FC236}">
                      <a16:creationId xmlns:a16="http://schemas.microsoft.com/office/drawing/2014/main" id="{14EA398E-C9F0-261C-EA27-4A03E0877E64}"/>
                    </a:ext>
                  </a:extLst>
                </p14:cNvPr>
                <p14:cNvContentPartPr/>
                <p14:nvPr/>
              </p14:nvContentPartPr>
              <p14:xfrm>
                <a:off x="3842257" y="3979061"/>
                <a:ext cx="97560" cy="224640"/>
              </p14:xfrm>
            </p:contentPart>
          </mc:Choice>
          <mc:Fallback>
            <p:pic>
              <p:nvPicPr>
                <p:cNvPr id="222" name="Tinta 221">
                  <a:extLst>
                    <a:ext uri="{FF2B5EF4-FFF2-40B4-BE49-F238E27FC236}">
                      <a16:creationId xmlns:a16="http://schemas.microsoft.com/office/drawing/2014/main" id="{14EA398E-C9F0-261C-EA27-4A03E0877E64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3824617" y="3961421"/>
                  <a:ext cx="13320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223" name="Tinta 222">
                  <a:extLst>
                    <a:ext uri="{FF2B5EF4-FFF2-40B4-BE49-F238E27FC236}">
                      <a16:creationId xmlns:a16="http://schemas.microsoft.com/office/drawing/2014/main" id="{5FC70B15-2243-95E6-591D-C9FFC2ACF392}"/>
                    </a:ext>
                  </a:extLst>
                </p14:cNvPr>
                <p14:cNvContentPartPr/>
                <p14:nvPr/>
              </p14:nvContentPartPr>
              <p14:xfrm>
                <a:off x="4000297" y="4034501"/>
                <a:ext cx="7920" cy="141120"/>
              </p14:xfrm>
            </p:contentPart>
          </mc:Choice>
          <mc:Fallback>
            <p:pic>
              <p:nvPicPr>
                <p:cNvPr id="223" name="Tinta 222">
                  <a:extLst>
                    <a:ext uri="{FF2B5EF4-FFF2-40B4-BE49-F238E27FC236}">
                      <a16:creationId xmlns:a16="http://schemas.microsoft.com/office/drawing/2014/main" id="{5FC70B15-2243-95E6-591D-C9FFC2ACF392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3982657" y="4016861"/>
                  <a:ext cx="4356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224" name="Tinta 223">
                  <a:extLst>
                    <a:ext uri="{FF2B5EF4-FFF2-40B4-BE49-F238E27FC236}">
                      <a16:creationId xmlns:a16="http://schemas.microsoft.com/office/drawing/2014/main" id="{D0C1A203-202F-96D1-84ED-0E63FDC868CA}"/>
                    </a:ext>
                  </a:extLst>
                </p14:cNvPr>
                <p14:cNvContentPartPr/>
                <p14:nvPr/>
              </p14:nvContentPartPr>
              <p14:xfrm>
                <a:off x="3963217" y="4079141"/>
                <a:ext cx="119520" cy="6120"/>
              </p14:xfrm>
            </p:contentPart>
          </mc:Choice>
          <mc:Fallback>
            <p:pic>
              <p:nvPicPr>
                <p:cNvPr id="224" name="Tinta 223">
                  <a:extLst>
                    <a:ext uri="{FF2B5EF4-FFF2-40B4-BE49-F238E27FC236}">
                      <a16:creationId xmlns:a16="http://schemas.microsoft.com/office/drawing/2014/main" id="{D0C1A203-202F-96D1-84ED-0E63FDC868CA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3945217" y="4061501"/>
                  <a:ext cx="15516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225" name="Tinta 224">
                  <a:extLst>
                    <a:ext uri="{FF2B5EF4-FFF2-40B4-BE49-F238E27FC236}">
                      <a16:creationId xmlns:a16="http://schemas.microsoft.com/office/drawing/2014/main" id="{7443074E-3B89-87F1-56AF-20B8A48DCF77}"/>
                    </a:ext>
                  </a:extLst>
                </p14:cNvPr>
                <p14:cNvContentPartPr/>
                <p14:nvPr/>
              </p14:nvContentPartPr>
              <p14:xfrm>
                <a:off x="4117297" y="4028381"/>
                <a:ext cx="81000" cy="153720"/>
              </p14:xfrm>
            </p:contentPart>
          </mc:Choice>
          <mc:Fallback>
            <p:pic>
              <p:nvPicPr>
                <p:cNvPr id="225" name="Tinta 224">
                  <a:extLst>
                    <a:ext uri="{FF2B5EF4-FFF2-40B4-BE49-F238E27FC236}">
                      <a16:creationId xmlns:a16="http://schemas.microsoft.com/office/drawing/2014/main" id="{7443074E-3B89-87F1-56AF-20B8A48DCF77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4099657" y="4010381"/>
                  <a:ext cx="116640" cy="189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0" name="Agrupar 239">
            <a:extLst>
              <a:ext uri="{FF2B5EF4-FFF2-40B4-BE49-F238E27FC236}">
                <a16:creationId xmlns:a16="http://schemas.microsoft.com/office/drawing/2014/main" id="{29A732D2-4A0D-4945-3EFF-7F78BE401753}"/>
              </a:ext>
            </a:extLst>
          </p:cNvPr>
          <p:cNvGrpSpPr/>
          <p:nvPr/>
        </p:nvGrpSpPr>
        <p:grpSpPr>
          <a:xfrm>
            <a:off x="4370377" y="3623021"/>
            <a:ext cx="113400" cy="172800"/>
            <a:chOff x="4370377" y="3623021"/>
            <a:chExt cx="113400" cy="17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228" name="Tinta 227">
                  <a:extLst>
                    <a:ext uri="{FF2B5EF4-FFF2-40B4-BE49-F238E27FC236}">
                      <a16:creationId xmlns:a16="http://schemas.microsoft.com/office/drawing/2014/main" id="{BA16005F-336B-7079-F25F-22B05EC62E36}"/>
                    </a:ext>
                  </a:extLst>
                </p14:cNvPr>
                <p14:cNvContentPartPr/>
                <p14:nvPr/>
              </p14:nvContentPartPr>
              <p14:xfrm>
                <a:off x="4380457" y="3623021"/>
                <a:ext cx="35280" cy="172800"/>
              </p14:xfrm>
            </p:contentPart>
          </mc:Choice>
          <mc:Fallback>
            <p:pic>
              <p:nvPicPr>
                <p:cNvPr id="228" name="Tinta 227">
                  <a:extLst>
                    <a:ext uri="{FF2B5EF4-FFF2-40B4-BE49-F238E27FC236}">
                      <a16:creationId xmlns:a16="http://schemas.microsoft.com/office/drawing/2014/main" id="{BA16005F-336B-7079-F25F-22B05EC62E36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4362817" y="3605381"/>
                  <a:ext cx="7092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229" name="Tinta 228">
                  <a:extLst>
                    <a:ext uri="{FF2B5EF4-FFF2-40B4-BE49-F238E27FC236}">
                      <a16:creationId xmlns:a16="http://schemas.microsoft.com/office/drawing/2014/main" id="{7BF555D6-D585-AEE6-D705-29D47DD30CD2}"/>
                    </a:ext>
                  </a:extLst>
                </p14:cNvPr>
                <p14:cNvContentPartPr/>
                <p14:nvPr/>
              </p14:nvContentPartPr>
              <p14:xfrm>
                <a:off x="4370377" y="3690341"/>
                <a:ext cx="113400" cy="14760"/>
              </p14:xfrm>
            </p:contentPart>
          </mc:Choice>
          <mc:Fallback>
            <p:pic>
              <p:nvPicPr>
                <p:cNvPr id="229" name="Tinta 228">
                  <a:extLst>
                    <a:ext uri="{FF2B5EF4-FFF2-40B4-BE49-F238E27FC236}">
                      <a16:creationId xmlns:a16="http://schemas.microsoft.com/office/drawing/2014/main" id="{7BF555D6-D585-AEE6-D705-29D47DD30CD2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4352737" y="3672341"/>
                  <a:ext cx="149040" cy="50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65">
            <p14:nvContentPartPr>
              <p14:cNvPr id="230" name="Tinta 229">
                <a:extLst>
                  <a:ext uri="{FF2B5EF4-FFF2-40B4-BE49-F238E27FC236}">
                    <a16:creationId xmlns:a16="http://schemas.microsoft.com/office/drawing/2014/main" id="{E70C7787-E485-AD98-0D5C-8EC0E6DAD489}"/>
                  </a:ext>
                </a:extLst>
              </p14:cNvPr>
              <p14:cNvContentPartPr/>
              <p14:nvPr/>
            </p14:nvContentPartPr>
            <p14:xfrm>
              <a:off x="4731457" y="3610781"/>
              <a:ext cx="179640" cy="172800"/>
            </p14:xfrm>
          </p:contentPart>
        </mc:Choice>
        <mc:Fallback>
          <p:pic>
            <p:nvPicPr>
              <p:cNvPr id="230" name="Tinta 229">
                <a:extLst>
                  <a:ext uri="{FF2B5EF4-FFF2-40B4-BE49-F238E27FC236}">
                    <a16:creationId xmlns:a16="http://schemas.microsoft.com/office/drawing/2014/main" id="{E70C7787-E485-AD98-0D5C-8EC0E6DAD489}"/>
                  </a:ext>
                </a:extLst>
              </p:cNvPr>
              <p:cNvPicPr/>
              <p:nvPr/>
            </p:nvPicPr>
            <p:blipFill>
              <a:blip r:embed="rId366"/>
              <a:stretch>
                <a:fillRect/>
              </a:stretch>
            </p:blipFill>
            <p:spPr>
              <a:xfrm>
                <a:off x="4713817" y="3592781"/>
                <a:ext cx="215280" cy="208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39" name="Agrupar 238">
            <a:extLst>
              <a:ext uri="{FF2B5EF4-FFF2-40B4-BE49-F238E27FC236}">
                <a16:creationId xmlns:a16="http://schemas.microsoft.com/office/drawing/2014/main" id="{E3CD48DD-85EC-D63C-9D1C-85B9659FEA77}"/>
              </a:ext>
            </a:extLst>
          </p:cNvPr>
          <p:cNvGrpSpPr/>
          <p:nvPr/>
        </p:nvGrpSpPr>
        <p:grpSpPr>
          <a:xfrm>
            <a:off x="5129257" y="3642101"/>
            <a:ext cx="128520" cy="97920"/>
            <a:chOff x="5129257" y="3642101"/>
            <a:chExt cx="128520" cy="97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231" name="Tinta 230">
                  <a:extLst>
                    <a:ext uri="{FF2B5EF4-FFF2-40B4-BE49-F238E27FC236}">
                      <a16:creationId xmlns:a16="http://schemas.microsoft.com/office/drawing/2014/main" id="{4EA5860B-12D8-103D-1CAF-671F1C021A9B}"/>
                    </a:ext>
                  </a:extLst>
                </p14:cNvPr>
                <p14:cNvContentPartPr/>
                <p14:nvPr/>
              </p14:nvContentPartPr>
              <p14:xfrm>
                <a:off x="5155537" y="3731741"/>
                <a:ext cx="102240" cy="8280"/>
              </p14:xfrm>
            </p:contentPart>
          </mc:Choice>
          <mc:Fallback>
            <p:pic>
              <p:nvPicPr>
                <p:cNvPr id="231" name="Tinta 230">
                  <a:extLst>
                    <a:ext uri="{FF2B5EF4-FFF2-40B4-BE49-F238E27FC236}">
                      <a16:creationId xmlns:a16="http://schemas.microsoft.com/office/drawing/2014/main" id="{4EA5860B-12D8-103D-1CAF-671F1C021A9B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5137537" y="3713741"/>
                  <a:ext cx="13788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232" name="Tinta 231">
                  <a:extLst>
                    <a:ext uri="{FF2B5EF4-FFF2-40B4-BE49-F238E27FC236}">
                      <a16:creationId xmlns:a16="http://schemas.microsoft.com/office/drawing/2014/main" id="{3F440104-86DD-125E-30BA-853C539B4951}"/>
                    </a:ext>
                  </a:extLst>
                </p14:cNvPr>
                <p14:cNvContentPartPr/>
                <p14:nvPr/>
              </p14:nvContentPartPr>
              <p14:xfrm>
                <a:off x="5129257" y="3642101"/>
                <a:ext cx="123480" cy="6120"/>
              </p14:xfrm>
            </p:contentPart>
          </mc:Choice>
          <mc:Fallback>
            <p:pic>
              <p:nvPicPr>
                <p:cNvPr id="232" name="Tinta 231">
                  <a:extLst>
                    <a:ext uri="{FF2B5EF4-FFF2-40B4-BE49-F238E27FC236}">
                      <a16:creationId xmlns:a16="http://schemas.microsoft.com/office/drawing/2014/main" id="{3F440104-86DD-125E-30BA-853C539B4951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5111617" y="3624461"/>
                  <a:ext cx="159120" cy="4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8" name="Agrupar 237">
            <a:extLst>
              <a:ext uri="{FF2B5EF4-FFF2-40B4-BE49-F238E27FC236}">
                <a16:creationId xmlns:a16="http://schemas.microsoft.com/office/drawing/2014/main" id="{3AB03C8D-B1F0-3821-2BCB-CE31D8754081}"/>
              </a:ext>
            </a:extLst>
          </p:cNvPr>
          <p:cNvGrpSpPr/>
          <p:nvPr/>
        </p:nvGrpSpPr>
        <p:grpSpPr>
          <a:xfrm>
            <a:off x="5513017" y="3457781"/>
            <a:ext cx="545760" cy="253080"/>
            <a:chOff x="5513017" y="3457781"/>
            <a:chExt cx="545760" cy="253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233" name="Tinta 232">
                  <a:extLst>
                    <a:ext uri="{FF2B5EF4-FFF2-40B4-BE49-F238E27FC236}">
                      <a16:creationId xmlns:a16="http://schemas.microsoft.com/office/drawing/2014/main" id="{08BEAE33-7096-9047-CD77-A4620A5E80E5}"/>
                    </a:ext>
                  </a:extLst>
                </p14:cNvPr>
                <p14:cNvContentPartPr/>
                <p14:nvPr/>
              </p14:nvContentPartPr>
              <p14:xfrm>
                <a:off x="5513017" y="3457781"/>
                <a:ext cx="171720" cy="253080"/>
              </p14:xfrm>
            </p:contentPart>
          </mc:Choice>
          <mc:Fallback>
            <p:pic>
              <p:nvPicPr>
                <p:cNvPr id="233" name="Tinta 232">
                  <a:extLst>
                    <a:ext uri="{FF2B5EF4-FFF2-40B4-BE49-F238E27FC236}">
                      <a16:creationId xmlns:a16="http://schemas.microsoft.com/office/drawing/2014/main" id="{08BEAE33-7096-9047-CD77-A4620A5E80E5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5495377" y="3440141"/>
                  <a:ext cx="20736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234" name="Tinta 233">
                  <a:extLst>
                    <a:ext uri="{FF2B5EF4-FFF2-40B4-BE49-F238E27FC236}">
                      <a16:creationId xmlns:a16="http://schemas.microsoft.com/office/drawing/2014/main" id="{68D0E738-8A85-FB24-CF2E-7FC92FBCFC42}"/>
                    </a:ext>
                  </a:extLst>
                </p14:cNvPr>
                <p14:cNvContentPartPr/>
                <p14:nvPr/>
              </p14:nvContentPartPr>
              <p14:xfrm>
                <a:off x="5774017" y="3679181"/>
                <a:ext cx="3960" cy="360"/>
              </p14:xfrm>
            </p:contentPart>
          </mc:Choice>
          <mc:Fallback>
            <p:pic>
              <p:nvPicPr>
                <p:cNvPr id="234" name="Tinta 233">
                  <a:extLst>
                    <a:ext uri="{FF2B5EF4-FFF2-40B4-BE49-F238E27FC236}">
                      <a16:creationId xmlns:a16="http://schemas.microsoft.com/office/drawing/2014/main" id="{68D0E738-8A85-FB24-CF2E-7FC92FBCFC42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5756017" y="3661181"/>
                  <a:ext cx="396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235" name="Tinta 234">
                  <a:extLst>
                    <a:ext uri="{FF2B5EF4-FFF2-40B4-BE49-F238E27FC236}">
                      <a16:creationId xmlns:a16="http://schemas.microsoft.com/office/drawing/2014/main" id="{661A61C2-DEE5-F0DF-4D0F-488C5D4C3D3E}"/>
                    </a:ext>
                  </a:extLst>
                </p14:cNvPr>
                <p14:cNvContentPartPr/>
                <p14:nvPr/>
              </p14:nvContentPartPr>
              <p14:xfrm>
                <a:off x="5848537" y="3567221"/>
                <a:ext cx="21600" cy="102240"/>
              </p14:xfrm>
            </p:contentPart>
          </mc:Choice>
          <mc:Fallback>
            <p:pic>
              <p:nvPicPr>
                <p:cNvPr id="235" name="Tinta 234">
                  <a:extLst>
                    <a:ext uri="{FF2B5EF4-FFF2-40B4-BE49-F238E27FC236}">
                      <a16:creationId xmlns:a16="http://schemas.microsoft.com/office/drawing/2014/main" id="{661A61C2-DEE5-F0DF-4D0F-488C5D4C3D3E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5830537" y="3549581"/>
                  <a:ext cx="5724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236" name="Tinta 235">
                  <a:extLst>
                    <a:ext uri="{FF2B5EF4-FFF2-40B4-BE49-F238E27FC236}">
                      <a16:creationId xmlns:a16="http://schemas.microsoft.com/office/drawing/2014/main" id="{0C284613-7462-2038-5921-DD18D5770055}"/>
                    </a:ext>
                  </a:extLst>
                </p14:cNvPr>
                <p14:cNvContentPartPr/>
                <p14:nvPr/>
              </p14:nvContentPartPr>
              <p14:xfrm>
                <a:off x="5793817" y="3520421"/>
                <a:ext cx="175320" cy="144360"/>
              </p14:xfrm>
            </p:contentPart>
          </mc:Choice>
          <mc:Fallback>
            <p:pic>
              <p:nvPicPr>
                <p:cNvPr id="236" name="Tinta 235">
                  <a:extLst>
                    <a:ext uri="{FF2B5EF4-FFF2-40B4-BE49-F238E27FC236}">
                      <a16:creationId xmlns:a16="http://schemas.microsoft.com/office/drawing/2014/main" id="{0C284613-7462-2038-5921-DD18D5770055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5775817" y="3502421"/>
                  <a:ext cx="21096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237" name="Tinta 236">
                  <a:extLst>
                    <a:ext uri="{FF2B5EF4-FFF2-40B4-BE49-F238E27FC236}">
                      <a16:creationId xmlns:a16="http://schemas.microsoft.com/office/drawing/2014/main" id="{5C2D0D40-D58E-4981-A2D8-77C6FD9F9184}"/>
                    </a:ext>
                  </a:extLst>
                </p14:cNvPr>
                <p14:cNvContentPartPr/>
                <p14:nvPr/>
              </p14:nvContentPartPr>
              <p14:xfrm>
                <a:off x="6058417" y="3608621"/>
                <a:ext cx="360" cy="360"/>
              </p14:xfrm>
            </p:contentPart>
          </mc:Choice>
          <mc:Fallback>
            <p:pic>
              <p:nvPicPr>
                <p:cNvPr id="237" name="Tinta 236">
                  <a:extLst>
                    <a:ext uri="{FF2B5EF4-FFF2-40B4-BE49-F238E27FC236}">
                      <a16:creationId xmlns:a16="http://schemas.microsoft.com/office/drawing/2014/main" id="{5C2D0D40-D58E-4981-A2D8-77C6FD9F9184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6040417" y="359098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6" name="Agrupar 245">
            <a:extLst>
              <a:ext uri="{FF2B5EF4-FFF2-40B4-BE49-F238E27FC236}">
                <a16:creationId xmlns:a16="http://schemas.microsoft.com/office/drawing/2014/main" id="{C39FC469-F75D-152E-FA39-E9E31A56472C}"/>
              </a:ext>
            </a:extLst>
          </p:cNvPr>
          <p:cNvGrpSpPr/>
          <p:nvPr/>
        </p:nvGrpSpPr>
        <p:grpSpPr>
          <a:xfrm>
            <a:off x="6139057" y="3162941"/>
            <a:ext cx="294840" cy="568800"/>
            <a:chOff x="6139057" y="3162941"/>
            <a:chExt cx="294840" cy="568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41" name="Tinta 240">
                  <a:extLst>
                    <a:ext uri="{FF2B5EF4-FFF2-40B4-BE49-F238E27FC236}">
                      <a16:creationId xmlns:a16="http://schemas.microsoft.com/office/drawing/2014/main" id="{EBA19C34-F5F5-8D3A-85EB-ECA3A9015156}"/>
                    </a:ext>
                  </a:extLst>
                </p14:cNvPr>
                <p14:cNvContentPartPr/>
                <p14:nvPr/>
              </p14:nvContentPartPr>
              <p14:xfrm>
                <a:off x="6167497" y="3434381"/>
                <a:ext cx="9360" cy="219960"/>
              </p14:xfrm>
            </p:contentPart>
          </mc:Choice>
          <mc:Fallback>
            <p:pic>
              <p:nvPicPr>
                <p:cNvPr id="241" name="Tinta 240">
                  <a:extLst>
                    <a:ext uri="{FF2B5EF4-FFF2-40B4-BE49-F238E27FC236}">
                      <a16:creationId xmlns:a16="http://schemas.microsoft.com/office/drawing/2014/main" id="{EBA19C34-F5F5-8D3A-85EB-ECA3A9015156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6149857" y="3416381"/>
                  <a:ext cx="4500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42" name="Tinta 241">
                  <a:extLst>
                    <a:ext uri="{FF2B5EF4-FFF2-40B4-BE49-F238E27FC236}">
                      <a16:creationId xmlns:a16="http://schemas.microsoft.com/office/drawing/2014/main" id="{F6A02F60-1D9F-F744-296B-56B5BDFFD9FF}"/>
                    </a:ext>
                  </a:extLst>
                </p14:cNvPr>
                <p14:cNvContentPartPr/>
                <p14:nvPr/>
              </p14:nvContentPartPr>
              <p14:xfrm>
                <a:off x="6178657" y="3380741"/>
                <a:ext cx="132120" cy="327600"/>
              </p14:xfrm>
            </p:contentPart>
          </mc:Choice>
          <mc:Fallback>
            <p:pic>
              <p:nvPicPr>
                <p:cNvPr id="242" name="Tinta 241">
                  <a:extLst>
                    <a:ext uri="{FF2B5EF4-FFF2-40B4-BE49-F238E27FC236}">
                      <a16:creationId xmlns:a16="http://schemas.microsoft.com/office/drawing/2014/main" id="{F6A02F60-1D9F-F744-296B-56B5BDFFD9FF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6161017" y="3362741"/>
                  <a:ext cx="167760" cy="36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43" name="Tinta 242">
                  <a:extLst>
                    <a:ext uri="{FF2B5EF4-FFF2-40B4-BE49-F238E27FC236}">
                      <a16:creationId xmlns:a16="http://schemas.microsoft.com/office/drawing/2014/main" id="{3A877CE9-D8EE-B0CA-ADBB-FB0785AD3D3A}"/>
                    </a:ext>
                  </a:extLst>
                </p14:cNvPr>
                <p14:cNvContentPartPr/>
                <p14:nvPr/>
              </p14:nvContentPartPr>
              <p14:xfrm>
                <a:off x="6310057" y="3162941"/>
                <a:ext cx="110160" cy="155520"/>
              </p14:xfrm>
            </p:contentPart>
          </mc:Choice>
          <mc:Fallback>
            <p:pic>
              <p:nvPicPr>
                <p:cNvPr id="243" name="Tinta 242">
                  <a:extLst>
                    <a:ext uri="{FF2B5EF4-FFF2-40B4-BE49-F238E27FC236}">
                      <a16:creationId xmlns:a16="http://schemas.microsoft.com/office/drawing/2014/main" id="{3A877CE9-D8EE-B0CA-ADBB-FB0785AD3D3A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6292057" y="3144941"/>
                  <a:ext cx="14580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244" name="Tinta 243">
                  <a:extLst>
                    <a:ext uri="{FF2B5EF4-FFF2-40B4-BE49-F238E27FC236}">
                      <a16:creationId xmlns:a16="http://schemas.microsoft.com/office/drawing/2014/main" id="{E5A53DA1-6F2B-ABAC-319A-963819C81BF7}"/>
                    </a:ext>
                  </a:extLst>
                </p14:cNvPr>
                <p14:cNvContentPartPr/>
                <p14:nvPr/>
              </p14:nvContentPartPr>
              <p14:xfrm>
                <a:off x="6139057" y="3716981"/>
                <a:ext cx="294840" cy="14760"/>
              </p14:xfrm>
            </p:contentPart>
          </mc:Choice>
          <mc:Fallback>
            <p:pic>
              <p:nvPicPr>
                <p:cNvPr id="244" name="Tinta 243">
                  <a:extLst>
                    <a:ext uri="{FF2B5EF4-FFF2-40B4-BE49-F238E27FC236}">
                      <a16:creationId xmlns:a16="http://schemas.microsoft.com/office/drawing/2014/main" id="{E5A53DA1-6F2B-ABAC-319A-963819C81BF7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6121057" y="3699341"/>
                  <a:ext cx="330480" cy="50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88">
            <p14:nvContentPartPr>
              <p14:cNvPr id="245" name="Tinta 244">
                <a:extLst>
                  <a:ext uri="{FF2B5EF4-FFF2-40B4-BE49-F238E27FC236}">
                    <a16:creationId xmlns:a16="http://schemas.microsoft.com/office/drawing/2014/main" id="{9663183A-D395-F703-6E90-582269350C3B}"/>
                  </a:ext>
                </a:extLst>
              </p14:cNvPr>
              <p14:cNvContentPartPr/>
              <p14:nvPr/>
            </p14:nvContentPartPr>
            <p14:xfrm>
              <a:off x="6255697" y="3822101"/>
              <a:ext cx="171720" cy="239400"/>
            </p14:xfrm>
          </p:contentPart>
        </mc:Choice>
        <mc:Fallback>
          <p:pic>
            <p:nvPicPr>
              <p:cNvPr id="245" name="Tinta 244">
                <a:extLst>
                  <a:ext uri="{FF2B5EF4-FFF2-40B4-BE49-F238E27FC236}">
                    <a16:creationId xmlns:a16="http://schemas.microsoft.com/office/drawing/2014/main" id="{9663183A-D395-F703-6E90-582269350C3B}"/>
                  </a:ext>
                </a:extLst>
              </p:cNvPr>
              <p:cNvPicPr/>
              <p:nvPr/>
            </p:nvPicPr>
            <p:blipFill>
              <a:blip r:embed="rId389"/>
              <a:stretch>
                <a:fillRect/>
              </a:stretch>
            </p:blipFill>
            <p:spPr>
              <a:xfrm>
                <a:off x="6238057" y="3804461"/>
                <a:ext cx="207360" cy="275040"/>
              </a:xfrm>
              <a:prstGeom prst="rect">
                <a:avLst/>
              </a:prstGeom>
            </p:spPr>
          </p:pic>
        </mc:Fallback>
      </mc:AlternateContent>
      <p:grpSp>
        <p:nvGrpSpPr>
          <p:cNvPr id="253" name="Agrupar 252">
            <a:extLst>
              <a:ext uri="{FF2B5EF4-FFF2-40B4-BE49-F238E27FC236}">
                <a16:creationId xmlns:a16="http://schemas.microsoft.com/office/drawing/2014/main" id="{5D11BE54-B111-6420-3C0B-52ACBA5444E6}"/>
              </a:ext>
            </a:extLst>
          </p:cNvPr>
          <p:cNvGrpSpPr/>
          <p:nvPr/>
        </p:nvGrpSpPr>
        <p:grpSpPr>
          <a:xfrm>
            <a:off x="6587257" y="3506021"/>
            <a:ext cx="113400" cy="153360"/>
            <a:chOff x="6587257" y="3506021"/>
            <a:chExt cx="113400" cy="153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247" name="Tinta 246">
                  <a:extLst>
                    <a:ext uri="{FF2B5EF4-FFF2-40B4-BE49-F238E27FC236}">
                      <a16:creationId xmlns:a16="http://schemas.microsoft.com/office/drawing/2014/main" id="{C58163CE-D163-1D4E-6BF4-48C0E08CF030}"/>
                    </a:ext>
                  </a:extLst>
                </p14:cNvPr>
                <p14:cNvContentPartPr/>
                <p14:nvPr/>
              </p14:nvContentPartPr>
              <p14:xfrm>
                <a:off x="6618217" y="3506021"/>
                <a:ext cx="5400" cy="153360"/>
              </p14:xfrm>
            </p:contentPart>
          </mc:Choice>
          <mc:Fallback>
            <p:pic>
              <p:nvPicPr>
                <p:cNvPr id="247" name="Tinta 246">
                  <a:extLst>
                    <a:ext uri="{FF2B5EF4-FFF2-40B4-BE49-F238E27FC236}">
                      <a16:creationId xmlns:a16="http://schemas.microsoft.com/office/drawing/2014/main" id="{C58163CE-D163-1D4E-6BF4-48C0E08CF030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6600577" y="3488021"/>
                  <a:ext cx="4104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248" name="Tinta 247">
                  <a:extLst>
                    <a:ext uri="{FF2B5EF4-FFF2-40B4-BE49-F238E27FC236}">
                      <a16:creationId xmlns:a16="http://schemas.microsoft.com/office/drawing/2014/main" id="{86BE1DBA-41EE-947E-9EA9-90E838676288}"/>
                    </a:ext>
                  </a:extLst>
                </p14:cNvPr>
                <p14:cNvContentPartPr/>
                <p14:nvPr/>
              </p14:nvContentPartPr>
              <p14:xfrm>
                <a:off x="6587257" y="3560741"/>
                <a:ext cx="113400" cy="19440"/>
              </p14:xfrm>
            </p:contentPart>
          </mc:Choice>
          <mc:Fallback>
            <p:pic>
              <p:nvPicPr>
                <p:cNvPr id="248" name="Tinta 247">
                  <a:extLst>
                    <a:ext uri="{FF2B5EF4-FFF2-40B4-BE49-F238E27FC236}">
                      <a16:creationId xmlns:a16="http://schemas.microsoft.com/office/drawing/2014/main" id="{86BE1DBA-41EE-947E-9EA9-90E838676288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6569617" y="3542741"/>
                  <a:ext cx="149040" cy="55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94">
            <p14:nvContentPartPr>
              <p14:cNvPr id="249" name="Tinta 248">
                <a:extLst>
                  <a:ext uri="{FF2B5EF4-FFF2-40B4-BE49-F238E27FC236}">
                    <a16:creationId xmlns:a16="http://schemas.microsoft.com/office/drawing/2014/main" id="{8BC35FAF-E805-E2C0-1028-37F159C837AB}"/>
                  </a:ext>
                </a:extLst>
              </p14:cNvPr>
              <p14:cNvContentPartPr/>
              <p14:nvPr/>
            </p14:nvContentPartPr>
            <p14:xfrm>
              <a:off x="6991177" y="3500981"/>
              <a:ext cx="170280" cy="172080"/>
            </p14:xfrm>
          </p:contentPart>
        </mc:Choice>
        <mc:Fallback>
          <p:pic>
            <p:nvPicPr>
              <p:cNvPr id="249" name="Tinta 248">
                <a:extLst>
                  <a:ext uri="{FF2B5EF4-FFF2-40B4-BE49-F238E27FC236}">
                    <a16:creationId xmlns:a16="http://schemas.microsoft.com/office/drawing/2014/main" id="{8BC35FAF-E805-E2C0-1028-37F159C837AB}"/>
                  </a:ext>
                </a:extLst>
              </p:cNvPr>
              <p:cNvPicPr/>
              <p:nvPr/>
            </p:nvPicPr>
            <p:blipFill>
              <a:blip r:embed="rId395"/>
              <a:stretch>
                <a:fillRect/>
              </a:stretch>
            </p:blipFill>
            <p:spPr>
              <a:xfrm>
                <a:off x="6973537" y="3482981"/>
                <a:ext cx="205920" cy="207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52" name="Agrupar 251">
            <a:extLst>
              <a:ext uri="{FF2B5EF4-FFF2-40B4-BE49-F238E27FC236}">
                <a16:creationId xmlns:a16="http://schemas.microsoft.com/office/drawing/2014/main" id="{27EBDF02-FE25-9F96-BE38-FCC2825759D0}"/>
              </a:ext>
            </a:extLst>
          </p:cNvPr>
          <p:cNvGrpSpPr/>
          <p:nvPr/>
        </p:nvGrpSpPr>
        <p:grpSpPr>
          <a:xfrm>
            <a:off x="7373497" y="3565061"/>
            <a:ext cx="146880" cy="79560"/>
            <a:chOff x="7373497" y="3565061"/>
            <a:chExt cx="146880" cy="79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250" name="Tinta 249">
                  <a:extLst>
                    <a:ext uri="{FF2B5EF4-FFF2-40B4-BE49-F238E27FC236}">
                      <a16:creationId xmlns:a16="http://schemas.microsoft.com/office/drawing/2014/main" id="{7E0A759D-6707-2411-F377-756D203F1F3F}"/>
                    </a:ext>
                  </a:extLst>
                </p14:cNvPr>
                <p14:cNvContentPartPr/>
                <p14:nvPr/>
              </p14:nvContentPartPr>
              <p14:xfrm>
                <a:off x="7404457" y="3643181"/>
                <a:ext cx="115920" cy="1440"/>
              </p14:xfrm>
            </p:contentPart>
          </mc:Choice>
          <mc:Fallback>
            <p:pic>
              <p:nvPicPr>
                <p:cNvPr id="250" name="Tinta 249">
                  <a:extLst>
                    <a:ext uri="{FF2B5EF4-FFF2-40B4-BE49-F238E27FC236}">
                      <a16:creationId xmlns:a16="http://schemas.microsoft.com/office/drawing/2014/main" id="{7E0A759D-6707-2411-F377-756D203F1F3F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7386817" y="3625541"/>
                  <a:ext cx="15156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251" name="Tinta 250">
                  <a:extLst>
                    <a:ext uri="{FF2B5EF4-FFF2-40B4-BE49-F238E27FC236}">
                      <a16:creationId xmlns:a16="http://schemas.microsoft.com/office/drawing/2014/main" id="{168DE813-D929-126F-C345-2F2A886CB678}"/>
                    </a:ext>
                  </a:extLst>
                </p14:cNvPr>
                <p14:cNvContentPartPr/>
                <p14:nvPr/>
              </p14:nvContentPartPr>
              <p14:xfrm>
                <a:off x="7373497" y="3565061"/>
                <a:ext cx="120960" cy="19440"/>
              </p14:xfrm>
            </p:contentPart>
          </mc:Choice>
          <mc:Fallback>
            <p:pic>
              <p:nvPicPr>
                <p:cNvPr id="251" name="Tinta 250">
                  <a:extLst>
                    <a:ext uri="{FF2B5EF4-FFF2-40B4-BE49-F238E27FC236}">
                      <a16:creationId xmlns:a16="http://schemas.microsoft.com/office/drawing/2014/main" id="{168DE813-D929-126F-C345-2F2A886CB678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7355497" y="3547421"/>
                  <a:ext cx="156600" cy="5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7" name="Agrupar 256">
            <a:extLst>
              <a:ext uri="{FF2B5EF4-FFF2-40B4-BE49-F238E27FC236}">
                <a16:creationId xmlns:a16="http://schemas.microsoft.com/office/drawing/2014/main" id="{E0BC7829-227A-E237-93C2-3B269EEAA587}"/>
              </a:ext>
            </a:extLst>
          </p:cNvPr>
          <p:cNvGrpSpPr/>
          <p:nvPr/>
        </p:nvGrpSpPr>
        <p:grpSpPr>
          <a:xfrm>
            <a:off x="5490697" y="3200741"/>
            <a:ext cx="200160" cy="595080"/>
            <a:chOff x="5490697" y="3200741"/>
            <a:chExt cx="200160" cy="595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254" name="Tinta 253">
                  <a:extLst>
                    <a:ext uri="{FF2B5EF4-FFF2-40B4-BE49-F238E27FC236}">
                      <a16:creationId xmlns:a16="http://schemas.microsoft.com/office/drawing/2014/main" id="{8A8A7873-C1AE-6137-7A31-05CFD164DBEC}"/>
                    </a:ext>
                  </a:extLst>
                </p14:cNvPr>
                <p14:cNvContentPartPr/>
                <p14:nvPr/>
              </p14:nvContentPartPr>
              <p14:xfrm>
                <a:off x="5490697" y="3328181"/>
                <a:ext cx="200160" cy="467640"/>
              </p14:xfrm>
            </p:contentPart>
          </mc:Choice>
          <mc:Fallback>
            <p:pic>
              <p:nvPicPr>
                <p:cNvPr id="254" name="Tinta 253">
                  <a:extLst>
                    <a:ext uri="{FF2B5EF4-FFF2-40B4-BE49-F238E27FC236}">
                      <a16:creationId xmlns:a16="http://schemas.microsoft.com/office/drawing/2014/main" id="{8A8A7873-C1AE-6137-7A31-05CFD164DBEC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5473057" y="3310181"/>
                  <a:ext cx="235800" cy="50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256" name="Tinta 255">
                  <a:extLst>
                    <a:ext uri="{FF2B5EF4-FFF2-40B4-BE49-F238E27FC236}">
                      <a16:creationId xmlns:a16="http://schemas.microsoft.com/office/drawing/2014/main" id="{531CADBA-2EFA-FC02-18F1-0A345B9F918F}"/>
                    </a:ext>
                  </a:extLst>
                </p14:cNvPr>
                <p14:cNvContentPartPr/>
                <p14:nvPr/>
              </p14:nvContentPartPr>
              <p14:xfrm>
                <a:off x="5555137" y="3200741"/>
                <a:ext cx="75960" cy="152280"/>
              </p14:xfrm>
            </p:contentPart>
          </mc:Choice>
          <mc:Fallback>
            <p:pic>
              <p:nvPicPr>
                <p:cNvPr id="256" name="Tinta 255">
                  <a:extLst>
                    <a:ext uri="{FF2B5EF4-FFF2-40B4-BE49-F238E27FC236}">
                      <a16:creationId xmlns:a16="http://schemas.microsoft.com/office/drawing/2014/main" id="{531CADBA-2EFA-FC02-18F1-0A345B9F918F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5537497" y="3183101"/>
                  <a:ext cx="111600" cy="187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9" name="Agrupar 258">
            <a:extLst>
              <a:ext uri="{FF2B5EF4-FFF2-40B4-BE49-F238E27FC236}">
                <a16:creationId xmlns:a16="http://schemas.microsoft.com/office/drawing/2014/main" id="{B3B615A3-1D4A-F19E-7CE6-1BD7E64A25F0}"/>
              </a:ext>
            </a:extLst>
          </p:cNvPr>
          <p:cNvGrpSpPr/>
          <p:nvPr/>
        </p:nvGrpSpPr>
        <p:grpSpPr>
          <a:xfrm>
            <a:off x="6176137" y="3810941"/>
            <a:ext cx="201600" cy="404280"/>
            <a:chOff x="6176137" y="3810941"/>
            <a:chExt cx="201600" cy="404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255" name="Tinta 254">
                  <a:extLst>
                    <a:ext uri="{FF2B5EF4-FFF2-40B4-BE49-F238E27FC236}">
                      <a16:creationId xmlns:a16="http://schemas.microsoft.com/office/drawing/2014/main" id="{B3D41EAA-3D33-0A3A-2E2A-540911932F6B}"/>
                    </a:ext>
                  </a:extLst>
                </p14:cNvPr>
                <p14:cNvContentPartPr/>
                <p14:nvPr/>
              </p14:nvContentPartPr>
              <p14:xfrm>
                <a:off x="6176137" y="3810941"/>
                <a:ext cx="201600" cy="331200"/>
              </p14:xfrm>
            </p:contentPart>
          </mc:Choice>
          <mc:Fallback>
            <p:pic>
              <p:nvPicPr>
                <p:cNvPr id="255" name="Tinta 254">
                  <a:extLst>
                    <a:ext uri="{FF2B5EF4-FFF2-40B4-BE49-F238E27FC236}">
                      <a16:creationId xmlns:a16="http://schemas.microsoft.com/office/drawing/2014/main" id="{B3D41EAA-3D33-0A3A-2E2A-540911932F6B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6158497" y="3793301"/>
                  <a:ext cx="23724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258" name="Tinta 257">
                  <a:extLst>
                    <a:ext uri="{FF2B5EF4-FFF2-40B4-BE49-F238E27FC236}">
                      <a16:creationId xmlns:a16="http://schemas.microsoft.com/office/drawing/2014/main" id="{58A2738A-FA92-ABFD-B714-C6B28D143B9E}"/>
                    </a:ext>
                  </a:extLst>
                </p14:cNvPr>
                <p14:cNvContentPartPr/>
                <p14:nvPr/>
              </p14:nvContentPartPr>
              <p14:xfrm>
                <a:off x="6322657" y="4085981"/>
                <a:ext cx="32760" cy="129240"/>
              </p14:xfrm>
            </p:contentPart>
          </mc:Choice>
          <mc:Fallback>
            <p:pic>
              <p:nvPicPr>
                <p:cNvPr id="258" name="Tinta 257">
                  <a:extLst>
                    <a:ext uri="{FF2B5EF4-FFF2-40B4-BE49-F238E27FC236}">
                      <a16:creationId xmlns:a16="http://schemas.microsoft.com/office/drawing/2014/main" id="{58A2738A-FA92-ABFD-B714-C6B28D143B9E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6304657" y="4067981"/>
                  <a:ext cx="68400" cy="164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08">
            <p14:nvContentPartPr>
              <p14:cNvPr id="267" name="Tinta 266">
                <a:extLst>
                  <a:ext uri="{FF2B5EF4-FFF2-40B4-BE49-F238E27FC236}">
                    <a16:creationId xmlns:a16="http://schemas.microsoft.com/office/drawing/2014/main" id="{E695D7B0-E8E3-3F76-1278-68E0BC6B0FC9}"/>
                  </a:ext>
                </a:extLst>
              </p14:cNvPr>
              <p14:cNvContentPartPr/>
              <p14:nvPr/>
            </p14:nvContentPartPr>
            <p14:xfrm>
              <a:off x="8232097" y="3097781"/>
              <a:ext cx="111600" cy="174600"/>
            </p14:xfrm>
          </p:contentPart>
        </mc:Choice>
        <mc:Fallback>
          <p:pic>
            <p:nvPicPr>
              <p:cNvPr id="267" name="Tinta 266">
                <a:extLst>
                  <a:ext uri="{FF2B5EF4-FFF2-40B4-BE49-F238E27FC236}">
                    <a16:creationId xmlns:a16="http://schemas.microsoft.com/office/drawing/2014/main" id="{E695D7B0-E8E3-3F76-1278-68E0BC6B0FC9}"/>
                  </a:ext>
                </a:extLst>
              </p:cNvPr>
              <p:cNvPicPr/>
              <p:nvPr/>
            </p:nvPicPr>
            <p:blipFill>
              <a:blip r:embed="rId409"/>
              <a:stretch>
                <a:fillRect/>
              </a:stretch>
            </p:blipFill>
            <p:spPr>
              <a:xfrm>
                <a:off x="8214457" y="3080141"/>
                <a:ext cx="147240" cy="210240"/>
              </a:xfrm>
              <a:prstGeom prst="rect">
                <a:avLst/>
              </a:prstGeom>
            </p:spPr>
          </p:pic>
        </mc:Fallback>
      </mc:AlternateContent>
      <p:grpSp>
        <p:nvGrpSpPr>
          <p:cNvPr id="271" name="Agrupar 270">
            <a:extLst>
              <a:ext uri="{FF2B5EF4-FFF2-40B4-BE49-F238E27FC236}">
                <a16:creationId xmlns:a16="http://schemas.microsoft.com/office/drawing/2014/main" id="{DD964B6C-7B77-58A4-3F23-F01F94D255F7}"/>
              </a:ext>
            </a:extLst>
          </p:cNvPr>
          <p:cNvGrpSpPr/>
          <p:nvPr/>
        </p:nvGrpSpPr>
        <p:grpSpPr>
          <a:xfrm>
            <a:off x="7764457" y="3375341"/>
            <a:ext cx="862200" cy="262800"/>
            <a:chOff x="7764457" y="3375341"/>
            <a:chExt cx="862200" cy="26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260" name="Tinta 259">
                  <a:extLst>
                    <a:ext uri="{FF2B5EF4-FFF2-40B4-BE49-F238E27FC236}">
                      <a16:creationId xmlns:a16="http://schemas.microsoft.com/office/drawing/2014/main" id="{A4712121-105D-49B5-7F30-3DDDAF9E3C0D}"/>
                    </a:ext>
                  </a:extLst>
                </p14:cNvPr>
                <p14:cNvContentPartPr/>
                <p14:nvPr/>
              </p14:nvContentPartPr>
              <p14:xfrm>
                <a:off x="7805497" y="3483341"/>
                <a:ext cx="16560" cy="106560"/>
              </p14:xfrm>
            </p:contentPart>
          </mc:Choice>
          <mc:Fallback>
            <p:pic>
              <p:nvPicPr>
                <p:cNvPr id="260" name="Tinta 259">
                  <a:extLst>
                    <a:ext uri="{FF2B5EF4-FFF2-40B4-BE49-F238E27FC236}">
                      <a16:creationId xmlns:a16="http://schemas.microsoft.com/office/drawing/2014/main" id="{A4712121-105D-49B5-7F30-3DDDAF9E3C0D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7787857" y="3465701"/>
                  <a:ext cx="5220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261" name="Tinta 260">
                  <a:extLst>
                    <a:ext uri="{FF2B5EF4-FFF2-40B4-BE49-F238E27FC236}">
                      <a16:creationId xmlns:a16="http://schemas.microsoft.com/office/drawing/2014/main" id="{DA20F20A-7750-AE99-5D09-895CCF0C23EC}"/>
                    </a:ext>
                  </a:extLst>
                </p14:cNvPr>
                <p14:cNvContentPartPr/>
                <p14:nvPr/>
              </p14:nvContentPartPr>
              <p14:xfrm>
                <a:off x="7870297" y="3476861"/>
                <a:ext cx="60120" cy="161280"/>
              </p14:xfrm>
            </p:contentPart>
          </mc:Choice>
          <mc:Fallback>
            <p:pic>
              <p:nvPicPr>
                <p:cNvPr id="261" name="Tinta 260">
                  <a:extLst>
                    <a:ext uri="{FF2B5EF4-FFF2-40B4-BE49-F238E27FC236}">
                      <a16:creationId xmlns:a16="http://schemas.microsoft.com/office/drawing/2014/main" id="{DA20F20A-7750-AE99-5D09-895CCF0C23EC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7852297" y="3458861"/>
                  <a:ext cx="9576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262" name="Tinta 261">
                  <a:extLst>
                    <a:ext uri="{FF2B5EF4-FFF2-40B4-BE49-F238E27FC236}">
                      <a16:creationId xmlns:a16="http://schemas.microsoft.com/office/drawing/2014/main" id="{7D3D17CC-5D83-8E54-94F0-8AADBE5754A7}"/>
                    </a:ext>
                  </a:extLst>
                </p14:cNvPr>
                <p14:cNvContentPartPr/>
                <p14:nvPr/>
              </p14:nvContentPartPr>
              <p14:xfrm>
                <a:off x="7764457" y="3439781"/>
                <a:ext cx="277200" cy="174600"/>
              </p14:xfrm>
            </p:contentPart>
          </mc:Choice>
          <mc:Fallback>
            <p:pic>
              <p:nvPicPr>
                <p:cNvPr id="262" name="Tinta 261">
                  <a:extLst>
                    <a:ext uri="{FF2B5EF4-FFF2-40B4-BE49-F238E27FC236}">
                      <a16:creationId xmlns:a16="http://schemas.microsoft.com/office/drawing/2014/main" id="{7D3D17CC-5D83-8E54-94F0-8AADBE5754A7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7746817" y="3422141"/>
                  <a:ext cx="31284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264" name="Tinta 263">
                  <a:extLst>
                    <a:ext uri="{FF2B5EF4-FFF2-40B4-BE49-F238E27FC236}">
                      <a16:creationId xmlns:a16="http://schemas.microsoft.com/office/drawing/2014/main" id="{19C99465-7630-F340-7CF4-7432B67397B3}"/>
                    </a:ext>
                  </a:extLst>
                </p14:cNvPr>
                <p14:cNvContentPartPr/>
                <p14:nvPr/>
              </p14:nvContentPartPr>
              <p14:xfrm>
                <a:off x="8171977" y="3392981"/>
                <a:ext cx="24120" cy="205920"/>
              </p14:xfrm>
            </p:contentPart>
          </mc:Choice>
          <mc:Fallback>
            <p:pic>
              <p:nvPicPr>
                <p:cNvPr id="264" name="Tinta 263">
                  <a:extLst>
                    <a:ext uri="{FF2B5EF4-FFF2-40B4-BE49-F238E27FC236}">
                      <a16:creationId xmlns:a16="http://schemas.microsoft.com/office/drawing/2014/main" id="{19C99465-7630-F340-7CF4-7432B67397B3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8153977" y="3375341"/>
                  <a:ext cx="5976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265" name="Tinta 264">
                  <a:extLst>
                    <a:ext uri="{FF2B5EF4-FFF2-40B4-BE49-F238E27FC236}">
                      <a16:creationId xmlns:a16="http://schemas.microsoft.com/office/drawing/2014/main" id="{339828E5-0912-A97F-82D1-DB65326515AF}"/>
                    </a:ext>
                  </a:extLst>
                </p14:cNvPr>
                <p14:cNvContentPartPr/>
                <p14:nvPr/>
              </p14:nvContentPartPr>
              <p14:xfrm>
                <a:off x="8166937" y="3375341"/>
                <a:ext cx="175320" cy="248040"/>
              </p14:xfrm>
            </p:contentPart>
          </mc:Choice>
          <mc:Fallback>
            <p:pic>
              <p:nvPicPr>
                <p:cNvPr id="265" name="Tinta 264">
                  <a:extLst>
                    <a:ext uri="{FF2B5EF4-FFF2-40B4-BE49-F238E27FC236}">
                      <a16:creationId xmlns:a16="http://schemas.microsoft.com/office/drawing/2014/main" id="{339828E5-0912-A97F-82D1-DB65326515AF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8149297" y="3357341"/>
                  <a:ext cx="21096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268" name="Tinta 267">
                  <a:extLst>
                    <a:ext uri="{FF2B5EF4-FFF2-40B4-BE49-F238E27FC236}">
                      <a16:creationId xmlns:a16="http://schemas.microsoft.com/office/drawing/2014/main" id="{DDFB1E21-D85C-A918-38D3-0EA1EC1BE777}"/>
                    </a:ext>
                  </a:extLst>
                </p14:cNvPr>
                <p14:cNvContentPartPr/>
                <p14:nvPr/>
              </p14:nvContentPartPr>
              <p14:xfrm>
                <a:off x="8524777" y="3444461"/>
                <a:ext cx="20160" cy="168120"/>
              </p14:xfrm>
            </p:contentPart>
          </mc:Choice>
          <mc:Fallback>
            <p:pic>
              <p:nvPicPr>
                <p:cNvPr id="268" name="Tinta 267">
                  <a:extLst>
                    <a:ext uri="{FF2B5EF4-FFF2-40B4-BE49-F238E27FC236}">
                      <a16:creationId xmlns:a16="http://schemas.microsoft.com/office/drawing/2014/main" id="{DDFB1E21-D85C-A918-38D3-0EA1EC1BE777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8506777" y="3426461"/>
                  <a:ext cx="5580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269" name="Tinta 268">
                  <a:extLst>
                    <a:ext uri="{FF2B5EF4-FFF2-40B4-BE49-F238E27FC236}">
                      <a16:creationId xmlns:a16="http://schemas.microsoft.com/office/drawing/2014/main" id="{DC783B82-9918-D9F6-37E5-E020C323C13E}"/>
                    </a:ext>
                  </a:extLst>
                </p14:cNvPr>
                <p14:cNvContentPartPr/>
                <p14:nvPr/>
              </p14:nvContentPartPr>
              <p14:xfrm>
                <a:off x="8501017" y="3506021"/>
                <a:ext cx="125640" cy="4680"/>
              </p14:xfrm>
            </p:contentPart>
          </mc:Choice>
          <mc:Fallback>
            <p:pic>
              <p:nvPicPr>
                <p:cNvPr id="269" name="Tinta 268">
                  <a:extLst>
                    <a:ext uri="{FF2B5EF4-FFF2-40B4-BE49-F238E27FC236}">
                      <a16:creationId xmlns:a16="http://schemas.microsoft.com/office/drawing/2014/main" id="{DC783B82-9918-D9F6-37E5-E020C323C13E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8483377" y="3488021"/>
                  <a:ext cx="161280" cy="40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24">
            <p14:nvContentPartPr>
              <p14:cNvPr id="270" name="Tinta 269">
                <a:extLst>
                  <a:ext uri="{FF2B5EF4-FFF2-40B4-BE49-F238E27FC236}">
                    <a16:creationId xmlns:a16="http://schemas.microsoft.com/office/drawing/2014/main" id="{6DB9F79F-E06C-83A4-EC9A-DEC08D996A3F}"/>
                  </a:ext>
                </a:extLst>
              </p14:cNvPr>
              <p14:cNvContentPartPr/>
              <p14:nvPr/>
            </p14:nvContentPartPr>
            <p14:xfrm>
              <a:off x="8858497" y="3436541"/>
              <a:ext cx="168120" cy="181440"/>
            </p14:xfrm>
          </p:contentPart>
        </mc:Choice>
        <mc:Fallback>
          <p:pic>
            <p:nvPicPr>
              <p:cNvPr id="270" name="Tinta 269">
                <a:extLst>
                  <a:ext uri="{FF2B5EF4-FFF2-40B4-BE49-F238E27FC236}">
                    <a16:creationId xmlns:a16="http://schemas.microsoft.com/office/drawing/2014/main" id="{6DB9F79F-E06C-83A4-EC9A-DEC08D996A3F}"/>
                  </a:ext>
                </a:extLst>
              </p:cNvPr>
              <p:cNvPicPr/>
              <p:nvPr/>
            </p:nvPicPr>
            <p:blipFill>
              <a:blip r:embed="rId425"/>
              <a:stretch>
                <a:fillRect/>
              </a:stretch>
            </p:blipFill>
            <p:spPr>
              <a:xfrm>
                <a:off x="8840857" y="3418901"/>
                <a:ext cx="203760" cy="21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6">
            <p14:nvContentPartPr>
              <p14:cNvPr id="283" name="Tinta 282">
                <a:extLst>
                  <a:ext uri="{FF2B5EF4-FFF2-40B4-BE49-F238E27FC236}">
                    <a16:creationId xmlns:a16="http://schemas.microsoft.com/office/drawing/2014/main" id="{7934E99F-6628-F3CB-70A2-03B37E91C478}"/>
                  </a:ext>
                </a:extLst>
              </p14:cNvPr>
              <p14:cNvContentPartPr/>
              <p14:nvPr/>
            </p14:nvContentPartPr>
            <p14:xfrm>
              <a:off x="2312617" y="4586741"/>
              <a:ext cx="93600" cy="637560"/>
            </p14:xfrm>
          </p:contentPart>
        </mc:Choice>
        <mc:Fallback>
          <p:pic>
            <p:nvPicPr>
              <p:cNvPr id="283" name="Tinta 282">
                <a:extLst>
                  <a:ext uri="{FF2B5EF4-FFF2-40B4-BE49-F238E27FC236}">
                    <a16:creationId xmlns:a16="http://schemas.microsoft.com/office/drawing/2014/main" id="{7934E99F-6628-F3CB-70A2-03B37E91C478}"/>
                  </a:ext>
                </a:extLst>
              </p:cNvPr>
              <p:cNvPicPr/>
              <p:nvPr/>
            </p:nvPicPr>
            <p:blipFill>
              <a:blip r:embed="rId427"/>
              <a:stretch>
                <a:fillRect/>
              </a:stretch>
            </p:blipFill>
            <p:spPr>
              <a:xfrm>
                <a:off x="2294977" y="4568741"/>
                <a:ext cx="129240" cy="673200"/>
              </a:xfrm>
              <a:prstGeom prst="rect">
                <a:avLst/>
              </a:prstGeom>
            </p:spPr>
          </p:pic>
        </mc:Fallback>
      </mc:AlternateContent>
      <p:grpSp>
        <p:nvGrpSpPr>
          <p:cNvPr id="303" name="Agrupar 302">
            <a:extLst>
              <a:ext uri="{FF2B5EF4-FFF2-40B4-BE49-F238E27FC236}">
                <a16:creationId xmlns:a16="http://schemas.microsoft.com/office/drawing/2014/main" id="{72919368-1C23-26AD-EB6A-BC18B1D069B5}"/>
              </a:ext>
            </a:extLst>
          </p:cNvPr>
          <p:cNvGrpSpPr/>
          <p:nvPr/>
        </p:nvGrpSpPr>
        <p:grpSpPr>
          <a:xfrm>
            <a:off x="370417" y="4811381"/>
            <a:ext cx="1331640" cy="287640"/>
            <a:chOff x="370417" y="4811381"/>
            <a:chExt cx="1331640" cy="287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272" name="Tinta 271">
                  <a:extLst>
                    <a:ext uri="{FF2B5EF4-FFF2-40B4-BE49-F238E27FC236}">
                      <a16:creationId xmlns:a16="http://schemas.microsoft.com/office/drawing/2014/main" id="{4A421F56-B132-5FB6-DD33-60B79264E887}"/>
                    </a:ext>
                  </a:extLst>
                </p14:cNvPr>
                <p14:cNvContentPartPr/>
                <p14:nvPr/>
              </p14:nvContentPartPr>
              <p14:xfrm>
                <a:off x="370417" y="4811381"/>
                <a:ext cx="32760" cy="287640"/>
              </p14:xfrm>
            </p:contentPart>
          </mc:Choice>
          <mc:Fallback>
            <p:pic>
              <p:nvPicPr>
                <p:cNvPr id="272" name="Tinta 271">
                  <a:extLst>
                    <a:ext uri="{FF2B5EF4-FFF2-40B4-BE49-F238E27FC236}">
                      <a16:creationId xmlns:a16="http://schemas.microsoft.com/office/drawing/2014/main" id="{4A421F56-B132-5FB6-DD33-60B79264E887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352777" y="4793381"/>
                  <a:ext cx="6840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273" name="Tinta 272">
                  <a:extLst>
                    <a:ext uri="{FF2B5EF4-FFF2-40B4-BE49-F238E27FC236}">
                      <a16:creationId xmlns:a16="http://schemas.microsoft.com/office/drawing/2014/main" id="{DF68DD2A-4B5B-0157-B691-41F7476656AF}"/>
                    </a:ext>
                  </a:extLst>
                </p14:cNvPr>
                <p14:cNvContentPartPr/>
                <p14:nvPr/>
              </p14:nvContentPartPr>
              <p14:xfrm>
                <a:off x="389137" y="4833701"/>
                <a:ext cx="168840" cy="229680"/>
              </p14:xfrm>
            </p:contentPart>
          </mc:Choice>
          <mc:Fallback>
            <p:pic>
              <p:nvPicPr>
                <p:cNvPr id="273" name="Tinta 272">
                  <a:extLst>
                    <a:ext uri="{FF2B5EF4-FFF2-40B4-BE49-F238E27FC236}">
                      <a16:creationId xmlns:a16="http://schemas.microsoft.com/office/drawing/2014/main" id="{DF68DD2A-4B5B-0157-B691-41F7476656AF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371137" y="4815701"/>
                  <a:ext cx="20448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274" name="Tinta 273">
                  <a:extLst>
                    <a:ext uri="{FF2B5EF4-FFF2-40B4-BE49-F238E27FC236}">
                      <a16:creationId xmlns:a16="http://schemas.microsoft.com/office/drawing/2014/main" id="{9A7CF28C-B1BE-B3FB-E0AF-D632E93A7911}"/>
                    </a:ext>
                  </a:extLst>
                </p14:cNvPr>
                <p14:cNvContentPartPr/>
                <p14:nvPr/>
              </p14:nvContentPartPr>
              <p14:xfrm>
                <a:off x="581377" y="4958981"/>
                <a:ext cx="117000" cy="119160"/>
              </p14:xfrm>
            </p:contentPart>
          </mc:Choice>
          <mc:Fallback>
            <p:pic>
              <p:nvPicPr>
                <p:cNvPr id="274" name="Tinta 273">
                  <a:extLst>
                    <a:ext uri="{FF2B5EF4-FFF2-40B4-BE49-F238E27FC236}">
                      <a16:creationId xmlns:a16="http://schemas.microsoft.com/office/drawing/2014/main" id="{9A7CF28C-B1BE-B3FB-E0AF-D632E93A7911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563737" y="4940981"/>
                  <a:ext cx="15264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4">
              <p14:nvContentPartPr>
                <p14:cNvPr id="275" name="Tinta 274">
                  <a:extLst>
                    <a:ext uri="{FF2B5EF4-FFF2-40B4-BE49-F238E27FC236}">
                      <a16:creationId xmlns:a16="http://schemas.microsoft.com/office/drawing/2014/main" id="{B496B470-5A0B-BA56-1A0F-564F6083CC5F}"/>
                    </a:ext>
                  </a:extLst>
                </p14:cNvPr>
                <p14:cNvContentPartPr/>
                <p14:nvPr/>
              </p14:nvContentPartPr>
              <p14:xfrm>
                <a:off x="596497" y="4908581"/>
                <a:ext cx="97200" cy="94320"/>
              </p14:xfrm>
            </p:contentPart>
          </mc:Choice>
          <mc:Fallback>
            <p:pic>
              <p:nvPicPr>
                <p:cNvPr id="275" name="Tinta 274">
                  <a:extLst>
                    <a:ext uri="{FF2B5EF4-FFF2-40B4-BE49-F238E27FC236}">
                      <a16:creationId xmlns:a16="http://schemas.microsoft.com/office/drawing/2014/main" id="{B496B470-5A0B-BA56-1A0F-564F6083CC5F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578497" y="4890581"/>
                  <a:ext cx="13284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6">
              <p14:nvContentPartPr>
                <p14:cNvPr id="276" name="Tinta 275">
                  <a:extLst>
                    <a:ext uri="{FF2B5EF4-FFF2-40B4-BE49-F238E27FC236}">
                      <a16:creationId xmlns:a16="http://schemas.microsoft.com/office/drawing/2014/main" id="{57A99528-0AF7-506B-B333-2BB478BC46D5}"/>
                    </a:ext>
                  </a:extLst>
                </p14:cNvPr>
                <p14:cNvContentPartPr/>
                <p14:nvPr/>
              </p14:nvContentPartPr>
              <p14:xfrm>
                <a:off x="728257" y="4905341"/>
                <a:ext cx="77400" cy="120240"/>
              </p14:xfrm>
            </p:contentPart>
          </mc:Choice>
          <mc:Fallback>
            <p:pic>
              <p:nvPicPr>
                <p:cNvPr id="276" name="Tinta 275">
                  <a:extLst>
                    <a:ext uri="{FF2B5EF4-FFF2-40B4-BE49-F238E27FC236}">
                      <a16:creationId xmlns:a16="http://schemas.microsoft.com/office/drawing/2014/main" id="{57A99528-0AF7-506B-B333-2BB478BC46D5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710257" y="4887341"/>
                  <a:ext cx="11304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8">
              <p14:nvContentPartPr>
                <p14:cNvPr id="277" name="Tinta 276">
                  <a:extLst>
                    <a:ext uri="{FF2B5EF4-FFF2-40B4-BE49-F238E27FC236}">
                      <a16:creationId xmlns:a16="http://schemas.microsoft.com/office/drawing/2014/main" id="{F7C70258-F402-DD97-4CBE-DFDD9A3ED16B}"/>
                    </a:ext>
                  </a:extLst>
                </p14:cNvPr>
                <p14:cNvContentPartPr/>
                <p14:nvPr/>
              </p14:nvContentPartPr>
              <p14:xfrm>
                <a:off x="844897" y="4892021"/>
                <a:ext cx="82440" cy="181080"/>
              </p14:xfrm>
            </p:contentPart>
          </mc:Choice>
          <mc:Fallback>
            <p:pic>
              <p:nvPicPr>
                <p:cNvPr id="277" name="Tinta 276">
                  <a:extLst>
                    <a:ext uri="{FF2B5EF4-FFF2-40B4-BE49-F238E27FC236}">
                      <a16:creationId xmlns:a16="http://schemas.microsoft.com/office/drawing/2014/main" id="{F7C70258-F402-DD97-4CBE-DFDD9A3ED16B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826897" y="4874381"/>
                  <a:ext cx="11808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0">
              <p14:nvContentPartPr>
                <p14:cNvPr id="278" name="Tinta 277">
                  <a:extLst>
                    <a:ext uri="{FF2B5EF4-FFF2-40B4-BE49-F238E27FC236}">
                      <a16:creationId xmlns:a16="http://schemas.microsoft.com/office/drawing/2014/main" id="{2CA456E3-BCC8-9871-6BED-8E063B056F54}"/>
                    </a:ext>
                  </a:extLst>
                </p14:cNvPr>
                <p14:cNvContentPartPr/>
                <p14:nvPr/>
              </p14:nvContentPartPr>
              <p14:xfrm>
                <a:off x="995017" y="4934141"/>
                <a:ext cx="107280" cy="113400"/>
              </p14:xfrm>
            </p:contentPart>
          </mc:Choice>
          <mc:Fallback>
            <p:pic>
              <p:nvPicPr>
                <p:cNvPr id="278" name="Tinta 277">
                  <a:extLst>
                    <a:ext uri="{FF2B5EF4-FFF2-40B4-BE49-F238E27FC236}">
                      <a16:creationId xmlns:a16="http://schemas.microsoft.com/office/drawing/2014/main" id="{2CA456E3-BCC8-9871-6BED-8E063B056F54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977377" y="4916501"/>
                  <a:ext cx="14292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2">
              <p14:nvContentPartPr>
                <p14:cNvPr id="279" name="Tinta 278">
                  <a:extLst>
                    <a:ext uri="{FF2B5EF4-FFF2-40B4-BE49-F238E27FC236}">
                      <a16:creationId xmlns:a16="http://schemas.microsoft.com/office/drawing/2014/main" id="{651575F7-EDBD-5A4A-A46F-D6353318C0B7}"/>
                    </a:ext>
                  </a:extLst>
                </p14:cNvPr>
                <p14:cNvContentPartPr/>
                <p14:nvPr/>
              </p14:nvContentPartPr>
              <p14:xfrm>
                <a:off x="1176457" y="4899581"/>
                <a:ext cx="94680" cy="126720"/>
              </p14:xfrm>
            </p:contentPart>
          </mc:Choice>
          <mc:Fallback>
            <p:pic>
              <p:nvPicPr>
                <p:cNvPr id="279" name="Tinta 278">
                  <a:extLst>
                    <a:ext uri="{FF2B5EF4-FFF2-40B4-BE49-F238E27FC236}">
                      <a16:creationId xmlns:a16="http://schemas.microsoft.com/office/drawing/2014/main" id="{651575F7-EDBD-5A4A-A46F-D6353318C0B7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1158817" y="4881941"/>
                  <a:ext cx="13032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4">
              <p14:nvContentPartPr>
                <p14:cNvPr id="280" name="Tinta 279">
                  <a:extLst>
                    <a:ext uri="{FF2B5EF4-FFF2-40B4-BE49-F238E27FC236}">
                      <a16:creationId xmlns:a16="http://schemas.microsoft.com/office/drawing/2014/main" id="{63DD1D17-AB23-E563-32C1-BB5EFE4F4DCD}"/>
                    </a:ext>
                  </a:extLst>
                </p14:cNvPr>
                <p14:cNvContentPartPr/>
                <p14:nvPr/>
              </p14:nvContentPartPr>
              <p14:xfrm>
                <a:off x="1329097" y="4876181"/>
                <a:ext cx="145800" cy="14760"/>
              </p14:xfrm>
            </p:contentPart>
          </mc:Choice>
          <mc:Fallback>
            <p:pic>
              <p:nvPicPr>
                <p:cNvPr id="280" name="Tinta 279">
                  <a:extLst>
                    <a:ext uri="{FF2B5EF4-FFF2-40B4-BE49-F238E27FC236}">
                      <a16:creationId xmlns:a16="http://schemas.microsoft.com/office/drawing/2014/main" id="{63DD1D17-AB23-E563-32C1-BB5EFE4F4DCD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1311457" y="4858181"/>
                  <a:ext cx="18144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6">
              <p14:nvContentPartPr>
                <p14:cNvPr id="281" name="Tinta 280">
                  <a:extLst>
                    <a:ext uri="{FF2B5EF4-FFF2-40B4-BE49-F238E27FC236}">
                      <a16:creationId xmlns:a16="http://schemas.microsoft.com/office/drawing/2014/main" id="{46C6BD2F-3FDE-54DB-4CC0-CCF94C5E783D}"/>
                    </a:ext>
                  </a:extLst>
                </p14:cNvPr>
                <p14:cNvContentPartPr/>
                <p14:nvPr/>
              </p14:nvContentPartPr>
              <p14:xfrm>
                <a:off x="1406137" y="4899581"/>
                <a:ext cx="11520" cy="129960"/>
              </p14:xfrm>
            </p:contentPart>
          </mc:Choice>
          <mc:Fallback>
            <p:pic>
              <p:nvPicPr>
                <p:cNvPr id="281" name="Tinta 280">
                  <a:extLst>
                    <a:ext uri="{FF2B5EF4-FFF2-40B4-BE49-F238E27FC236}">
                      <a16:creationId xmlns:a16="http://schemas.microsoft.com/office/drawing/2014/main" id="{46C6BD2F-3FDE-54DB-4CC0-CCF94C5E783D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1388137" y="4881941"/>
                  <a:ext cx="4716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8">
              <p14:nvContentPartPr>
                <p14:cNvPr id="282" name="Tinta 281">
                  <a:extLst>
                    <a:ext uri="{FF2B5EF4-FFF2-40B4-BE49-F238E27FC236}">
                      <a16:creationId xmlns:a16="http://schemas.microsoft.com/office/drawing/2014/main" id="{CB0B9992-4278-8FA7-B64E-DAADBF493EC5}"/>
                    </a:ext>
                  </a:extLst>
                </p14:cNvPr>
                <p14:cNvContentPartPr/>
                <p14:nvPr/>
              </p14:nvContentPartPr>
              <p14:xfrm>
                <a:off x="1475617" y="4896701"/>
                <a:ext cx="135720" cy="126000"/>
              </p14:xfrm>
            </p:contentPart>
          </mc:Choice>
          <mc:Fallback>
            <p:pic>
              <p:nvPicPr>
                <p:cNvPr id="282" name="Tinta 281">
                  <a:extLst>
                    <a:ext uri="{FF2B5EF4-FFF2-40B4-BE49-F238E27FC236}">
                      <a16:creationId xmlns:a16="http://schemas.microsoft.com/office/drawing/2014/main" id="{CB0B9992-4278-8FA7-B64E-DAADBF493EC5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1457977" y="4879061"/>
                  <a:ext cx="17136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0">
              <p14:nvContentPartPr>
                <p14:cNvPr id="285" name="Tinta 284">
                  <a:extLst>
                    <a:ext uri="{FF2B5EF4-FFF2-40B4-BE49-F238E27FC236}">
                      <a16:creationId xmlns:a16="http://schemas.microsoft.com/office/drawing/2014/main" id="{E8AAB508-FA8F-6488-593A-7C1472717E27}"/>
                    </a:ext>
                  </a:extLst>
                </p14:cNvPr>
                <p14:cNvContentPartPr/>
                <p14:nvPr/>
              </p14:nvContentPartPr>
              <p14:xfrm>
                <a:off x="1696657" y="5001461"/>
                <a:ext cx="3960" cy="2520"/>
              </p14:xfrm>
            </p:contentPart>
          </mc:Choice>
          <mc:Fallback>
            <p:pic>
              <p:nvPicPr>
                <p:cNvPr id="285" name="Tinta 284">
                  <a:extLst>
                    <a:ext uri="{FF2B5EF4-FFF2-40B4-BE49-F238E27FC236}">
                      <a16:creationId xmlns:a16="http://schemas.microsoft.com/office/drawing/2014/main" id="{E8AAB508-FA8F-6488-593A-7C1472717E27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1679017" y="4983461"/>
                  <a:ext cx="396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2">
              <p14:nvContentPartPr>
                <p14:cNvPr id="286" name="Tinta 285">
                  <a:extLst>
                    <a:ext uri="{FF2B5EF4-FFF2-40B4-BE49-F238E27FC236}">
                      <a16:creationId xmlns:a16="http://schemas.microsoft.com/office/drawing/2014/main" id="{69D23D25-9A87-12E3-EC05-E17CCA18734D}"/>
                    </a:ext>
                  </a:extLst>
                </p14:cNvPr>
                <p14:cNvContentPartPr/>
                <p14:nvPr/>
              </p14:nvContentPartPr>
              <p14:xfrm>
                <a:off x="1701697" y="4898501"/>
                <a:ext cx="360" cy="360"/>
              </p14:xfrm>
            </p:contentPart>
          </mc:Choice>
          <mc:Fallback>
            <p:pic>
              <p:nvPicPr>
                <p:cNvPr id="286" name="Tinta 285">
                  <a:extLst>
                    <a:ext uri="{FF2B5EF4-FFF2-40B4-BE49-F238E27FC236}">
                      <a16:creationId xmlns:a16="http://schemas.microsoft.com/office/drawing/2014/main" id="{69D23D25-9A87-12E3-EC05-E17CCA18734D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1684057" y="488050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2" name="Agrupar 301">
            <a:extLst>
              <a:ext uri="{FF2B5EF4-FFF2-40B4-BE49-F238E27FC236}">
                <a16:creationId xmlns:a16="http://schemas.microsoft.com/office/drawing/2014/main" id="{FB0D998F-3593-F99E-0B5B-0F66D39CA3BA}"/>
              </a:ext>
            </a:extLst>
          </p:cNvPr>
          <p:cNvGrpSpPr/>
          <p:nvPr/>
        </p:nvGrpSpPr>
        <p:grpSpPr>
          <a:xfrm>
            <a:off x="2570377" y="4686101"/>
            <a:ext cx="1689840" cy="315720"/>
            <a:chOff x="2570377" y="4686101"/>
            <a:chExt cx="1689840" cy="315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3">
              <p14:nvContentPartPr>
                <p14:cNvPr id="287" name="Tinta 286">
                  <a:extLst>
                    <a:ext uri="{FF2B5EF4-FFF2-40B4-BE49-F238E27FC236}">
                      <a16:creationId xmlns:a16="http://schemas.microsoft.com/office/drawing/2014/main" id="{3DD7789C-F66D-E707-825D-632336F0A885}"/>
                    </a:ext>
                  </a:extLst>
                </p14:cNvPr>
                <p14:cNvContentPartPr/>
                <p14:nvPr/>
              </p14:nvContentPartPr>
              <p14:xfrm>
                <a:off x="2570377" y="4710581"/>
                <a:ext cx="73080" cy="271080"/>
              </p14:xfrm>
            </p:contentPart>
          </mc:Choice>
          <mc:Fallback>
            <p:pic>
              <p:nvPicPr>
                <p:cNvPr id="287" name="Tinta 286">
                  <a:extLst>
                    <a:ext uri="{FF2B5EF4-FFF2-40B4-BE49-F238E27FC236}">
                      <a16:creationId xmlns:a16="http://schemas.microsoft.com/office/drawing/2014/main" id="{3DD7789C-F66D-E707-825D-632336F0A885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2552377" y="4692581"/>
                  <a:ext cx="10872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5">
              <p14:nvContentPartPr>
                <p14:cNvPr id="288" name="Tinta 287">
                  <a:extLst>
                    <a:ext uri="{FF2B5EF4-FFF2-40B4-BE49-F238E27FC236}">
                      <a16:creationId xmlns:a16="http://schemas.microsoft.com/office/drawing/2014/main" id="{98250B07-5F3C-D6DB-46E5-BB02298BB9ED}"/>
                    </a:ext>
                  </a:extLst>
                </p14:cNvPr>
                <p14:cNvContentPartPr/>
                <p14:nvPr/>
              </p14:nvContentPartPr>
              <p14:xfrm>
                <a:off x="2756497" y="4786541"/>
                <a:ext cx="161640" cy="208080"/>
              </p14:xfrm>
            </p:contentPart>
          </mc:Choice>
          <mc:Fallback>
            <p:pic>
              <p:nvPicPr>
                <p:cNvPr id="288" name="Tinta 287">
                  <a:extLst>
                    <a:ext uri="{FF2B5EF4-FFF2-40B4-BE49-F238E27FC236}">
                      <a16:creationId xmlns:a16="http://schemas.microsoft.com/office/drawing/2014/main" id="{98250B07-5F3C-D6DB-46E5-BB02298BB9ED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2738497" y="4768901"/>
                  <a:ext cx="19728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7">
              <p14:nvContentPartPr>
                <p14:cNvPr id="289" name="Tinta 288">
                  <a:extLst>
                    <a:ext uri="{FF2B5EF4-FFF2-40B4-BE49-F238E27FC236}">
                      <a16:creationId xmlns:a16="http://schemas.microsoft.com/office/drawing/2014/main" id="{7BC18305-7804-E996-4267-DF2FF6046C13}"/>
                    </a:ext>
                  </a:extLst>
                </p14:cNvPr>
                <p14:cNvContentPartPr/>
                <p14:nvPr/>
              </p14:nvContentPartPr>
              <p14:xfrm>
                <a:off x="3008137" y="4879421"/>
                <a:ext cx="36360" cy="89640"/>
              </p14:xfrm>
            </p:contentPart>
          </mc:Choice>
          <mc:Fallback>
            <p:pic>
              <p:nvPicPr>
                <p:cNvPr id="289" name="Tinta 288">
                  <a:extLst>
                    <a:ext uri="{FF2B5EF4-FFF2-40B4-BE49-F238E27FC236}">
                      <a16:creationId xmlns:a16="http://schemas.microsoft.com/office/drawing/2014/main" id="{7BC18305-7804-E996-4267-DF2FF6046C13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2990497" y="4861781"/>
                  <a:ext cx="7200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9">
              <p14:nvContentPartPr>
                <p14:cNvPr id="290" name="Tinta 289">
                  <a:extLst>
                    <a:ext uri="{FF2B5EF4-FFF2-40B4-BE49-F238E27FC236}">
                      <a16:creationId xmlns:a16="http://schemas.microsoft.com/office/drawing/2014/main" id="{F8F776CC-909F-71C3-76E2-0477ED499C02}"/>
                    </a:ext>
                  </a:extLst>
                </p14:cNvPr>
                <p14:cNvContentPartPr/>
                <p14:nvPr/>
              </p14:nvContentPartPr>
              <p14:xfrm>
                <a:off x="2983297" y="4836941"/>
                <a:ext cx="182880" cy="163440"/>
              </p14:xfrm>
            </p:contentPart>
          </mc:Choice>
          <mc:Fallback>
            <p:pic>
              <p:nvPicPr>
                <p:cNvPr id="290" name="Tinta 289">
                  <a:extLst>
                    <a:ext uri="{FF2B5EF4-FFF2-40B4-BE49-F238E27FC236}">
                      <a16:creationId xmlns:a16="http://schemas.microsoft.com/office/drawing/2014/main" id="{F8F776CC-909F-71C3-76E2-0477ED499C02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2965657" y="4819301"/>
                  <a:ext cx="21852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1">
              <p14:nvContentPartPr>
                <p14:cNvPr id="291" name="Tinta 290">
                  <a:extLst>
                    <a:ext uri="{FF2B5EF4-FFF2-40B4-BE49-F238E27FC236}">
                      <a16:creationId xmlns:a16="http://schemas.microsoft.com/office/drawing/2014/main" id="{BC35882E-182F-5889-F22F-E44F247289FE}"/>
                    </a:ext>
                  </a:extLst>
                </p14:cNvPr>
                <p14:cNvContentPartPr/>
                <p14:nvPr/>
              </p14:nvContentPartPr>
              <p14:xfrm>
                <a:off x="2928577" y="4953221"/>
                <a:ext cx="360" cy="360"/>
              </p14:xfrm>
            </p:contentPart>
          </mc:Choice>
          <mc:Fallback>
            <p:pic>
              <p:nvPicPr>
                <p:cNvPr id="291" name="Tinta 290">
                  <a:extLst>
                    <a:ext uri="{FF2B5EF4-FFF2-40B4-BE49-F238E27FC236}">
                      <a16:creationId xmlns:a16="http://schemas.microsoft.com/office/drawing/2014/main" id="{BC35882E-182F-5889-F22F-E44F247289FE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2910937" y="493558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2">
              <p14:nvContentPartPr>
                <p14:cNvPr id="292" name="Tinta 291">
                  <a:extLst>
                    <a:ext uri="{FF2B5EF4-FFF2-40B4-BE49-F238E27FC236}">
                      <a16:creationId xmlns:a16="http://schemas.microsoft.com/office/drawing/2014/main" id="{062A692B-A740-A3DC-14D7-40B4BA496D6A}"/>
                    </a:ext>
                  </a:extLst>
                </p14:cNvPr>
                <p14:cNvContentPartPr/>
                <p14:nvPr/>
              </p14:nvContentPartPr>
              <p14:xfrm>
                <a:off x="3244297" y="4968701"/>
                <a:ext cx="360" cy="360"/>
              </p14:xfrm>
            </p:contentPart>
          </mc:Choice>
          <mc:Fallback>
            <p:pic>
              <p:nvPicPr>
                <p:cNvPr id="292" name="Tinta 291">
                  <a:extLst>
                    <a:ext uri="{FF2B5EF4-FFF2-40B4-BE49-F238E27FC236}">
                      <a16:creationId xmlns:a16="http://schemas.microsoft.com/office/drawing/2014/main" id="{062A692B-A740-A3DC-14D7-40B4BA496D6A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3226297" y="495106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3">
              <p14:nvContentPartPr>
                <p14:cNvPr id="293" name="Tinta 292">
                  <a:extLst>
                    <a:ext uri="{FF2B5EF4-FFF2-40B4-BE49-F238E27FC236}">
                      <a16:creationId xmlns:a16="http://schemas.microsoft.com/office/drawing/2014/main" id="{367AA50F-6345-392D-E759-E0CCD926A444}"/>
                    </a:ext>
                  </a:extLst>
                </p14:cNvPr>
                <p14:cNvContentPartPr/>
                <p14:nvPr/>
              </p14:nvContentPartPr>
              <p14:xfrm>
                <a:off x="3388297" y="4768901"/>
                <a:ext cx="11520" cy="165600"/>
              </p14:xfrm>
            </p:contentPart>
          </mc:Choice>
          <mc:Fallback>
            <p:pic>
              <p:nvPicPr>
                <p:cNvPr id="293" name="Tinta 292">
                  <a:extLst>
                    <a:ext uri="{FF2B5EF4-FFF2-40B4-BE49-F238E27FC236}">
                      <a16:creationId xmlns:a16="http://schemas.microsoft.com/office/drawing/2014/main" id="{367AA50F-6345-392D-E759-E0CCD926A444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3370297" y="4750901"/>
                  <a:ext cx="4716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5">
              <p14:nvContentPartPr>
                <p14:cNvPr id="294" name="Tinta 293">
                  <a:extLst>
                    <a:ext uri="{FF2B5EF4-FFF2-40B4-BE49-F238E27FC236}">
                      <a16:creationId xmlns:a16="http://schemas.microsoft.com/office/drawing/2014/main" id="{5A6FCB99-1ABA-1D4C-5ED3-C16E37E38280}"/>
                    </a:ext>
                  </a:extLst>
                </p14:cNvPr>
                <p14:cNvContentPartPr/>
                <p14:nvPr/>
              </p14:nvContentPartPr>
              <p14:xfrm>
                <a:off x="3384337" y="4732541"/>
                <a:ext cx="192960" cy="205200"/>
              </p14:xfrm>
            </p:contentPart>
          </mc:Choice>
          <mc:Fallback>
            <p:pic>
              <p:nvPicPr>
                <p:cNvPr id="294" name="Tinta 293">
                  <a:extLst>
                    <a:ext uri="{FF2B5EF4-FFF2-40B4-BE49-F238E27FC236}">
                      <a16:creationId xmlns:a16="http://schemas.microsoft.com/office/drawing/2014/main" id="{5A6FCB99-1ABA-1D4C-5ED3-C16E37E38280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3366697" y="4714901"/>
                  <a:ext cx="22860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7">
              <p14:nvContentPartPr>
                <p14:cNvPr id="295" name="Tinta 294">
                  <a:extLst>
                    <a:ext uri="{FF2B5EF4-FFF2-40B4-BE49-F238E27FC236}">
                      <a16:creationId xmlns:a16="http://schemas.microsoft.com/office/drawing/2014/main" id="{6483AE25-E8D9-7DA7-0236-58C1121C6CAC}"/>
                    </a:ext>
                  </a:extLst>
                </p14:cNvPr>
                <p14:cNvContentPartPr/>
                <p14:nvPr/>
              </p14:nvContentPartPr>
              <p14:xfrm>
                <a:off x="3585577" y="4694021"/>
                <a:ext cx="109800" cy="307800"/>
              </p14:xfrm>
            </p:contentPart>
          </mc:Choice>
          <mc:Fallback>
            <p:pic>
              <p:nvPicPr>
                <p:cNvPr id="295" name="Tinta 294">
                  <a:extLst>
                    <a:ext uri="{FF2B5EF4-FFF2-40B4-BE49-F238E27FC236}">
                      <a16:creationId xmlns:a16="http://schemas.microsoft.com/office/drawing/2014/main" id="{6483AE25-E8D9-7DA7-0236-58C1121C6CAC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3567937" y="4676021"/>
                  <a:ext cx="145440" cy="34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9">
              <p14:nvContentPartPr>
                <p14:cNvPr id="296" name="Tinta 295">
                  <a:extLst>
                    <a:ext uri="{FF2B5EF4-FFF2-40B4-BE49-F238E27FC236}">
                      <a16:creationId xmlns:a16="http://schemas.microsoft.com/office/drawing/2014/main" id="{996D18AD-416D-C225-7BC2-83676C52CA77}"/>
                    </a:ext>
                  </a:extLst>
                </p14:cNvPr>
                <p14:cNvContentPartPr/>
                <p14:nvPr/>
              </p14:nvContentPartPr>
              <p14:xfrm>
                <a:off x="3824257" y="4686101"/>
                <a:ext cx="182880" cy="275400"/>
              </p14:xfrm>
            </p:contentPart>
          </mc:Choice>
          <mc:Fallback>
            <p:pic>
              <p:nvPicPr>
                <p:cNvPr id="296" name="Tinta 295">
                  <a:extLst>
                    <a:ext uri="{FF2B5EF4-FFF2-40B4-BE49-F238E27FC236}">
                      <a16:creationId xmlns:a16="http://schemas.microsoft.com/office/drawing/2014/main" id="{996D18AD-416D-C225-7BC2-83676C52CA77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3806257" y="4668101"/>
                  <a:ext cx="21852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1">
              <p14:nvContentPartPr>
                <p14:cNvPr id="297" name="Tinta 296">
                  <a:extLst>
                    <a:ext uri="{FF2B5EF4-FFF2-40B4-BE49-F238E27FC236}">
                      <a16:creationId xmlns:a16="http://schemas.microsoft.com/office/drawing/2014/main" id="{92F2E5B0-D8CE-5AB0-C5E5-948546165C78}"/>
                    </a:ext>
                  </a:extLst>
                </p14:cNvPr>
                <p14:cNvContentPartPr/>
                <p14:nvPr/>
              </p14:nvContentPartPr>
              <p14:xfrm>
                <a:off x="4070137" y="4755581"/>
                <a:ext cx="10440" cy="175680"/>
              </p14:xfrm>
            </p:contentPart>
          </mc:Choice>
          <mc:Fallback>
            <p:pic>
              <p:nvPicPr>
                <p:cNvPr id="297" name="Tinta 296">
                  <a:extLst>
                    <a:ext uri="{FF2B5EF4-FFF2-40B4-BE49-F238E27FC236}">
                      <a16:creationId xmlns:a16="http://schemas.microsoft.com/office/drawing/2014/main" id="{92F2E5B0-D8CE-5AB0-C5E5-948546165C78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4052137" y="4737581"/>
                  <a:ext cx="4608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3">
              <p14:nvContentPartPr>
                <p14:cNvPr id="298" name="Tinta 297">
                  <a:extLst>
                    <a:ext uri="{FF2B5EF4-FFF2-40B4-BE49-F238E27FC236}">
                      <a16:creationId xmlns:a16="http://schemas.microsoft.com/office/drawing/2014/main" id="{FA32D40E-1942-523E-528A-79F0C5EA7DBE}"/>
                    </a:ext>
                  </a:extLst>
                </p14:cNvPr>
                <p14:cNvContentPartPr/>
                <p14:nvPr/>
              </p14:nvContentPartPr>
              <p14:xfrm>
                <a:off x="4066177" y="4698701"/>
                <a:ext cx="194040" cy="223560"/>
              </p14:xfrm>
            </p:contentPart>
          </mc:Choice>
          <mc:Fallback>
            <p:pic>
              <p:nvPicPr>
                <p:cNvPr id="298" name="Tinta 297">
                  <a:extLst>
                    <a:ext uri="{FF2B5EF4-FFF2-40B4-BE49-F238E27FC236}">
                      <a16:creationId xmlns:a16="http://schemas.microsoft.com/office/drawing/2014/main" id="{FA32D40E-1942-523E-528A-79F0C5EA7DBE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4048537" y="4680701"/>
                  <a:ext cx="229680" cy="25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1" name="Agrupar 300">
            <a:extLst>
              <a:ext uri="{FF2B5EF4-FFF2-40B4-BE49-F238E27FC236}">
                <a16:creationId xmlns:a16="http://schemas.microsoft.com/office/drawing/2014/main" id="{8025EDD4-8346-96F7-B1E3-64993E6EB063}"/>
              </a:ext>
            </a:extLst>
          </p:cNvPr>
          <p:cNvGrpSpPr/>
          <p:nvPr/>
        </p:nvGrpSpPr>
        <p:grpSpPr>
          <a:xfrm>
            <a:off x="4474777" y="4827941"/>
            <a:ext cx="117000" cy="76680"/>
            <a:chOff x="4474777" y="4827941"/>
            <a:chExt cx="117000" cy="76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5">
              <p14:nvContentPartPr>
                <p14:cNvPr id="299" name="Tinta 298">
                  <a:extLst>
                    <a:ext uri="{FF2B5EF4-FFF2-40B4-BE49-F238E27FC236}">
                      <a16:creationId xmlns:a16="http://schemas.microsoft.com/office/drawing/2014/main" id="{7422AEEA-992A-B789-F9E6-8523BA7675C0}"/>
                    </a:ext>
                  </a:extLst>
                </p14:cNvPr>
                <p14:cNvContentPartPr/>
                <p14:nvPr/>
              </p14:nvContentPartPr>
              <p14:xfrm>
                <a:off x="4490977" y="4887341"/>
                <a:ext cx="100800" cy="17280"/>
              </p14:xfrm>
            </p:contentPart>
          </mc:Choice>
          <mc:Fallback>
            <p:pic>
              <p:nvPicPr>
                <p:cNvPr id="299" name="Tinta 298">
                  <a:extLst>
                    <a:ext uri="{FF2B5EF4-FFF2-40B4-BE49-F238E27FC236}">
                      <a16:creationId xmlns:a16="http://schemas.microsoft.com/office/drawing/2014/main" id="{7422AEEA-992A-B789-F9E6-8523BA7675C0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4473337" y="4869341"/>
                  <a:ext cx="13644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7">
              <p14:nvContentPartPr>
                <p14:cNvPr id="300" name="Tinta 299">
                  <a:extLst>
                    <a:ext uri="{FF2B5EF4-FFF2-40B4-BE49-F238E27FC236}">
                      <a16:creationId xmlns:a16="http://schemas.microsoft.com/office/drawing/2014/main" id="{1C15D969-35CD-6F0B-85F3-C2D9BDCEC2AE}"/>
                    </a:ext>
                  </a:extLst>
                </p14:cNvPr>
                <p14:cNvContentPartPr/>
                <p14:nvPr/>
              </p14:nvContentPartPr>
              <p14:xfrm>
                <a:off x="4474777" y="4827941"/>
                <a:ext cx="109800" cy="2520"/>
              </p14:xfrm>
            </p:contentPart>
          </mc:Choice>
          <mc:Fallback>
            <p:pic>
              <p:nvPicPr>
                <p:cNvPr id="300" name="Tinta 299">
                  <a:extLst>
                    <a:ext uri="{FF2B5EF4-FFF2-40B4-BE49-F238E27FC236}">
                      <a16:creationId xmlns:a16="http://schemas.microsoft.com/office/drawing/2014/main" id="{1C15D969-35CD-6F0B-85F3-C2D9BDCEC2AE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4457137" y="4810301"/>
                  <a:ext cx="145440" cy="3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5" name="Agrupar 314">
            <a:extLst>
              <a:ext uri="{FF2B5EF4-FFF2-40B4-BE49-F238E27FC236}">
                <a16:creationId xmlns:a16="http://schemas.microsoft.com/office/drawing/2014/main" id="{004CDFEA-5309-634D-3AA8-D86D95E55AD5}"/>
              </a:ext>
            </a:extLst>
          </p:cNvPr>
          <p:cNvGrpSpPr/>
          <p:nvPr/>
        </p:nvGrpSpPr>
        <p:grpSpPr>
          <a:xfrm>
            <a:off x="4822537" y="4304861"/>
            <a:ext cx="935640" cy="578520"/>
            <a:chOff x="4822537" y="4304861"/>
            <a:chExt cx="935640" cy="578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9">
              <p14:nvContentPartPr>
                <p14:cNvPr id="304" name="Tinta 303">
                  <a:extLst>
                    <a:ext uri="{FF2B5EF4-FFF2-40B4-BE49-F238E27FC236}">
                      <a16:creationId xmlns:a16="http://schemas.microsoft.com/office/drawing/2014/main" id="{39C0A353-DB0C-ED82-AB19-8B2541691E28}"/>
                    </a:ext>
                  </a:extLst>
                </p14:cNvPr>
                <p14:cNvContentPartPr/>
                <p14:nvPr/>
              </p14:nvContentPartPr>
              <p14:xfrm>
                <a:off x="4877257" y="4737581"/>
                <a:ext cx="19080" cy="111960"/>
              </p14:xfrm>
            </p:contentPart>
          </mc:Choice>
          <mc:Fallback>
            <p:pic>
              <p:nvPicPr>
                <p:cNvPr id="304" name="Tinta 303">
                  <a:extLst>
                    <a:ext uri="{FF2B5EF4-FFF2-40B4-BE49-F238E27FC236}">
                      <a16:creationId xmlns:a16="http://schemas.microsoft.com/office/drawing/2014/main" id="{39C0A353-DB0C-ED82-AB19-8B2541691E28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4859257" y="4719581"/>
                  <a:ext cx="5472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1">
              <p14:nvContentPartPr>
                <p14:cNvPr id="305" name="Tinta 304">
                  <a:extLst>
                    <a:ext uri="{FF2B5EF4-FFF2-40B4-BE49-F238E27FC236}">
                      <a16:creationId xmlns:a16="http://schemas.microsoft.com/office/drawing/2014/main" id="{42D7E6CF-B64D-0598-0847-7712AD30E265}"/>
                    </a:ext>
                  </a:extLst>
                </p14:cNvPr>
                <p14:cNvContentPartPr/>
                <p14:nvPr/>
              </p14:nvContentPartPr>
              <p14:xfrm>
                <a:off x="4944217" y="4724261"/>
                <a:ext cx="19080" cy="159120"/>
              </p14:xfrm>
            </p:contentPart>
          </mc:Choice>
          <mc:Fallback>
            <p:pic>
              <p:nvPicPr>
                <p:cNvPr id="305" name="Tinta 304">
                  <a:extLst>
                    <a:ext uri="{FF2B5EF4-FFF2-40B4-BE49-F238E27FC236}">
                      <a16:creationId xmlns:a16="http://schemas.microsoft.com/office/drawing/2014/main" id="{42D7E6CF-B64D-0598-0847-7712AD30E265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4926577" y="4706261"/>
                  <a:ext cx="5472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3">
              <p14:nvContentPartPr>
                <p14:cNvPr id="306" name="Tinta 305">
                  <a:extLst>
                    <a:ext uri="{FF2B5EF4-FFF2-40B4-BE49-F238E27FC236}">
                      <a16:creationId xmlns:a16="http://schemas.microsoft.com/office/drawing/2014/main" id="{5335ADED-896F-5314-8CF1-7D087B440BC2}"/>
                    </a:ext>
                  </a:extLst>
                </p14:cNvPr>
                <p14:cNvContentPartPr/>
                <p14:nvPr/>
              </p14:nvContentPartPr>
              <p14:xfrm>
                <a:off x="4822537" y="4690421"/>
                <a:ext cx="153000" cy="15840"/>
              </p14:xfrm>
            </p:contentPart>
          </mc:Choice>
          <mc:Fallback>
            <p:pic>
              <p:nvPicPr>
                <p:cNvPr id="306" name="Tinta 305">
                  <a:extLst>
                    <a:ext uri="{FF2B5EF4-FFF2-40B4-BE49-F238E27FC236}">
                      <a16:creationId xmlns:a16="http://schemas.microsoft.com/office/drawing/2014/main" id="{5335ADED-896F-5314-8CF1-7D087B440BC2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4804897" y="4672781"/>
                  <a:ext cx="18864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5">
              <p14:nvContentPartPr>
                <p14:cNvPr id="307" name="Tinta 306">
                  <a:extLst>
                    <a:ext uri="{FF2B5EF4-FFF2-40B4-BE49-F238E27FC236}">
                      <a16:creationId xmlns:a16="http://schemas.microsoft.com/office/drawing/2014/main" id="{36ECD2BB-3733-E5DD-17A7-AAF7E56FDC28}"/>
                    </a:ext>
                  </a:extLst>
                </p14:cNvPr>
                <p14:cNvContentPartPr/>
                <p14:nvPr/>
              </p14:nvContentPartPr>
              <p14:xfrm>
                <a:off x="5095777" y="4867181"/>
                <a:ext cx="360" cy="360"/>
              </p14:xfrm>
            </p:contentPart>
          </mc:Choice>
          <mc:Fallback>
            <p:pic>
              <p:nvPicPr>
                <p:cNvPr id="307" name="Tinta 306">
                  <a:extLst>
                    <a:ext uri="{FF2B5EF4-FFF2-40B4-BE49-F238E27FC236}">
                      <a16:creationId xmlns:a16="http://schemas.microsoft.com/office/drawing/2014/main" id="{36ECD2BB-3733-E5DD-17A7-AAF7E56FDC28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5078137" y="484918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6">
              <p14:nvContentPartPr>
                <p14:cNvPr id="308" name="Tinta 307">
                  <a:extLst>
                    <a:ext uri="{FF2B5EF4-FFF2-40B4-BE49-F238E27FC236}">
                      <a16:creationId xmlns:a16="http://schemas.microsoft.com/office/drawing/2014/main" id="{212DF3A5-2C9D-8299-7700-036281253AF5}"/>
                    </a:ext>
                  </a:extLst>
                </p14:cNvPr>
                <p14:cNvContentPartPr/>
                <p14:nvPr/>
              </p14:nvContentPartPr>
              <p14:xfrm>
                <a:off x="5228617" y="4650461"/>
                <a:ext cx="21600" cy="178200"/>
              </p14:xfrm>
            </p:contentPart>
          </mc:Choice>
          <mc:Fallback>
            <p:pic>
              <p:nvPicPr>
                <p:cNvPr id="308" name="Tinta 307">
                  <a:extLst>
                    <a:ext uri="{FF2B5EF4-FFF2-40B4-BE49-F238E27FC236}">
                      <a16:creationId xmlns:a16="http://schemas.microsoft.com/office/drawing/2014/main" id="{212DF3A5-2C9D-8299-7700-036281253AF5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5210977" y="4632461"/>
                  <a:ext cx="5724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8">
              <p14:nvContentPartPr>
                <p14:cNvPr id="309" name="Tinta 308">
                  <a:extLst>
                    <a:ext uri="{FF2B5EF4-FFF2-40B4-BE49-F238E27FC236}">
                      <a16:creationId xmlns:a16="http://schemas.microsoft.com/office/drawing/2014/main" id="{2D80C915-36D5-4431-7E21-E81C9FFA019B}"/>
                    </a:ext>
                  </a:extLst>
                </p14:cNvPr>
                <p14:cNvContentPartPr/>
                <p14:nvPr/>
              </p14:nvContentPartPr>
              <p14:xfrm>
                <a:off x="5228617" y="4568741"/>
                <a:ext cx="190080" cy="296640"/>
              </p14:xfrm>
            </p:contentPart>
          </mc:Choice>
          <mc:Fallback>
            <p:pic>
              <p:nvPicPr>
                <p:cNvPr id="309" name="Tinta 308">
                  <a:extLst>
                    <a:ext uri="{FF2B5EF4-FFF2-40B4-BE49-F238E27FC236}">
                      <a16:creationId xmlns:a16="http://schemas.microsoft.com/office/drawing/2014/main" id="{2D80C915-36D5-4431-7E21-E81C9FFA019B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5210977" y="4551101"/>
                  <a:ext cx="225720" cy="33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0">
              <p14:nvContentPartPr>
                <p14:cNvPr id="310" name="Tinta 309">
                  <a:extLst>
                    <a:ext uri="{FF2B5EF4-FFF2-40B4-BE49-F238E27FC236}">
                      <a16:creationId xmlns:a16="http://schemas.microsoft.com/office/drawing/2014/main" id="{2106116B-2939-0434-A8B7-55EB29E62CDD}"/>
                    </a:ext>
                  </a:extLst>
                </p14:cNvPr>
                <p14:cNvContentPartPr/>
                <p14:nvPr/>
              </p14:nvContentPartPr>
              <p14:xfrm>
                <a:off x="5338057" y="4304861"/>
                <a:ext cx="120960" cy="230760"/>
              </p14:xfrm>
            </p:contentPart>
          </mc:Choice>
          <mc:Fallback>
            <p:pic>
              <p:nvPicPr>
                <p:cNvPr id="310" name="Tinta 309">
                  <a:extLst>
                    <a:ext uri="{FF2B5EF4-FFF2-40B4-BE49-F238E27FC236}">
                      <a16:creationId xmlns:a16="http://schemas.microsoft.com/office/drawing/2014/main" id="{2106116B-2939-0434-A8B7-55EB29E62CDD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5320057" y="4287221"/>
                  <a:ext cx="15660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2">
              <p14:nvContentPartPr>
                <p14:cNvPr id="311" name="Tinta 310">
                  <a:extLst>
                    <a:ext uri="{FF2B5EF4-FFF2-40B4-BE49-F238E27FC236}">
                      <a16:creationId xmlns:a16="http://schemas.microsoft.com/office/drawing/2014/main" id="{F58C19C7-0CD0-CAFC-4CBC-8B6189B8A901}"/>
                    </a:ext>
                  </a:extLst>
                </p14:cNvPr>
                <p14:cNvContentPartPr/>
                <p14:nvPr/>
              </p14:nvContentPartPr>
              <p14:xfrm>
                <a:off x="5653417" y="4669181"/>
                <a:ext cx="28800" cy="202680"/>
              </p14:xfrm>
            </p:contentPart>
          </mc:Choice>
          <mc:Fallback>
            <p:pic>
              <p:nvPicPr>
                <p:cNvPr id="311" name="Tinta 310">
                  <a:extLst>
                    <a:ext uri="{FF2B5EF4-FFF2-40B4-BE49-F238E27FC236}">
                      <a16:creationId xmlns:a16="http://schemas.microsoft.com/office/drawing/2014/main" id="{F58C19C7-0CD0-CAFC-4CBC-8B6189B8A901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5635417" y="4651541"/>
                  <a:ext cx="6444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4">
              <p14:nvContentPartPr>
                <p14:cNvPr id="312" name="Tinta 311">
                  <a:extLst>
                    <a:ext uri="{FF2B5EF4-FFF2-40B4-BE49-F238E27FC236}">
                      <a16:creationId xmlns:a16="http://schemas.microsoft.com/office/drawing/2014/main" id="{F882F45B-71F5-EEBA-33DA-797A68A2B5FC}"/>
                    </a:ext>
                  </a:extLst>
                </p14:cNvPr>
                <p14:cNvContentPartPr/>
                <p14:nvPr/>
              </p14:nvContentPartPr>
              <p14:xfrm>
                <a:off x="5609857" y="4727501"/>
                <a:ext cx="148320" cy="17280"/>
              </p14:xfrm>
            </p:contentPart>
          </mc:Choice>
          <mc:Fallback>
            <p:pic>
              <p:nvPicPr>
                <p:cNvPr id="312" name="Tinta 311">
                  <a:extLst>
                    <a:ext uri="{FF2B5EF4-FFF2-40B4-BE49-F238E27FC236}">
                      <a16:creationId xmlns:a16="http://schemas.microsoft.com/office/drawing/2014/main" id="{F882F45B-71F5-EEBA-33DA-797A68A2B5FC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5592217" y="4709501"/>
                  <a:ext cx="183960" cy="52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96">
            <p14:nvContentPartPr>
              <p14:cNvPr id="313" name="Tinta 312">
                <a:extLst>
                  <a:ext uri="{FF2B5EF4-FFF2-40B4-BE49-F238E27FC236}">
                    <a16:creationId xmlns:a16="http://schemas.microsoft.com/office/drawing/2014/main" id="{15707281-A337-A33E-D4D1-664C3CBF4329}"/>
                  </a:ext>
                </a:extLst>
              </p14:cNvPr>
              <p14:cNvContentPartPr/>
              <p14:nvPr/>
            </p14:nvContentPartPr>
            <p14:xfrm>
              <a:off x="5984617" y="4701581"/>
              <a:ext cx="227880" cy="221400"/>
            </p14:xfrm>
          </p:contentPart>
        </mc:Choice>
        <mc:Fallback>
          <p:pic>
            <p:nvPicPr>
              <p:cNvPr id="313" name="Tinta 312">
                <a:extLst>
                  <a:ext uri="{FF2B5EF4-FFF2-40B4-BE49-F238E27FC236}">
                    <a16:creationId xmlns:a16="http://schemas.microsoft.com/office/drawing/2014/main" id="{15707281-A337-A33E-D4D1-664C3CBF4329}"/>
                  </a:ext>
                </a:extLst>
              </p:cNvPr>
              <p:cNvPicPr/>
              <p:nvPr/>
            </p:nvPicPr>
            <p:blipFill>
              <a:blip r:embed="rId497"/>
              <a:stretch>
                <a:fillRect/>
              </a:stretch>
            </p:blipFill>
            <p:spPr>
              <a:xfrm>
                <a:off x="5966977" y="4683581"/>
                <a:ext cx="263520" cy="257040"/>
              </a:xfrm>
              <a:prstGeom prst="rect">
                <a:avLst/>
              </a:prstGeom>
            </p:spPr>
          </p:pic>
        </mc:Fallback>
      </mc:AlternateContent>
      <p:grpSp>
        <p:nvGrpSpPr>
          <p:cNvPr id="330" name="Agrupar 329">
            <a:extLst>
              <a:ext uri="{FF2B5EF4-FFF2-40B4-BE49-F238E27FC236}">
                <a16:creationId xmlns:a16="http://schemas.microsoft.com/office/drawing/2014/main" id="{6247B32C-BC4E-21DF-3089-801846DB903B}"/>
              </a:ext>
            </a:extLst>
          </p:cNvPr>
          <p:cNvGrpSpPr/>
          <p:nvPr/>
        </p:nvGrpSpPr>
        <p:grpSpPr>
          <a:xfrm>
            <a:off x="322177" y="5511581"/>
            <a:ext cx="1384920" cy="311400"/>
            <a:chOff x="322177" y="5511581"/>
            <a:chExt cx="1384920" cy="311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8">
              <p14:nvContentPartPr>
                <p14:cNvPr id="316" name="Tinta 315">
                  <a:extLst>
                    <a:ext uri="{FF2B5EF4-FFF2-40B4-BE49-F238E27FC236}">
                      <a16:creationId xmlns:a16="http://schemas.microsoft.com/office/drawing/2014/main" id="{B4894A4C-AAD9-B729-24C9-CAD90011E7B6}"/>
                    </a:ext>
                  </a:extLst>
                </p14:cNvPr>
                <p14:cNvContentPartPr/>
                <p14:nvPr/>
              </p14:nvContentPartPr>
              <p14:xfrm>
                <a:off x="322177" y="5511581"/>
                <a:ext cx="142920" cy="231480"/>
              </p14:xfrm>
            </p:contentPart>
          </mc:Choice>
          <mc:Fallback>
            <p:pic>
              <p:nvPicPr>
                <p:cNvPr id="316" name="Tinta 315">
                  <a:extLst>
                    <a:ext uri="{FF2B5EF4-FFF2-40B4-BE49-F238E27FC236}">
                      <a16:creationId xmlns:a16="http://schemas.microsoft.com/office/drawing/2014/main" id="{B4894A4C-AAD9-B729-24C9-CAD90011E7B6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304177" y="5493581"/>
                  <a:ext cx="17856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0">
              <p14:nvContentPartPr>
                <p14:cNvPr id="317" name="Tinta 316">
                  <a:extLst>
                    <a:ext uri="{FF2B5EF4-FFF2-40B4-BE49-F238E27FC236}">
                      <a16:creationId xmlns:a16="http://schemas.microsoft.com/office/drawing/2014/main" id="{FF394B1C-999B-014F-CAE2-C2C5E1350843}"/>
                    </a:ext>
                  </a:extLst>
                </p14:cNvPr>
                <p14:cNvContentPartPr/>
                <p14:nvPr/>
              </p14:nvContentPartPr>
              <p14:xfrm>
                <a:off x="535657" y="5569181"/>
                <a:ext cx="15120" cy="124560"/>
              </p14:xfrm>
            </p:contentPart>
          </mc:Choice>
          <mc:Fallback>
            <p:pic>
              <p:nvPicPr>
                <p:cNvPr id="317" name="Tinta 316">
                  <a:extLst>
                    <a:ext uri="{FF2B5EF4-FFF2-40B4-BE49-F238E27FC236}">
                      <a16:creationId xmlns:a16="http://schemas.microsoft.com/office/drawing/2014/main" id="{FF394B1C-999B-014F-CAE2-C2C5E1350843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517657" y="5551181"/>
                  <a:ext cx="5076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2">
              <p14:nvContentPartPr>
                <p14:cNvPr id="318" name="Tinta 317">
                  <a:extLst>
                    <a:ext uri="{FF2B5EF4-FFF2-40B4-BE49-F238E27FC236}">
                      <a16:creationId xmlns:a16="http://schemas.microsoft.com/office/drawing/2014/main" id="{A5FD40EC-33B1-F19D-C96D-1696B6F92F57}"/>
                    </a:ext>
                  </a:extLst>
                </p14:cNvPr>
                <p14:cNvContentPartPr/>
                <p14:nvPr/>
              </p14:nvContentPartPr>
              <p14:xfrm>
                <a:off x="543217" y="5528861"/>
                <a:ext cx="99360" cy="180360"/>
              </p14:xfrm>
            </p:contentPart>
          </mc:Choice>
          <mc:Fallback>
            <p:pic>
              <p:nvPicPr>
                <p:cNvPr id="318" name="Tinta 317">
                  <a:extLst>
                    <a:ext uri="{FF2B5EF4-FFF2-40B4-BE49-F238E27FC236}">
                      <a16:creationId xmlns:a16="http://schemas.microsoft.com/office/drawing/2014/main" id="{A5FD40EC-33B1-F19D-C96D-1696B6F92F57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525217" y="5510861"/>
                  <a:ext cx="1350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4">
              <p14:nvContentPartPr>
                <p14:cNvPr id="319" name="Tinta 318">
                  <a:extLst>
                    <a:ext uri="{FF2B5EF4-FFF2-40B4-BE49-F238E27FC236}">
                      <a16:creationId xmlns:a16="http://schemas.microsoft.com/office/drawing/2014/main" id="{6C4A96E9-DFF7-72B9-D80C-9CA73D09CDC7}"/>
                    </a:ext>
                  </a:extLst>
                </p14:cNvPr>
                <p14:cNvContentPartPr/>
                <p14:nvPr/>
              </p14:nvContentPartPr>
              <p14:xfrm>
                <a:off x="674617" y="5535701"/>
                <a:ext cx="79920" cy="162720"/>
              </p14:xfrm>
            </p:contentPart>
          </mc:Choice>
          <mc:Fallback>
            <p:pic>
              <p:nvPicPr>
                <p:cNvPr id="319" name="Tinta 318">
                  <a:extLst>
                    <a:ext uri="{FF2B5EF4-FFF2-40B4-BE49-F238E27FC236}">
                      <a16:creationId xmlns:a16="http://schemas.microsoft.com/office/drawing/2014/main" id="{6C4A96E9-DFF7-72B9-D80C-9CA73D09CDC7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656977" y="5517701"/>
                  <a:ext cx="11556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6">
              <p14:nvContentPartPr>
                <p14:cNvPr id="320" name="Tinta 319">
                  <a:extLst>
                    <a:ext uri="{FF2B5EF4-FFF2-40B4-BE49-F238E27FC236}">
                      <a16:creationId xmlns:a16="http://schemas.microsoft.com/office/drawing/2014/main" id="{061EC421-BDD8-F542-831A-42DC5BC1D4E3}"/>
                    </a:ext>
                  </a:extLst>
                </p14:cNvPr>
                <p14:cNvContentPartPr/>
                <p14:nvPr/>
              </p14:nvContentPartPr>
              <p14:xfrm>
                <a:off x="817537" y="5579261"/>
                <a:ext cx="100800" cy="126000"/>
              </p14:xfrm>
            </p:contentPart>
          </mc:Choice>
          <mc:Fallback>
            <p:pic>
              <p:nvPicPr>
                <p:cNvPr id="320" name="Tinta 319">
                  <a:extLst>
                    <a:ext uri="{FF2B5EF4-FFF2-40B4-BE49-F238E27FC236}">
                      <a16:creationId xmlns:a16="http://schemas.microsoft.com/office/drawing/2014/main" id="{061EC421-BDD8-F542-831A-42DC5BC1D4E3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799537" y="5561261"/>
                  <a:ext cx="13644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8">
              <p14:nvContentPartPr>
                <p14:cNvPr id="321" name="Tinta 320">
                  <a:extLst>
                    <a:ext uri="{FF2B5EF4-FFF2-40B4-BE49-F238E27FC236}">
                      <a16:creationId xmlns:a16="http://schemas.microsoft.com/office/drawing/2014/main" id="{7DBA9119-6C63-EB8E-F049-B448C7F1AA2B}"/>
                    </a:ext>
                  </a:extLst>
                </p14:cNvPr>
                <p14:cNvContentPartPr/>
                <p14:nvPr/>
              </p14:nvContentPartPr>
              <p14:xfrm>
                <a:off x="798817" y="5569181"/>
                <a:ext cx="83520" cy="57240"/>
              </p14:xfrm>
            </p:contentPart>
          </mc:Choice>
          <mc:Fallback>
            <p:pic>
              <p:nvPicPr>
                <p:cNvPr id="321" name="Tinta 320">
                  <a:extLst>
                    <a:ext uri="{FF2B5EF4-FFF2-40B4-BE49-F238E27FC236}">
                      <a16:creationId xmlns:a16="http://schemas.microsoft.com/office/drawing/2014/main" id="{7DBA9119-6C63-EB8E-F049-B448C7F1AA2B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781177" y="5551181"/>
                  <a:ext cx="11916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0">
              <p14:nvContentPartPr>
                <p14:cNvPr id="322" name="Tinta 321">
                  <a:extLst>
                    <a:ext uri="{FF2B5EF4-FFF2-40B4-BE49-F238E27FC236}">
                      <a16:creationId xmlns:a16="http://schemas.microsoft.com/office/drawing/2014/main" id="{30AE7F54-9925-4BD2-1294-D0583B82815B}"/>
                    </a:ext>
                  </a:extLst>
                </p14:cNvPr>
                <p14:cNvContentPartPr/>
                <p14:nvPr/>
              </p14:nvContentPartPr>
              <p14:xfrm>
                <a:off x="965137" y="5599061"/>
                <a:ext cx="1440" cy="107640"/>
              </p14:xfrm>
            </p:contentPart>
          </mc:Choice>
          <mc:Fallback>
            <p:pic>
              <p:nvPicPr>
                <p:cNvPr id="322" name="Tinta 321">
                  <a:extLst>
                    <a:ext uri="{FF2B5EF4-FFF2-40B4-BE49-F238E27FC236}">
                      <a16:creationId xmlns:a16="http://schemas.microsoft.com/office/drawing/2014/main" id="{30AE7F54-9925-4BD2-1294-D0583B82815B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947497" y="5581421"/>
                  <a:ext cx="3708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2">
              <p14:nvContentPartPr>
                <p14:cNvPr id="323" name="Tinta 322">
                  <a:extLst>
                    <a:ext uri="{FF2B5EF4-FFF2-40B4-BE49-F238E27FC236}">
                      <a16:creationId xmlns:a16="http://schemas.microsoft.com/office/drawing/2014/main" id="{574A9747-34F3-AD49-5BB2-E180F9A2F233}"/>
                    </a:ext>
                  </a:extLst>
                </p14:cNvPr>
                <p14:cNvContentPartPr/>
                <p14:nvPr/>
              </p14:nvContentPartPr>
              <p14:xfrm>
                <a:off x="980617" y="5541101"/>
                <a:ext cx="199800" cy="175680"/>
              </p14:xfrm>
            </p:contentPart>
          </mc:Choice>
          <mc:Fallback>
            <p:pic>
              <p:nvPicPr>
                <p:cNvPr id="323" name="Tinta 322">
                  <a:extLst>
                    <a:ext uri="{FF2B5EF4-FFF2-40B4-BE49-F238E27FC236}">
                      <a16:creationId xmlns:a16="http://schemas.microsoft.com/office/drawing/2014/main" id="{574A9747-34F3-AD49-5BB2-E180F9A2F233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962617" y="5523461"/>
                  <a:ext cx="23544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4">
              <p14:nvContentPartPr>
                <p14:cNvPr id="324" name="Tinta 323">
                  <a:extLst>
                    <a:ext uri="{FF2B5EF4-FFF2-40B4-BE49-F238E27FC236}">
                      <a16:creationId xmlns:a16="http://schemas.microsoft.com/office/drawing/2014/main" id="{1020393D-9D8F-0023-4EB4-53D7F12170D4}"/>
                    </a:ext>
                  </a:extLst>
                </p14:cNvPr>
                <p14:cNvContentPartPr/>
                <p14:nvPr/>
              </p14:nvContentPartPr>
              <p14:xfrm>
                <a:off x="1221097" y="5562701"/>
                <a:ext cx="100800" cy="159480"/>
              </p14:xfrm>
            </p:contentPart>
          </mc:Choice>
          <mc:Fallback>
            <p:pic>
              <p:nvPicPr>
                <p:cNvPr id="324" name="Tinta 323">
                  <a:extLst>
                    <a:ext uri="{FF2B5EF4-FFF2-40B4-BE49-F238E27FC236}">
                      <a16:creationId xmlns:a16="http://schemas.microsoft.com/office/drawing/2014/main" id="{1020393D-9D8F-0023-4EB4-53D7F12170D4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1203457" y="5545061"/>
                  <a:ext cx="13644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6">
              <p14:nvContentPartPr>
                <p14:cNvPr id="325" name="Tinta 324">
                  <a:extLst>
                    <a:ext uri="{FF2B5EF4-FFF2-40B4-BE49-F238E27FC236}">
                      <a16:creationId xmlns:a16="http://schemas.microsoft.com/office/drawing/2014/main" id="{274631E6-A0FE-436B-20F3-317224D716A9}"/>
                    </a:ext>
                  </a:extLst>
                </p14:cNvPr>
                <p14:cNvContentPartPr/>
                <p14:nvPr/>
              </p14:nvContentPartPr>
              <p14:xfrm>
                <a:off x="1249537" y="5638301"/>
                <a:ext cx="79920" cy="10440"/>
              </p14:xfrm>
            </p:contentPart>
          </mc:Choice>
          <mc:Fallback>
            <p:pic>
              <p:nvPicPr>
                <p:cNvPr id="325" name="Tinta 324">
                  <a:extLst>
                    <a:ext uri="{FF2B5EF4-FFF2-40B4-BE49-F238E27FC236}">
                      <a16:creationId xmlns:a16="http://schemas.microsoft.com/office/drawing/2014/main" id="{274631E6-A0FE-436B-20F3-317224D716A9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1231897" y="5620661"/>
                  <a:ext cx="11556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8">
              <p14:nvContentPartPr>
                <p14:cNvPr id="326" name="Tinta 325">
                  <a:extLst>
                    <a:ext uri="{FF2B5EF4-FFF2-40B4-BE49-F238E27FC236}">
                      <a16:creationId xmlns:a16="http://schemas.microsoft.com/office/drawing/2014/main" id="{E7520545-3673-F5CC-0F29-6125F19A3F7C}"/>
                    </a:ext>
                  </a:extLst>
                </p14:cNvPr>
                <p14:cNvContentPartPr/>
                <p14:nvPr/>
              </p14:nvContentPartPr>
              <p14:xfrm>
                <a:off x="1369057" y="5583581"/>
                <a:ext cx="215280" cy="142200"/>
              </p14:xfrm>
            </p:contentPart>
          </mc:Choice>
          <mc:Fallback>
            <p:pic>
              <p:nvPicPr>
                <p:cNvPr id="326" name="Tinta 325">
                  <a:extLst>
                    <a:ext uri="{FF2B5EF4-FFF2-40B4-BE49-F238E27FC236}">
                      <a16:creationId xmlns:a16="http://schemas.microsoft.com/office/drawing/2014/main" id="{E7520545-3673-F5CC-0F29-6125F19A3F7C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1351057" y="5565941"/>
                  <a:ext cx="25092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0">
              <p14:nvContentPartPr>
                <p14:cNvPr id="327" name="Tinta 326">
                  <a:extLst>
                    <a:ext uri="{FF2B5EF4-FFF2-40B4-BE49-F238E27FC236}">
                      <a16:creationId xmlns:a16="http://schemas.microsoft.com/office/drawing/2014/main" id="{C98E9702-669C-6750-721F-BA5A70C7676D}"/>
                    </a:ext>
                  </a:extLst>
                </p14:cNvPr>
                <p14:cNvContentPartPr/>
                <p14:nvPr/>
              </p14:nvContentPartPr>
              <p14:xfrm>
                <a:off x="1485697" y="5653061"/>
                <a:ext cx="83520" cy="20520"/>
              </p14:xfrm>
            </p:contentPart>
          </mc:Choice>
          <mc:Fallback>
            <p:pic>
              <p:nvPicPr>
                <p:cNvPr id="327" name="Tinta 326">
                  <a:extLst>
                    <a:ext uri="{FF2B5EF4-FFF2-40B4-BE49-F238E27FC236}">
                      <a16:creationId xmlns:a16="http://schemas.microsoft.com/office/drawing/2014/main" id="{C98E9702-669C-6750-721F-BA5A70C7676D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1467697" y="5635061"/>
                  <a:ext cx="11916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2">
              <p14:nvContentPartPr>
                <p14:cNvPr id="328" name="Tinta 327">
                  <a:extLst>
                    <a:ext uri="{FF2B5EF4-FFF2-40B4-BE49-F238E27FC236}">
                      <a16:creationId xmlns:a16="http://schemas.microsoft.com/office/drawing/2014/main" id="{86BA47C1-85D6-F7DD-D7BB-8B28555C1128}"/>
                    </a:ext>
                  </a:extLst>
                </p14:cNvPr>
                <p14:cNvContentPartPr/>
                <p14:nvPr/>
              </p14:nvContentPartPr>
              <p14:xfrm>
                <a:off x="1501897" y="5514461"/>
                <a:ext cx="205200" cy="181800"/>
              </p14:xfrm>
            </p:contentPart>
          </mc:Choice>
          <mc:Fallback>
            <p:pic>
              <p:nvPicPr>
                <p:cNvPr id="328" name="Tinta 327">
                  <a:extLst>
                    <a:ext uri="{FF2B5EF4-FFF2-40B4-BE49-F238E27FC236}">
                      <a16:creationId xmlns:a16="http://schemas.microsoft.com/office/drawing/2014/main" id="{86BA47C1-85D6-F7DD-D7BB-8B28555C1128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1483897" y="5496461"/>
                  <a:ext cx="24084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4">
              <p14:nvContentPartPr>
                <p14:cNvPr id="329" name="Tinta 328">
                  <a:extLst>
                    <a:ext uri="{FF2B5EF4-FFF2-40B4-BE49-F238E27FC236}">
                      <a16:creationId xmlns:a16="http://schemas.microsoft.com/office/drawing/2014/main" id="{9FD1606C-A912-6183-0C46-64EDB6A8F65B}"/>
                    </a:ext>
                  </a:extLst>
                </p14:cNvPr>
                <p14:cNvContentPartPr/>
                <p14:nvPr/>
              </p14:nvContentPartPr>
              <p14:xfrm>
                <a:off x="1429897" y="5695181"/>
                <a:ext cx="12600" cy="127800"/>
              </p14:xfrm>
            </p:contentPart>
          </mc:Choice>
          <mc:Fallback>
            <p:pic>
              <p:nvPicPr>
                <p:cNvPr id="329" name="Tinta 328">
                  <a:extLst>
                    <a:ext uri="{FF2B5EF4-FFF2-40B4-BE49-F238E27FC236}">
                      <a16:creationId xmlns:a16="http://schemas.microsoft.com/office/drawing/2014/main" id="{9FD1606C-A912-6183-0C46-64EDB6A8F65B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1411897" y="5677541"/>
                  <a:ext cx="48240" cy="16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0" name="Agrupar 339">
            <a:extLst>
              <a:ext uri="{FF2B5EF4-FFF2-40B4-BE49-F238E27FC236}">
                <a16:creationId xmlns:a16="http://schemas.microsoft.com/office/drawing/2014/main" id="{C8360A6B-DFF7-9270-0C25-F96C50ACCCE7}"/>
              </a:ext>
            </a:extLst>
          </p:cNvPr>
          <p:cNvGrpSpPr/>
          <p:nvPr/>
        </p:nvGrpSpPr>
        <p:grpSpPr>
          <a:xfrm>
            <a:off x="312097" y="5947901"/>
            <a:ext cx="630000" cy="230760"/>
            <a:chOff x="312097" y="5947901"/>
            <a:chExt cx="630000" cy="230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6">
              <p14:nvContentPartPr>
                <p14:cNvPr id="333" name="Tinta 332">
                  <a:extLst>
                    <a:ext uri="{FF2B5EF4-FFF2-40B4-BE49-F238E27FC236}">
                      <a16:creationId xmlns:a16="http://schemas.microsoft.com/office/drawing/2014/main" id="{B9299300-B89E-62AC-AB82-D4D7653AC678}"/>
                    </a:ext>
                  </a:extLst>
                </p14:cNvPr>
                <p14:cNvContentPartPr/>
                <p14:nvPr/>
              </p14:nvContentPartPr>
              <p14:xfrm>
                <a:off x="312097" y="5977061"/>
                <a:ext cx="181800" cy="201600"/>
              </p14:xfrm>
            </p:contentPart>
          </mc:Choice>
          <mc:Fallback>
            <p:pic>
              <p:nvPicPr>
                <p:cNvPr id="333" name="Tinta 332">
                  <a:extLst>
                    <a:ext uri="{FF2B5EF4-FFF2-40B4-BE49-F238E27FC236}">
                      <a16:creationId xmlns:a16="http://schemas.microsoft.com/office/drawing/2014/main" id="{B9299300-B89E-62AC-AB82-D4D7653AC678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294097" y="5959061"/>
                  <a:ext cx="21744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8">
              <p14:nvContentPartPr>
                <p14:cNvPr id="334" name="Tinta 333">
                  <a:extLst>
                    <a:ext uri="{FF2B5EF4-FFF2-40B4-BE49-F238E27FC236}">
                      <a16:creationId xmlns:a16="http://schemas.microsoft.com/office/drawing/2014/main" id="{EE7C8E31-25F9-B0F0-5C1D-802AF01C9583}"/>
                    </a:ext>
                  </a:extLst>
                </p14:cNvPr>
                <p14:cNvContentPartPr/>
                <p14:nvPr/>
              </p14:nvContentPartPr>
              <p14:xfrm>
                <a:off x="530617" y="6051581"/>
                <a:ext cx="91440" cy="114840"/>
              </p14:xfrm>
            </p:contentPart>
          </mc:Choice>
          <mc:Fallback>
            <p:pic>
              <p:nvPicPr>
                <p:cNvPr id="334" name="Tinta 333">
                  <a:extLst>
                    <a:ext uri="{FF2B5EF4-FFF2-40B4-BE49-F238E27FC236}">
                      <a16:creationId xmlns:a16="http://schemas.microsoft.com/office/drawing/2014/main" id="{EE7C8E31-25F9-B0F0-5C1D-802AF01C9583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512977" y="6033941"/>
                  <a:ext cx="12708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0">
              <p14:nvContentPartPr>
                <p14:cNvPr id="335" name="Tinta 334">
                  <a:extLst>
                    <a:ext uri="{FF2B5EF4-FFF2-40B4-BE49-F238E27FC236}">
                      <a16:creationId xmlns:a16="http://schemas.microsoft.com/office/drawing/2014/main" id="{A7414D2B-2D6F-D0E3-DFBB-2E7F512C1CE7}"/>
                    </a:ext>
                  </a:extLst>
                </p14:cNvPr>
                <p14:cNvContentPartPr/>
                <p14:nvPr/>
              </p14:nvContentPartPr>
              <p14:xfrm>
                <a:off x="638617" y="5947901"/>
                <a:ext cx="69840" cy="220680"/>
              </p14:xfrm>
            </p:contentPart>
          </mc:Choice>
          <mc:Fallback>
            <p:pic>
              <p:nvPicPr>
                <p:cNvPr id="335" name="Tinta 334">
                  <a:extLst>
                    <a:ext uri="{FF2B5EF4-FFF2-40B4-BE49-F238E27FC236}">
                      <a16:creationId xmlns:a16="http://schemas.microsoft.com/office/drawing/2014/main" id="{A7414D2B-2D6F-D0E3-DFBB-2E7F512C1CE7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620977" y="5930261"/>
                  <a:ext cx="10548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2">
              <p14:nvContentPartPr>
                <p14:cNvPr id="336" name="Tinta 335">
                  <a:extLst>
                    <a:ext uri="{FF2B5EF4-FFF2-40B4-BE49-F238E27FC236}">
                      <a16:creationId xmlns:a16="http://schemas.microsoft.com/office/drawing/2014/main" id="{5DD52854-B256-2313-ADD1-F8C6E7EE73CC}"/>
                    </a:ext>
                  </a:extLst>
                </p14:cNvPr>
                <p14:cNvContentPartPr/>
                <p14:nvPr/>
              </p14:nvContentPartPr>
              <p14:xfrm>
                <a:off x="740497" y="6060581"/>
                <a:ext cx="201600" cy="103320"/>
              </p14:xfrm>
            </p:contentPart>
          </mc:Choice>
          <mc:Fallback>
            <p:pic>
              <p:nvPicPr>
                <p:cNvPr id="336" name="Tinta 335">
                  <a:extLst>
                    <a:ext uri="{FF2B5EF4-FFF2-40B4-BE49-F238E27FC236}">
                      <a16:creationId xmlns:a16="http://schemas.microsoft.com/office/drawing/2014/main" id="{5DD52854-B256-2313-ADD1-F8C6E7EE73CC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722857" y="6042941"/>
                  <a:ext cx="237240" cy="13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9" name="Agrupar 338">
            <a:extLst>
              <a:ext uri="{FF2B5EF4-FFF2-40B4-BE49-F238E27FC236}">
                <a16:creationId xmlns:a16="http://schemas.microsoft.com/office/drawing/2014/main" id="{1BAA4B93-8B4E-F1AA-57FE-32B3A1953D00}"/>
              </a:ext>
            </a:extLst>
          </p:cNvPr>
          <p:cNvGrpSpPr/>
          <p:nvPr/>
        </p:nvGrpSpPr>
        <p:grpSpPr>
          <a:xfrm>
            <a:off x="1139017" y="6026021"/>
            <a:ext cx="536760" cy="301320"/>
            <a:chOff x="1139017" y="6026021"/>
            <a:chExt cx="536760" cy="301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34">
              <p14:nvContentPartPr>
                <p14:cNvPr id="337" name="Tinta 336">
                  <a:extLst>
                    <a:ext uri="{FF2B5EF4-FFF2-40B4-BE49-F238E27FC236}">
                      <a16:creationId xmlns:a16="http://schemas.microsoft.com/office/drawing/2014/main" id="{683BAB94-3F72-FF5D-B357-AF4944E791BC}"/>
                    </a:ext>
                  </a:extLst>
                </p14:cNvPr>
                <p14:cNvContentPartPr/>
                <p14:nvPr/>
              </p14:nvContentPartPr>
              <p14:xfrm>
                <a:off x="1139017" y="6026021"/>
                <a:ext cx="98280" cy="301320"/>
              </p14:xfrm>
            </p:contentPart>
          </mc:Choice>
          <mc:Fallback>
            <p:pic>
              <p:nvPicPr>
                <p:cNvPr id="337" name="Tinta 336">
                  <a:extLst>
                    <a:ext uri="{FF2B5EF4-FFF2-40B4-BE49-F238E27FC236}">
                      <a16:creationId xmlns:a16="http://schemas.microsoft.com/office/drawing/2014/main" id="{683BAB94-3F72-FF5D-B357-AF4944E791BC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1121017" y="6008381"/>
                  <a:ext cx="13392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6">
              <p14:nvContentPartPr>
                <p14:cNvPr id="338" name="Tinta 337">
                  <a:extLst>
                    <a:ext uri="{FF2B5EF4-FFF2-40B4-BE49-F238E27FC236}">
                      <a16:creationId xmlns:a16="http://schemas.microsoft.com/office/drawing/2014/main" id="{EDDAD73F-0E06-395B-7765-93024B3E5A35}"/>
                    </a:ext>
                  </a:extLst>
                </p14:cNvPr>
                <p14:cNvContentPartPr/>
                <p14:nvPr/>
              </p14:nvContentPartPr>
              <p14:xfrm>
                <a:off x="1254577" y="6030341"/>
                <a:ext cx="421200" cy="137520"/>
              </p14:xfrm>
            </p:contentPart>
          </mc:Choice>
          <mc:Fallback>
            <p:pic>
              <p:nvPicPr>
                <p:cNvPr id="338" name="Tinta 337">
                  <a:extLst>
                    <a:ext uri="{FF2B5EF4-FFF2-40B4-BE49-F238E27FC236}">
                      <a16:creationId xmlns:a16="http://schemas.microsoft.com/office/drawing/2014/main" id="{EDDAD73F-0E06-395B-7765-93024B3E5A35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1236937" y="6012341"/>
                  <a:ext cx="456840" cy="173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0" name="Agrupar 349">
            <a:extLst>
              <a:ext uri="{FF2B5EF4-FFF2-40B4-BE49-F238E27FC236}">
                <a16:creationId xmlns:a16="http://schemas.microsoft.com/office/drawing/2014/main" id="{3093C249-4F63-D96B-8E41-3EA0428EEDA7}"/>
              </a:ext>
            </a:extLst>
          </p:cNvPr>
          <p:cNvGrpSpPr/>
          <p:nvPr/>
        </p:nvGrpSpPr>
        <p:grpSpPr>
          <a:xfrm>
            <a:off x="1846417" y="6033581"/>
            <a:ext cx="596880" cy="264240"/>
            <a:chOff x="1846417" y="6033581"/>
            <a:chExt cx="596880" cy="264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38">
              <p14:nvContentPartPr>
                <p14:cNvPr id="341" name="Tinta 340">
                  <a:extLst>
                    <a:ext uri="{FF2B5EF4-FFF2-40B4-BE49-F238E27FC236}">
                      <a16:creationId xmlns:a16="http://schemas.microsoft.com/office/drawing/2014/main" id="{1079091F-54A9-FE93-6B1A-E9DB3A783D43}"/>
                    </a:ext>
                  </a:extLst>
                </p14:cNvPr>
                <p14:cNvContentPartPr/>
                <p14:nvPr/>
              </p14:nvContentPartPr>
              <p14:xfrm>
                <a:off x="1855777" y="6092261"/>
                <a:ext cx="24840" cy="205560"/>
              </p14:xfrm>
            </p:contentPart>
          </mc:Choice>
          <mc:Fallback>
            <p:pic>
              <p:nvPicPr>
                <p:cNvPr id="341" name="Tinta 340">
                  <a:extLst>
                    <a:ext uri="{FF2B5EF4-FFF2-40B4-BE49-F238E27FC236}">
                      <a16:creationId xmlns:a16="http://schemas.microsoft.com/office/drawing/2014/main" id="{1079091F-54A9-FE93-6B1A-E9DB3A783D43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1837777" y="6074261"/>
                  <a:ext cx="6048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0">
              <p14:nvContentPartPr>
                <p14:cNvPr id="342" name="Tinta 341">
                  <a:extLst>
                    <a:ext uri="{FF2B5EF4-FFF2-40B4-BE49-F238E27FC236}">
                      <a16:creationId xmlns:a16="http://schemas.microsoft.com/office/drawing/2014/main" id="{6C20F1EB-0BBE-09E6-BF4E-49957D01E874}"/>
                    </a:ext>
                  </a:extLst>
                </p14:cNvPr>
                <p14:cNvContentPartPr/>
                <p14:nvPr/>
              </p14:nvContentPartPr>
              <p14:xfrm>
                <a:off x="1846417" y="6033581"/>
                <a:ext cx="95400" cy="110520"/>
              </p14:xfrm>
            </p:contentPart>
          </mc:Choice>
          <mc:Fallback>
            <p:pic>
              <p:nvPicPr>
                <p:cNvPr id="342" name="Tinta 341">
                  <a:extLst>
                    <a:ext uri="{FF2B5EF4-FFF2-40B4-BE49-F238E27FC236}">
                      <a16:creationId xmlns:a16="http://schemas.microsoft.com/office/drawing/2014/main" id="{6C20F1EB-0BBE-09E6-BF4E-49957D01E874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1828777" y="6015581"/>
                  <a:ext cx="13104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2">
              <p14:nvContentPartPr>
                <p14:cNvPr id="343" name="Tinta 342">
                  <a:extLst>
                    <a:ext uri="{FF2B5EF4-FFF2-40B4-BE49-F238E27FC236}">
                      <a16:creationId xmlns:a16="http://schemas.microsoft.com/office/drawing/2014/main" id="{3239643E-44B0-4F03-8A97-AEA98743F2AF}"/>
                    </a:ext>
                  </a:extLst>
                </p14:cNvPr>
                <p14:cNvContentPartPr/>
                <p14:nvPr/>
              </p14:nvContentPartPr>
              <p14:xfrm>
                <a:off x="1986817" y="6045101"/>
                <a:ext cx="313200" cy="95040"/>
              </p14:xfrm>
            </p:contentPart>
          </mc:Choice>
          <mc:Fallback>
            <p:pic>
              <p:nvPicPr>
                <p:cNvPr id="343" name="Tinta 342">
                  <a:extLst>
                    <a:ext uri="{FF2B5EF4-FFF2-40B4-BE49-F238E27FC236}">
                      <a16:creationId xmlns:a16="http://schemas.microsoft.com/office/drawing/2014/main" id="{3239643E-44B0-4F03-8A97-AEA98743F2AF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1969177" y="6027461"/>
                  <a:ext cx="34884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4">
              <p14:nvContentPartPr>
                <p14:cNvPr id="344" name="Tinta 343">
                  <a:extLst>
                    <a:ext uri="{FF2B5EF4-FFF2-40B4-BE49-F238E27FC236}">
                      <a16:creationId xmlns:a16="http://schemas.microsoft.com/office/drawing/2014/main" id="{5A629894-DC74-B989-87EB-1501C3644215}"/>
                    </a:ext>
                  </a:extLst>
                </p14:cNvPr>
                <p14:cNvContentPartPr/>
                <p14:nvPr/>
              </p14:nvContentPartPr>
              <p14:xfrm>
                <a:off x="2329897" y="6060941"/>
                <a:ext cx="113400" cy="96480"/>
              </p14:xfrm>
            </p:contentPart>
          </mc:Choice>
          <mc:Fallback>
            <p:pic>
              <p:nvPicPr>
                <p:cNvPr id="344" name="Tinta 343">
                  <a:extLst>
                    <a:ext uri="{FF2B5EF4-FFF2-40B4-BE49-F238E27FC236}">
                      <a16:creationId xmlns:a16="http://schemas.microsoft.com/office/drawing/2014/main" id="{5A629894-DC74-B989-87EB-1501C3644215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2312257" y="6042941"/>
                  <a:ext cx="149040" cy="13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2" name="Agrupar 351">
            <a:extLst>
              <a:ext uri="{FF2B5EF4-FFF2-40B4-BE49-F238E27FC236}">
                <a16:creationId xmlns:a16="http://schemas.microsoft.com/office/drawing/2014/main" id="{B613D302-6652-107C-8280-396FDDB828AE}"/>
              </a:ext>
            </a:extLst>
          </p:cNvPr>
          <p:cNvGrpSpPr/>
          <p:nvPr/>
        </p:nvGrpSpPr>
        <p:grpSpPr>
          <a:xfrm>
            <a:off x="2737057" y="5892101"/>
            <a:ext cx="711000" cy="289800"/>
            <a:chOff x="2737057" y="5892101"/>
            <a:chExt cx="711000" cy="289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6">
              <p14:nvContentPartPr>
                <p14:cNvPr id="345" name="Tinta 344">
                  <a:extLst>
                    <a:ext uri="{FF2B5EF4-FFF2-40B4-BE49-F238E27FC236}">
                      <a16:creationId xmlns:a16="http://schemas.microsoft.com/office/drawing/2014/main" id="{FA5575A2-7A3C-AE4E-5BB7-3D6B26A42BCB}"/>
                    </a:ext>
                  </a:extLst>
                </p14:cNvPr>
                <p14:cNvContentPartPr/>
                <p14:nvPr/>
              </p14:nvContentPartPr>
              <p14:xfrm>
                <a:off x="2737057" y="5941421"/>
                <a:ext cx="219240" cy="174240"/>
              </p14:xfrm>
            </p:contentPart>
          </mc:Choice>
          <mc:Fallback>
            <p:pic>
              <p:nvPicPr>
                <p:cNvPr id="345" name="Tinta 344">
                  <a:extLst>
                    <a:ext uri="{FF2B5EF4-FFF2-40B4-BE49-F238E27FC236}">
                      <a16:creationId xmlns:a16="http://schemas.microsoft.com/office/drawing/2014/main" id="{FA5575A2-7A3C-AE4E-5BB7-3D6B26A42BCB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2719417" y="5923421"/>
                  <a:ext cx="25488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8">
              <p14:nvContentPartPr>
                <p14:cNvPr id="346" name="Tinta 345">
                  <a:extLst>
                    <a:ext uri="{FF2B5EF4-FFF2-40B4-BE49-F238E27FC236}">
                      <a16:creationId xmlns:a16="http://schemas.microsoft.com/office/drawing/2014/main" id="{CC6BEA63-8A10-F39E-94EC-5727949C48BC}"/>
                    </a:ext>
                  </a:extLst>
                </p14:cNvPr>
                <p14:cNvContentPartPr/>
                <p14:nvPr/>
              </p14:nvContentPartPr>
              <p14:xfrm>
                <a:off x="3049177" y="6041861"/>
                <a:ext cx="92160" cy="4680"/>
              </p14:xfrm>
            </p:contentPart>
          </mc:Choice>
          <mc:Fallback>
            <p:pic>
              <p:nvPicPr>
                <p:cNvPr id="346" name="Tinta 345">
                  <a:extLst>
                    <a:ext uri="{FF2B5EF4-FFF2-40B4-BE49-F238E27FC236}">
                      <a16:creationId xmlns:a16="http://schemas.microsoft.com/office/drawing/2014/main" id="{CC6BEA63-8A10-F39E-94EC-5727949C48BC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3031177" y="6023861"/>
                  <a:ext cx="12780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0">
              <p14:nvContentPartPr>
                <p14:cNvPr id="347" name="Tinta 346">
                  <a:extLst>
                    <a:ext uri="{FF2B5EF4-FFF2-40B4-BE49-F238E27FC236}">
                      <a16:creationId xmlns:a16="http://schemas.microsoft.com/office/drawing/2014/main" id="{F76B0145-4F49-8366-24BC-EC1466D5DDD0}"/>
                    </a:ext>
                  </a:extLst>
                </p14:cNvPr>
                <p14:cNvContentPartPr/>
                <p14:nvPr/>
              </p14:nvContentPartPr>
              <p14:xfrm>
                <a:off x="3008137" y="5946821"/>
                <a:ext cx="93600" cy="22680"/>
              </p14:xfrm>
            </p:contentPart>
          </mc:Choice>
          <mc:Fallback>
            <p:pic>
              <p:nvPicPr>
                <p:cNvPr id="347" name="Tinta 346">
                  <a:extLst>
                    <a:ext uri="{FF2B5EF4-FFF2-40B4-BE49-F238E27FC236}">
                      <a16:creationId xmlns:a16="http://schemas.microsoft.com/office/drawing/2014/main" id="{F76B0145-4F49-8366-24BC-EC1466D5DDD0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2990497" y="5929181"/>
                  <a:ext cx="12924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2">
              <p14:nvContentPartPr>
                <p14:cNvPr id="348" name="Tinta 347">
                  <a:extLst>
                    <a:ext uri="{FF2B5EF4-FFF2-40B4-BE49-F238E27FC236}">
                      <a16:creationId xmlns:a16="http://schemas.microsoft.com/office/drawing/2014/main" id="{816C0ECE-B755-32C9-56CB-D8479B287275}"/>
                    </a:ext>
                  </a:extLst>
                </p14:cNvPr>
                <p14:cNvContentPartPr/>
                <p14:nvPr/>
              </p14:nvContentPartPr>
              <p14:xfrm>
                <a:off x="3210457" y="5892101"/>
                <a:ext cx="157320" cy="181080"/>
              </p14:xfrm>
            </p:contentPart>
          </mc:Choice>
          <mc:Fallback>
            <p:pic>
              <p:nvPicPr>
                <p:cNvPr id="348" name="Tinta 347">
                  <a:extLst>
                    <a:ext uri="{FF2B5EF4-FFF2-40B4-BE49-F238E27FC236}">
                      <a16:creationId xmlns:a16="http://schemas.microsoft.com/office/drawing/2014/main" id="{816C0ECE-B755-32C9-56CB-D8479B287275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3192817" y="5874101"/>
                  <a:ext cx="19296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4">
              <p14:nvContentPartPr>
                <p14:cNvPr id="351" name="Tinta 350">
                  <a:extLst>
                    <a:ext uri="{FF2B5EF4-FFF2-40B4-BE49-F238E27FC236}">
                      <a16:creationId xmlns:a16="http://schemas.microsoft.com/office/drawing/2014/main" id="{73B0E1D4-0F3B-0997-1E9A-5D9A06A79004}"/>
                    </a:ext>
                  </a:extLst>
                </p14:cNvPr>
                <p14:cNvContentPartPr/>
                <p14:nvPr/>
              </p14:nvContentPartPr>
              <p14:xfrm>
                <a:off x="3400537" y="6076421"/>
                <a:ext cx="47520" cy="105480"/>
              </p14:xfrm>
            </p:contentPart>
          </mc:Choice>
          <mc:Fallback>
            <p:pic>
              <p:nvPicPr>
                <p:cNvPr id="351" name="Tinta 350">
                  <a:extLst>
                    <a:ext uri="{FF2B5EF4-FFF2-40B4-BE49-F238E27FC236}">
                      <a16:creationId xmlns:a16="http://schemas.microsoft.com/office/drawing/2014/main" id="{73B0E1D4-0F3B-0997-1E9A-5D9A06A79004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3382897" y="6058781"/>
                  <a:ext cx="83160" cy="14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7" name="Agrupar 356">
            <a:extLst>
              <a:ext uri="{FF2B5EF4-FFF2-40B4-BE49-F238E27FC236}">
                <a16:creationId xmlns:a16="http://schemas.microsoft.com/office/drawing/2014/main" id="{5851636D-612B-07FB-4AFD-D623EC3FE4C4}"/>
              </a:ext>
            </a:extLst>
          </p:cNvPr>
          <p:cNvGrpSpPr/>
          <p:nvPr/>
        </p:nvGrpSpPr>
        <p:grpSpPr>
          <a:xfrm>
            <a:off x="3743257" y="5878781"/>
            <a:ext cx="824760" cy="228240"/>
            <a:chOff x="3743257" y="5878781"/>
            <a:chExt cx="824760" cy="228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56">
              <p14:nvContentPartPr>
                <p14:cNvPr id="353" name="Tinta 352">
                  <a:extLst>
                    <a:ext uri="{FF2B5EF4-FFF2-40B4-BE49-F238E27FC236}">
                      <a16:creationId xmlns:a16="http://schemas.microsoft.com/office/drawing/2014/main" id="{81D3BB2C-C15F-C904-D2A0-E119B9344812}"/>
                    </a:ext>
                  </a:extLst>
                </p14:cNvPr>
                <p14:cNvContentPartPr/>
                <p14:nvPr/>
              </p14:nvContentPartPr>
              <p14:xfrm>
                <a:off x="3784297" y="5878781"/>
                <a:ext cx="28800" cy="223920"/>
              </p14:xfrm>
            </p:contentPart>
          </mc:Choice>
          <mc:Fallback>
            <p:pic>
              <p:nvPicPr>
                <p:cNvPr id="353" name="Tinta 352">
                  <a:extLst>
                    <a:ext uri="{FF2B5EF4-FFF2-40B4-BE49-F238E27FC236}">
                      <a16:creationId xmlns:a16="http://schemas.microsoft.com/office/drawing/2014/main" id="{81D3BB2C-C15F-C904-D2A0-E119B9344812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3766657" y="5860781"/>
                  <a:ext cx="6444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8">
              <p14:nvContentPartPr>
                <p14:cNvPr id="354" name="Tinta 353">
                  <a:extLst>
                    <a:ext uri="{FF2B5EF4-FFF2-40B4-BE49-F238E27FC236}">
                      <a16:creationId xmlns:a16="http://schemas.microsoft.com/office/drawing/2014/main" id="{09FD8936-D190-9F0B-BAC0-0571970637B2}"/>
                    </a:ext>
                  </a:extLst>
                </p14:cNvPr>
                <p14:cNvContentPartPr/>
                <p14:nvPr/>
              </p14:nvContentPartPr>
              <p14:xfrm>
                <a:off x="3743257" y="5894261"/>
                <a:ext cx="146880" cy="15840"/>
              </p14:xfrm>
            </p:contentPart>
          </mc:Choice>
          <mc:Fallback>
            <p:pic>
              <p:nvPicPr>
                <p:cNvPr id="354" name="Tinta 353">
                  <a:extLst>
                    <a:ext uri="{FF2B5EF4-FFF2-40B4-BE49-F238E27FC236}">
                      <a16:creationId xmlns:a16="http://schemas.microsoft.com/office/drawing/2014/main" id="{09FD8936-D190-9F0B-BAC0-0571970637B2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3725617" y="5876621"/>
                  <a:ext cx="18252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0">
              <p14:nvContentPartPr>
                <p14:cNvPr id="355" name="Tinta 354">
                  <a:extLst>
                    <a:ext uri="{FF2B5EF4-FFF2-40B4-BE49-F238E27FC236}">
                      <a16:creationId xmlns:a16="http://schemas.microsoft.com/office/drawing/2014/main" id="{17E493D5-C4A4-2705-824D-7064B4FD5267}"/>
                    </a:ext>
                  </a:extLst>
                </p14:cNvPr>
                <p14:cNvContentPartPr/>
                <p14:nvPr/>
              </p14:nvContentPartPr>
              <p14:xfrm>
                <a:off x="3889057" y="5995061"/>
                <a:ext cx="124200" cy="111960"/>
              </p14:xfrm>
            </p:contentPart>
          </mc:Choice>
          <mc:Fallback>
            <p:pic>
              <p:nvPicPr>
                <p:cNvPr id="355" name="Tinta 354">
                  <a:extLst>
                    <a:ext uri="{FF2B5EF4-FFF2-40B4-BE49-F238E27FC236}">
                      <a16:creationId xmlns:a16="http://schemas.microsoft.com/office/drawing/2014/main" id="{17E493D5-C4A4-2705-824D-7064B4FD5267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3871057" y="5977061"/>
                  <a:ext cx="15984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2">
              <p14:nvContentPartPr>
                <p14:cNvPr id="356" name="Tinta 355">
                  <a:extLst>
                    <a:ext uri="{FF2B5EF4-FFF2-40B4-BE49-F238E27FC236}">
                      <a16:creationId xmlns:a16="http://schemas.microsoft.com/office/drawing/2014/main" id="{8CE1BE0E-F4F4-CE1D-6C7C-8CD9D4CD487A}"/>
                    </a:ext>
                  </a:extLst>
                </p14:cNvPr>
                <p14:cNvContentPartPr/>
                <p14:nvPr/>
              </p14:nvContentPartPr>
              <p14:xfrm>
                <a:off x="3950617" y="5973461"/>
                <a:ext cx="617400" cy="126360"/>
              </p14:xfrm>
            </p:contentPart>
          </mc:Choice>
          <mc:Fallback>
            <p:pic>
              <p:nvPicPr>
                <p:cNvPr id="356" name="Tinta 355">
                  <a:extLst>
                    <a:ext uri="{FF2B5EF4-FFF2-40B4-BE49-F238E27FC236}">
                      <a16:creationId xmlns:a16="http://schemas.microsoft.com/office/drawing/2014/main" id="{8CE1BE0E-F4F4-CE1D-6C7C-8CD9D4CD487A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3932977" y="5955821"/>
                  <a:ext cx="653040" cy="162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64">
            <p14:nvContentPartPr>
              <p14:cNvPr id="358" name="Tinta 357">
                <a:extLst>
                  <a:ext uri="{FF2B5EF4-FFF2-40B4-BE49-F238E27FC236}">
                    <a16:creationId xmlns:a16="http://schemas.microsoft.com/office/drawing/2014/main" id="{39923878-F211-856E-D162-8EB7DECADB5E}"/>
                  </a:ext>
                </a:extLst>
              </p14:cNvPr>
              <p14:cNvContentPartPr/>
              <p14:nvPr/>
            </p14:nvContentPartPr>
            <p14:xfrm>
              <a:off x="4848457" y="5971301"/>
              <a:ext cx="123480" cy="148320"/>
            </p14:xfrm>
          </p:contentPart>
        </mc:Choice>
        <mc:Fallback>
          <p:pic>
            <p:nvPicPr>
              <p:cNvPr id="358" name="Tinta 357">
                <a:extLst>
                  <a:ext uri="{FF2B5EF4-FFF2-40B4-BE49-F238E27FC236}">
                    <a16:creationId xmlns:a16="http://schemas.microsoft.com/office/drawing/2014/main" id="{39923878-F211-856E-D162-8EB7DECADB5E}"/>
                  </a:ext>
                </a:extLst>
              </p:cNvPr>
              <p:cNvPicPr/>
              <p:nvPr/>
            </p:nvPicPr>
            <p:blipFill>
              <a:blip r:embed="rId565"/>
              <a:stretch>
                <a:fillRect/>
              </a:stretch>
            </p:blipFill>
            <p:spPr>
              <a:xfrm>
                <a:off x="4830457" y="5953661"/>
                <a:ext cx="159120" cy="18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6">
            <p14:nvContentPartPr>
              <p14:cNvPr id="360" name="Tinta 359">
                <a:extLst>
                  <a:ext uri="{FF2B5EF4-FFF2-40B4-BE49-F238E27FC236}">
                    <a16:creationId xmlns:a16="http://schemas.microsoft.com/office/drawing/2014/main" id="{AF481180-44A7-424E-ACF2-96C5B96B0540}"/>
                  </a:ext>
                </a:extLst>
              </p14:cNvPr>
              <p14:cNvContentPartPr/>
              <p14:nvPr/>
            </p14:nvContentPartPr>
            <p14:xfrm>
              <a:off x="5358937" y="5735501"/>
              <a:ext cx="41400" cy="85320"/>
            </p14:xfrm>
          </p:contentPart>
        </mc:Choice>
        <mc:Fallback>
          <p:pic>
            <p:nvPicPr>
              <p:cNvPr id="360" name="Tinta 359">
                <a:extLst>
                  <a:ext uri="{FF2B5EF4-FFF2-40B4-BE49-F238E27FC236}">
                    <a16:creationId xmlns:a16="http://schemas.microsoft.com/office/drawing/2014/main" id="{AF481180-44A7-424E-ACF2-96C5B96B0540}"/>
                  </a:ext>
                </a:extLst>
              </p:cNvPr>
              <p:cNvPicPr/>
              <p:nvPr/>
            </p:nvPicPr>
            <p:blipFill>
              <a:blip r:embed="rId567"/>
              <a:stretch>
                <a:fillRect/>
              </a:stretch>
            </p:blipFill>
            <p:spPr>
              <a:xfrm>
                <a:off x="5341297" y="5717861"/>
                <a:ext cx="77040" cy="120960"/>
              </a:xfrm>
              <a:prstGeom prst="rect">
                <a:avLst/>
              </a:prstGeom>
            </p:spPr>
          </p:pic>
        </mc:Fallback>
      </mc:AlternateContent>
      <p:grpSp>
        <p:nvGrpSpPr>
          <p:cNvPr id="370" name="Agrupar 369">
            <a:extLst>
              <a:ext uri="{FF2B5EF4-FFF2-40B4-BE49-F238E27FC236}">
                <a16:creationId xmlns:a16="http://schemas.microsoft.com/office/drawing/2014/main" id="{726C0D66-B6A5-77F3-3451-87DFBBB86A54}"/>
              </a:ext>
            </a:extLst>
          </p:cNvPr>
          <p:cNvGrpSpPr/>
          <p:nvPr/>
        </p:nvGrpSpPr>
        <p:grpSpPr>
          <a:xfrm>
            <a:off x="5280097" y="5916581"/>
            <a:ext cx="562680" cy="180720"/>
            <a:chOff x="5280097" y="5916581"/>
            <a:chExt cx="562680" cy="180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8">
              <p14:nvContentPartPr>
                <p14:cNvPr id="359" name="Tinta 358">
                  <a:extLst>
                    <a:ext uri="{FF2B5EF4-FFF2-40B4-BE49-F238E27FC236}">
                      <a16:creationId xmlns:a16="http://schemas.microsoft.com/office/drawing/2014/main" id="{48E3C738-1CA0-67A1-B8CF-8A695D3F0912}"/>
                    </a:ext>
                  </a:extLst>
                </p14:cNvPr>
                <p14:cNvContentPartPr/>
                <p14:nvPr/>
              </p14:nvContentPartPr>
              <p14:xfrm>
                <a:off x="5280097" y="5959061"/>
                <a:ext cx="140400" cy="122040"/>
              </p14:xfrm>
            </p:contentPart>
          </mc:Choice>
          <mc:Fallback>
            <p:pic>
              <p:nvPicPr>
                <p:cNvPr id="359" name="Tinta 358">
                  <a:extLst>
                    <a:ext uri="{FF2B5EF4-FFF2-40B4-BE49-F238E27FC236}">
                      <a16:creationId xmlns:a16="http://schemas.microsoft.com/office/drawing/2014/main" id="{48E3C738-1CA0-67A1-B8CF-8A695D3F0912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5262097" y="5941421"/>
                  <a:ext cx="17604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0">
              <p14:nvContentPartPr>
                <p14:cNvPr id="361" name="Tinta 360">
                  <a:extLst>
                    <a:ext uri="{FF2B5EF4-FFF2-40B4-BE49-F238E27FC236}">
                      <a16:creationId xmlns:a16="http://schemas.microsoft.com/office/drawing/2014/main" id="{17884914-B6B6-FE8B-71AD-B3B3B04E1934}"/>
                    </a:ext>
                  </a:extLst>
                </p14:cNvPr>
                <p14:cNvContentPartPr/>
                <p14:nvPr/>
              </p14:nvContentPartPr>
              <p14:xfrm>
                <a:off x="5432737" y="5925581"/>
                <a:ext cx="95400" cy="131400"/>
              </p14:xfrm>
            </p:contentPart>
          </mc:Choice>
          <mc:Fallback>
            <p:pic>
              <p:nvPicPr>
                <p:cNvPr id="361" name="Tinta 360">
                  <a:extLst>
                    <a:ext uri="{FF2B5EF4-FFF2-40B4-BE49-F238E27FC236}">
                      <a16:creationId xmlns:a16="http://schemas.microsoft.com/office/drawing/2014/main" id="{17884914-B6B6-FE8B-71AD-B3B3B04E1934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5415097" y="5907581"/>
                  <a:ext cx="13104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2">
              <p14:nvContentPartPr>
                <p14:cNvPr id="362" name="Tinta 361">
                  <a:extLst>
                    <a:ext uri="{FF2B5EF4-FFF2-40B4-BE49-F238E27FC236}">
                      <a16:creationId xmlns:a16="http://schemas.microsoft.com/office/drawing/2014/main" id="{DED620F1-BAD5-B938-1ADF-7588A9AB6ACC}"/>
                    </a:ext>
                  </a:extLst>
                </p14:cNvPr>
                <p14:cNvContentPartPr/>
                <p14:nvPr/>
              </p14:nvContentPartPr>
              <p14:xfrm>
                <a:off x="5533177" y="5933141"/>
                <a:ext cx="143640" cy="119160"/>
              </p14:xfrm>
            </p:contentPart>
          </mc:Choice>
          <mc:Fallback>
            <p:pic>
              <p:nvPicPr>
                <p:cNvPr id="362" name="Tinta 361">
                  <a:extLst>
                    <a:ext uri="{FF2B5EF4-FFF2-40B4-BE49-F238E27FC236}">
                      <a16:creationId xmlns:a16="http://schemas.microsoft.com/office/drawing/2014/main" id="{DED620F1-BAD5-B938-1ADF-7588A9AB6ACC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5515177" y="5915501"/>
                  <a:ext cx="17928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4">
              <p14:nvContentPartPr>
                <p14:cNvPr id="363" name="Tinta 362">
                  <a:extLst>
                    <a:ext uri="{FF2B5EF4-FFF2-40B4-BE49-F238E27FC236}">
                      <a16:creationId xmlns:a16="http://schemas.microsoft.com/office/drawing/2014/main" id="{5C55304D-0755-52AF-DBD2-269948AC9767}"/>
                    </a:ext>
                  </a:extLst>
                </p14:cNvPr>
                <p14:cNvContentPartPr/>
                <p14:nvPr/>
              </p14:nvContentPartPr>
              <p14:xfrm>
                <a:off x="5697697" y="5916581"/>
                <a:ext cx="145080" cy="180720"/>
              </p14:xfrm>
            </p:contentPart>
          </mc:Choice>
          <mc:Fallback>
            <p:pic>
              <p:nvPicPr>
                <p:cNvPr id="363" name="Tinta 362">
                  <a:extLst>
                    <a:ext uri="{FF2B5EF4-FFF2-40B4-BE49-F238E27FC236}">
                      <a16:creationId xmlns:a16="http://schemas.microsoft.com/office/drawing/2014/main" id="{5C55304D-0755-52AF-DBD2-269948AC9767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5679697" y="5898941"/>
                  <a:ext cx="180720" cy="216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76">
            <p14:nvContentPartPr>
              <p14:cNvPr id="364" name="Tinta 363">
                <a:extLst>
                  <a:ext uri="{FF2B5EF4-FFF2-40B4-BE49-F238E27FC236}">
                    <a16:creationId xmlns:a16="http://schemas.microsoft.com/office/drawing/2014/main" id="{DF8E325A-C4F4-057E-9B65-AEA0F48EBECA}"/>
                  </a:ext>
                </a:extLst>
              </p14:cNvPr>
              <p14:cNvContentPartPr/>
              <p14:nvPr/>
            </p14:nvContentPartPr>
            <p14:xfrm>
              <a:off x="6155257" y="5730461"/>
              <a:ext cx="307080" cy="318960"/>
            </p14:xfrm>
          </p:contentPart>
        </mc:Choice>
        <mc:Fallback>
          <p:pic>
            <p:nvPicPr>
              <p:cNvPr id="364" name="Tinta 363">
                <a:extLst>
                  <a:ext uri="{FF2B5EF4-FFF2-40B4-BE49-F238E27FC236}">
                    <a16:creationId xmlns:a16="http://schemas.microsoft.com/office/drawing/2014/main" id="{DF8E325A-C4F4-057E-9B65-AEA0F48EBECA}"/>
                  </a:ext>
                </a:extLst>
              </p:cNvPr>
              <p:cNvPicPr/>
              <p:nvPr/>
            </p:nvPicPr>
            <p:blipFill>
              <a:blip r:embed="rId577"/>
              <a:stretch>
                <a:fillRect/>
              </a:stretch>
            </p:blipFill>
            <p:spPr>
              <a:xfrm>
                <a:off x="6137257" y="5712461"/>
                <a:ext cx="342720" cy="354600"/>
              </a:xfrm>
              <a:prstGeom prst="rect">
                <a:avLst/>
              </a:prstGeom>
            </p:spPr>
          </p:pic>
        </mc:Fallback>
      </mc:AlternateContent>
      <p:grpSp>
        <p:nvGrpSpPr>
          <p:cNvPr id="369" name="Agrupar 368">
            <a:extLst>
              <a:ext uri="{FF2B5EF4-FFF2-40B4-BE49-F238E27FC236}">
                <a16:creationId xmlns:a16="http://schemas.microsoft.com/office/drawing/2014/main" id="{EF45EF91-C105-AEF9-79C6-BC58AAA8EA33}"/>
              </a:ext>
            </a:extLst>
          </p:cNvPr>
          <p:cNvGrpSpPr/>
          <p:nvPr/>
        </p:nvGrpSpPr>
        <p:grpSpPr>
          <a:xfrm>
            <a:off x="6715057" y="5659901"/>
            <a:ext cx="947160" cy="384480"/>
            <a:chOff x="6715057" y="5659901"/>
            <a:chExt cx="947160" cy="384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78">
              <p14:nvContentPartPr>
                <p14:cNvPr id="365" name="Tinta 364">
                  <a:extLst>
                    <a:ext uri="{FF2B5EF4-FFF2-40B4-BE49-F238E27FC236}">
                      <a16:creationId xmlns:a16="http://schemas.microsoft.com/office/drawing/2014/main" id="{CE03204C-9B98-6F6C-95F4-AEE0EFCA302C}"/>
                    </a:ext>
                  </a:extLst>
                </p14:cNvPr>
                <p14:cNvContentPartPr/>
                <p14:nvPr/>
              </p14:nvContentPartPr>
              <p14:xfrm>
                <a:off x="6715057" y="5912261"/>
                <a:ext cx="190440" cy="132120"/>
              </p14:xfrm>
            </p:contentPart>
          </mc:Choice>
          <mc:Fallback>
            <p:pic>
              <p:nvPicPr>
                <p:cNvPr id="365" name="Tinta 364">
                  <a:extLst>
                    <a:ext uri="{FF2B5EF4-FFF2-40B4-BE49-F238E27FC236}">
                      <a16:creationId xmlns:a16="http://schemas.microsoft.com/office/drawing/2014/main" id="{CE03204C-9B98-6F6C-95F4-AEE0EFCA302C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6697057" y="5894261"/>
                  <a:ext cx="22608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0">
              <p14:nvContentPartPr>
                <p14:cNvPr id="366" name="Tinta 365">
                  <a:extLst>
                    <a:ext uri="{FF2B5EF4-FFF2-40B4-BE49-F238E27FC236}">
                      <a16:creationId xmlns:a16="http://schemas.microsoft.com/office/drawing/2014/main" id="{278F9D8D-F64B-5676-4416-6B8F912DF36F}"/>
                    </a:ext>
                  </a:extLst>
                </p14:cNvPr>
                <p14:cNvContentPartPr/>
                <p14:nvPr/>
              </p14:nvContentPartPr>
              <p14:xfrm>
                <a:off x="6871657" y="5795981"/>
                <a:ext cx="57600" cy="51840"/>
              </p14:xfrm>
            </p:contentPart>
          </mc:Choice>
          <mc:Fallback>
            <p:pic>
              <p:nvPicPr>
                <p:cNvPr id="366" name="Tinta 365">
                  <a:extLst>
                    <a:ext uri="{FF2B5EF4-FFF2-40B4-BE49-F238E27FC236}">
                      <a16:creationId xmlns:a16="http://schemas.microsoft.com/office/drawing/2014/main" id="{278F9D8D-F64B-5676-4416-6B8F912DF36F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6854017" y="5777981"/>
                  <a:ext cx="9324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2">
              <p14:nvContentPartPr>
                <p14:cNvPr id="367" name="Tinta 366">
                  <a:extLst>
                    <a:ext uri="{FF2B5EF4-FFF2-40B4-BE49-F238E27FC236}">
                      <a16:creationId xmlns:a16="http://schemas.microsoft.com/office/drawing/2014/main" id="{0BF87EB7-5E30-5C64-70E9-6DC9181944BF}"/>
                    </a:ext>
                  </a:extLst>
                </p14:cNvPr>
                <p14:cNvContentPartPr/>
                <p14:nvPr/>
              </p14:nvContentPartPr>
              <p14:xfrm>
                <a:off x="6938617" y="5876261"/>
                <a:ext cx="104760" cy="140760"/>
              </p14:xfrm>
            </p:contentPart>
          </mc:Choice>
          <mc:Fallback>
            <p:pic>
              <p:nvPicPr>
                <p:cNvPr id="367" name="Tinta 366">
                  <a:extLst>
                    <a:ext uri="{FF2B5EF4-FFF2-40B4-BE49-F238E27FC236}">
                      <a16:creationId xmlns:a16="http://schemas.microsoft.com/office/drawing/2014/main" id="{0BF87EB7-5E30-5C64-70E9-6DC9181944BF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6920977" y="5858621"/>
                  <a:ext cx="14040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4">
              <p14:nvContentPartPr>
                <p14:cNvPr id="368" name="Tinta 367">
                  <a:extLst>
                    <a:ext uri="{FF2B5EF4-FFF2-40B4-BE49-F238E27FC236}">
                      <a16:creationId xmlns:a16="http://schemas.microsoft.com/office/drawing/2014/main" id="{7D63FD91-CC8E-B8F8-683D-E701A7027A2C}"/>
                    </a:ext>
                  </a:extLst>
                </p14:cNvPr>
                <p14:cNvContentPartPr/>
                <p14:nvPr/>
              </p14:nvContentPartPr>
              <p14:xfrm>
                <a:off x="7110697" y="5659901"/>
                <a:ext cx="551520" cy="350280"/>
              </p14:xfrm>
            </p:contentPart>
          </mc:Choice>
          <mc:Fallback>
            <p:pic>
              <p:nvPicPr>
                <p:cNvPr id="368" name="Tinta 367">
                  <a:extLst>
                    <a:ext uri="{FF2B5EF4-FFF2-40B4-BE49-F238E27FC236}">
                      <a16:creationId xmlns:a16="http://schemas.microsoft.com/office/drawing/2014/main" id="{7D63FD91-CC8E-B8F8-683D-E701A7027A2C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7092697" y="5642261"/>
                  <a:ext cx="587160" cy="38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3" name="Agrupar 382">
            <a:extLst>
              <a:ext uri="{FF2B5EF4-FFF2-40B4-BE49-F238E27FC236}">
                <a16:creationId xmlns:a16="http://schemas.microsoft.com/office/drawing/2014/main" id="{C33023B0-01C3-6B91-44F3-542EA63B5758}"/>
              </a:ext>
            </a:extLst>
          </p:cNvPr>
          <p:cNvGrpSpPr/>
          <p:nvPr/>
        </p:nvGrpSpPr>
        <p:grpSpPr>
          <a:xfrm>
            <a:off x="7942297" y="5339861"/>
            <a:ext cx="1217160" cy="695880"/>
            <a:chOff x="7942297" y="5339861"/>
            <a:chExt cx="1217160" cy="695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6">
              <p14:nvContentPartPr>
                <p14:cNvPr id="371" name="Tinta 370">
                  <a:extLst>
                    <a:ext uri="{FF2B5EF4-FFF2-40B4-BE49-F238E27FC236}">
                      <a16:creationId xmlns:a16="http://schemas.microsoft.com/office/drawing/2014/main" id="{FE698676-72D2-8CFF-9FD4-A578982A9414}"/>
                    </a:ext>
                  </a:extLst>
                </p14:cNvPr>
                <p14:cNvContentPartPr/>
                <p14:nvPr/>
              </p14:nvContentPartPr>
              <p14:xfrm>
                <a:off x="7942297" y="5709221"/>
                <a:ext cx="223560" cy="326520"/>
              </p14:xfrm>
            </p:contentPart>
          </mc:Choice>
          <mc:Fallback>
            <p:pic>
              <p:nvPicPr>
                <p:cNvPr id="371" name="Tinta 370">
                  <a:extLst>
                    <a:ext uri="{FF2B5EF4-FFF2-40B4-BE49-F238E27FC236}">
                      <a16:creationId xmlns:a16="http://schemas.microsoft.com/office/drawing/2014/main" id="{FE698676-72D2-8CFF-9FD4-A578982A9414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7924297" y="5691221"/>
                  <a:ext cx="25920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8">
              <p14:nvContentPartPr>
                <p14:cNvPr id="372" name="Tinta 371">
                  <a:extLst>
                    <a:ext uri="{FF2B5EF4-FFF2-40B4-BE49-F238E27FC236}">
                      <a16:creationId xmlns:a16="http://schemas.microsoft.com/office/drawing/2014/main" id="{43C94CAB-342D-E3A6-B3E5-5FEE64B2E6F2}"/>
                    </a:ext>
                  </a:extLst>
                </p14:cNvPr>
                <p14:cNvContentPartPr/>
                <p14:nvPr/>
              </p14:nvContentPartPr>
              <p14:xfrm>
                <a:off x="8003137" y="5869781"/>
                <a:ext cx="150480" cy="12600"/>
              </p14:xfrm>
            </p:contentPart>
          </mc:Choice>
          <mc:Fallback>
            <p:pic>
              <p:nvPicPr>
                <p:cNvPr id="372" name="Tinta 371">
                  <a:extLst>
                    <a:ext uri="{FF2B5EF4-FFF2-40B4-BE49-F238E27FC236}">
                      <a16:creationId xmlns:a16="http://schemas.microsoft.com/office/drawing/2014/main" id="{43C94CAB-342D-E3A6-B3E5-5FEE64B2E6F2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7985137" y="5851781"/>
                  <a:ext cx="18612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0">
              <p14:nvContentPartPr>
                <p14:cNvPr id="374" name="Tinta 373">
                  <a:extLst>
                    <a:ext uri="{FF2B5EF4-FFF2-40B4-BE49-F238E27FC236}">
                      <a16:creationId xmlns:a16="http://schemas.microsoft.com/office/drawing/2014/main" id="{A5F31CA2-D403-B79C-3658-AFFF185DE9B8}"/>
                    </a:ext>
                  </a:extLst>
                </p14:cNvPr>
                <p14:cNvContentPartPr/>
                <p14:nvPr/>
              </p14:nvContentPartPr>
              <p14:xfrm>
                <a:off x="8278897" y="5974901"/>
                <a:ext cx="148320" cy="2520"/>
              </p14:xfrm>
            </p:contentPart>
          </mc:Choice>
          <mc:Fallback>
            <p:pic>
              <p:nvPicPr>
                <p:cNvPr id="374" name="Tinta 373">
                  <a:extLst>
                    <a:ext uri="{FF2B5EF4-FFF2-40B4-BE49-F238E27FC236}">
                      <a16:creationId xmlns:a16="http://schemas.microsoft.com/office/drawing/2014/main" id="{A5F31CA2-D403-B79C-3658-AFFF185DE9B8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8260897" y="5956901"/>
                  <a:ext cx="18396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2">
              <p14:nvContentPartPr>
                <p14:cNvPr id="375" name="Tinta 374">
                  <a:extLst>
                    <a:ext uri="{FF2B5EF4-FFF2-40B4-BE49-F238E27FC236}">
                      <a16:creationId xmlns:a16="http://schemas.microsoft.com/office/drawing/2014/main" id="{61D42279-DD64-70E3-DA2A-2CFBDBBA9476}"/>
                    </a:ext>
                  </a:extLst>
                </p14:cNvPr>
                <p14:cNvContentPartPr/>
                <p14:nvPr/>
              </p14:nvContentPartPr>
              <p14:xfrm>
                <a:off x="8266297" y="5897501"/>
                <a:ext cx="136800" cy="21600"/>
              </p14:xfrm>
            </p:contentPart>
          </mc:Choice>
          <mc:Fallback>
            <p:pic>
              <p:nvPicPr>
                <p:cNvPr id="375" name="Tinta 374">
                  <a:extLst>
                    <a:ext uri="{FF2B5EF4-FFF2-40B4-BE49-F238E27FC236}">
                      <a16:creationId xmlns:a16="http://schemas.microsoft.com/office/drawing/2014/main" id="{61D42279-DD64-70E3-DA2A-2CFBDBBA9476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8248657" y="5879861"/>
                  <a:ext cx="17244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4">
              <p14:nvContentPartPr>
                <p14:cNvPr id="376" name="Tinta 375">
                  <a:extLst>
                    <a:ext uri="{FF2B5EF4-FFF2-40B4-BE49-F238E27FC236}">
                      <a16:creationId xmlns:a16="http://schemas.microsoft.com/office/drawing/2014/main" id="{3662CD8C-E36F-596B-B8DB-0A2BF966323A}"/>
                    </a:ext>
                  </a:extLst>
                </p14:cNvPr>
                <p14:cNvContentPartPr/>
                <p14:nvPr/>
              </p14:nvContentPartPr>
              <p14:xfrm>
                <a:off x="8585617" y="5804981"/>
                <a:ext cx="30960" cy="164880"/>
              </p14:xfrm>
            </p:contentPart>
          </mc:Choice>
          <mc:Fallback>
            <p:pic>
              <p:nvPicPr>
                <p:cNvPr id="376" name="Tinta 375">
                  <a:extLst>
                    <a:ext uri="{FF2B5EF4-FFF2-40B4-BE49-F238E27FC236}">
                      <a16:creationId xmlns:a16="http://schemas.microsoft.com/office/drawing/2014/main" id="{3662CD8C-E36F-596B-B8DB-0A2BF966323A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8567617" y="5786981"/>
                  <a:ext cx="6660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6">
              <p14:nvContentPartPr>
                <p14:cNvPr id="377" name="Tinta 376">
                  <a:extLst>
                    <a:ext uri="{FF2B5EF4-FFF2-40B4-BE49-F238E27FC236}">
                      <a16:creationId xmlns:a16="http://schemas.microsoft.com/office/drawing/2014/main" id="{FA0C05A5-5B6D-CC21-A707-CBC32AA79836}"/>
                    </a:ext>
                  </a:extLst>
                </p14:cNvPr>
                <p14:cNvContentPartPr/>
                <p14:nvPr/>
              </p14:nvContentPartPr>
              <p14:xfrm>
                <a:off x="8673817" y="5810381"/>
                <a:ext cx="27720" cy="181440"/>
              </p14:xfrm>
            </p:contentPart>
          </mc:Choice>
          <mc:Fallback>
            <p:pic>
              <p:nvPicPr>
                <p:cNvPr id="377" name="Tinta 376">
                  <a:extLst>
                    <a:ext uri="{FF2B5EF4-FFF2-40B4-BE49-F238E27FC236}">
                      <a16:creationId xmlns:a16="http://schemas.microsoft.com/office/drawing/2014/main" id="{FA0C05A5-5B6D-CC21-A707-CBC32AA79836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8655817" y="5792741"/>
                  <a:ext cx="6336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8">
              <p14:nvContentPartPr>
                <p14:cNvPr id="378" name="Tinta 377">
                  <a:extLst>
                    <a:ext uri="{FF2B5EF4-FFF2-40B4-BE49-F238E27FC236}">
                      <a16:creationId xmlns:a16="http://schemas.microsoft.com/office/drawing/2014/main" id="{AEBFCA65-E975-7BB4-B43C-6E0C6CA64125}"/>
                    </a:ext>
                  </a:extLst>
                </p14:cNvPr>
                <p14:cNvContentPartPr/>
                <p14:nvPr/>
              </p14:nvContentPartPr>
              <p14:xfrm>
                <a:off x="8497417" y="5763581"/>
                <a:ext cx="262440" cy="196920"/>
              </p14:xfrm>
            </p:contentPart>
          </mc:Choice>
          <mc:Fallback>
            <p:pic>
              <p:nvPicPr>
                <p:cNvPr id="378" name="Tinta 377">
                  <a:extLst>
                    <a:ext uri="{FF2B5EF4-FFF2-40B4-BE49-F238E27FC236}">
                      <a16:creationId xmlns:a16="http://schemas.microsoft.com/office/drawing/2014/main" id="{AEBFCA65-E975-7BB4-B43C-6E0C6CA64125}"/>
                    </a:ext>
                  </a:extLst>
                </p:cNvPr>
                <p:cNvPicPr/>
                <p:nvPr/>
              </p:nvPicPr>
              <p:blipFill>
                <a:blip r:embed="rId599"/>
                <a:stretch>
                  <a:fillRect/>
                </a:stretch>
              </p:blipFill>
              <p:spPr>
                <a:xfrm>
                  <a:off x="8479417" y="5745581"/>
                  <a:ext cx="29808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0">
              <p14:nvContentPartPr>
                <p14:cNvPr id="380" name="Tinta 379">
                  <a:extLst>
                    <a:ext uri="{FF2B5EF4-FFF2-40B4-BE49-F238E27FC236}">
                      <a16:creationId xmlns:a16="http://schemas.microsoft.com/office/drawing/2014/main" id="{3C739C69-9A35-686A-7FA8-6F115C715DDA}"/>
                    </a:ext>
                  </a:extLst>
                </p14:cNvPr>
                <p14:cNvContentPartPr/>
                <p14:nvPr/>
              </p14:nvContentPartPr>
              <p14:xfrm>
                <a:off x="8838697" y="5739821"/>
                <a:ext cx="35280" cy="185040"/>
              </p14:xfrm>
            </p:contentPart>
          </mc:Choice>
          <mc:Fallback>
            <p:pic>
              <p:nvPicPr>
                <p:cNvPr id="380" name="Tinta 379">
                  <a:extLst>
                    <a:ext uri="{FF2B5EF4-FFF2-40B4-BE49-F238E27FC236}">
                      <a16:creationId xmlns:a16="http://schemas.microsoft.com/office/drawing/2014/main" id="{3C739C69-9A35-686A-7FA8-6F115C715DDA}"/>
                    </a:ext>
                  </a:extLst>
                </p:cNvPr>
                <p:cNvPicPr/>
                <p:nvPr/>
              </p:nvPicPr>
              <p:blipFill>
                <a:blip r:embed="rId601"/>
                <a:stretch>
                  <a:fillRect/>
                </a:stretch>
              </p:blipFill>
              <p:spPr>
                <a:xfrm>
                  <a:off x="8821057" y="5721821"/>
                  <a:ext cx="7092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2">
              <p14:nvContentPartPr>
                <p14:cNvPr id="381" name="Tinta 380">
                  <a:extLst>
                    <a:ext uri="{FF2B5EF4-FFF2-40B4-BE49-F238E27FC236}">
                      <a16:creationId xmlns:a16="http://schemas.microsoft.com/office/drawing/2014/main" id="{BC71E5C3-31AA-966E-D57C-8539A21D1B5A}"/>
                    </a:ext>
                  </a:extLst>
                </p14:cNvPr>
                <p14:cNvContentPartPr/>
                <p14:nvPr/>
              </p14:nvContentPartPr>
              <p14:xfrm>
                <a:off x="8853817" y="5661701"/>
                <a:ext cx="260280" cy="286560"/>
              </p14:xfrm>
            </p:contentPart>
          </mc:Choice>
          <mc:Fallback>
            <p:pic>
              <p:nvPicPr>
                <p:cNvPr id="381" name="Tinta 380">
                  <a:extLst>
                    <a:ext uri="{FF2B5EF4-FFF2-40B4-BE49-F238E27FC236}">
                      <a16:creationId xmlns:a16="http://schemas.microsoft.com/office/drawing/2014/main" id="{BC71E5C3-31AA-966E-D57C-8539A21D1B5A}"/>
                    </a:ext>
                  </a:extLst>
                </p:cNvPr>
                <p:cNvPicPr/>
                <p:nvPr/>
              </p:nvPicPr>
              <p:blipFill>
                <a:blip r:embed="rId603"/>
                <a:stretch>
                  <a:fillRect/>
                </a:stretch>
              </p:blipFill>
              <p:spPr>
                <a:xfrm>
                  <a:off x="8835817" y="5644061"/>
                  <a:ext cx="29592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4">
              <p14:nvContentPartPr>
                <p14:cNvPr id="382" name="Tinta 381">
                  <a:extLst>
                    <a:ext uri="{FF2B5EF4-FFF2-40B4-BE49-F238E27FC236}">
                      <a16:creationId xmlns:a16="http://schemas.microsoft.com/office/drawing/2014/main" id="{8518B2A4-E32F-3E44-4F78-F41415EBCF1E}"/>
                    </a:ext>
                  </a:extLst>
                </p14:cNvPr>
                <p14:cNvContentPartPr/>
                <p14:nvPr/>
              </p14:nvContentPartPr>
              <p14:xfrm>
                <a:off x="8930137" y="5339861"/>
                <a:ext cx="229320" cy="252000"/>
              </p14:xfrm>
            </p:contentPart>
          </mc:Choice>
          <mc:Fallback>
            <p:pic>
              <p:nvPicPr>
                <p:cNvPr id="382" name="Tinta 381">
                  <a:extLst>
                    <a:ext uri="{FF2B5EF4-FFF2-40B4-BE49-F238E27FC236}">
                      <a16:creationId xmlns:a16="http://schemas.microsoft.com/office/drawing/2014/main" id="{8518B2A4-E32F-3E44-4F78-F41415EBCF1E}"/>
                    </a:ext>
                  </a:extLst>
                </p:cNvPr>
                <p:cNvPicPr/>
                <p:nvPr/>
              </p:nvPicPr>
              <p:blipFill>
                <a:blip r:embed="rId605"/>
                <a:stretch>
                  <a:fillRect/>
                </a:stretch>
              </p:blipFill>
              <p:spPr>
                <a:xfrm>
                  <a:off x="8912497" y="5322221"/>
                  <a:ext cx="264960" cy="287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06">
            <p14:nvContentPartPr>
              <p14:cNvPr id="384" name="Tinta 383">
                <a:extLst>
                  <a:ext uri="{FF2B5EF4-FFF2-40B4-BE49-F238E27FC236}">
                    <a16:creationId xmlns:a16="http://schemas.microsoft.com/office/drawing/2014/main" id="{49A22AC8-CE60-F89F-70AB-FD4A7801B9C8}"/>
                  </a:ext>
                </a:extLst>
              </p14:cNvPr>
              <p14:cNvContentPartPr/>
              <p14:nvPr/>
            </p14:nvContentPartPr>
            <p14:xfrm>
              <a:off x="10151617" y="5291261"/>
              <a:ext cx="1449360" cy="1349640"/>
            </p14:xfrm>
          </p:contentPart>
        </mc:Choice>
        <mc:Fallback>
          <p:pic>
            <p:nvPicPr>
              <p:cNvPr id="384" name="Tinta 383">
                <a:extLst>
                  <a:ext uri="{FF2B5EF4-FFF2-40B4-BE49-F238E27FC236}">
                    <a16:creationId xmlns:a16="http://schemas.microsoft.com/office/drawing/2014/main" id="{49A22AC8-CE60-F89F-70AB-FD4A7801B9C8}"/>
                  </a:ext>
                </a:extLst>
              </p:cNvPr>
              <p:cNvPicPr/>
              <p:nvPr/>
            </p:nvPicPr>
            <p:blipFill>
              <a:blip r:embed="rId607"/>
              <a:stretch>
                <a:fillRect/>
              </a:stretch>
            </p:blipFill>
            <p:spPr>
              <a:xfrm>
                <a:off x="10133617" y="5273621"/>
                <a:ext cx="1485000" cy="1385280"/>
              </a:xfrm>
              <a:prstGeom prst="rect">
                <a:avLst/>
              </a:prstGeom>
            </p:spPr>
          </p:pic>
        </mc:Fallback>
      </mc:AlternateContent>
      <p:grpSp>
        <p:nvGrpSpPr>
          <p:cNvPr id="399" name="Agrupar 398">
            <a:extLst>
              <a:ext uri="{FF2B5EF4-FFF2-40B4-BE49-F238E27FC236}">
                <a16:creationId xmlns:a16="http://schemas.microsoft.com/office/drawing/2014/main" id="{1BA59886-ED48-1C7E-CFF8-E7B6FB4B4FAA}"/>
              </a:ext>
            </a:extLst>
          </p:cNvPr>
          <p:cNvGrpSpPr/>
          <p:nvPr/>
        </p:nvGrpSpPr>
        <p:grpSpPr>
          <a:xfrm>
            <a:off x="10202377" y="5342021"/>
            <a:ext cx="1319400" cy="1285560"/>
            <a:chOff x="10202377" y="5342021"/>
            <a:chExt cx="1319400" cy="1285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8">
              <p14:nvContentPartPr>
                <p14:cNvPr id="385" name="Tinta 384">
                  <a:extLst>
                    <a:ext uri="{FF2B5EF4-FFF2-40B4-BE49-F238E27FC236}">
                      <a16:creationId xmlns:a16="http://schemas.microsoft.com/office/drawing/2014/main" id="{8CBAB4BE-A9EE-7C4A-4D33-4BBB3DA472BC}"/>
                    </a:ext>
                  </a:extLst>
                </p14:cNvPr>
                <p14:cNvContentPartPr/>
                <p14:nvPr/>
              </p14:nvContentPartPr>
              <p14:xfrm>
                <a:off x="10202377" y="5362181"/>
                <a:ext cx="194040" cy="440640"/>
              </p14:xfrm>
            </p:contentPart>
          </mc:Choice>
          <mc:Fallback>
            <p:pic>
              <p:nvPicPr>
                <p:cNvPr id="385" name="Tinta 384">
                  <a:extLst>
                    <a:ext uri="{FF2B5EF4-FFF2-40B4-BE49-F238E27FC236}">
                      <a16:creationId xmlns:a16="http://schemas.microsoft.com/office/drawing/2014/main" id="{8CBAB4BE-A9EE-7C4A-4D33-4BBB3DA472BC}"/>
                    </a:ext>
                  </a:extLst>
                </p:cNvPr>
                <p:cNvPicPr/>
                <p:nvPr/>
              </p:nvPicPr>
              <p:blipFill>
                <a:blip r:embed="rId609"/>
                <a:stretch>
                  <a:fillRect/>
                </a:stretch>
              </p:blipFill>
              <p:spPr>
                <a:xfrm>
                  <a:off x="10184737" y="5344541"/>
                  <a:ext cx="229680" cy="47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0">
              <p14:nvContentPartPr>
                <p14:cNvPr id="386" name="Tinta 385">
                  <a:extLst>
                    <a:ext uri="{FF2B5EF4-FFF2-40B4-BE49-F238E27FC236}">
                      <a16:creationId xmlns:a16="http://schemas.microsoft.com/office/drawing/2014/main" id="{8BE054CB-B101-0451-0417-0DF910F7244A}"/>
                    </a:ext>
                  </a:extLst>
                </p14:cNvPr>
                <p14:cNvContentPartPr/>
                <p14:nvPr/>
              </p14:nvContentPartPr>
              <p14:xfrm>
                <a:off x="10239817" y="5432741"/>
                <a:ext cx="342000" cy="636480"/>
              </p14:xfrm>
            </p:contentPart>
          </mc:Choice>
          <mc:Fallback>
            <p:pic>
              <p:nvPicPr>
                <p:cNvPr id="386" name="Tinta 385">
                  <a:extLst>
                    <a:ext uri="{FF2B5EF4-FFF2-40B4-BE49-F238E27FC236}">
                      <a16:creationId xmlns:a16="http://schemas.microsoft.com/office/drawing/2014/main" id="{8BE054CB-B101-0451-0417-0DF910F7244A}"/>
                    </a:ext>
                  </a:extLst>
                </p:cNvPr>
                <p:cNvPicPr/>
                <p:nvPr/>
              </p:nvPicPr>
              <p:blipFill>
                <a:blip r:embed="rId611"/>
                <a:stretch>
                  <a:fillRect/>
                </a:stretch>
              </p:blipFill>
              <p:spPr>
                <a:xfrm>
                  <a:off x="10221817" y="5414741"/>
                  <a:ext cx="377640" cy="67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2">
              <p14:nvContentPartPr>
                <p14:cNvPr id="387" name="Tinta 386">
                  <a:extLst>
                    <a:ext uri="{FF2B5EF4-FFF2-40B4-BE49-F238E27FC236}">
                      <a16:creationId xmlns:a16="http://schemas.microsoft.com/office/drawing/2014/main" id="{FF9802E8-B78E-E01D-A4E9-891B1EDEDB44}"/>
                    </a:ext>
                  </a:extLst>
                </p14:cNvPr>
                <p14:cNvContentPartPr/>
                <p14:nvPr/>
              </p14:nvContentPartPr>
              <p14:xfrm>
                <a:off x="10312897" y="5342021"/>
                <a:ext cx="417600" cy="794880"/>
              </p14:xfrm>
            </p:contentPart>
          </mc:Choice>
          <mc:Fallback>
            <p:pic>
              <p:nvPicPr>
                <p:cNvPr id="387" name="Tinta 386">
                  <a:extLst>
                    <a:ext uri="{FF2B5EF4-FFF2-40B4-BE49-F238E27FC236}">
                      <a16:creationId xmlns:a16="http://schemas.microsoft.com/office/drawing/2014/main" id="{FF9802E8-B78E-E01D-A4E9-891B1EDEDB44}"/>
                    </a:ext>
                  </a:extLst>
                </p:cNvPr>
                <p:cNvPicPr/>
                <p:nvPr/>
              </p:nvPicPr>
              <p:blipFill>
                <a:blip r:embed="rId613"/>
                <a:stretch>
                  <a:fillRect/>
                </a:stretch>
              </p:blipFill>
              <p:spPr>
                <a:xfrm>
                  <a:off x="10295257" y="5324381"/>
                  <a:ext cx="453240" cy="83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4">
              <p14:nvContentPartPr>
                <p14:cNvPr id="388" name="Tinta 387">
                  <a:extLst>
                    <a:ext uri="{FF2B5EF4-FFF2-40B4-BE49-F238E27FC236}">
                      <a16:creationId xmlns:a16="http://schemas.microsoft.com/office/drawing/2014/main" id="{B614DA22-9346-286F-BFE0-C953A6D6BD84}"/>
                    </a:ext>
                  </a:extLst>
                </p14:cNvPr>
                <p14:cNvContentPartPr/>
                <p14:nvPr/>
              </p14:nvContentPartPr>
              <p14:xfrm>
                <a:off x="10366537" y="5364701"/>
                <a:ext cx="482040" cy="874440"/>
              </p14:xfrm>
            </p:contentPart>
          </mc:Choice>
          <mc:Fallback>
            <p:pic>
              <p:nvPicPr>
                <p:cNvPr id="388" name="Tinta 387">
                  <a:extLst>
                    <a:ext uri="{FF2B5EF4-FFF2-40B4-BE49-F238E27FC236}">
                      <a16:creationId xmlns:a16="http://schemas.microsoft.com/office/drawing/2014/main" id="{B614DA22-9346-286F-BFE0-C953A6D6BD84}"/>
                    </a:ext>
                  </a:extLst>
                </p:cNvPr>
                <p:cNvPicPr/>
                <p:nvPr/>
              </p:nvPicPr>
              <p:blipFill>
                <a:blip r:embed="rId615"/>
                <a:stretch>
                  <a:fillRect/>
                </a:stretch>
              </p:blipFill>
              <p:spPr>
                <a:xfrm>
                  <a:off x="10348537" y="5346701"/>
                  <a:ext cx="517680" cy="91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6">
              <p14:nvContentPartPr>
                <p14:cNvPr id="389" name="Tinta 388">
                  <a:extLst>
                    <a:ext uri="{FF2B5EF4-FFF2-40B4-BE49-F238E27FC236}">
                      <a16:creationId xmlns:a16="http://schemas.microsoft.com/office/drawing/2014/main" id="{E241BB62-9400-ABE4-D865-3E64F7521089}"/>
                    </a:ext>
                  </a:extLst>
                </p14:cNvPr>
                <p14:cNvContentPartPr/>
                <p14:nvPr/>
              </p14:nvContentPartPr>
              <p14:xfrm>
                <a:off x="10351417" y="5413661"/>
                <a:ext cx="585360" cy="897120"/>
              </p14:xfrm>
            </p:contentPart>
          </mc:Choice>
          <mc:Fallback>
            <p:pic>
              <p:nvPicPr>
                <p:cNvPr id="389" name="Tinta 388">
                  <a:extLst>
                    <a:ext uri="{FF2B5EF4-FFF2-40B4-BE49-F238E27FC236}">
                      <a16:creationId xmlns:a16="http://schemas.microsoft.com/office/drawing/2014/main" id="{E241BB62-9400-ABE4-D865-3E64F7521089}"/>
                    </a:ext>
                  </a:extLst>
                </p:cNvPr>
                <p:cNvPicPr/>
                <p:nvPr/>
              </p:nvPicPr>
              <p:blipFill>
                <a:blip r:embed="rId617"/>
                <a:stretch>
                  <a:fillRect/>
                </a:stretch>
              </p:blipFill>
              <p:spPr>
                <a:xfrm>
                  <a:off x="10333777" y="5396021"/>
                  <a:ext cx="621000" cy="9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8">
              <p14:nvContentPartPr>
                <p14:cNvPr id="390" name="Tinta 389">
                  <a:extLst>
                    <a:ext uri="{FF2B5EF4-FFF2-40B4-BE49-F238E27FC236}">
                      <a16:creationId xmlns:a16="http://schemas.microsoft.com/office/drawing/2014/main" id="{672FFD13-1ABF-ACC4-043C-ACA4235F7B7D}"/>
                    </a:ext>
                  </a:extLst>
                </p14:cNvPr>
                <p14:cNvContentPartPr/>
                <p14:nvPr/>
              </p14:nvContentPartPr>
              <p14:xfrm>
                <a:off x="10376617" y="5431661"/>
                <a:ext cx="739080" cy="1092240"/>
              </p14:xfrm>
            </p:contentPart>
          </mc:Choice>
          <mc:Fallback>
            <p:pic>
              <p:nvPicPr>
                <p:cNvPr id="390" name="Tinta 389">
                  <a:extLst>
                    <a:ext uri="{FF2B5EF4-FFF2-40B4-BE49-F238E27FC236}">
                      <a16:creationId xmlns:a16="http://schemas.microsoft.com/office/drawing/2014/main" id="{672FFD13-1ABF-ACC4-043C-ACA4235F7B7D}"/>
                    </a:ext>
                  </a:extLst>
                </p:cNvPr>
                <p:cNvPicPr/>
                <p:nvPr/>
              </p:nvPicPr>
              <p:blipFill>
                <a:blip r:embed="rId619"/>
                <a:stretch>
                  <a:fillRect/>
                </a:stretch>
              </p:blipFill>
              <p:spPr>
                <a:xfrm>
                  <a:off x="10358977" y="5413661"/>
                  <a:ext cx="774720" cy="11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0">
              <p14:nvContentPartPr>
                <p14:cNvPr id="391" name="Tinta 390">
                  <a:extLst>
                    <a:ext uri="{FF2B5EF4-FFF2-40B4-BE49-F238E27FC236}">
                      <a16:creationId xmlns:a16="http://schemas.microsoft.com/office/drawing/2014/main" id="{CAD9EFE8-35EC-EC95-E0ED-86B05915EF78}"/>
                    </a:ext>
                  </a:extLst>
                </p14:cNvPr>
                <p14:cNvContentPartPr/>
                <p14:nvPr/>
              </p14:nvContentPartPr>
              <p14:xfrm>
                <a:off x="10534297" y="5516621"/>
                <a:ext cx="669240" cy="948240"/>
              </p14:xfrm>
            </p:contentPart>
          </mc:Choice>
          <mc:Fallback>
            <p:pic>
              <p:nvPicPr>
                <p:cNvPr id="391" name="Tinta 390">
                  <a:extLst>
                    <a:ext uri="{FF2B5EF4-FFF2-40B4-BE49-F238E27FC236}">
                      <a16:creationId xmlns:a16="http://schemas.microsoft.com/office/drawing/2014/main" id="{CAD9EFE8-35EC-EC95-E0ED-86B05915EF78}"/>
                    </a:ext>
                  </a:extLst>
                </p:cNvPr>
                <p:cNvPicPr/>
                <p:nvPr/>
              </p:nvPicPr>
              <p:blipFill>
                <a:blip r:embed="rId621"/>
                <a:stretch>
                  <a:fillRect/>
                </a:stretch>
              </p:blipFill>
              <p:spPr>
                <a:xfrm>
                  <a:off x="10516657" y="5498621"/>
                  <a:ext cx="704880" cy="9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2">
              <p14:nvContentPartPr>
                <p14:cNvPr id="392" name="Tinta 391">
                  <a:extLst>
                    <a:ext uri="{FF2B5EF4-FFF2-40B4-BE49-F238E27FC236}">
                      <a16:creationId xmlns:a16="http://schemas.microsoft.com/office/drawing/2014/main" id="{9AAAA3DD-4A20-46AC-5F94-116C9EE3DB62}"/>
                    </a:ext>
                  </a:extLst>
                </p14:cNvPr>
                <p14:cNvContentPartPr/>
                <p14:nvPr/>
              </p14:nvContentPartPr>
              <p14:xfrm>
                <a:off x="10655257" y="5542181"/>
                <a:ext cx="640440" cy="974880"/>
              </p14:xfrm>
            </p:contentPart>
          </mc:Choice>
          <mc:Fallback>
            <p:pic>
              <p:nvPicPr>
                <p:cNvPr id="392" name="Tinta 391">
                  <a:extLst>
                    <a:ext uri="{FF2B5EF4-FFF2-40B4-BE49-F238E27FC236}">
                      <a16:creationId xmlns:a16="http://schemas.microsoft.com/office/drawing/2014/main" id="{9AAAA3DD-4A20-46AC-5F94-116C9EE3DB62}"/>
                    </a:ext>
                  </a:extLst>
                </p:cNvPr>
                <p:cNvPicPr/>
                <p:nvPr/>
              </p:nvPicPr>
              <p:blipFill>
                <a:blip r:embed="rId623"/>
                <a:stretch>
                  <a:fillRect/>
                </a:stretch>
              </p:blipFill>
              <p:spPr>
                <a:xfrm>
                  <a:off x="10637257" y="5524541"/>
                  <a:ext cx="676080" cy="10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4">
              <p14:nvContentPartPr>
                <p14:cNvPr id="393" name="Tinta 392">
                  <a:extLst>
                    <a:ext uri="{FF2B5EF4-FFF2-40B4-BE49-F238E27FC236}">
                      <a16:creationId xmlns:a16="http://schemas.microsoft.com/office/drawing/2014/main" id="{27A02996-689A-3C3B-6EC1-A5F19F26B51A}"/>
                    </a:ext>
                  </a:extLst>
                </p14:cNvPr>
                <p14:cNvContentPartPr/>
                <p14:nvPr/>
              </p14:nvContentPartPr>
              <p14:xfrm>
                <a:off x="10730497" y="5667461"/>
                <a:ext cx="623520" cy="918000"/>
              </p14:xfrm>
            </p:contentPart>
          </mc:Choice>
          <mc:Fallback>
            <p:pic>
              <p:nvPicPr>
                <p:cNvPr id="393" name="Tinta 392">
                  <a:extLst>
                    <a:ext uri="{FF2B5EF4-FFF2-40B4-BE49-F238E27FC236}">
                      <a16:creationId xmlns:a16="http://schemas.microsoft.com/office/drawing/2014/main" id="{27A02996-689A-3C3B-6EC1-A5F19F26B51A}"/>
                    </a:ext>
                  </a:extLst>
                </p:cNvPr>
                <p:cNvPicPr/>
                <p:nvPr/>
              </p:nvPicPr>
              <p:blipFill>
                <a:blip r:embed="rId625"/>
                <a:stretch>
                  <a:fillRect/>
                </a:stretch>
              </p:blipFill>
              <p:spPr>
                <a:xfrm>
                  <a:off x="10712857" y="5649461"/>
                  <a:ext cx="659160" cy="9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6">
              <p14:nvContentPartPr>
                <p14:cNvPr id="394" name="Tinta 393">
                  <a:extLst>
                    <a:ext uri="{FF2B5EF4-FFF2-40B4-BE49-F238E27FC236}">
                      <a16:creationId xmlns:a16="http://schemas.microsoft.com/office/drawing/2014/main" id="{9998F6C3-0F78-223A-F63B-82B013762124}"/>
                    </a:ext>
                  </a:extLst>
                </p14:cNvPr>
                <p14:cNvContentPartPr/>
                <p14:nvPr/>
              </p14:nvContentPartPr>
              <p14:xfrm>
                <a:off x="10864057" y="5686541"/>
                <a:ext cx="568440" cy="941040"/>
              </p14:xfrm>
            </p:contentPart>
          </mc:Choice>
          <mc:Fallback>
            <p:pic>
              <p:nvPicPr>
                <p:cNvPr id="394" name="Tinta 393">
                  <a:extLst>
                    <a:ext uri="{FF2B5EF4-FFF2-40B4-BE49-F238E27FC236}">
                      <a16:creationId xmlns:a16="http://schemas.microsoft.com/office/drawing/2014/main" id="{9998F6C3-0F78-223A-F63B-82B013762124}"/>
                    </a:ext>
                  </a:extLst>
                </p:cNvPr>
                <p:cNvPicPr/>
                <p:nvPr/>
              </p:nvPicPr>
              <p:blipFill>
                <a:blip r:embed="rId627"/>
                <a:stretch>
                  <a:fillRect/>
                </a:stretch>
              </p:blipFill>
              <p:spPr>
                <a:xfrm>
                  <a:off x="10846057" y="5668541"/>
                  <a:ext cx="604080" cy="9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8">
              <p14:nvContentPartPr>
                <p14:cNvPr id="395" name="Tinta 394">
                  <a:extLst>
                    <a:ext uri="{FF2B5EF4-FFF2-40B4-BE49-F238E27FC236}">
                      <a16:creationId xmlns:a16="http://schemas.microsoft.com/office/drawing/2014/main" id="{4836E7A0-5DB8-5BFF-8C00-764569D49EA9}"/>
                    </a:ext>
                  </a:extLst>
                </p14:cNvPr>
                <p14:cNvContentPartPr/>
                <p14:nvPr/>
              </p14:nvContentPartPr>
              <p14:xfrm>
                <a:off x="11070337" y="5832701"/>
                <a:ext cx="412920" cy="736560"/>
              </p14:xfrm>
            </p:contentPart>
          </mc:Choice>
          <mc:Fallback>
            <p:pic>
              <p:nvPicPr>
                <p:cNvPr id="395" name="Tinta 394">
                  <a:extLst>
                    <a:ext uri="{FF2B5EF4-FFF2-40B4-BE49-F238E27FC236}">
                      <a16:creationId xmlns:a16="http://schemas.microsoft.com/office/drawing/2014/main" id="{4836E7A0-5DB8-5BFF-8C00-764569D49EA9}"/>
                    </a:ext>
                  </a:extLst>
                </p:cNvPr>
                <p:cNvPicPr/>
                <p:nvPr/>
              </p:nvPicPr>
              <p:blipFill>
                <a:blip r:embed="rId629"/>
                <a:stretch>
                  <a:fillRect/>
                </a:stretch>
              </p:blipFill>
              <p:spPr>
                <a:xfrm>
                  <a:off x="11052697" y="5815061"/>
                  <a:ext cx="448560" cy="77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0">
              <p14:nvContentPartPr>
                <p14:cNvPr id="396" name="Tinta 395">
                  <a:extLst>
                    <a:ext uri="{FF2B5EF4-FFF2-40B4-BE49-F238E27FC236}">
                      <a16:creationId xmlns:a16="http://schemas.microsoft.com/office/drawing/2014/main" id="{C13D6AFE-B7C0-1D6C-89E7-A8C55473908A}"/>
                    </a:ext>
                  </a:extLst>
                </p14:cNvPr>
                <p14:cNvContentPartPr/>
                <p14:nvPr/>
              </p14:nvContentPartPr>
              <p14:xfrm>
                <a:off x="11305777" y="5973821"/>
                <a:ext cx="216000" cy="523080"/>
              </p14:xfrm>
            </p:contentPart>
          </mc:Choice>
          <mc:Fallback>
            <p:pic>
              <p:nvPicPr>
                <p:cNvPr id="396" name="Tinta 395">
                  <a:extLst>
                    <a:ext uri="{FF2B5EF4-FFF2-40B4-BE49-F238E27FC236}">
                      <a16:creationId xmlns:a16="http://schemas.microsoft.com/office/drawing/2014/main" id="{C13D6AFE-B7C0-1D6C-89E7-A8C55473908A}"/>
                    </a:ext>
                  </a:extLst>
                </p:cNvPr>
                <p:cNvPicPr/>
                <p:nvPr/>
              </p:nvPicPr>
              <p:blipFill>
                <a:blip r:embed="rId631"/>
                <a:stretch>
                  <a:fillRect/>
                </a:stretch>
              </p:blipFill>
              <p:spPr>
                <a:xfrm>
                  <a:off x="11287777" y="5955821"/>
                  <a:ext cx="251640" cy="55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2">
              <p14:nvContentPartPr>
                <p14:cNvPr id="397" name="Tinta 396">
                  <a:extLst>
                    <a:ext uri="{FF2B5EF4-FFF2-40B4-BE49-F238E27FC236}">
                      <a16:creationId xmlns:a16="http://schemas.microsoft.com/office/drawing/2014/main" id="{AE16BDE6-A2E9-A793-41F1-25B7A911ACB5}"/>
                    </a:ext>
                  </a:extLst>
                </p14:cNvPr>
                <p14:cNvContentPartPr/>
                <p14:nvPr/>
              </p14:nvContentPartPr>
              <p14:xfrm>
                <a:off x="11442937" y="6115661"/>
                <a:ext cx="78480" cy="342360"/>
              </p14:xfrm>
            </p:contentPart>
          </mc:Choice>
          <mc:Fallback>
            <p:pic>
              <p:nvPicPr>
                <p:cNvPr id="397" name="Tinta 396">
                  <a:extLst>
                    <a:ext uri="{FF2B5EF4-FFF2-40B4-BE49-F238E27FC236}">
                      <a16:creationId xmlns:a16="http://schemas.microsoft.com/office/drawing/2014/main" id="{AE16BDE6-A2E9-A793-41F1-25B7A911ACB5}"/>
                    </a:ext>
                  </a:extLst>
                </p:cNvPr>
                <p:cNvPicPr/>
                <p:nvPr/>
              </p:nvPicPr>
              <p:blipFill>
                <a:blip r:embed="rId633"/>
                <a:stretch>
                  <a:fillRect/>
                </a:stretch>
              </p:blipFill>
              <p:spPr>
                <a:xfrm>
                  <a:off x="11425297" y="6097661"/>
                  <a:ext cx="114120" cy="37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4">
              <p14:nvContentPartPr>
                <p14:cNvPr id="398" name="Tinta 397">
                  <a:extLst>
                    <a:ext uri="{FF2B5EF4-FFF2-40B4-BE49-F238E27FC236}">
                      <a16:creationId xmlns:a16="http://schemas.microsoft.com/office/drawing/2014/main" id="{8C3393BF-A12E-E6A0-D6C2-5F4D7EA31309}"/>
                    </a:ext>
                  </a:extLst>
                </p14:cNvPr>
                <p14:cNvContentPartPr/>
                <p14:nvPr/>
              </p14:nvContentPartPr>
              <p14:xfrm>
                <a:off x="11470297" y="6236261"/>
                <a:ext cx="42480" cy="138960"/>
              </p14:xfrm>
            </p:contentPart>
          </mc:Choice>
          <mc:Fallback>
            <p:pic>
              <p:nvPicPr>
                <p:cNvPr id="398" name="Tinta 397">
                  <a:extLst>
                    <a:ext uri="{FF2B5EF4-FFF2-40B4-BE49-F238E27FC236}">
                      <a16:creationId xmlns:a16="http://schemas.microsoft.com/office/drawing/2014/main" id="{8C3393BF-A12E-E6A0-D6C2-5F4D7EA31309}"/>
                    </a:ext>
                  </a:extLst>
                </p:cNvPr>
                <p:cNvPicPr/>
                <p:nvPr/>
              </p:nvPicPr>
              <p:blipFill>
                <a:blip r:embed="rId635"/>
                <a:stretch>
                  <a:fillRect/>
                </a:stretch>
              </p:blipFill>
              <p:spPr>
                <a:xfrm>
                  <a:off x="11452657" y="6218621"/>
                  <a:ext cx="78120" cy="17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4" name="Agrupar 403">
            <a:extLst>
              <a:ext uri="{FF2B5EF4-FFF2-40B4-BE49-F238E27FC236}">
                <a16:creationId xmlns:a16="http://schemas.microsoft.com/office/drawing/2014/main" id="{F2E44AA6-83B9-7550-E3D2-85268B76EFB2}"/>
              </a:ext>
            </a:extLst>
          </p:cNvPr>
          <p:cNvGrpSpPr/>
          <p:nvPr/>
        </p:nvGrpSpPr>
        <p:grpSpPr>
          <a:xfrm>
            <a:off x="10833817" y="5641901"/>
            <a:ext cx="705240" cy="394920"/>
            <a:chOff x="10833817" y="5641901"/>
            <a:chExt cx="705240" cy="394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36">
              <p14:nvContentPartPr>
                <p14:cNvPr id="400" name="Tinta 399">
                  <a:extLst>
                    <a:ext uri="{FF2B5EF4-FFF2-40B4-BE49-F238E27FC236}">
                      <a16:creationId xmlns:a16="http://schemas.microsoft.com/office/drawing/2014/main" id="{43C10AD1-69CB-E633-1BE8-D2293167696A}"/>
                    </a:ext>
                  </a:extLst>
                </p14:cNvPr>
                <p14:cNvContentPartPr/>
                <p14:nvPr/>
              </p14:nvContentPartPr>
              <p14:xfrm>
                <a:off x="10833817" y="5974181"/>
                <a:ext cx="54360" cy="62640"/>
              </p14:xfrm>
            </p:contentPart>
          </mc:Choice>
          <mc:Fallback>
            <p:pic>
              <p:nvPicPr>
                <p:cNvPr id="400" name="Tinta 399">
                  <a:extLst>
                    <a:ext uri="{FF2B5EF4-FFF2-40B4-BE49-F238E27FC236}">
                      <a16:creationId xmlns:a16="http://schemas.microsoft.com/office/drawing/2014/main" id="{43C10AD1-69CB-E633-1BE8-D2293167696A}"/>
                    </a:ext>
                  </a:extLst>
                </p:cNvPr>
                <p:cNvPicPr/>
                <p:nvPr/>
              </p:nvPicPr>
              <p:blipFill>
                <a:blip r:embed="rId637"/>
                <a:stretch>
                  <a:fillRect/>
                </a:stretch>
              </p:blipFill>
              <p:spPr>
                <a:xfrm>
                  <a:off x="10816177" y="5956541"/>
                  <a:ext cx="9000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8">
              <p14:nvContentPartPr>
                <p14:cNvPr id="401" name="Tinta 400">
                  <a:extLst>
                    <a:ext uri="{FF2B5EF4-FFF2-40B4-BE49-F238E27FC236}">
                      <a16:creationId xmlns:a16="http://schemas.microsoft.com/office/drawing/2014/main" id="{015D7006-96B9-B93C-0D9E-1A61725AD3AA}"/>
                    </a:ext>
                  </a:extLst>
                </p14:cNvPr>
                <p14:cNvContentPartPr/>
                <p14:nvPr/>
              </p14:nvContentPartPr>
              <p14:xfrm>
                <a:off x="10955137" y="5928821"/>
                <a:ext cx="583920" cy="40680"/>
              </p14:xfrm>
            </p:contentPart>
          </mc:Choice>
          <mc:Fallback>
            <p:pic>
              <p:nvPicPr>
                <p:cNvPr id="401" name="Tinta 400">
                  <a:extLst>
                    <a:ext uri="{FF2B5EF4-FFF2-40B4-BE49-F238E27FC236}">
                      <a16:creationId xmlns:a16="http://schemas.microsoft.com/office/drawing/2014/main" id="{015D7006-96B9-B93C-0D9E-1A61725AD3AA}"/>
                    </a:ext>
                  </a:extLst>
                </p:cNvPr>
                <p:cNvPicPr/>
                <p:nvPr/>
              </p:nvPicPr>
              <p:blipFill>
                <a:blip r:embed="rId639"/>
                <a:stretch>
                  <a:fillRect/>
                </a:stretch>
              </p:blipFill>
              <p:spPr>
                <a:xfrm>
                  <a:off x="10937137" y="5911181"/>
                  <a:ext cx="61956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0">
              <p14:nvContentPartPr>
                <p14:cNvPr id="402" name="Tinta 401">
                  <a:extLst>
                    <a:ext uri="{FF2B5EF4-FFF2-40B4-BE49-F238E27FC236}">
                      <a16:creationId xmlns:a16="http://schemas.microsoft.com/office/drawing/2014/main" id="{260C5597-8401-3B30-2B23-B5AAE19CB1CC}"/>
                    </a:ext>
                  </a:extLst>
                </p14:cNvPr>
                <p14:cNvContentPartPr/>
                <p14:nvPr/>
              </p14:nvContentPartPr>
              <p14:xfrm>
                <a:off x="11104177" y="5698781"/>
                <a:ext cx="3960" cy="149040"/>
              </p14:xfrm>
            </p:contentPart>
          </mc:Choice>
          <mc:Fallback>
            <p:pic>
              <p:nvPicPr>
                <p:cNvPr id="402" name="Tinta 401">
                  <a:extLst>
                    <a:ext uri="{FF2B5EF4-FFF2-40B4-BE49-F238E27FC236}">
                      <a16:creationId xmlns:a16="http://schemas.microsoft.com/office/drawing/2014/main" id="{260C5597-8401-3B30-2B23-B5AAE19CB1CC}"/>
                    </a:ext>
                  </a:extLst>
                </p:cNvPr>
                <p:cNvPicPr/>
                <p:nvPr/>
              </p:nvPicPr>
              <p:blipFill>
                <a:blip r:embed="rId641"/>
                <a:stretch>
                  <a:fillRect/>
                </a:stretch>
              </p:blipFill>
              <p:spPr>
                <a:xfrm>
                  <a:off x="11086177" y="5680781"/>
                  <a:ext cx="3960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2">
              <p14:nvContentPartPr>
                <p14:cNvPr id="403" name="Tinta 402">
                  <a:extLst>
                    <a:ext uri="{FF2B5EF4-FFF2-40B4-BE49-F238E27FC236}">
                      <a16:creationId xmlns:a16="http://schemas.microsoft.com/office/drawing/2014/main" id="{FD6C6B28-F30F-C3FF-77E3-61EAAF5F9F4D}"/>
                    </a:ext>
                  </a:extLst>
                </p14:cNvPr>
                <p14:cNvContentPartPr/>
                <p14:nvPr/>
              </p14:nvContentPartPr>
              <p14:xfrm>
                <a:off x="11101657" y="5641901"/>
                <a:ext cx="249840" cy="200160"/>
              </p14:xfrm>
            </p:contentPart>
          </mc:Choice>
          <mc:Fallback>
            <p:pic>
              <p:nvPicPr>
                <p:cNvPr id="403" name="Tinta 402">
                  <a:extLst>
                    <a:ext uri="{FF2B5EF4-FFF2-40B4-BE49-F238E27FC236}">
                      <a16:creationId xmlns:a16="http://schemas.microsoft.com/office/drawing/2014/main" id="{FD6C6B28-F30F-C3FF-77E3-61EAAF5F9F4D}"/>
                    </a:ext>
                  </a:extLst>
                </p:cNvPr>
                <p:cNvPicPr/>
                <p:nvPr/>
              </p:nvPicPr>
              <p:blipFill>
                <a:blip r:embed="rId643"/>
                <a:stretch>
                  <a:fillRect/>
                </a:stretch>
              </p:blipFill>
              <p:spPr>
                <a:xfrm>
                  <a:off x="11083657" y="5624261"/>
                  <a:ext cx="285480" cy="235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44">
            <p14:nvContentPartPr>
              <p14:cNvPr id="405" name="Tinta 404">
                <a:extLst>
                  <a:ext uri="{FF2B5EF4-FFF2-40B4-BE49-F238E27FC236}">
                    <a16:creationId xmlns:a16="http://schemas.microsoft.com/office/drawing/2014/main" id="{F777F947-06C9-CBAA-BFB3-F9E982E11F9B}"/>
                  </a:ext>
                </a:extLst>
              </p14:cNvPr>
              <p14:cNvContentPartPr/>
              <p14:nvPr/>
            </p14:nvContentPartPr>
            <p14:xfrm>
              <a:off x="9267457" y="5889941"/>
              <a:ext cx="360" cy="360"/>
            </p14:xfrm>
          </p:contentPart>
        </mc:Choice>
        <mc:Fallback>
          <p:pic>
            <p:nvPicPr>
              <p:cNvPr id="405" name="Tinta 404">
                <a:extLst>
                  <a:ext uri="{FF2B5EF4-FFF2-40B4-BE49-F238E27FC236}">
                    <a16:creationId xmlns:a16="http://schemas.microsoft.com/office/drawing/2014/main" id="{F777F947-06C9-CBAA-BFB3-F9E982E11F9B}"/>
                  </a:ext>
                </a:extLst>
              </p:cNvPr>
              <p:cNvPicPr/>
              <p:nvPr/>
            </p:nvPicPr>
            <p:blipFill>
              <a:blip r:embed="rId162"/>
              <a:stretch>
                <a:fillRect/>
              </a:stretch>
            </p:blipFill>
            <p:spPr>
              <a:xfrm>
                <a:off x="9249457" y="5871941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68122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Agrupar 13">
            <a:extLst>
              <a:ext uri="{FF2B5EF4-FFF2-40B4-BE49-F238E27FC236}">
                <a16:creationId xmlns:a16="http://schemas.microsoft.com/office/drawing/2014/main" id="{311ECF97-6F15-ED6C-253A-23EA683AE650}"/>
              </a:ext>
            </a:extLst>
          </p:cNvPr>
          <p:cNvGrpSpPr/>
          <p:nvPr/>
        </p:nvGrpSpPr>
        <p:grpSpPr>
          <a:xfrm>
            <a:off x="528097" y="93581"/>
            <a:ext cx="1848600" cy="570240"/>
            <a:chOff x="528097" y="93581"/>
            <a:chExt cx="1848600" cy="570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3" name="Tinta 2">
                  <a:extLst>
                    <a:ext uri="{FF2B5EF4-FFF2-40B4-BE49-F238E27FC236}">
                      <a16:creationId xmlns:a16="http://schemas.microsoft.com/office/drawing/2014/main" id="{B41DC320-1CCB-81F4-D110-A73976AFE6DD}"/>
                    </a:ext>
                  </a:extLst>
                </p14:cNvPr>
                <p14:cNvContentPartPr/>
                <p14:nvPr/>
              </p14:nvContentPartPr>
              <p14:xfrm>
                <a:off x="560137" y="173501"/>
                <a:ext cx="151920" cy="301680"/>
              </p14:xfrm>
            </p:contentPart>
          </mc:Choice>
          <mc:Fallback>
            <p:pic>
              <p:nvPicPr>
                <p:cNvPr id="3" name="Tinta 2">
                  <a:extLst>
                    <a:ext uri="{FF2B5EF4-FFF2-40B4-BE49-F238E27FC236}">
                      <a16:creationId xmlns:a16="http://schemas.microsoft.com/office/drawing/2014/main" id="{B41DC320-1CCB-81F4-D110-A73976AFE6D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42497" y="155861"/>
                  <a:ext cx="187560" cy="33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4" name="Tinta 3">
                  <a:extLst>
                    <a:ext uri="{FF2B5EF4-FFF2-40B4-BE49-F238E27FC236}">
                      <a16:creationId xmlns:a16="http://schemas.microsoft.com/office/drawing/2014/main" id="{7CB91D2F-81E9-27A3-2923-7C2358894356}"/>
                    </a:ext>
                  </a:extLst>
                </p14:cNvPr>
                <p14:cNvContentPartPr/>
                <p14:nvPr/>
              </p14:nvContentPartPr>
              <p14:xfrm>
                <a:off x="565537" y="336221"/>
                <a:ext cx="86040" cy="2520"/>
              </p14:xfrm>
            </p:contentPart>
          </mc:Choice>
          <mc:Fallback>
            <p:pic>
              <p:nvPicPr>
                <p:cNvPr id="4" name="Tinta 3">
                  <a:extLst>
                    <a:ext uri="{FF2B5EF4-FFF2-40B4-BE49-F238E27FC236}">
                      <a16:creationId xmlns:a16="http://schemas.microsoft.com/office/drawing/2014/main" id="{7CB91D2F-81E9-27A3-2923-7C235889435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47537" y="318221"/>
                  <a:ext cx="12168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Tinta 4">
                  <a:extLst>
                    <a:ext uri="{FF2B5EF4-FFF2-40B4-BE49-F238E27FC236}">
                      <a16:creationId xmlns:a16="http://schemas.microsoft.com/office/drawing/2014/main" id="{75AFAB30-3722-D8BC-C6D5-EE040EED3E9A}"/>
                    </a:ext>
                  </a:extLst>
                </p14:cNvPr>
                <p14:cNvContentPartPr/>
                <p14:nvPr/>
              </p14:nvContentPartPr>
              <p14:xfrm>
                <a:off x="528097" y="141821"/>
                <a:ext cx="310680" cy="340200"/>
              </p14:xfrm>
            </p:contentPart>
          </mc:Choice>
          <mc:Fallback>
            <p:pic>
              <p:nvPicPr>
                <p:cNvPr id="5" name="Tinta 4">
                  <a:extLst>
                    <a:ext uri="{FF2B5EF4-FFF2-40B4-BE49-F238E27FC236}">
                      <a16:creationId xmlns:a16="http://schemas.microsoft.com/office/drawing/2014/main" id="{75AFAB30-3722-D8BC-C6D5-EE040EED3E9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10457" y="123821"/>
                  <a:ext cx="346320" cy="37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Tinta 5">
                  <a:extLst>
                    <a:ext uri="{FF2B5EF4-FFF2-40B4-BE49-F238E27FC236}">
                      <a16:creationId xmlns:a16="http://schemas.microsoft.com/office/drawing/2014/main" id="{C43F9B56-372D-23E2-5BCD-F53EF9C9F8E3}"/>
                    </a:ext>
                  </a:extLst>
                </p14:cNvPr>
                <p14:cNvContentPartPr/>
                <p14:nvPr/>
              </p14:nvContentPartPr>
              <p14:xfrm>
                <a:off x="729337" y="343061"/>
                <a:ext cx="192960" cy="154440"/>
              </p14:xfrm>
            </p:contentPart>
          </mc:Choice>
          <mc:Fallback>
            <p:pic>
              <p:nvPicPr>
                <p:cNvPr id="6" name="Tinta 5">
                  <a:extLst>
                    <a:ext uri="{FF2B5EF4-FFF2-40B4-BE49-F238E27FC236}">
                      <a16:creationId xmlns:a16="http://schemas.microsoft.com/office/drawing/2014/main" id="{C43F9B56-372D-23E2-5BCD-F53EF9C9F8E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11337" y="325061"/>
                  <a:ext cx="22860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Tinta 7">
                  <a:extLst>
                    <a:ext uri="{FF2B5EF4-FFF2-40B4-BE49-F238E27FC236}">
                      <a16:creationId xmlns:a16="http://schemas.microsoft.com/office/drawing/2014/main" id="{9DB0E94E-A85C-4BCD-3937-A8CA0794E3BF}"/>
                    </a:ext>
                  </a:extLst>
                </p14:cNvPr>
                <p14:cNvContentPartPr/>
                <p14:nvPr/>
              </p14:nvContentPartPr>
              <p14:xfrm>
                <a:off x="944257" y="341621"/>
                <a:ext cx="416520" cy="170280"/>
              </p14:xfrm>
            </p:contentPart>
          </mc:Choice>
          <mc:Fallback>
            <p:pic>
              <p:nvPicPr>
                <p:cNvPr id="8" name="Tinta 7">
                  <a:extLst>
                    <a:ext uri="{FF2B5EF4-FFF2-40B4-BE49-F238E27FC236}">
                      <a16:creationId xmlns:a16="http://schemas.microsoft.com/office/drawing/2014/main" id="{9DB0E94E-A85C-4BCD-3937-A8CA0794E3B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26257" y="323981"/>
                  <a:ext cx="45216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Tinta 8">
                  <a:extLst>
                    <a:ext uri="{FF2B5EF4-FFF2-40B4-BE49-F238E27FC236}">
                      <a16:creationId xmlns:a16="http://schemas.microsoft.com/office/drawing/2014/main" id="{68E7B18B-C110-D6E4-90F7-022D7E4C7062}"/>
                    </a:ext>
                  </a:extLst>
                </p14:cNvPr>
                <p14:cNvContentPartPr/>
                <p14:nvPr/>
              </p14:nvContentPartPr>
              <p14:xfrm>
                <a:off x="1439617" y="357461"/>
                <a:ext cx="92160" cy="136440"/>
              </p14:xfrm>
            </p:contentPart>
          </mc:Choice>
          <mc:Fallback>
            <p:pic>
              <p:nvPicPr>
                <p:cNvPr id="9" name="Tinta 8">
                  <a:extLst>
                    <a:ext uri="{FF2B5EF4-FFF2-40B4-BE49-F238E27FC236}">
                      <a16:creationId xmlns:a16="http://schemas.microsoft.com/office/drawing/2014/main" id="{68E7B18B-C110-D6E4-90F7-022D7E4C706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421977" y="339461"/>
                  <a:ext cx="12780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Tinta 9">
                  <a:extLst>
                    <a:ext uri="{FF2B5EF4-FFF2-40B4-BE49-F238E27FC236}">
                      <a16:creationId xmlns:a16="http://schemas.microsoft.com/office/drawing/2014/main" id="{D95E2D10-225F-E061-69FB-1C0D16E42375}"/>
                    </a:ext>
                  </a:extLst>
                </p14:cNvPr>
                <p14:cNvContentPartPr/>
                <p14:nvPr/>
              </p14:nvContentPartPr>
              <p14:xfrm>
                <a:off x="1546537" y="404261"/>
                <a:ext cx="124560" cy="109080"/>
              </p14:xfrm>
            </p:contentPart>
          </mc:Choice>
          <mc:Fallback>
            <p:pic>
              <p:nvPicPr>
                <p:cNvPr id="10" name="Tinta 9">
                  <a:extLst>
                    <a:ext uri="{FF2B5EF4-FFF2-40B4-BE49-F238E27FC236}">
                      <a16:creationId xmlns:a16="http://schemas.microsoft.com/office/drawing/2014/main" id="{D95E2D10-225F-E061-69FB-1C0D16E4237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528537" y="386621"/>
                  <a:ext cx="16020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Tinta 10">
                  <a:extLst>
                    <a:ext uri="{FF2B5EF4-FFF2-40B4-BE49-F238E27FC236}">
                      <a16:creationId xmlns:a16="http://schemas.microsoft.com/office/drawing/2014/main" id="{EF845B33-AC1F-1E21-DDFC-F9C6374BC484}"/>
                    </a:ext>
                  </a:extLst>
                </p14:cNvPr>
                <p14:cNvContentPartPr/>
                <p14:nvPr/>
              </p14:nvContentPartPr>
              <p14:xfrm>
                <a:off x="2039377" y="222101"/>
                <a:ext cx="81000" cy="4680"/>
              </p14:xfrm>
            </p:contentPart>
          </mc:Choice>
          <mc:Fallback>
            <p:pic>
              <p:nvPicPr>
                <p:cNvPr id="11" name="Tinta 10">
                  <a:extLst>
                    <a:ext uri="{FF2B5EF4-FFF2-40B4-BE49-F238E27FC236}">
                      <a16:creationId xmlns:a16="http://schemas.microsoft.com/office/drawing/2014/main" id="{EF845B33-AC1F-1E21-DDFC-F9C6374BC48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021737" y="204461"/>
                  <a:ext cx="1166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Tinta 11">
                  <a:extLst>
                    <a:ext uri="{FF2B5EF4-FFF2-40B4-BE49-F238E27FC236}">
                      <a16:creationId xmlns:a16="http://schemas.microsoft.com/office/drawing/2014/main" id="{5A3CD017-AA32-ACFE-F3F9-F03C6AC674CC}"/>
                    </a:ext>
                  </a:extLst>
                </p14:cNvPr>
                <p14:cNvContentPartPr/>
                <p14:nvPr/>
              </p14:nvContentPartPr>
              <p14:xfrm>
                <a:off x="2015617" y="226781"/>
                <a:ext cx="169560" cy="259560"/>
              </p14:xfrm>
            </p:contentPart>
          </mc:Choice>
          <mc:Fallback>
            <p:pic>
              <p:nvPicPr>
                <p:cNvPr id="12" name="Tinta 11">
                  <a:extLst>
                    <a:ext uri="{FF2B5EF4-FFF2-40B4-BE49-F238E27FC236}">
                      <a16:creationId xmlns:a16="http://schemas.microsoft.com/office/drawing/2014/main" id="{5A3CD017-AA32-ACFE-F3F9-F03C6AC674C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997617" y="208781"/>
                  <a:ext cx="20520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Tinta 12">
                  <a:extLst>
                    <a:ext uri="{FF2B5EF4-FFF2-40B4-BE49-F238E27FC236}">
                      <a16:creationId xmlns:a16="http://schemas.microsoft.com/office/drawing/2014/main" id="{11C1C266-10E4-2613-8E0A-B122EFD1F6FB}"/>
                    </a:ext>
                  </a:extLst>
                </p14:cNvPr>
                <p14:cNvContentPartPr/>
                <p14:nvPr/>
              </p14:nvContentPartPr>
              <p14:xfrm>
                <a:off x="1861897" y="93581"/>
                <a:ext cx="514800" cy="570240"/>
              </p14:xfrm>
            </p:contentPart>
          </mc:Choice>
          <mc:Fallback>
            <p:pic>
              <p:nvPicPr>
                <p:cNvPr id="13" name="Tinta 12">
                  <a:extLst>
                    <a:ext uri="{FF2B5EF4-FFF2-40B4-BE49-F238E27FC236}">
                      <a16:creationId xmlns:a16="http://schemas.microsoft.com/office/drawing/2014/main" id="{11C1C266-10E4-2613-8E0A-B122EFD1F6F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844257" y="75941"/>
                  <a:ext cx="550440" cy="60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50C910A9-C19D-11C4-31BA-B3C723CE74D9}"/>
              </a:ext>
            </a:extLst>
          </p:cNvPr>
          <p:cNvGrpSpPr/>
          <p:nvPr/>
        </p:nvGrpSpPr>
        <p:grpSpPr>
          <a:xfrm>
            <a:off x="2928577" y="201941"/>
            <a:ext cx="1321920" cy="567000"/>
            <a:chOff x="2928577" y="201941"/>
            <a:chExt cx="1321920" cy="567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5" name="Tinta 14">
                  <a:extLst>
                    <a:ext uri="{FF2B5EF4-FFF2-40B4-BE49-F238E27FC236}">
                      <a16:creationId xmlns:a16="http://schemas.microsoft.com/office/drawing/2014/main" id="{E788006C-4603-0A20-92E0-16F0C9F109AB}"/>
                    </a:ext>
                  </a:extLst>
                </p14:cNvPr>
                <p14:cNvContentPartPr/>
                <p14:nvPr/>
              </p14:nvContentPartPr>
              <p14:xfrm>
                <a:off x="2989417" y="222461"/>
                <a:ext cx="30240" cy="214920"/>
              </p14:xfrm>
            </p:contentPart>
          </mc:Choice>
          <mc:Fallback>
            <p:pic>
              <p:nvPicPr>
                <p:cNvPr id="15" name="Tinta 14">
                  <a:extLst>
                    <a:ext uri="{FF2B5EF4-FFF2-40B4-BE49-F238E27FC236}">
                      <a16:creationId xmlns:a16="http://schemas.microsoft.com/office/drawing/2014/main" id="{E788006C-4603-0A20-92E0-16F0C9F109A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971777" y="204461"/>
                  <a:ext cx="6588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6" name="Tinta 15">
                  <a:extLst>
                    <a:ext uri="{FF2B5EF4-FFF2-40B4-BE49-F238E27FC236}">
                      <a16:creationId xmlns:a16="http://schemas.microsoft.com/office/drawing/2014/main" id="{03437B55-B3DB-D595-A257-EF5DBA7C125F}"/>
                    </a:ext>
                  </a:extLst>
                </p14:cNvPr>
                <p14:cNvContentPartPr/>
                <p14:nvPr/>
              </p14:nvContentPartPr>
              <p14:xfrm>
                <a:off x="2944777" y="488141"/>
                <a:ext cx="200160" cy="15840"/>
              </p14:xfrm>
            </p:contentPart>
          </mc:Choice>
          <mc:Fallback>
            <p:pic>
              <p:nvPicPr>
                <p:cNvPr id="16" name="Tinta 15">
                  <a:extLst>
                    <a:ext uri="{FF2B5EF4-FFF2-40B4-BE49-F238E27FC236}">
                      <a16:creationId xmlns:a16="http://schemas.microsoft.com/office/drawing/2014/main" id="{03437B55-B3DB-D595-A257-EF5DBA7C125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927137" y="470501"/>
                  <a:ext cx="23580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7" name="Tinta 16">
                  <a:extLst>
                    <a:ext uri="{FF2B5EF4-FFF2-40B4-BE49-F238E27FC236}">
                      <a16:creationId xmlns:a16="http://schemas.microsoft.com/office/drawing/2014/main" id="{21EE1F1C-A8C5-D442-FBD2-347025C17BB1}"/>
                    </a:ext>
                  </a:extLst>
                </p14:cNvPr>
                <p14:cNvContentPartPr/>
                <p14:nvPr/>
              </p14:nvContentPartPr>
              <p14:xfrm>
                <a:off x="2928577" y="201941"/>
                <a:ext cx="166680" cy="12600"/>
              </p14:xfrm>
            </p:contentPart>
          </mc:Choice>
          <mc:Fallback>
            <p:pic>
              <p:nvPicPr>
                <p:cNvPr id="17" name="Tinta 16">
                  <a:extLst>
                    <a:ext uri="{FF2B5EF4-FFF2-40B4-BE49-F238E27FC236}">
                      <a16:creationId xmlns:a16="http://schemas.microsoft.com/office/drawing/2014/main" id="{21EE1F1C-A8C5-D442-FBD2-347025C17BB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910937" y="184301"/>
                  <a:ext cx="20232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Tinta 17">
                  <a:extLst>
                    <a:ext uri="{FF2B5EF4-FFF2-40B4-BE49-F238E27FC236}">
                      <a16:creationId xmlns:a16="http://schemas.microsoft.com/office/drawing/2014/main" id="{C10740DD-CC21-475C-2928-2DD179086F29}"/>
                    </a:ext>
                  </a:extLst>
                </p14:cNvPr>
                <p14:cNvContentPartPr/>
                <p14:nvPr/>
              </p14:nvContentPartPr>
              <p14:xfrm>
                <a:off x="3124777" y="376541"/>
                <a:ext cx="258840" cy="189360"/>
              </p14:xfrm>
            </p:contentPart>
          </mc:Choice>
          <mc:Fallback>
            <p:pic>
              <p:nvPicPr>
                <p:cNvPr id="18" name="Tinta 17">
                  <a:extLst>
                    <a:ext uri="{FF2B5EF4-FFF2-40B4-BE49-F238E27FC236}">
                      <a16:creationId xmlns:a16="http://schemas.microsoft.com/office/drawing/2014/main" id="{C10740DD-CC21-475C-2928-2DD179086F2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107137" y="358901"/>
                  <a:ext cx="29448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Tinta 18">
                  <a:extLst>
                    <a:ext uri="{FF2B5EF4-FFF2-40B4-BE49-F238E27FC236}">
                      <a16:creationId xmlns:a16="http://schemas.microsoft.com/office/drawing/2014/main" id="{3E678E82-62CC-E9DD-D293-2855764C3676}"/>
                    </a:ext>
                  </a:extLst>
                </p14:cNvPr>
                <p14:cNvContentPartPr/>
                <p14:nvPr/>
              </p14:nvContentPartPr>
              <p14:xfrm>
                <a:off x="3295057" y="233261"/>
                <a:ext cx="234000" cy="290520"/>
              </p14:xfrm>
            </p:contentPart>
          </mc:Choice>
          <mc:Fallback>
            <p:pic>
              <p:nvPicPr>
                <p:cNvPr id="19" name="Tinta 18">
                  <a:extLst>
                    <a:ext uri="{FF2B5EF4-FFF2-40B4-BE49-F238E27FC236}">
                      <a16:creationId xmlns:a16="http://schemas.microsoft.com/office/drawing/2014/main" id="{3E678E82-62CC-E9DD-D293-2855764C367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277417" y="215621"/>
                  <a:ext cx="26964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Tinta 19">
                  <a:extLst>
                    <a:ext uri="{FF2B5EF4-FFF2-40B4-BE49-F238E27FC236}">
                      <a16:creationId xmlns:a16="http://schemas.microsoft.com/office/drawing/2014/main" id="{47A24819-BF34-9DCE-7C08-EB9A14D2827D}"/>
                    </a:ext>
                  </a:extLst>
                </p14:cNvPr>
                <p14:cNvContentPartPr/>
                <p14:nvPr/>
              </p14:nvContentPartPr>
              <p14:xfrm>
                <a:off x="3535897" y="382301"/>
                <a:ext cx="164520" cy="127080"/>
              </p14:xfrm>
            </p:contentPart>
          </mc:Choice>
          <mc:Fallback>
            <p:pic>
              <p:nvPicPr>
                <p:cNvPr id="20" name="Tinta 19">
                  <a:extLst>
                    <a:ext uri="{FF2B5EF4-FFF2-40B4-BE49-F238E27FC236}">
                      <a16:creationId xmlns:a16="http://schemas.microsoft.com/office/drawing/2014/main" id="{47A24819-BF34-9DCE-7C08-EB9A14D2827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517897" y="364661"/>
                  <a:ext cx="20016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1" name="Tinta 20">
                  <a:extLst>
                    <a:ext uri="{FF2B5EF4-FFF2-40B4-BE49-F238E27FC236}">
                      <a16:creationId xmlns:a16="http://schemas.microsoft.com/office/drawing/2014/main" id="{77DF5C08-2E66-34FF-29EC-1B0AA377C9F0}"/>
                    </a:ext>
                  </a:extLst>
                </p14:cNvPr>
                <p14:cNvContentPartPr/>
                <p14:nvPr/>
              </p14:nvContentPartPr>
              <p14:xfrm>
                <a:off x="3744697" y="408941"/>
                <a:ext cx="139680" cy="360000"/>
              </p14:xfrm>
            </p:contentPart>
          </mc:Choice>
          <mc:Fallback>
            <p:pic>
              <p:nvPicPr>
                <p:cNvPr id="21" name="Tinta 20">
                  <a:extLst>
                    <a:ext uri="{FF2B5EF4-FFF2-40B4-BE49-F238E27FC236}">
                      <a16:creationId xmlns:a16="http://schemas.microsoft.com/office/drawing/2014/main" id="{77DF5C08-2E66-34FF-29EC-1B0AA377C9F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726697" y="390941"/>
                  <a:ext cx="175320" cy="39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2" name="Tinta 21">
                  <a:extLst>
                    <a:ext uri="{FF2B5EF4-FFF2-40B4-BE49-F238E27FC236}">
                      <a16:creationId xmlns:a16="http://schemas.microsoft.com/office/drawing/2014/main" id="{06F65E14-74A3-76BB-A19C-86893BC1AD79}"/>
                    </a:ext>
                  </a:extLst>
                </p14:cNvPr>
                <p14:cNvContentPartPr/>
                <p14:nvPr/>
              </p14:nvContentPartPr>
              <p14:xfrm>
                <a:off x="3927217" y="376541"/>
                <a:ext cx="150840" cy="151560"/>
              </p14:xfrm>
            </p:contentPart>
          </mc:Choice>
          <mc:Fallback>
            <p:pic>
              <p:nvPicPr>
                <p:cNvPr id="22" name="Tinta 21">
                  <a:extLst>
                    <a:ext uri="{FF2B5EF4-FFF2-40B4-BE49-F238E27FC236}">
                      <a16:creationId xmlns:a16="http://schemas.microsoft.com/office/drawing/2014/main" id="{06F65E14-74A3-76BB-A19C-86893BC1AD7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909217" y="358901"/>
                  <a:ext cx="18648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Tinta 22">
                  <a:extLst>
                    <a:ext uri="{FF2B5EF4-FFF2-40B4-BE49-F238E27FC236}">
                      <a16:creationId xmlns:a16="http://schemas.microsoft.com/office/drawing/2014/main" id="{FC49D662-D481-5F72-0EB5-4C40C0426676}"/>
                    </a:ext>
                  </a:extLst>
                </p14:cNvPr>
                <p14:cNvContentPartPr/>
                <p14:nvPr/>
              </p14:nvContentPartPr>
              <p14:xfrm>
                <a:off x="4175257" y="399941"/>
                <a:ext cx="75240" cy="145800"/>
              </p14:xfrm>
            </p:contentPart>
          </mc:Choice>
          <mc:Fallback>
            <p:pic>
              <p:nvPicPr>
                <p:cNvPr id="23" name="Tinta 22">
                  <a:extLst>
                    <a:ext uri="{FF2B5EF4-FFF2-40B4-BE49-F238E27FC236}">
                      <a16:creationId xmlns:a16="http://schemas.microsoft.com/office/drawing/2014/main" id="{FC49D662-D481-5F72-0EB5-4C40C042667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157617" y="381941"/>
                  <a:ext cx="110880" cy="181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7" name="Tinta 26">
                <a:extLst>
                  <a:ext uri="{FF2B5EF4-FFF2-40B4-BE49-F238E27FC236}">
                    <a16:creationId xmlns:a16="http://schemas.microsoft.com/office/drawing/2014/main" id="{3439B8CB-36E5-9DAA-C2FB-DF11A0EF6765}"/>
                  </a:ext>
                </a:extLst>
              </p14:cNvPr>
              <p14:cNvContentPartPr/>
              <p14:nvPr/>
            </p14:nvContentPartPr>
            <p14:xfrm>
              <a:off x="4819297" y="381941"/>
              <a:ext cx="152640" cy="174600"/>
            </p14:xfrm>
          </p:contentPart>
        </mc:Choice>
        <mc:Fallback>
          <p:pic>
            <p:nvPicPr>
              <p:cNvPr id="27" name="Tinta 26">
                <a:extLst>
                  <a:ext uri="{FF2B5EF4-FFF2-40B4-BE49-F238E27FC236}">
                    <a16:creationId xmlns:a16="http://schemas.microsoft.com/office/drawing/2014/main" id="{3439B8CB-36E5-9DAA-C2FB-DF11A0EF6765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801657" y="364301"/>
                <a:ext cx="188280" cy="210240"/>
              </a:xfrm>
              <a:prstGeom prst="rect">
                <a:avLst/>
              </a:prstGeom>
            </p:spPr>
          </p:pic>
        </mc:Fallback>
      </mc:AlternateContent>
      <p:grpSp>
        <p:nvGrpSpPr>
          <p:cNvPr id="48" name="Agrupar 47">
            <a:extLst>
              <a:ext uri="{FF2B5EF4-FFF2-40B4-BE49-F238E27FC236}">
                <a16:creationId xmlns:a16="http://schemas.microsoft.com/office/drawing/2014/main" id="{6855E005-03DF-9D85-33B8-466649AF9285}"/>
              </a:ext>
            </a:extLst>
          </p:cNvPr>
          <p:cNvGrpSpPr/>
          <p:nvPr/>
        </p:nvGrpSpPr>
        <p:grpSpPr>
          <a:xfrm>
            <a:off x="7172977" y="209861"/>
            <a:ext cx="630360" cy="336960"/>
            <a:chOff x="7172977" y="209861"/>
            <a:chExt cx="630360" cy="336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5" name="Tinta 34">
                  <a:extLst>
                    <a:ext uri="{FF2B5EF4-FFF2-40B4-BE49-F238E27FC236}">
                      <a16:creationId xmlns:a16="http://schemas.microsoft.com/office/drawing/2014/main" id="{F6E9101D-D967-A77E-8DB8-0AEFFF536D65}"/>
                    </a:ext>
                  </a:extLst>
                </p14:cNvPr>
                <p14:cNvContentPartPr/>
                <p14:nvPr/>
              </p14:nvContentPartPr>
              <p14:xfrm>
                <a:off x="7172977" y="338741"/>
                <a:ext cx="178200" cy="170640"/>
              </p14:xfrm>
            </p:contentPart>
          </mc:Choice>
          <mc:Fallback>
            <p:pic>
              <p:nvPicPr>
                <p:cNvPr id="35" name="Tinta 34">
                  <a:extLst>
                    <a:ext uri="{FF2B5EF4-FFF2-40B4-BE49-F238E27FC236}">
                      <a16:creationId xmlns:a16="http://schemas.microsoft.com/office/drawing/2014/main" id="{F6E9101D-D967-A77E-8DB8-0AEFFF536D6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155337" y="320741"/>
                  <a:ext cx="21384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6" name="Tinta 35">
                  <a:extLst>
                    <a:ext uri="{FF2B5EF4-FFF2-40B4-BE49-F238E27FC236}">
                      <a16:creationId xmlns:a16="http://schemas.microsoft.com/office/drawing/2014/main" id="{5FE14AC7-9001-2745-D477-CC1B0FB0570F}"/>
                    </a:ext>
                  </a:extLst>
                </p14:cNvPr>
                <p14:cNvContentPartPr/>
                <p14:nvPr/>
              </p14:nvContentPartPr>
              <p14:xfrm>
                <a:off x="7270177" y="209861"/>
                <a:ext cx="41400" cy="77400"/>
              </p14:xfrm>
            </p:contentPart>
          </mc:Choice>
          <mc:Fallback>
            <p:pic>
              <p:nvPicPr>
                <p:cNvPr id="36" name="Tinta 35">
                  <a:extLst>
                    <a:ext uri="{FF2B5EF4-FFF2-40B4-BE49-F238E27FC236}">
                      <a16:creationId xmlns:a16="http://schemas.microsoft.com/office/drawing/2014/main" id="{5FE14AC7-9001-2745-D477-CC1B0FB0570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252537" y="192221"/>
                  <a:ext cx="7704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7" name="Tinta 36">
                  <a:extLst>
                    <a:ext uri="{FF2B5EF4-FFF2-40B4-BE49-F238E27FC236}">
                      <a16:creationId xmlns:a16="http://schemas.microsoft.com/office/drawing/2014/main" id="{8EF7A637-BC82-7118-B6D8-3208E7CBB6E6}"/>
                    </a:ext>
                  </a:extLst>
                </p14:cNvPr>
                <p14:cNvContentPartPr/>
                <p14:nvPr/>
              </p14:nvContentPartPr>
              <p14:xfrm>
                <a:off x="7347217" y="365381"/>
                <a:ext cx="160560" cy="181440"/>
              </p14:xfrm>
            </p:contentPart>
          </mc:Choice>
          <mc:Fallback>
            <p:pic>
              <p:nvPicPr>
                <p:cNvPr id="37" name="Tinta 36">
                  <a:extLst>
                    <a:ext uri="{FF2B5EF4-FFF2-40B4-BE49-F238E27FC236}">
                      <a16:creationId xmlns:a16="http://schemas.microsoft.com/office/drawing/2014/main" id="{8EF7A637-BC82-7118-B6D8-3208E7CBB6E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329577" y="347381"/>
                  <a:ext cx="19620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8" name="Tinta 37">
                  <a:extLst>
                    <a:ext uri="{FF2B5EF4-FFF2-40B4-BE49-F238E27FC236}">
                      <a16:creationId xmlns:a16="http://schemas.microsoft.com/office/drawing/2014/main" id="{07767FEA-7061-C58E-FED3-A8AFC7DA6EAE}"/>
                    </a:ext>
                  </a:extLst>
                </p14:cNvPr>
                <p14:cNvContentPartPr/>
                <p14:nvPr/>
              </p14:nvContentPartPr>
              <p14:xfrm>
                <a:off x="7457737" y="384101"/>
                <a:ext cx="156960" cy="129240"/>
              </p14:xfrm>
            </p:contentPart>
          </mc:Choice>
          <mc:Fallback>
            <p:pic>
              <p:nvPicPr>
                <p:cNvPr id="38" name="Tinta 37">
                  <a:extLst>
                    <a:ext uri="{FF2B5EF4-FFF2-40B4-BE49-F238E27FC236}">
                      <a16:creationId xmlns:a16="http://schemas.microsoft.com/office/drawing/2014/main" id="{07767FEA-7061-C58E-FED3-A8AFC7DA6EA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440097" y="366461"/>
                  <a:ext cx="19260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9" name="Tinta 38">
                  <a:extLst>
                    <a:ext uri="{FF2B5EF4-FFF2-40B4-BE49-F238E27FC236}">
                      <a16:creationId xmlns:a16="http://schemas.microsoft.com/office/drawing/2014/main" id="{9DC718A9-18E9-4F9D-7A24-03355738A6FC}"/>
                    </a:ext>
                  </a:extLst>
                </p14:cNvPr>
                <p14:cNvContentPartPr/>
                <p14:nvPr/>
              </p14:nvContentPartPr>
              <p14:xfrm>
                <a:off x="7658617" y="384101"/>
                <a:ext cx="144720" cy="108000"/>
              </p14:xfrm>
            </p:contentPart>
          </mc:Choice>
          <mc:Fallback>
            <p:pic>
              <p:nvPicPr>
                <p:cNvPr id="39" name="Tinta 38">
                  <a:extLst>
                    <a:ext uri="{FF2B5EF4-FFF2-40B4-BE49-F238E27FC236}">
                      <a16:creationId xmlns:a16="http://schemas.microsoft.com/office/drawing/2014/main" id="{9DC718A9-18E9-4F9D-7A24-03355738A6F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640977" y="366461"/>
                  <a:ext cx="180360" cy="14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Agrupar 50">
            <a:extLst>
              <a:ext uri="{FF2B5EF4-FFF2-40B4-BE49-F238E27FC236}">
                <a16:creationId xmlns:a16="http://schemas.microsoft.com/office/drawing/2014/main" id="{69E62E17-DD90-994D-464C-79C29E10F91A}"/>
              </a:ext>
            </a:extLst>
          </p:cNvPr>
          <p:cNvGrpSpPr/>
          <p:nvPr/>
        </p:nvGrpSpPr>
        <p:grpSpPr>
          <a:xfrm>
            <a:off x="8041297" y="209861"/>
            <a:ext cx="299880" cy="317880"/>
            <a:chOff x="8041297" y="209861"/>
            <a:chExt cx="299880" cy="317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9" name="Tinta 48">
                  <a:extLst>
                    <a:ext uri="{FF2B5EF4-FFF2-40B4-BE49-F238E27FC236}">
                      <a16:creationId xmlns:a16="http://schemas.microsoft.com/office/drawing/2014/main" id="{C00E8D5D-1D8A-950A-B356-BA1575E00309}"/>
                    </a:ext>
                  </a:extLst>
                </p14:cNvPr>
                <p14:cNvContentPartPr/>
                <p14:nvPr/>
              </p14:nvContentPartPr>
              <p14:xfrm>
                <a:off x="8041297" y="209861"/>
                <a:ext cx="206640" cy="317880"/>
              </p14:xfrm>
            </p:contentPart>
          </mc:Choice>
          <mc:Fallback>
            <p:pic>
              <p:nvPicPr>
                <p:cNvPr id="49" name="Tinta 48">
                  <a:extLst>
                    <a:ext uri="{FF2B5EF4-FFF2-40B4-BE49-F238E27FC236}">
                      <a16:creationId xmlns:a16="http://schemas.microsoft.com/office/drawing/2014/main" id="{C00E8D5D-1D8A-950A-B356-BA1575E00309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023657" y="192221"/>
                  <a:ext cx="242280" cy="35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50" name="Tinta 49">
                  <a:extLst>
                    <a:ext uri="{FF2B5EF4-FFF2-40B4-BE49-F238E27FC236}">
                      <a16:creationId xmlns:a16="http://schemas.microsoft.com/office/drawing/2014/main" id="{60DEE5EB-FDDB-52BE-C533-5CF108682191}"/>
                    </a:ext>
                  </a:extLst>
                </p14:cNvPr>
                <p14:cNvContentPartPr/>
                <p14:nvPr/>
              </p14:nvContentPartPr>
              <p14:xfrm>
                <a:off x="8255137" y="393101"/>
                <a:ext cx="86040" cy="116640"/>
              </p14:xfrm>
            </p:contentPart>
          </mc:Choice>
          <mc:Fallback>
            <p:pic>
              <p:nvPicPr>
                <p:cNvPr id="50" name="Tinta 49">
                  <a:extLst>
                    <a:ext uri="{FF2B5EF4-FFF2-40B4-BE49-F238E27FC236}">
                      <a16:creationId xmlns:a16="http://schemas.microsoft.com/office/drawing/2014/main" id="{60DEE5EB-FDDB-52BE-C533-5CF10868219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237137" y="375461"/>
                  <a:ext cx="121680" cy="152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Agrupar 61">
            <a:extLst>
              <a:ext uri="{FF2B5EF4-FFF2-40B4-BE49-F238E27FC236}">
                <a16:creationId xmlns:a16="http://schemas.microsoft.com/office/drawing/2014/main" id="{FAE15747-D80D-3725-58BD-D8FE72D590C1}"/>
              </a:ext>
            </a:extLst>
          </p:cNvPr>
          <p:cNvGrpSpPr/>
          <p:nvPr/>
        </p:nvGrpSpPr>
        <p:grpSpPr>
          <a:xfrm>
            <a:off x="8631337" y="243341"/>
            <a:ext cx="1565280" cy="410760"/>
            <a:chOff x="8631337" y="243341"/>
            <a:chExt cx="1565280" cy="410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52" name="Tinta 51">
                  <a:extLst>
                    <a:ext uri="{FF2B5EF4-FFF2-40B4-BE49-F238E27FC236}">
                      <a16:creationId xmlns:a16="http://schemas.microsoft.com/office/drawing/2014/main" id="{D1A0F0BF-042D-E976-98B2-F5B54582C78F}"/>
                    </a:ext>
                  </a:extLst>
                </p14:cNvPr>
                <p14:cNvContentPartPr/>
                <p14:nvPr/>
              </p14:nvContentPartPr>
              <p14:xfrm>
                <a:off x="8631337" y="371861"/>
                <a:ext cx="115560" cy="153720"/>
              </p14:xfrm>
            </p:contentPart>
          </mc:Choice>
          <mc:Fallback>
            <p:pic>
              <p:nvPicPr>
                <p:cNvPr id="52" name="Tinta 51">
                  <a:extLst>
                    <a:ext uri="{FF2B5EF4-FFF2-40B4-BE49-F238E27FC236}">
                      <a16:creationId xmlns:a16="http://schemas.microsoft.com/office/drawing/2014/main" id="{D1A0F0BF-042D-E976-98B2-F5B54582C78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613697" y="354221"/>
                  <a:ext cx="15120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53" name="Tinta 52">
                  <a:extLst>
                    <a:ext uri="{FF2B5EF4-FFF2-40B4-BE49-F238E27FC236}">
                      <a16:creationId xmlns:a16="http://schemas.microsoft.com/office/drawing/2014/main" id="{1FB30C61-374A-C3D3-A43B-1A41BCA6ACBF}"/>
                    </a:ext>
                  </a:extLst>
                </p14:cNvPr>
                <p14:cNvContentPartPr/>
                <p14:nvPr/>
              </p14:nvContentPartPr>
              <p14:xfrm>
                <a:off x="8777857" y="346301"/>
                <a:ext cx="316440" cy="307800"/>
              </p14:xfrm>
            </p:contentPart>
          </mc:Choice>
          <mc:Fallback>
            <p:pic>
              <p:nvPicPr>
                <p:cNvPr id="53" name="Tinta 52">
                  <a:extLst>
                    <a:ext uri="{FF2B5EF4-FFF2-40B4-BE49-F238E27FC236}">
                      <a16:creationId xmlns:a16="http://schemas.microsoft.com/office/drawing/2014/main" id="{1FB30C61-374A-C3D3-A43B-1A41BCA6ACB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760217" y="328301"/>
                  <a:ext cx="352080" cy="34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54" name="Tinta 53">
                  <a:extLst>
                    <a:ext uri="{FF2B5EF4-FFF2-40B4-BE49-F238E27FC236}">
                      <a16:creationId xmlns:a16="http://schemas.microsoft.com/office/drawing/2014/main" id="{14870EBF-69CE-A3E6-AC3C-72F20038BAB0}"/>
                    </a:ext>
                  </a:extLst>
                </p14:cNvPr>
                <p14:cNvContentPartPr/>
                <p14:nvPr/>
              </p14:nvContentPartPr>
              <p14:xfrm>
                <a:off x="9140377" y="347381"/>
                <a:ext cx="115920" cy="107640"/>
              </p14:xfrm>
            </p:contentPart>
          </mc:Choice>
          <mc:Fallback>
            <p:pic>
              <p:nvPicPr>
                <p:cNvPr id="54" name="Tinta 53">
                  <a:extLst>
                    <a:ext uri="{FF2B5EF4-FFF2-40B4-BE49-F238E27FC236}">
                      <a16:creationId xmlns:a16="http://schemas.microsoft.com/office/drawing/2014/main" id="{14870EBF-69CE-A3E6-AC3C-72F20038BAB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122737" y="329381"/>
                  <a:ext cx="15156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55" name="Tinta 54">
                  <a:extLst>
                    <a:ext uri="{FF2B5EF4-FFF2-40B4-BE49-F238E27FC236}">
                      <a16:creationId xmlns:a16="http://schemas.microsoft.com/office/drawing/2014/main" id="{7757CF89-8F42-960F-EFD4-A01F8B880076}"/>
                    </a:ext>
                  </a:extLst>
                </p14:cNvPr>
                <p14:cNvContentPartPr/>
                <p14:nvPr/>
              </p14:nvContentPartPr>
              <p14:xfrm>
                <a:off x="9186457" y="361781"/>
                <a:ext cx="99720" cy="67320"/>
              </p14:xfrm>
            </p:contentPart>
          </mc:Choice>
          <mc:Fallback>
            <p:pic>
              <p:nvPicPr>
                <p:cNvPr id="55" name="Tinta 54">
                  <a:extLst>
                    <a:ext uri="{FF2B5EF4-FFF2-40B4-BE49-F238E27FC236}">
                      <a16:creationId xmlns:a16="http://schemas.microsoft.com/office/drawing/2014/main" id="{7757CF89-8F42-960F-EFD4-A01F8B88007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168817" y="344141"/>
                  <a:ext cx="13536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56" name="Tinta 55">
                  <a:extLst>
                    <a:ext uri="{FF2B5EF4-FFF2-40B4-BE49-F238E27FC236}">
                      <a16:creationId xmlns:a16="http://schemas.microsoft.com/office/drawing/2014/main" id="{9A48EF93-4A79-D460-2C16-95AAA48842A3}"/>
                    </a:ext>
                  </a:extLst>
                </p14:cNvPr>
                <p14:cNvContentPartPr/>
                <p14:nvPr/>
              </p14:nvContentPartPr>
              <p14:xfrm>
                <a:off x="9344137" y="349541"/>
                <a:ext cx="103320" cy="108720"/>
              </p14:xfrm>
            </p:contentPart>
          </mc:Choice>
          <mc:Fallback>
            <p:pic>
              <p:nvPicPr>
                <p:cNvPr id="56" name="Tinta 55">
                  <a:extLst>
                    <a:ext uri="{FF2B5EF4-FFF2-40B4-BE49-F238E27FC236}">
                      <a16:creationId xmlns:a16="http://schemas.microsoft.com/office/drawing/2014/main" id="{9A48EF93-4A79-D460-2C16-95AAA48842A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326497" y="331541"/>
                  <a:ext cx="13896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57" name="Tinta 56">
                  <a:extLst>
                    <a:ext uri="{FF2B5EF4-FFF2-40B4-BE49-F238E27FC236}">
                      <a16:creationId xmlns:a16="http://schemas.microsoft.com/office/drawing/2014/main" id="{82303575-E4F3-5501-BA56-A96EE17EEB5C}"/>
                    </a:ext>
                  </a:extLst>
                </p14:cNvPr>
                <p14:cNvContentPartPr/>
                <p14:nvPr/>
              </p14:nvContentPartPr>
              <p14:xfrm>
                <a:off x="9579217" y="251621"/>
                <a:ext cx="91080" cy="295200"/>
              </p14:xfrm>
            </p:contentPart>
          </mc:Choice>
          <mc:Fallback>
            <p:pic>
              <p:nvPicPr>
                <p:cNvPr id="57" name="Tinta 56">
                  <a:extLst>
                    <a:ext uri="{FF2B5EF4-FFF2-40B4-BE49-F238E27FC236}">
                      <a16:creationId xmlns:a16="http://schemas.microsoft.com/office/drawing/2014/main" id="{82303575-E4F3-5501-BA56-A96EE17EEB5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561217" y="233621"/>
                  <a:ext cx="12672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8" name="Tinta 57">
                  <a:extLst>
                    <a:ext uri="{FF2B5EF4-FFF2-40B4-BE49-F238E27FC236}">
                      <a16:creationId xmlns:a16="http://schemas.microsoft.com/office/drawing/2014/main" id="{63DC44E1-3BF7-3235-7C6D-448E5A48E0ED}"/>
                    </a:ext>
                  </a:extLst>
                </p14:cNvPr>
                <p14:cNvContentPartPr/>
                <p14:nvPr/>
              </p14:nvContentPartPr>
              <p14:xfrm>
                <a:off x="9540697" y="243341"/>
                <a:ext cx="249840" cy="213840"/>
              </p14:xfrm>
            </p:contentPart>
          </mc:Choice>
          <mc:Fallback>
            <p:pic>
              <p:nvPicPr>
                <p:cNvPr id="58" name="Tinta 57">
                  <a:extLst>
                    <a:ext uri="{FF2B5EF4-FFF2-40B4-BE49-F238E27FC236}">
                      <a16:creationId xmlns:a16="http://schemas.microsoft.com/office/drawing/2014/main" id="{63DC44E1-3BF7-3235-7C6D-448E5A48E0ED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522697" y="225701"/>
                  <a:ext cx="28548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9" name="Tinta 58">
                  <a:extLst>
                    <a:ext uri="{FF2B5EF4-FFF2-40B4-BE49-F238E27FC236}">
                      <a16:creationId xmlns:a16="http://schemas.microsoft.com/office/drawing/2014/main" id="{7DE526F3-8AAD-A98E-C157-A502A9F80645}"/>
                    </a:ext>
                  </a:extLst>
                </p14:cNvPr>
                <p14:cNvContentPartPr/>
                <p14:nvPr/>
              </p14:nvContentPartPr>
              <p14:xfrm>
                <a:off x="9812497" y="360701"/>
                <a:ext cx="231480" cy="83160"/>
              </p14:xfrm>
            </p:contentPart>
          </mc:Choice>
          <mc:Fallback>
            <p:pic>
              <p:nvPicPr>
                <p:cNvPr id="59" name="Tinta 58">
                  <a:extLst>
                    <a:ext uri="{FF2B5EF4-FFF2-40B4-BE49-F238E27FC236}">
                      <a16:creationId xmlns:a16="http://schemas.microsoft.com/office/drawing/2014/main" id="{7DE526F3-8AAD-A98E-C157-A502A9F8064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794497" y="343061"/>
                  <a:ext cx="26712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60" name="Tinta 59">
                  <a:extLst>
                    <a:ext uri="{FF2B5EF4-FFF2-40B4-BE49-F238E27FC236}">
                      <a16:creationId xmlns:a16="http://schemas.microsoft.com/office/drawing/2014/main" id="{9E2A0FC1-2643-07CF-04D2-AD7EC57B31BE}"/>
                    </a:ext>
                  </a:extLst>
                </p14:cNvPr>
                <p14:cNvContentPartPr/>
                <p14:nvPr/>
              </p14:nvContentPartPr>
              <p14:xfrm>
                <a:off x="9988897" y="285821"/>
                <a:ext cx="360" cy="360"/>
              </p14:xfrm>
            </p:contentPart>
          </mc:Choice>
          <mc:Fallback>
            <p:pic>
              <p:nvPicPr>
                <p:cNvPr id="60" name="Tinta 59">
                  <a:extLst>
                    <a:ext uri="{FF2B5EF4-FFF2-40B4-BE49-F238E27FC236}">
                      <a16:creationId xmlns:a16="http://schemas.microsoft.com/office/drawing/2014/main" id="{9E2A0FC1-2643-07CF-04D2-AD7EC57B31B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970897" y="26818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61" name="Tinta 60">
                  <a:extLst>
                    <a:ext uri="{FF2B5EF4-FFF2-40B4-BE49-F238E27FC236}">
                      <a16:creationId xmlns:a16="http://schemas.microsoft.com/office/drawing/2014/main" id="{3764DBB8-0B41-99F0-7716-6F998B6D0693}"/>
                    </a:ext>
                  </a:extLst>
                </p14:cNvPr>
                <p14:cNvContentPartPr/>
                <p14:nvPr/>
              </p14:nvContentPartPr>
              <p14:xfrm>
                <a:off x="10073497" y="353141"/>
                <a:ext cx="123120" cy="105120"/>
              </p14:xfrm>
            </p:contentPart>
          </mc:Choice>
          <mc:Fallback>
            <p:pic>
              <p:nvPicPr>
                <p:cNvPr id="61" name="Tinta 60">
                  <a:extLst>
                    <a:ext uri="{FF2B5EF4-FFF2-40B4-BE49-F238E27FC236}">
                      <a16:creationId xmlns:a16="http://schemas.microsoft.com/office/drawing/2014/main" id="{3764DBB8-0B41-99F0-7716-6F998B6D069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055497" y="335141"/>
                  <a:ext cx="158760" cy="14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" name="Agrupar 74">
            <a:extLst>
              <a:ext uri="{FF2B5EF4-FFF2-40B4-BE49-F238E27FC236}">
                <a16:creationId xmlns:a16="http://schemas.microsoft.com/office/drawing/2014/main" id="{601CE40A-35D3-7E04-55F7-C8B7763B3B49}"/>
              </a:ext>
            </a:extLst>
          </p:cNvPr>
          <p:cNvGrpSpPr/>
          <p:nvPr/>
        </p:nvGrpSpPr>
        <p:grpSpPr>
          <a:xfrm>
            <a:off x="2995897" y="900701"/>
            <a:ext cx="1317960" cy="458280"/>
            <a:chOff x="2995897" y="900701"/>
            <a:chExt cx="1317960" cy="458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63" name="Tinta 62">
                  <a:extLst>
                    <a:ext uri="{FF2B5EF4-FFF2-40B4-BE49-F238E27FC236}">
                      <a16:creationId xmlns:a16="http://schemas.microsoft.com/office/drawing/2014/main" id="{316AA97E-F277-B4AD-E3A4-6EBF1E9EB01A}"/>
                    </a:ext>
                  </a:extLst>
                </p14:cNvPr>
                <p14:cNvContentPartPr/>
                <p14:nvPr/>
              </p14:nvContentPartPr>
              <p14:xfrm>
                <a:off x="2995897" y="1107341"/>
                <a:ext cx="144360" cy="149040"/>
              </p14:xfrm>
            </p:contentPart>
          </mc:Choice>
          <mc:Fallback>
            <p:pic>
              <p:nvPicPr>
                <p:cNvPr id="63" name="Tinta 62">
                  <a:extLst>
                    <a:ext uri="{FF2B5EF4-FFF2-40B4-BE49-F238E27FC236}">
                      <a16:creationId xmlns:a16="http://schemas.microsoft.com/office/drawing/2014/main" id="{316AA97E-F277-B4AD-E3A4-6EBF1E9EB01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977897" y="1089701"/>
                  <a:ext cx="18000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64" name="Tinta 63">
                  <a:extLst>
                    <a:ext uri="{FF2B5EF4-FFF2-40B4-BE49-F238E27FC236}">
                      <a16:creationId xmlns:a16="http://schemas.microsoft.com/office/drawing/2014/main" id="{197628B8-393B-4B1A-0564-7E755650A079}"/>
                    </a:ext>
                  </a:extLst>
                </p14:cNvPr>
                <p14:cNvContentPartPr/>
                <p14:nvPr/>
              </p14:nvContentPartPr>
              <p14:xfrm>
                <a:off x="3029377" y="1126421"/>
                <a:ext cx="93600" cy="95400"/>
              </p14:xfrm>
            </p:contentPart>
          </mc:Choice>
          <mc:Fallback>
            <p:pic>
              <p:nvPicPr>
                <p:cNvPr id="64" name="Tinta 63">
                  <a:extLst>
                    <a:ext uri="{FF2B5EF4-FFF2-40B4-BE49-F238E27FC236}">
                      <a16:creationId xmlns:a16="http://schemas.microsoft.com/office/drawing/2014/main" id="{197628B8-393B-4B1A-0564-7E755650A07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011377" y="1108421"/>
                  <a:ext cx="12924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65" name="Tinta 64">
                  <a:extLst>
                    <a:ext uri="{FF2B5EF4-FFF2-40B4-BE49-F238E27FC236}">
                      <a16:creationId xmlns:a16="http://schemas.microsoft.com/office/drawing/2014/main" id="{DDB98E76-1C22-9BF5-2251-10BB2EB06B80}"/>
                    </a:ext>
                  </a:extLst>
                </p14:cNvPr>
                <p14:cNvContentPartPr/>
                <p14:nvPr/>
              </p14:nvContentPartPr>
              <p14:xfrm>
                <a:off x="3197137" y="1089341"/>
                <a:ext cx="142200" cy="156960"/>
              </p14:xfrm>
            </p:contentPart>
          </mc:Choice>
          <mc:Fallback>
            <p:pic>
              <p:nvPicPr>
                <p:cNvPr id="65" name="Tinta 64">
                  <a:extLst>
                    <a:ext uri="{FF2B5EF4-FFF2-40B4-BE49-F238E27FC236}">
                      <a16:creationId xmlns:a16="http://schemas.microsoft.com/office/drawing/2014/main" id="{DDB98E76-1C22-9BF5-2251-10BB2EB06B80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179137" y="1071701"/>
                  <a:ext cx="17784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66" name="Tinta 65">
                  <a:extLst>
                    <a:ext uri="{FF2B5EF4-FFF2-40B4-BE49-F238E27FC236}">
                      <a16:creationId xmlns:a16="http://schemas.microsoft.com/office/drawing/2014/main" id="{1D4B9A64-3FC4-78D9-3203-FCC98FA84549}"/>
                    </a:ext>
                  </a:extLst>
                </p14:cNvPr>
                <p14:cNvContentPartPr/>
                <p14:nvPr/>
              </p14:nvContentPartPr>
              <p14:xfrm>
                <a:off x="3388297" y="979901"/>
                <a:ext cx="118440" cy="379080"/>
              </p14:xfrm>
            </p:contentPart>
          </mc:Choice>
          <mc:Fallback>
            <p:pic>
              <p:nvPicPr>
                <p:cNvPr id="66" name="Tinta 65">
                  <a:extLst>
                    <a:ext uri="{FF2B5EF4-FFF2-40B4-BE49-F238E27FC236}">
                      <a16:creationId xmlns:a16="http://schemas.microsoft.com/office/drawing/2014/main" id="{1D4B9A64-3FC4-78D9-3203-FCC98FA8454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370297" y="962261"/>
                  <a:ext cx="154080" cy="41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67" name="Tinta 66">
                  <a:extLst>
                    <a:ext uri="{FF2B5EF4-FFF2-40B4-BE49-F238E27FC236}">
                      <a16:creationId xmlns:a16="http://schemas.microsoft.com/office/drawing/2014/main" id="{18347D4F-AF13-6DBF-27B9-23577D8C57AF}"/>
                    </a:ext>
                  </a:extLst>
                </p14:cNvPr>
                <p14:cNvContentPartPr/>
                <p14:nvPr/>
              </p14:nvContentPartPr>
              <p14:xfrm>
                <a:off x="3559297" y="1137581"/>
                <a:ext cx="114840" cy="110880"/>
              </p14:xfrm>
            </p:contentPart>
          </mc:Choice>
          <mc:Fallback>
            <p:pic>
              <p:nvPicPr>
                <p:cNvPr id="67" name="Tinta 66">
                  <a:extLst>
                    <a:ext uri="{FF2B5EF4-FFF2-40B4-BE49-F238E27FC236}">
                      <a16:creationId xmlns:a16="http://schemas.microsoft.com/office/drawing/2014/main" id="{18347D4F-AF13-6DBF-27B9-23577D8C57A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541657" y="1119581"/>
                  <a:ext cx="15048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8" name="Tinta 67">
                  <a:extLst>
                    <a:ext uri="{FF2B5EF4-FFF2-40B4-BE49-F238E27FC236}">
                      <a16:creationId xmlns:a16="http://schemas.microsoft.com/office/drawing/2014/main" id="{D141C1D5-0BCE-04B7-92ED-1BADCBD084B4}"/>
                    </a:ext>
                  </a:extLst>
                </p14:cNvPr>
                <p14:cNvContentPartPr/>
                <p14:nvPr/>
              </p14:nvContentPartPr>
              <p14:xfrm>
                <a:off x="3584497" y="1114181"/>
                <a:ext cx="77400" cy="110880"/>
              </p14:xfrm>
            </p:contentPart>
          </mc:Choice>
          <mc:Fallback>
            <p:pic>
              <p:nvPicPr>
                <p:cNvPr id="68" name="Tinta 67">
                  <a:extLst>
                    <a:ext uri="{FF2B5EF4-FFF2-40B4-BE49-F238E27FC236}">
                      <a16:creationId xmlns:a16="http://schemas.microsoft.com/office/drawing/2014/main" id="{D141C1D5-0BCE-04B7-92ED-1BADCBD084B4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566497" y="1096181"/>
                  <a:ext cx="11304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9" name="Tinta 68">
                  <a:extLst>
                    <a:ext uri="{FF2B5EF4-FFF2-40B4-BE49-F238E27FC236}">
                      <a16:creationId xmlns:a16="http://schemas.microsoft.com/office/drawing/2014/main" id="{30FAA77D-0017-33EE-25AA-41A1E261DE86}"/>
                    </a:ext>
                  </a:extLst>
                </p14:cNvPr>
                <p14:cNvContentPartPr/>
                <p14:nvPr/>
              </p14:nvContentPartPr>
              <p14:xfrm>
                <a:off x="3639217" y="1005821"/>
                <a:ext cx="360" cy="360"/>
              </p14:xfrm>
            </p:contentPart>
          </mc:Choice>
          <mc:Fallback>
            <p:pic>
              <p:nvPicPr>
                <p:cNvPr id="69" name="Tinta 68">
                  <a:extLst>
                    <a:ext uri="{FF2B5EF4-FFF2-40B4-BE49-F238E27FC236}">
                      <a16:creationId xmlns:a16="http://schemas.microsoft.com/office/drawing/2014/main" id="{30FAA77D-0017-33EE-25AA-41A1E261DE8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621217" y="98782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70" name="Tinta 69">
                  <a:extLst>
                    <a:ext uri="{FF2B5EF4-FFF2-40B4-BE49-F238E27FC236}">
                      <a16:creationId xmlns:a16="http://schemas.microsoft.com/office/drawing/2014/main" id="{C02EC85F-DF17-9FB3-08E8-09899AAEB775}"/>
                    </a:ext>
                  </a:extLst>
                </p14:cNvPr>
                <p14:cNvContentPartPr/>
                <p14:nvPr/>
              </p14:nvContentPartPr>
              <p14:xfrm>
                <a:off x="3765217" y="1110581"/>
                <a:ext cx="163440" cy="118440"/>
              </p14:xfrm>
            </p:contentPart>
          </mc:Choice>
          <mc:Fallback>
            <p:pic>
              <p:nvPicPr>
                <p:cNvPr id="70" name="Tinta 69">
                  <a:extLst>
                    <a:ext uri="{FF2B5EF4-FFF2-40B4-BE49-F238E27FC236}">
                      <a16:creationId xmlns:a16="http://schemas.microsoft.com/office/drawing/2014/main" id="{C02EC85F-DF17-9FB3-08E8-09899AAEB775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3747577" y="1092941"/>
                  <a:ext cx="19908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71" name="Tinta 70">
                  <a:extLst>
                    <a:ext uri="{FF2B5EF4-FFF2-40B4-BE49-F238E27FC236}">
                      <a16:creationId xmlns:a16="http://schemas.microsoft.com/office/drawing/2014/main" id="{B9938714-EA2A-36AC-EB5C-4C035AAD6A93}"/>
                    </a:ext>
                  </a:extLst>
                </p14:cNvPr>
                <p14:cNvContentPartPr/>
                <p14:nvPr/>
              </p14:nvContentPartPr>
              <p14:xfrm>
                <a:off x="3617977" y="900701"/>
                <a:ext cx="84960" cy="117720"/>
              </p14:xfrm>
            </p:contentPart>
          </mc:Choice>
          <mc:Fallback>
            <p:pic>
              <p:nvPicPr>
                <p:cNvPr id="71" name="Tinta 70">
                  <a:extLst>
                    <a:ext uri="{FF2B5EF4-FFF2-40B4-BE49-F238E27FC236}">
                      <a16:creationId xmlns:a16="http://schemas.microsoft.com/office/drawing/2014/main" id="{B9938714-EA2A-36AC-EB5C-4C035AAD6A93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3599977" y="882701"/>
                  <a:ext cx="12060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72" name="Tinta 71">
                  <a:extLst>
                    <a:ext uri="{FF2B5EF4-FFF2-40B4-BE49-F238E27FC236}">
                      <a16:creationId xmlns:a16="http://schemas.microsoft.com/office/drawing/2014/main" id="{10D776C6-3C8F-9993-2F4F-3D754E432FBF}"/>
                    </a:ext>
                  </a:extLst>
                </p14:cNvPr>
                <p14:cNvContentPartPr/>
                <p14:nvPr/>
              </p14:nvContentPartPr>
              <p14:xfrm>
                <a:off x="3929737" y="1064861"/>
                <a:ext cx="360" cy="360"/>
              </p14:xfrm>
            </p:contentPart>
          </mc:Choice>
          <mc:Fallback>
            <p:pic>
              <p:nvPicPr>
                <p:cNvPr id="72" name="Tinta 71">
                  <a:extLst>
                    <a:ext uri="{FF2B5EF4-FFF2-40B4-BE49-F238E27FC236}">
                      <a16:creationId xmlns:a16="http://schemas.microsoft.com/office/drawing/2014/main" id="{10D776C6-3C8F-9993-2F4F-3D754E432FBF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911737" y="104722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73" name="Tinta 72">
                  <a:extLst>
                    <a:ext uri="{FF2B5EF4-FFF2-40B4-BE49-F238E27FC236}">
                      <a16:creationId xmlns:a16="http://schemas.microsoft.com/office/drawing/2014/main" id="{9ED4E533-50A2-AC3C-2FC8-35C77B082983}"/>
                    </a:ext>
                  </a:extLst>
                </p14:cNvPr>
                <p14:cNvContentPartPr/>
                <p14:nvPr/>
              </p14:nvContentPartPr>
              <p14:xfrm>
                <a:off x="4029817" y="1133981"/>
                <a:ext cx="148680" cy="106920"/>
              </p14:xfrm>
            </p:contentPart>
          </mc:Choice>
          <mc:Fallback>
            <p:pic>
              <p:nvPicPr>
                <p:cNvPr id="73" name="Tinta 72">
                  <a:extLst>
                    <a:ext uri="{FF2B5EF4-FFF2-40B4-BE49-F238E27FC236}">
                      <a16:creationId xmlns:a16="http://schemas.microsoft.com/office/drawing/2014/main" id="{9ED4E533-50A2-AC3C-2FC8-35C77B082983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011817" y="1116341"/>
                  <a:ext cx="18432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74" name="Tinta 73">
                  <a:extLst>
                    <a:ext uri="{FF2B5EF4-FFF2-40B4-BE49-F238E27FC236}">
                      <a16:creationId xmlns:a16="http://schemas.microsoft.com/office/drawing/2014/main" id="{193158EA-2DE1-7252-F9F7-98FF62FB3ED8}"/>
                    </a:ext>
                  </a:extLst>
                </p14:cNvPr>
                <p14:cNvContentPartPr/>
                <p14:nvPr/>
              </p14:nvContentPartPr>
              <p14:xfrm>
                <a:off x="4203337" y="1128581"/>
                <a:ext cx="110520" cy="98280"/>
              </p14:xfrm>
            </p:contentPart>
          </mc:Choice>
          <mc:Fallback>
            <p:pic>
              <p:nvPicPr>
                <p:cNvPr id="74" name="Tinta 73">
                  <a:extLst>
                    <a:ext uri="{FF2B5EF4-FFF2-40B4-BE49-F238E27FC236}">
                      <a16:creationId xmlns:a16="http://schemas.microsoft.com/office/drawing/2014/main" id="{193158EA-2DE1-7252-F9F7-98FF62FB3ED8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185337" y="1110941"/>
                  <a:ext cx="146160" cy="133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76" name="Tinta 75">
                <a:extLst>
                  <a:ext uri="{FF2B5EF4-FFF2-40B4-BE49-F238E27FC236}">
                    <a16:creationId xmlns:a16="http://schemas.microsoft.com/office/drawing/2014/main" id="{8D7C3160-B44A-CDAC-08BD-0118959D25BF}"/>
                  </a:ext>
                </a:extLst>
              </p14:cNvPr>
              <p14:cNvContentPartPr/>
              <p14:nvPr/>
            </p14:nvContentPartPr>
            <p14:xfrm>
              <a:off x="4915777" y="846701"/>
              <a:ext cx="252360" cy="443160"/>
            </p14:xfrm>
          </p:contentPart>
        </mc:Choice>
        <mc:Fallback>
          <p:pic>
            <p:nvPicPr>
              <p:cNvPr id="76" name="Tinta 75">
                <a:extLst>
                  <a:ext uri="{FF2B5EF4-FFF2-40B4-BE49-F238E27FC236}">
                    <a16:creationId xmlns:a16="http://schemas.microsoft.com/office/drawing/2014/main" id="{8D7C3160-B44A-CDAC-08BD-0118959D25BF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4897777" y="829061"/>
                <a:ext cx="288000" cy="47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77" name="Tinta 76">
                <a:extLst>
                  <a:ext uri="{FF2B5EF4-FFF2-40B4-BE49-F238E27FC236}">
                    <a16:creationId xmlns:a16="http://schemas.microsoft.com/office/drawing/2014/main" id="{195C8C10-363C-91C2-2696-D8C7D3321289}"/>
                  </a:ext>
                </a:extLst>
              </p14:cNvPr>
              <p14:cNvContentPartPr/>
              <p14:nvPr/>
            </p14:nvContentPartPr>
            <p14:xfrm>
              <a:off x="4977697" y="1123181"/>
              <a:ext cx="168120" cy="9360"/>
            </p14:xfrm>
          </p:contentPart>
        </mc:Choice>
        <mc:Fallback>
          <p:pic>
            <p:nvPicPr>
              <p:cNvPr id="77" name="Tinta 76">
                <a:extLst>
                  <a:ext uri="{FF2B5EF4-FFF2-40B4-BE49-F238E27FC236}">
                    <a16:creationId xmlns:a16="http://schemas.microsoft.com/office/drawing/2014/main" id="{195C8C10-363C-91C2-2696-D8C7D3321289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4960057" y="1105181"/>
                <a:ext cx="20376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82" name="Tinta 81">
                <a:extLst>
                  <a:ext uri="{FF2B5EF4-FFF2-40B4-BE49-F238E27FC236}">
                    <a16:creationId xmlns:a16="http://schemas.microsoft.com/office/drawing/2014/main" id="{A63B38AA-FA66-8FC1-5323-C178CACD05E3}"/>
                  </a:ext>
                </a:extLst>
              </p14:cNvPr>
              <p14:cNvContentPartPr/>
              <p14:nvPr/>
            </p14:nvContentPartPr>
            <p14:xfrm>
              <a:off x="5254897" y="1195541"/>
              <a:ext cx="159480" cy="223920"/>
            </p14:xfrm>
          </p:contentPart>
        </mc:Choice>
        <mc:Fallback>
          <p:pic>
            <p:nvPicPr>
              <p:cNvPr id="82" name="Tinta 81">
                <a:extLst>
                  <a:ext uri="{FF2B5EF4-FFF2-40B4-BE49-F238E27FC236}">
                    <a16:creationId xmlns:a16="http://schemas.microsoft.com/office/drawing/2014/main" id="{A63B38AA-FA66-8FC1-5323-C178CACD05E3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5236897" y="1177901"/>
                <a:ext cx="195120" cy="25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83" name="Tinta 82">
                <a:extLst>
                  <a:ext uri="{FF2B5EF4-FFF2-40B4-BE49-F238E27FC236}">
                    <a16:creationId xmlns:a16="http://schemas.microsoft.com/office/drawing/2014/main" id="{14417B75-2A1F-8EC3-B20B-5E695B0FC6F4}"/>
                  </a:ext>
                </a:extLst>
              </p14:cNvPr>
              <p14:cNvContentPartPr/>
              <p14:nvPr/>
            </p14:nvContentPartPr>
            <p14:xfrm>
              <a:off x="5257417" y="1339901"/>
              <a:ext cx="15120" cy="98280"/>
            </p14:xfrm>
          </p:contentPart>
        </mc:Choice>
        <mc:Fallback>
          <p:pic>
            <p:nvPicPr>
              <p:cNvPr id="83" name="Tinta 82">
                <a:extLst>
                  <a:ext uri="{FF2B5EF4-FFF2-40B4-BE49-F238E27FC236}">
                    <a16:creationId xmlns:a16="http://schemas.microsoft.com/office/drawing/2014/main" id="{14417B75-2A1F-8EC3-B20B-5E695B0FC6F4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5239417" y="1321901"/>
                <a:ext cx="50760" cy="13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84" name="Tinta 83">
                <a:extLst>
                  <a:ext uri="{FF2B5EF4-FFF2-40B4-BE49-F238E27FC236}">
                    <a16:creationId xmlns:a16="http://schemas.microsoft.com/office/drawing/2014/main" id="{2945F480-2883-14E3-E33F-CC5884902277}"/>
                  </a:ext>
                </a:extLst>
              </p14:cNvPr>
              <p14:cNvContentPartPr/>
              <p14:nvPr/>
            </p14:nvContentPartPr>
            <p14:xfrm>
              <a:off x="5350297" y="1159181"/>
              <a:ext cx="61200" cy="78120"/>
            </p14:xfrm>
          </p:contentPart>
        </mc:Choice>
        <mc:Fallback>
          <p:pic>
            <p:nvPicPr>
              <p:cNvPr id="84" name="Tinta 83">
                <a:extLst>
                  <a:ext uri="{FF2B5EF4-FFF2-40B4-BE49-F238E27FC236}">
                    <a16:creationId xmlns:a16="http://schemas.microsoft.com/office/drawing/2014/main" id="{2945F480-2883-14E3-E33F-CC5884902277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5332657" y="1141181"/>
                <a:ext cx="96840" cy="113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04" name="Agrupar 103">
            <a:extLst>
              <a:ext uri="{FF2B5EF4-FFF2-40B4-BE49-F238E27FC236}">
                <a16:creationId xmlns:a16="http://schemas.microsoft.com/office/drawing/2014/main" id="{796477C1-BD49-06FF-8D14-900227701C9B}"/>
              </a:ext>
            </a:extLst>
          </p:cNvPr>
          <p:cNvGrpSpPr/>
          <p:nvPr/>
        </p:nvGrpSpPr>
        <p:grpSpPr>
          <a:xfrm>
            <a:off x="5579977" y="186101"/>
            <a:ext cx="1209960" cy="1036800"/>
            <a:chOff x="5579977" y="186101"/>
            <a:chExt cx="1209960" cy="1036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28" name="Tinta 27">
                  <a:extLst>
                    <a:ext uri="{FF2B5EF4-FFF2-40B4-BE49-F238E27FC236}">
                      <a16:creationId xmlns:a16="http://schemas.microsoft.com/office/drawing/2014/main" id="{D375EAA9-DC07-A597-4364-97C4D58A5526}"/>
                    </a:ext>
                  </a:extLst>
                </p14:cNvPr>
                <p14:cNvContentPartPr/>
                <p14:nvPr/>
              </p14:nvContentPartPr>
              <p14:xfrm>
                <a:off x="5711737" y="186101"/>
                <a:ext cx="220320" cy="531360"/>
              </p14:xfrm>
            </p:contentPart>
          </mc:Choice>
          <mc:Fallback>
            <p:pic>
              <p:nvPicPr>
                <p:cNvPr id="28" name="Tinta 27">
                  <a:extLst>
                    <a:ext uri="{FF2B5EF4-FFF2-40B4-BE49-F238E27FC236}">
                      <a16:creationId xmlns:a16="http://schemas.microsoft.com/office/drawing/2014/main" id="{D375EAA9-DC07-A597-4364-97C4D58A5526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694097" y="168461"/>
                  <a:ext cx="255960" cy="56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29" name="Tinta 28">
                  <a:extLst>
                    <a:ext uri="{FF2B5EF4-FFF2-40B4-BE49-F238E27FC236}">
                      <a16:creationId xmlns:a16="http://schemas.microsoft.com/office/drawing/2014/main" id="{94A7D8F9-D78A-2726-009C-2B6A5CF9DBC4}"/>
                    </a:ext>
                  </a:extLst>
                </p14:cNvPr>
                <p14:cNvContentPartPr/>
                <p14:nvPr/>
              </p14:nvContentPartPr>
              <p14:xfrm>
                <a:off x="5623537" y="415421"/>
                <a:ext cx="359280" cy="94320"/>
              </p14:xfrm>
            </p:contentPart>
          </mc:Choice>
          <mc:Fallback>
            <p:pic>
              <p:nvPicPr>
                <p:cNvPr id="29" name="Tinta 28">
                  <a:extLst>
                    <a:ext uri="{FF2B5EF4-FFF2-40B4-BE49-F238E27FC236}">
                      <a16:creationId xmlns:a16="http://schemas.microsoft.com/office/drawing/2014/main" id="{94A7D8F9-D78A-2726-009C-2B6A5CF9DBC4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605897" y="397781"/>
                  <a:ext cx="39492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30" name="Tinta 29">
                  <a:extLst>
                    <a:ext uri="{FF2B5EF4-FFF2-40B4-BE49-F238E27FC236}">
                      <a16:creationId xmlns:a16="http://schemas.microsoft.com/office/drawing/2014/main" id="{96C69F46-F5F5-12B8-C5C4-4013E7836CC1}"/>
                    </a:ext>
                  </a:extLst>
                </p14:cNvPr>
                <p14:cNvContentPartPr/>
                <p14:nvPr/>
              </p14:nvContentPartPr>
              <p14:xfrm>
                <a:off x="5988577" y="394181"/>
                <a:ext cx="153000" cy="113400"/>
              </p14:xfrm>
            </p:contentPart>
          </mc:Choice>
          <mc:Fallback>
            <p:pic>
              <p:nvPicPr>
                <p:cNvPr id="30" name="Tinta 29">
                  <a:extLst>
                    <a:ext uri="{FF2B5EF4-FFF2-40B4-BE49-F238E27FC236}">
                      <a16:creationId xmlns:a16="http://schemas.microsoft.com/office/drawing/2014/main" id="{96C69F46-F5F5-12B8-C5C4-4013E7836CC1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970937" y="376541"/>
                  <a:ext cx="18864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31" name="Tinta 30">
                  <a:extLst>
                    <a:ext uri="{FF2B5EF4-FFF2-40B4-BE49-F238E27FC236}">
                      <a16:creationId xmlns:a16="http://schemas.microsoft.com/office/drawing/2014/main" id="{846D2954-52B9-2E93-0467-98D5617C6968}"/>
                    </a:ext>
                  </a:extLst>
                </p14:cNvPr>
                <p14:cNvContentPartPr/>
                <p14:nvPr/>
              </p14:nvContentPartPr>
              <p14:xfrm>
                <a:off x="6216097" y="369701"/>
                <a:ext cx="159480" cy="129240"/>
              </p14:xfrm>
            </p:contentPart>
          </mc:Choice>
          <mc:Fallback>
            <p:pic>
              <p:nvPicPr>
                <p:cNvPr id="31" name="Tinta 30">
                  <a:extLst>
                    <a:ext uri="{FF2B5EF4-FFF2-40B4-BE49-F238E27FC236}">
                      <a16:creationId xmlns:a16="http://schemas.microsoft.com/office/drawing/2014/main" id="{846D2954-52B9-2E93-0467-98D5617C6968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198097" y="352061"/>
                  <a:ext cx="19512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32" name="Tinta 31">
                  <a:extLst>
                    <a:ext uri="{FF2B5EF4-FFF2-40B4-BE49-F238E27FC236}">
                      <a16:creationId xmlns:a16="http://schemas.microsoft.com/office/drawing/2014/main" id="{0FBCADDB-AC63-F1FE-8C16-E1307BDA611F}"/>
                    </a:ext>
                  </a:extLst>
                </p14:cNvPr>
                <p14:cNvContentPartPr/>
                <p14:nvPr/>
              </p14:nvContentPartPr>
              <p14:xfrm>
                <a:off x="6404377" y="364301"/>
                <a:ext cx="132480" cy="130680"/>
              </p14:xfrm>
            </p:contentPart>
          </mc:Choice>
          <mc:Fallback>
            <p:pic>
              <p:nvPicPr>
                <p:cNvPr id="32" name="Tinta 31">
                  <a:extLst>
                    <a:ext uri="{FF2B5EF4-FFF2-40B4-BE49-F238E27FC236}">
                      <a16:creationId xmlns:a16="http://schemas.microsoft.com/office/drawing/2014/main" id="{0FBCADDB-AC63-F1FE-8C16-E1307BDA611F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386737" y="346301"/>
                  <a:ext cx="16812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33" name="Tinta 32">
                  <a:extLst>
                    <a:ext uri="{FF2B5EF4-FFF2-40B4-BE49-F238E27FC236}">
                      <a16:creationId xmlns:a16="http://schemas.microsoft.com/office/drawing/2014/main" id="{95CDE99F-AD52-0187-8185-9004E78A0DE1}"/>
                    </a:ext>
                  </a:extLst>
                </p14:cNvPr>
                <p14:cNvContentPartPr/>
                <p14:nvPr/>
              </p14:nvContentPartPr>
              <p14:xfrm>
                <a:off x="6155257" y="239021"/>
                <a:ext cx="567360" cy="444240"/>
              </p14:xfrm>
            </p:contentPart>
          </mc:Choice>
          <mc:Fallback>
            <p:pic>
              <p:nvPicPr>
                <p:cNvPr id="33" name="Tinta 32">
                  <a:extLst>
                    <a:ext uri="{FF2B5EF4-FFF2-40B4-BE49-F238E27FC236}">
                      <a16:creationId xmlns:a16="http://schemas.microsoft.com/office/drawing/2014/main" id="{95CDE99F-AD52-0187-8185-9004E78A0DE1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137257" y="221021"/>
                  <a:ext cx="603000" cy="47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86" name="Tinta 85">
                  <a:extLst>
                    <a:ext uri="{FF2B5EF4-FFF2-40B4-BE49-F238E27FC236}">
                      <a16:creationId xmlns:a16="http://schemas.microsoft.com/office/drawing/2014/main" id="{699ECFB3-E446-5EC8-CBC0-9D94DC65D5DB}"/>
                    </a:ext>
                  </a:extLst>
                </p14:cNvPr>
                <p14:cNvContentPartPr/>
                <p14:nvPr/>
              </p14:nvContentPartPr>
              <p14:xfrm>
                <a:off x="5579977" y="1148741"/>
                <a:ext cx="158040" cy="18360"/>
              </p14:xfrm>
            </p:contentPart>
          </mc:Choice>
          <mc:Fallback>
            <p:pic>
              <p:nvPicPr>
                <p:cNvPr id="86" name="Tinta 85">
                  <a:extLst>
                    <a:ext uri="{FF2B5EF4-FFF2-40B4-BE49-F238E27FC236}">
                      <a16:creationId xmlns:a16="http://schemas.microsoft.com/office/drawing/2014/main" id="{699ECFB3-E446-5EC8-CBC0-9D94DC65D5DB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562337" y="1130741"/>
                  <a:ext cx="19368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7" name="Tinta 86">
                  <a:extLst>
                    <a:ext uri="{FF2B5EF4-FFF2-40B4-BE49-F238E27FC236}">
                      <a16:creationId xmlns:a16="http://schemas.microsoft.com/office/drawing/2014/main" id="{4BDA26A8-19C8-5B45-6461-C0F16529F98B}"/>
                    </a:ext>
                  </a:extLst>
                </p14:cNvPr>
                <p14:cNvContentPartPr/>
                <p14:nvPr/>
              </p14:nvContentPartPr>
              <p14:xfrm>
                <a:off x="5579977" y="1076021"/>
                <a:ext cx="149400" cy="18360"/>
              </p14:xfrm>
            </p:contentPart>
          </mc:Choice>
          <mc:Fallback>
            <p:pic>
              <p:nvPicPr>
                <p:cNvPr id="87" name="Tinta 86">
                  <a:extLst>
                    <a:ext uri="{FF2B5EF4-FFF2-40B4-BE49-F238E27FC236}">
                      <a16:creationId xmlns:a16="http://schemas.microsoft.com/office/drawing/2014/main" id="{4BDA26A8-19C8-5B45-6461-C0F16529F98B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562337" y="1058381"/>
                  <a:ext cx="18504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9" name="Tinta 88">
                  <a:extLst>
                    <a:ext uri="{FF2B5EF4-FFF2-40B4-BE49-F238E27FC236}">
                      <a16:creationId xmlns:a16="http://schemas.microsoft.com/office/drawing/2014/main" id="{FD063B95-8A7D-CFFF-3818-5036DCD6C674}"/>
                    </a:ext>
                  </a:extLst>
                </p14:cNvPr>
                <p14:cNvContentPartPr/>
                <p14:nvPr/>
              </p14:nvContentPartPr>
              <p14:xfrm>
                <a:off x="6005857" y="851381"/>
                <a:ext cx="124560" cy="312120"/>
              </p14:xfrm>
            </p:contentPart>
          </mc:Choice>
          <mc:Fallback>
            <p:pic>
              <p:nvPicPr>
                <p:cNvPr id="89" name="Tinta 88">
                  <a:extLst>
                    <a:ext uri="{FF2B5EF4-FFF2-40B4-BE49-F238E27FC236}">
                      <a16:creationId xmlns:a16="http://schemas.microsoft.com/office/drawing/2014/main" id="{FD063B95-8A7D-CFFF-3818-5036DCD6C674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988217" y="833741"/>
                  <a:ext cx="160200" cy="3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96" name="Tinta 95">
                  <a:extLst>
                    <a:ext uri="{FF2B5EF4-FFF2-40B4-BE49-F238E27FC236}">
                      <a16:creationId xmlns:a16="http://schemas.microsoft.com/office/drawing/2014/main" id="{00F346B6-6C91-8967-B9D3-5AC05F925477}"/>
                    </a:ext>
                  </a:extLst>
                </p14:cNvPr>
                <p14:cNvContentPartPr/>
                <p14:nvPr/>
              </p14:nvContentPartPr>
              <p14:xfrm>
                <a:off x="6193777" y="1173221"/>
                <a:ext cx="6480" cy="360"/>
              </p14:xfrm>
            </p:contentPart>
          </mc:Choice>
          <mc:Fallback>
            <p:pic>
              <p:nvPicPr>
                <p:cNvPr id="96" name="Tinta 95">
                  <a:extLst>
                    <a:ext uri="{FF2B5EF4-FFF2-40B4-BE49-F238E27FC236}">
                      <a16:creationId xmlns:a16="http://schemas.microsoft.com/office/drawing/2014/main" id="{00F346B6-6C91-8967-B9D3-5AC05F925477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175777" y="1155581"/>
                  <a:ext cx="421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97" name="Tinta 96">
                  <a:extLst>
                    <a:ext uri="{FF2B5EF4-FFF2-40B4-BE49-F238E27FC236}">
                      <a16:creationId xmlns:a16="http://schemas.microsoft.com/office/drawing/2014/main" id="{E1E2D025-5E8A-4894-E8BD-09CCDA34A6A6}"/>
                    </a:ext>
                  </a:extLst>
                </p14:cNvPr>
                <p14:cNvContentPartPr/>
                <p14:nvPr/>
              </p14:nvContentPartPr>
              <p14:xfrm>
                <a:off x="6307897" y="1034621"/>
                <a:ext cx="22680" cy="188280"/>
              </p14:xfrm>
            </p:contentPart>
          </mc:Choice>
          <mc:Fallback>
            <p:pic>
              <p:nvPicPr>
                <p:cNvPr id="97" name="Tinta 96">
                  <a:extLst>
                    <a:ext uri="{FF2B5EF4-FFF2-40B4-BE49-F238E27FC236}">
                      <a16:creationId xmlns:a16="http://schemas.microsoft.com/office/drawing/2014/main" id="{E1E2D025-5E8A-4894-E8BD-09CCDA34A6A6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289897" y="1016981"/>
                  <a:ext cx="5832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98" name="Tinta 97">
                  <a:extLst>
                    <a:ext uri="{FF2B5EF4-FFF2-40B4-BE49-F238E27FC236}">
                      <a16:creationId xmlns:a16="http://schemas.microsoft.com/office/drawing/2014/main" id="{4A243393-9ED5-0711-4F06-44DF7A88FC9D}"/>
                    </a:ext>
                  </a:extLst>
                </p14:cNvPr>
                <p14:cNvContentPartPr/>
                <p14:nvPr/>
              </p14:nvContentPartPr>
              <p14:xfrm>
                <a:off x="6384577" y="1033541"/>
                <a:ext cx="19080" cy="165600"/>
              </p14:xfrm>
            </p:contentPart>
          </mc:Choice>
          <mc:Fallback>
            <p:pic>
              <p:nvPicPr>
                <p:cNvPr id="98" name="Tinta 97">
                  <a:extLst>
                    <a:ext uri="{FF2B5EF4-FFF2-40B4-BE49-F238E27FC236}">
                      <a16:creationId xmlns:a16="http://schemas.microsoft.com/office/drawing/2014/main" id="{4A243393-9ED5-0711-4F06-44DF7A88FC9D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366937" y="1015901"/>
                  <a:ext cx="5472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99" name="Tinta 98">
                  <a:extLst>
                    <a:ext uri="{FF2B5EF4-FFF2-40B4-BE49-F238E27FC236}">
                      <a16:creationId xmlns:a16="http://schemas.microsoft.com/office/drawing/2014/main" id="{C44406BB-6563-A4C4-2778-E00F436F3FCD}"/>
                    </a:ext>
                  </a:extLst>
                </p14:cNvPr>
                <p14:cNvContentPartPr/>
                <p14:nvPr/>
              </p14:nvContentPartPr>
              <p14:xfrm>
                <a:off x="6268297" y="1010861"/>
                <a:ext cx="159480" cy="26280"/>
              </p14:xfrm>
            </p:contentPart>
          </mc:Choice>
          <mc:Fallback>
            <p:pic>
              <p:nvPicPr>
                <p:cNvPr id="99" name="Tinta 98">
                  <a:extLst>
                    <a:ext uri="{FF2B5EF4-FFF2-40B4-BE49-F238E27FC236}">
                      <a16:creationId xmlns:a16="http://schemas.microsoft.com/office/drawing/2014/main" id="{C44406BB-6563-A4C4-2778-E00F436F3FCD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250297" y="993221"/>
                  <a:ext cx="19512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00" name="Tinta 99">
                  <a:extLst>
                    <a:ext uri="{FF2B5EF4-FFF2-40B4-BE49-F238E27FC236}">
                      <a16:creationId xmlns:a16="http://schemas.microsoft.com/office/drawing/2014/main" id="{958F553C-99B2-24A5-1E62-533FBA40F0ED}"/>
                    </a:ext>
                  </a:extLst>
                </p14:cNvPr>
                <p14:cNvContentPartPr/>
                <p14:nvPr/>
              </p14:nvContentPartPr>
              <p14:xfrm>
                <a:off x="6467017" y="1151981"/>
                <a:ext cx="1440" cy="2520"/>
              </p14:xfrm>
            </p:contentPart>
          </mc:Choice>
          <mc:Fallback>
            <p:pic>
              <p:nvPicPr>
                <p:cNvPr id="100" name="Tinta 99">
                  <a:extLst>
                    <a:ext uri="{FF2B5EF4-FFF2-40B4-BE49-F238E27FC236}">
                      <a16:creationId xmlns:a16="http://schemas.microsoft.com/office/drawing/2014/main" id="{958F553C-99B2-24A5-1E62-533FBA40F0ED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449017" y="1134341"/>
                  <a:ext cx="3708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01" name="Tinta 100">
                  <a:extLst>
                    <a:ext uri="{FF2B5EF4-FFF2-40B4-BE49-F238E27FC236}">
                      <a16:creationId xmlns:a16="http://schemas.microsoft.com/office/drawing/2014/main" id="{1A1A5EB2-867F-C59D-06FA-2656928BB6D5}"/>
                    </a:ext>
                  </a:extLst>
                </p14:cNvPr>
                <p14:cNvContentPartPr/>
                <p14:nvPr/>
              </p14:nvContentPartPr>
              <p14:xfrm>
                <a:off x="6557377" y="968741"/>
                <a:ext cx="33840" cy="216000"/>
              </p14:xfrm>
            </p:contentPart>
          </mc:Choice>
          <mc:Fallback>
            <p:pic>
              <p:nvPicPr>
                <p:cNvPr id="101" name="Tinta 100">
                  <a:extLst>
                    <a:ext uri="{FF2B5EF4-FFF2-40B4-BE49-F238E27FC236}">
                      <a16:creationId xmlns:a16="http://schemas.microsoft.com/office/drawing/2014/main" id="{1A1A5EB2-867F-C59D-06FA-2656928BB6D5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539737" y="951101"/>
                  <a:ext cx="6948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02" name="Tinta 101">
                  <a:extLst>
                    <a:ext uri="{FF2B5EF4-FFF2-40B4-BE49-F238E27FC236}">
                      <a16:creationId xmlns:a16="http://schemas.microsoft.com/office/drawing/2014/main" id="{AE6214F2-5CE2-FC23-9607-7B43B46AAD54}"/>
                    </a:ext>
                  </a:extLst>
                </p14:cNvPr>
                <p14:cNvContentPartPr/>
                <p14:nvPr/>
              </p14:nvContentPartPr>
              <p14:xfrm>
                <a:off x="6553777" y="912221"/>
                <a:ext cx="188640" cy="272880"/>
              </p14:xfrm>
            </p:contentPart>
          </mc:Choice>
          <mc:Fallback>
            <p:pic>
              <p:nvPicPr>
                <p:cNvPr id="102" name="Tinta 101">
                  <a:extLst>
                    <a:ext uri="{FF2B5EF4-FFF2-40B4-BE49-F238E27FC236}">
                      <a16:creationId xmlns:a16="http://schemas.microsoft.com/office/drawing/2014/main" id="{AE6214F2-5CE2-FC23-9607-7B43B46AAD54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536137" y="894581"/>
                  <a:ext cx="22428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03" name="Tinta 102">
                  <a:extLst>
                    <a:ext uri="{FF2B5EF4-FFF2-40B4-BE49-F238E27FC236}">
                      <a16:creationId xmlns:a16="http://schemas.microsoft.com/office/drawing/2014/main" id="{8A71BFB5-A47A-8D63-8AE8-B279FF694DED}"/>
                    </a:ext>
                  </a:extLst>
                </p14:cNvPr>
                <p14:cNvContentPartPr/>
                <p14:nvPr/>
              </p14:nvContentPartPr>
              <p14:xfrm>
                <a:off x="6673657" y="718181"/>
                <a:ext cx="116280" cy="163800"/>
              </p14:xfrm>
            </p:contentPart>
          </mc:Choice>
          <mc:Fallback>
            <p:pic>
              <p:nvPicPr>
                <p:cNvPr id="103" name="Tinta 102">
                  <a:extLst>
                    <a:ext uri="{FF2B5EF4-FFF2-40B4-BE49-F238E27FC236}">
                      <a16:creationId xmlns:a16="http://schemas.microsoft.com/office/drawing/2014/main" id="{8A71BFB5-A47A-8D63-8AE8-B279FF694DED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656017" y="700541"/>
                  <a:ext cx="151920" cy="199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2">
            <p14:nvContentPartPr>
              <p14:cNvPr id="105" name="Tinta 104">
                <a:extLst>
                  <a:ext uri="{FF2B5EF4-FFF2-40B4-BE49-F238E27FC236}">
                    <a16:creationId xmlns:a16="http://schemas.microsoft.com/office/drawing/2014/main" id="{CBC6AE73-A0F2-A942-3F2F-62DF5B3AFC90}"/>
                  </a:ext>
                </a:extLst>
              </p14:cNvPr>
              <p14:cNvContentPartPr/>
              <p14:nvPr/>
            </p14:nvContentPartPr>
            <p14:xfrm>
              <a:off x="6999457" y="1251701"/>
              <a:ext cx="360" cy="3600"/>
            </p14:xfrm>
          </p:contentPart>
        </mc:Choice>
        <mc:Fallback>
          <p:pic>
            <p:nvPicPr>
              <p:cNvPr id="105" name="Tinta 104">
                <a:extLst>
                  <a:ext uri="{FF2B5EF4-FFF2-40B4-BE49-F238E27FC236}">
                    <a16:creationId xmlns:a16="http://schemas.microsoft.com/office/drawing/2014/main" id="{CBC6AE73-A0F2-A942-3F2F-62DF5B3AFC90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6981817" y="1233701"/>
                <a:ext cx="36000" cy="39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10" name="Agrupar 109">
            <a:extLst>
              <a:ext uri="{FF2B5EF4-FFF2-40B4-BE49-F238E27FC236}">
                <a16:creationId xmlns:a16="http://schemas.microsoft.com/office/drawing/2014/main" id="{1D99BD5D-7DCD-1EFB-834B-762A3D6EC85B}"/>
              </a:ext>
            </a:extLst>
          </p:cNvPr>
          <p:cNvGrpSpPr/>
          <p:nvPr/>
        </p:nvGrpSpPr>
        <p:grpSpPr>
          <a:xfrm>
            <a:off x="9873337" y="968741"/>
            <a:ext cx="1764000" cy="1652400"/>
            <a:chOff x="9873337" y="968741"/>
            <a:chExt cx="1764000" cy="1652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07" name="Tinta 106">
                  <a:extLst>
                    <a:ext uri="{FF2B5EF4-FFF2-40B4-BE49-F238E27FC236}">
                      <a16:creationId xmlns:a16="http://schemas.microsoft.com/office/drawing/2014/main" id="{33642C2B-4AFE-A4EB-0F4F-256DF5741239}"/>
                    </a:ext>
                  </a:extLst>
                </p14:cNvPr>
                <p14:cNvContentPartPr/>
                <p14:nvPr/>
              </p14:nvContentPartPr>
              <p14:xfrm>
                <a:off x="9873337" y="968741"/>
                <a:ext cx="1764000" cy="1652400"/>
              </p14:xfrm>
            </p:contentPart>
          </mc:Choice>
          <mc:Fallback>
            <p:pic>
              <p:nvPicPr>
                <p:cNvPr id="107" name="Tinta 106">
                  <a:extLst>
                    <a:ext uri="{FF2B5EF4-FFF2-40B4-BE49-F238E27FC236}">
                      <a16:creationId xmlns:a16="http://schemas.microsoft.com/office/drawing/2014/main" id="{33642C2B-4AFE-A4EB-0F4F-256DF5741239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9855697" y="951101"/>
                  <a:ext cx="1799640" cy="168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08" name="Tinta 107">
                  <a:extLst>
                    <a:ext uri="{FF2B5EF4-FFF2-40B4-BE49-F238E27FC236}">
                      <a16:creationId xmlns:a16="http://schemas.microsoft.com/office/drawing/2014/main" id="{167DAF6C-34F9-CA95-A1CF-FE71EDA9D419}"/>
                    </a:ext>
                  </a:extLst>
                </p14:cNvPr>
                <p14:cNvContentPartPr/>
                <p14:nvPr/>
              </p14:nvContentPartPr>
              <p14:xfrm>
                <a:off x="9940657" y="1091861"/>
                <a:ext cx="139320" cy="72720"/>
              </p14:xfrm>
            </p:contentPart>
          </mc:Choice>
          <mc:Fallback>
            <p:pic>
              <p:nvPicPr>
                <p:cNvPr id="108" name="Tinta 107">
                  <a:extLst>
                    <a:ext uri="{FF2B5EF4-FFF2-40B4-BE49-F238E27FC236}">
                      <a16:creationId xmlns:a16="http://schemas.microsoft.com/office/drawing/2014/main" id="{167DAF6C-34F9-CA95-A1CF-FE71EDA9D419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9922657" y="1073861"/>
                  <a:ext cx="17496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09" name="Tinta 108">
                  <a:extLst>
                    <a:ext uri="{FF2B5EF4-FFF2-40B4-BE49-F238E27FC236}">
                      <a16:creationId xmlns:a16="http://schemas.microsoft.com/office/drawing/2014/main" id="{181B984B-7F71-136C-BD5C-A77D78790A23}"/>
                    </a:ext>
                  </a:extLst>
                </p14:cNvPr>
                <p14:cNvContentPartPr/>
                <p14:nvPr/>
              </p14:nvContentPartPr>
              <p14:xfrm>
                <a:off x="9967657" y="1098341"/>
                <a:ext cx="99720" cy="117720"/>
              </p14:xfrm>
            </p:contentPart>
          </mc:Choice>
          <mc:Fallback>
            <p:pic>
              <p:nvPicPr>
                <p:cNvPr id="109" name="Tinta 108">
                  <a:extLst>
                    <a:ext uri="{FF2B5EF4-FFF2-40B4-BE49-F238E27FC236}">
                      <a16:creationId xmlns:a16="http://schemas.microsoft.com/office/drawing/2014/main" id="{181B984B-7F71-136C-BD5C-A77D78790A23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9950017" y="1080701"/>
                  <a:ext cx="135360" cy="15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" name="Agrupar 117">
            <a:extLst>
              <a:ext uri="{FF2B5EF4-FFF2-40B4-BE49-F238E27FC236}">
                <a16:creationId xmlns:a16="http://schemas.microsoft.com/office/drawing/2014/main" id="{A3677AF2-BE97-0A4B-DECB-A061CEBD5EC7}"/>
              </a:ext>
            </a:extLst>
          </p:cNvPr>
          <p:cNvGrpSpPr/>
          <p:nvPr/>
        </p:nvGrpSpPr>
        <p:grpSpPr>
          <a:xfrm>
            <a:off x="9910777" y="1535381"/>
            <a:ext cx="1721520" cy="580680"/>
            <a:chOff x="9910777" y="1535381"/>
            <a:chExt cx="1721520" cy="580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11" name="Tinta 110">
                  <a:extLst>
                    <a:ext uri="{FF2B5EF4-FFF2-40B4-BE49-F238E27FC236}">
                      <a16:creationId xmlns:a16="http://schemas.microsoft.com/office/drawing/2014/main" id="{CB19635F-FAB7-3B38-E02B-8D6DFDB83EAE}"/>
                    </a:ext>
                  </a:extLst>
                </p14:cNvPr>
                <p14:cNvContentPartPr/>
                <p14:nvPr/>
              </p14:nvContentPartPr>
              <p14:xfrm>
                <a:off x="9910777" y="1783781"/>
                <a:ext cx="1710360" cy="332280"/>
              </p14:xfrm>
            </p:contentPart>
          </mc:Choice>
          <mc:Fallback>
            <p:pic>
              <p:nvPicPr>
                <p:cNvPr id="111" name="Tinta 110">
                  <a:extLst>
                    <a:ext uri="{FF2B5EF4-FFF2-40B4-BE49-F238E27FC236}">
                      <a16:creationId xmlns:a16="http://schemas.microsoft.com/office/drawing/2014/main" id="{CB19635F-FAB7-3B38-E02B-8D6DFDB83EAE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9892777" y="1765781"/>
                  <a:ext cx="1746000" cy="36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12" name="Tinta 111">
                  <a:extLst>
                    <a:ext uri="{FF2B5EF4-FFF2-40B4-BE49-F238E27FC236}">
                      <a16:creationId xmlns:a16="http://schemas.microsoft.com/office/drawing/2014/main" id="{38E7CD1E-E9B2-E579-9B96-636072C07367}"/>
                    </a:ext>
                  </a:extLst>
                </p14:cNvPr>
                <p14:cNvContentPartPr/>
                <p14:nvPr/>
              </p14:nvContentPartPr>
              <p14:xfrm>
                <a:off x="9929137" y="1760021"/>
                <a:ext cx="24120" cy="66240"/>
              </p14:xfrm>
            </p:contentPart>
          </mc:Choice>
          <mc:Fallback>
            <p:pic>
              <p:nvPicPr>
                <p:cNvPr id="112" name="Tinta 111">
                  <a:extLst>
                    <a:ext uri="{FF2B5EF4-FFF2-40B4-BE49-F238E27FC236}">
                      <a16:creationId xmlns:a16="http://schemas.microsoft.com/office/drawing/2014/main" id="{38E7CD1E-E9B2-E579-9B96-636072C07367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9911497" y="1742381"/>
                  <a:ext cx="5976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13" name="Tinta 112">
                  <a:extLst>
                    <a:ext uri="{FF2B5EF4-FFF2-40B4-BE49-F238E27FC236}">
                      <a16:creationId xmlns:a16="http://schemas.microsoft.com/office/drawing/2014/main" id="{4C554295-2704-A9D6-E1DF-C50E2D407141}"/>
                    </a:ext>
                  </a:extLst>
                </p14:cNvPr>
                <p14:cNvContentPartPr/>
                <p14:nvPr/>
              </p14:nvContentPartPr>
              <p14:xfrm>
                <a:off x="10011217" y="1628261"/>
                <a:ext cx="146880" cy="105480"/>
              </p14:xfrm>
            </p:contentPart>
          </mc:Choice>
          <mc:Fallback>
            <p:pic>
              <p:nvPicPr>
                <p:cNvPr id="113" name="Tinta 112">
                  <a:extLst>
                    <a:ext uri="{FF2B5EF4-FFF2-40B4-BE49-F238E27FC236}">
                      <a16:creationId xmlns:a16="http://schemas.microsoft.com/office/drawing/2014/main" id="{4C554295-2704-A9D6-E1DF-C50E2D407141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9993217" y="1610261"/>
                  <a:ext cx="18252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14" name="Tinta 113">
                  <a:extLst>
                    <a:ext uri="{FF2B5EF4-FFF2-40B4-BE49-F238E27FC236}">
                      <a16:creationId xmlns:a16="http://schemas.microsoft.com/office/drawing/2014/main" id="{E559865B-B29A-F292-020D-E7A8BD58ACDF}"/>
                    </a:ext>
                  </a:extLst>
                </p14:cNvPr>
                <p14:cNvContentPartPr/>
                <p14:nvPr/>
              </p14:nvContentPartPr>
              <p14:xfrm>
                <a:off x="10221097" y="1541141"/>
                <a:ext cx="264960" cy="56160"/>
              </p14:xfrm>
            </p:contentPart>
          </mc:Choice>
          <mc:Fallback>
            <p:pic>
              <p:nvPicPr>
                <p:cNvPr id="114" name="Tinta 113">
                  <a:extLst>
                    <a:ext uri="{FF2B5EF4-FFF2-40B4-BE49-F238E27FC236}">
                      <a16:creationId xmlns:a16="http://schemas.microsoft.com/office/drawing/2014/main" id="{E559865B-B29A-F292-020D-E7A8BD58ACDF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0203097" y="1523141"/>
                  <a:ext cx="30060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15" name="Tinta 114">
                  <a:extLst>
                    <a:ext uri="{FF2B5EF4-FFF2-40B4-BE49-F238E27FC236}">
                      <a16:creationId xmlns:a16="http://schemas.microsoft.com/office/drawing/2014/main" id="{EDD5E131-A26A-054D-7A3F-3C9C8832372D}"/>
                    </a:ext>
                  </a:extLst>
                </p14:cNvPr>
                <p14:cNvContentPartPr/>
                <p14:nvPr/>
              </p14:nvContentPartPr>
              <p14:xfrm>
                <a:off x="10567417" y="1535381"/>
                <a:ext cx="611280" cy="48240"/>
              </p14:xfrm>
            </p:contentPart>
          </mc:Choice>
          <mc:Fallback>
            <p:pic>
              <p:nvPicPr>
                <p:cNvPr id="115" name="Tinta 114">
                  <a:extLst>
                    <a:ext uri="{FF2B5EF4-FFF2-40B4-BE49-F238E27FC236}">
                      <a16:creationId xmlns:a16="http://schemas.microsoft.com/office/drawing/2014/main" id="{EDD5E131-A26A-054D-7A3F-3C9C8832372D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0549777" y="1517741"/>
                  <a:ext cx="64692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16" name="Tinta 115">
                  <a:extLst>
                    <a:ext uri="{FF2B5EF4-FFF2-40B4-BE49-F238E27FC236}">
                      <a16:creationId xmlns:a16="http://schemas.microsoft.com/office/drawing/2014/main" id="{08FDAD31-64BD-6933-F666-E6AB6C6B6BDC}"/>
                    </a:ext>
                  </a:extLst>
                </p14:cNvPr>
                <p14:cNvContentPartPr/>
                <p14:nvPr/>
              </p14:nvContentPartPr>
              <p14:xfrm>
                <a:off x="11209657" y="1594781"/>
                <a:ext cx="55080" cy="17280"/>
              </p14:xfrm>
            </p:contentPart>
          </mc:Choice>
          <mc:Fallback>
            <p:pic>
              <p:nvPicPr>
                <p:cNvPr id="116" name="Tinta 115">
                  <a:extLst>
                    <a:ext uri="{FF2B5EF4-FFF2-40B4-BE49-F238E27FC236}">
                      <a16:creationId xmlns:a16="http://schemas.microsoft.com/office/drawing/2014/main" id="{08FDAD31-64BD-6933-F666-E6AB6C6B6BDC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1191657" y="1576781"/>
                  <a:ext cx="9072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17" name="Tinta 116">
                  <a:extLst>
                    <a:ext uri="{FF2B5EF4-FFF2-40B4-BE49-F238E27FC236}">
                      <a16:creationId xmlns:a16="http://schemas.microsoft.com/office/drawing/2014/main" id="{585DA739-A06E-2442-3BB2-3BED7A096C51}"/>
                    </a:ext>
                  </a:extLst>
                </p14:cNvPr>
                <p14:cNvContentPartPr/>
                <p14:nvPr/>
              </p14:nvContentPartPr>
              <p14:xfrm>
                <a:off x="11333857" y="1657421"/>
                <a:ext cx="298440" cy="80640"/>
              </p14:xfrm>
            </p:contentPart>
          </mc:Choice>
          <mc:Fallback>
            <p:pic>
              <p:nvPicPr>
                <p:cNvPr id="117" name="Tinta 116">
                  <a:extLst>
                    <a:ext uri="{FF2B5EF4-FFF2-40B4-BE49-F238E27FC236}">
                      <a16:creationId xmlns:a16="http://schemas.microsoft.com/office/drawing/2014/main" id="{585DA739-A06E-2442-3BB2-3BED7A096C51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1315857" y="1639421"/>
                  <a:ext cx="334080" cy="116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4">
            <p14:nvContentPartPr>
              <p14:cNvPr id="119" name="Tinta 118">
                <a:extLst>
                  <a:ext uri="{FF2B5EF4-FFF2-40B4-BE49-F238E27FC236}">
                    <a16:creationId xmlns:a16="http://schemas.microsoft.com/office/drawing/2014/main" id="{2E1524C9-EC25-28AC-76D7-77BFFF503456}"/>
                  </a:ext>
                </a:extLst>
              </p14:cNvPr>
              <p14:cNvContentPartPr/>
              <p14:nvPr/>
            </p14:nvContentPartPr>
            <p14:xfrm>
              <a:off x="10749937" y="1809701"/>
              <a:ext cx="55080" cy="43920"/>
            </p14:xfrm>
          </p:contentPart>
        </mc:Choice>
        <mc:Fallback>
          <p:pic>
            <p:nvPicPr>
              <p:cNvPr id="119" name="Tinta 118">
                <a:extLst>
                  <a:ext uri="{FF2B5EF4-FFF2-40B4-BE49-F238E27FC236}">
                    <a16:creationId xmlns:a16="http://schemas.microsoft.com/office/drawing/2014/main" id="{2E1524C9-EC25-28AC-76D7-77BFFF503456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10731937" y="1792061"/>
                <a:ext cx="90720" cy="79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23" name="Agrupar 122">
            <a:extLst>
              <a:ext uri="{FF2B5EF4-FFF2-40B4-BE49-F238E27FC236}">
                <a16:creationId xmlns:a16="http://schemas.microsoft.com/office/drawing/2014/main" id="{4CCA1A8B-30CF-1111-32F9-8451608300BA}"/>
              </a:ext>
            </a:extLst>
          </p:cNvPr>
          <p:cNvGrpSpPr/>
          <p:nvPr/>
        </p:nvGrpSpPr>
        <p:grpSpPr>
          <a:xfrm>
            <a:off x="10884217" y="1509461"/>
            <a:ext cx="726840" cy="318960"/>
            <a:chOff x="10884217" y="1509461"/>
            <a:chExt cx="726840" cy="31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20" name="Tinta 119">
                  <a:extLst>
                    <a:ext uri="{FF2B5EF4-FFF2-40B4-BE49-F238E27FC236}">
                      <a16:creationId xmlns:a16="http://schemas.microsoft.com/office/drawing/2014/main" id="{A88E2677-80D6-1E1F-91AC-56A06FB5F0CD}"/>
                    </a:ext>
                  </a:extLst>
                </p14:cNvPr>
                <p14:cNvContentPartPr/>
                <p14:nvPr/>
              </p14:nvContentPartPr>
              <p14:xfrm>
                <a:off x="10884217" y="1782341"/>
                <a:ext cx="726840" cy="46080"/>
              </p14:xfrm>
            </p:contentPart>
          </mc:Choice>
          <mc:Fallback>
            <p:pic>
              <p:nvPicPr>
                <p:cNvPr id="120" name="Tinta 119">
                  <a:extLst>
                    <a:ext uri="{FF2B5EF4-FFF2-40B4-BE49-F238E27FC236}">
                      <a16:creationId xmlns:a16="http://schemas.microsoft.com/office/drawing/2014/main" id="{A88E2677-80D6-1E1F-91AC-56A06FB5F0CD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0866577" y="1764701"/>
                  <a:ext cx="76248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21" name="Tinta 120">
                  <a:extLst>
                    <a:ext uri="{FF2B5EF4-FFF2-40B4-BE49-F238E27FC236}">
                      <a16:creationId xmlns:a16="http://schemas.microsoft.com/office/drawing/2014/main" id="{BC5A1F02-FB38-DE44-FF6B-F447D4D37224}"/>
                    </a:ext>
                  </a:extLst>
                </p14:cNvPr>
                <p14:cNvContentPartPr/>
                <p14:nvPr/>
              </p14:nvContentPartPr>
              <p14:xfrm>
                <a:off x="11038297" y="1592621"/>
                <a:ext cx="3960" cy="154080"/>
              </p14:xfrm>
            </p:contentPart>
          </mc:Choice>
          <mc:Fallback>
            <p:pic>
              <p:nvPicPr>
                <p:cNvPr id="121" name="Tinta 120">
                  <a:extLst>
                    <a:ext uri="{FF2B5EF4-FFF2-40B4-BE49-F238E27FC236}">
                      <a16:creationId xmlns:a16="http://schemas.microsoft.com/office/drawing/2014/main" id="{BC5A1F02-FB38-DE44-FF6B-F447D4D37224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1020297" y="1574621"/>
                  <a:ext cx="3960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22" name="Tinta 121">
                  <a:extLst>
                    <a:ext uri="{FF2B5EF4-FFF2-40B4-BE49-F238E27FC236}">
                      <a16:creationId xmlns:a16="http://schemas.microsoft.com/office/drawing/2014/main" id="{227ADE45-2D36-8F61-148B-F4D5ED6A432A}"/>
                    </a:ext>
                  </a:extLst>
                </p14:cNvPr>
                <p14:cNvContentPartPr/>
                <p14:nvPr/>
              </p14:nvContentPartPr>
              <p14:xfrm>
                <a:off x="11035777" y="1509461"/>
                <a:ext cx="173160" cy="254880"/>
              </p14:xfrm>
            </p:contentPart>
          </mc:Choice>
          <mc:Fallback>
            <p:pic>
              <p:nvPicPr>
                <p:cNvPr id="122" name="Tinta 121">
                  <a:extLst>
                    <a:ext uri="{FF2B5EF4-FFF2-40B4-BE49-F238E27FC236}">
                      <a16:creationId xmlns:a16="http://schemas.microsoft.com/office/drawing/2014/main" id="{227ADE45-2D36-8F61-148B-F4D5ED6A432A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1017777" y="1491461"/>
                  <a:ext cx="208800" cy="29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6" name="Agrupar 135">
            <a:extLst>
              <a:ext uri="{FF2B5EF4-FFF2-40B4-BE49-F238E27FC236}">
                <a16:creationId xmlns:a16="http://schemas.microsoft.com/office/drawing/2014/main" id="{E9CA1F98-5279-4683-DAB0-4C75288D2A19}"/>
              </a:ext>
            </a:extLst>
          </p:cNvPr>
          <p:cNvGrpSpPr/>
          <p:nvPr/>
        </p:nvGrpSpPr>
        <p:grpSpPr>
          <a:xfrm>
            <a:off x="677137" y="1679021"/>
            <a:ext cx="1198080" cy="394200"/>
            <a:chOff x="677137" y="1679021"/>
            <a:chExt cx="1198080" cy="394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24" name="Tinta 123">
                  <a:extLst>
                    <a:ext uri="{FF2B5EF4-FFF2-40B4-BE49-F238E27FC236}">
                      <a16:creationId xmlns:a16="http://schemas.microsoft.com/office/drawing/2014/main" id="{87D55A3C-3F39-59A8-898D-FC5621D79F11}"/>
                    </a:ext>
                  </a:extLst>
                </p14:cNvPr>
                <p14:cNvContentPartPr/>
                <p14:nvPr/>
              </p14:nvContentPartPr>
              <p14:xfrm>
                <a:off x="707017" y="1822661"/>
                <a:ext cx="17640" cy="132120"/>
              </p14:xfrm>
            </p:contentPart>
          </mc:Choice>
          <mc:Fallback>
            <p:pic>
              <p:nvPicPr>
                <p:cNvPr id="124" name="Tinta 123">
                  <a:extLst>
                    <a:ext uri="{FF2B5EF4-FFF2-40B4-BE49-F238E27FC236}">
                      <a16:creationId xmlns:a16="http://schemas.microsoft.com/office/drawing/2014/main" id="{87D55A3C-3F39-59A8-898D-FC5621D79F11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89017" y="1805021"/>
                  <a:ext cx="5328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25" name="Tinta 124">
                  <a:extLst>
                    <a:ext uri="{FF2B5EF4-FFF2-40B4-BE49-F238E27FC236}">
                      <a16:creationId xmlns:a16="http://schemas.microsoft.com/office/drawing/2014/main" id="{B7CDC70C-60F6-D627-E292-6B3307E65DDC}"/>
                    </a:ext>
                  </a:extLst>
                </p14:cNvPr>
                <p14:cNvContentPartPr/>
                <p14:nvPr/>
              </p14:nvContentPartPr>
              <p14:xfrm>
                <a:off x="677137" y="1679021"/>
                <a:ext cx="151560" cy="278640"/>
              </p14:xfrm>
            </p:contentPart>
          </mc:Choice>
          <mc:Fallback>
            <p:pic>
              <p:nvPicPr>
                <p:cNvPr id="125" name="Tinta 124">
                  <a:extLst>
                    <a:ext uri="{FF2B5EF4-FFF2-40B4-BE49-F238E27FC236}">
                      <a16:creationId xmlns:a16="http://schemas.microsoft.com/office/drawing/2014/main" id="{B7CDC70C-60F6-D627-E292-6B3307E65DDC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59497" y="1661021"/>
                  <a:ext cx="18720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26" name="Tinta 125">
                  <a:extLst>
                    <a:ext uri="{FF2B5EF4-FFF2-40B4-BE49-F238E27FC236}">
                      <a16:creationId xmlns:a16="http://schemas.microsoft.com/office/drawing/2014/main" id="{0D34958C-A98B-87B6-12D1-DED94D7CD3BB}"/>
                    </a:ext>
                  </a:extLst>
                </p14:cNvPr>
                <p14:cNvContentPartPr/>
                <p14:nvPr/>
              </p14:nvContentPartPr>
              <p14:xfrm>
                <a:off x="888457" y="1853981"/>
                <a:ext cx="102240" cy="98640"/>
              </p14:xfrm>
            </p:contentPart>
          </mc:Choice>
          <mc:Fallback>
            <p:pic>
              <p:nvPicPr>
                <p:cNvPr id="126" name="Tinta 125">
                  <a:extLst>
                    <a:ext uri="{FF2B5EF4-FFF2-40B4-BE49-F238E27FC236}">
                      <a16:creationId xmlns:a16="http://schemas.microsoft.com/office/drawing/2014/main" id="{0D34958C-A98B-87B6-12D1-DED94D7CD3BB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870457" y="1835981"/>
                  <a:ext cx="13788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27" name="Tinta 126">
                  <a:extLst>
                    <a:ext uri="{FF2B5EF4-FFF2-40B4-BE49-F238E27FC236}">
                      <a16:creationId xmlns:a16="http://schemas.microsoft.com/office/drawing/2014/main" id="{E72198A1-DD50-8809-9D4E-B3D5EA898B27}"/>
                    </a:ext>
                  </a:extLst>
                </p14:cNvPr>
                <p14:cNvContentPartPr/>
                <p14:nvPr/>
              </p14:nvContentPartPr>
              <p14:xfrm>
                <a:off x="898177" y="1873061"/>
                <a:ext cx="56160" cy="7200"/>
              </p14:xfrm>
            </p:contentPart>
          </mc:Choice>
          <mc:Fallback>
            <p:pic>
              <p:nvPicPr>
                <p:cNvPr id="127" name="Tinta 126">
                  <a:extLst>
                    <a:ext uri="{FF2B5EF4-FFF2-40B4-BE49-F238E27FC236}">
                      <a16:creationId xmlns:a16="http://schemas.microsoft.com/office/drawing/2014/main" id="{E72198A1-DD50-8809-9D4E-B3D5EA898B27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880537" y="1855061"/>
                  <a:ext cx="918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28" name="Tinta 127">
                  <a:extLst>
                    <a:ext uri="{FF2B5EF4-FFF2-40B4-BE49-F238E27FC236}">
                      <a16:creationId xmlns:a16="http://schemas.microsoft.com/office/drawing/2014/main" id="{4DE1990B-45B5-781D-0B7C-B10537879034}"/>
                    </a:ext>
                  </a:extLst>
                </p14:cNvPr>
                <p14:cNvContentPartPr/>
                <p14:nvPr/>
              </p14:nvContentPartPr>
              <p14:xfrm>
                <a:off x="872257" y="1783421"/>
                <a:ext cx="108360" cy="96480"/>
              </p14:xfrm>
            </p:contentPart>
          </mc:Choice>
          <mc:Fallback>
            <p:pic>
              <p:nvPicPr>
                <p:cNvPr id="128" name="Tinta 127">
                  <a:extLst>
                    <a:ext uri="{FF2B5EF4-FFF2-40B4-BE49-F238E27FC236}">
                      <a16:creationId xmlns:a16="http://schemas.microsoft.com/office/drawing/2014/main" id="{4DE1990B-45B5-781D-0B7C-B10537879034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854257" y="1765781"/>
                  <a:ext cx="14400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29" name="Tinta 128">
                  <a:extLst>
                    <a:ext uri="{FF2B5EF4-FFF2-40B4-BE49-F238E27FC236}">
                      <a16:creationId xmlns:a16="http://schemas.microsoft.com/office/drawing/2014/main" id="{B3C0693C-EC88-750F-0E59-A41E259DD6FF}"/>
                    </a:ext>
                  </a:extLst>
                </p14:cNvPr>
                <p14:cNvContentPartPr/>
                <p14:nvPr/>
              </p14:nvContentPartPr>
              <p14:xfrm>
                <a:off x="983857" y="1822661"/>
                <a:ext cx="223200" cy="127080"/>
              </p14:xfrm>
            </p:contentPart>
          </mc:Choice>
          <mc:Fallback>
            <p:pic>
              <p:nvPicPr>
                <p:cNvPr id="129" name="Tinta 128">
                  <a:extLst>
                    <a:ext uri="{FF2B5EF4-FFF2-40B4-BE49-F238E27FC236}">
                      <a16:creationId xmlns:a16="http://schemas.microsoft.com/office/drawing/2014/main" id="{B3C0693C-EC88-750F-0E59-A41E259DD6FF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965857" y="1805021"/>
                  <a:ext cx="25884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30" name="Tinta 129">
                  <a:extLst>
                    <a:ext uri="{FF2B5EF4-FFF2-40B4-BE49-F238E27FC236}">
                      <a16:creationId xmlns:a16="http://schemas.microsoft.com/office/drawing/2014/main" id="{B501BBD1-B47F-0858-A3B4-90A62242B0BB}"/>
                    </a:ext>
                  </a:extLst>
                </p14:cNvPr>
                <p14:cNvContentPartPr/>
                <p14:nvPr/>
              </p14:nvContentPartPr>
              <p14:xfrm>
                <a:off x="1264657" y="1830581"/>
                <a:ext cx="115920" cy="123840"/>
              </p14:xfrm>
            </p:contentPart>
          </mc:Choice>
          <mc:Fallback>
            <p:pic>
              <p:nvPicPr>
                <p:cNvPr id="130" name="Tinta 129">
                  <a:extLst>
                    <a:ext uri="{FF2B5EF4-FFF2-40B4-BE49-F238E27FC236}">
                      <a16:creationId xmlns:a16="http://schemas.microsoft.com/office/drawing/2014/main" id="{B501BBD1-B47F-0858-A3B4-90A62242B0BB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246657" y="1812581"/>
                  <a:ext cx="15156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31" name="Tinta 130">
                  <a:extLst>
                    <a:ext uri="{FF2B5EF4-FFF2-40B4-BE49-F238E27FC236}">
                      <a16:creationId xmlns:a16="http://schemas.microsoft.com/office/drawing/2014/main" id="{406632FB-7921-36C2-B0CA-68C573D14318}"/>
                    </a:ext>
                  </a:extLst>
                </p14:cNvPr>
                <p14:cNvContentPartPr/>
                <p14:nvPr/>
              </p14:nvContentPartPr>
              <p14:xfrm>
                <a:off x="1376257" y="1803581"/>
                <a:ext cx="99720" cy="138600"/>
              </p14:xfrm>
            </p:contentPart>
          </mc:Choice>
          <mc:Fallback>
            <p:pic>
              <p:nvPicPr>
                <p:cNvPr id="131" name="Tinta 130">
                  <a:extLst>
                    <a:ext uri="{FF2B5EF4-FFF2-40B4-BE49-F238E27FC236}">
                      <a16:creationId xmlns:a16="http://schemas.microsoft.com/office/drawing/2014/main" id="{406632FB-7921-36C2-B0CA-68C573D14318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358617" y="1785941"/>
                  <a:ext cx="13536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32" name="Tinta 131">
                  <a:extLst>
                    <a:ext uri="{FF2B5EF4-FFF2-40B4-BE49-F238E27FC236}">
                      <a16:creationId xmlns:a16="http://schemas.microsoft.com/office/drawing/2014/main" id="{C9F5C730-FDB1-8F0E-5F46-870513AB0E97}"/>
                    </a:ext>
                  </a:extLst>
                </p14:cNvPr>
                <p14:cNvContentPartPr/>
                <p14:nvPr/>
              </p14:nvContentPartPr>
              <p14:xfrm>
                <a:off x="1549057" y="1823741"/>
                <a:ext cx="205200" cy="156600"/>
              </p14:xfrm>
            </p:contentPart>
          </mc:Choice>
          <mc:Fallback>
            <p:pic>
              <p:nvPicPr>
                <p:cNvPr id="132" name="Tinta 131">
                  <a:extLst>
                    <a:ext uri="{FF2B5EF4-FFF2-40B4-BE49-F238E27FC236}">
                      <a16:creationId xmlns:a16="http://schemas.microsoft.com/office/drawing/2014/main" id="{C9F5C730-FDB1-8F0E-5F46-870513AB0E97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531057" y="1806101"/>
                  <a:ext cx="24084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33" name="Tinta 132">
                  <a:extLst>
                    <a:ext uri="{FF2B5EF4-FFF2-40B4-BE49-F238E27FC236}">
                      <a16:creationId xmlns:a16="http://schemas.microsoft.com/office/drawing/2014/main" id="{3772CD3C-B10C-1AF8-EEC9-D536F8F77DAB}"/>
                    </a:ext>
                  </a:extLst>
                </p14:cNvPr>
                <p14:cNvContentPartPr/>
                <p14:nvPr/>
              </p14:nvContentPartPr>
              <p14:xfrm>
                <a:off x="1680457" y="1908701"/>
                <a:ext cx="63720" cy="360"/>
              </p14:xfrm>
            </p:contentPart>
          </mc:Choice>
          <mc:Fallback>
            <p:pic>
              <p:nvPicPr>
                <p:cNvPr id="133" name="Tinta 132">
                  <a:extLst>
                    <a:ext uri="{FF2B5EF4-FFF2-40B4-BE49-F238E27FC236}">
                      <a16:creationId xmlns:a16="http://schemas.microsoft.com/office/drawing/2014/main" id="{3772CD3C-B10C-1AF8-EEC9-D536F8F77DAB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662817" y="1891061"/>
                  <a:ext cx="993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34" name="Tinta 133">
                  <a:extLst>
                    <a:ext uri="{FF2B5EF4-FFF2-40B4-BE49-F238E27FC236}">
                      <a16:creationId xmlns:a16="http://schemas.microsoft.com/office/drawing/2014/main" id="{37B5D45C-2384-DCAA-3E01-1BE1C1A18DA7}"/>
                    </a:ext>
                  </a:extLst>
                </p14:cNvPr>
                <p14:cNvContentPartPr/>
                <p14:nvPr/>
              </p14:nvContentPartPr>
              <p14:xfrm>
                <a:off x="1643377" y="1740941"/>
                <a:ext cx="231840" cy="229680"/>
              </p14:xfrm>
            </p:contentPart>
          </mc:Choice>
          <mc:Fallback>
            <p:pic>
              <p:nvPicPr>
                <p:cNvPr id="134" name="Tinta 133">
                  <a:extLst>
                    <a:ext uri="{FF2B5EF4-FFF2-40B4-BE49-F238E27FC236}">
                      <a16:creationId xmlns:a16="http://schemas.microsoft.com/office/drawing/2014/main" id="{37B5D45C-2384-DCAA-3E01-1BE1C1A18DA7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625377" y="1723301"/>
                  <a:ext cx="26748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35" name="Tinta 134">
                  <a:extLst>
                    <a:ext uri="{FF2B5EF4-FFF2-40B4-BE49-F238E27FC236}">
                      <a16:creationId xmlns:a16="http://schemas.microsoft.com/office/drawing/2014/main" id="{9516C1C6-8D8B-E01D-34A5-2E712B8DAE38}"/>
                    </a:ext>
                  </a:extLst>
                </p14:cNvPr>
                <p14:cNvContentPartPr/>
                <p14:nvPr/>
              </p14:nvContentPartPr>
              <p14:xfrm>
                <a:off x="1430977" y="2004821"/>
                <a:ext cx="61200" cy="68400"/>
              </p14:xfrm>
            </p:contentPart>
          </mc:Choice>
          <mc:Fallback>
            <p:pic>
              <p:nvPicPr>
                <p:cNvPr id="135" name="Tinta 134">
                  <a:extLst>
                    <a:ext uri="{FF2B5EF4-FFF2-40B4-BE49-F238E27FC236}">
                      <a16:creationId xmlns:a16="http://schemas.microsoft.com/office/drawing/2014/main" id="{9516C1C6-8D8B-E01D-34A5-2E712B8DAE38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413337" y="1987181"/>
                  <a:ext cx="96840" cy="104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6">
            <p14:nvContentPartPr>
              <p14:cNvPr id="137" name="Tinta 136">
                <a:extLst>
                  <a:ext uri="{FF2B5EF4-FFF2-40B4-BE49-F238E27FC236}">
                    <a16:creationId xmlns:a16="http://schemas.microsoft.com/office/drawing/2014/main" id="{4B560D98-03C0-6C3D-252A-939FA5E20F76}"/>
                  </a:ext>
                </a:extLst>
              </p14:cNvPr>
              <p14:cNvContentPartPr/>
              <p14:nvPr/>
            </p14:nvContentPartPr>
            <p14:xfrm>
              <a:off x="710617" y="2348981"/>
              <a:ext cx="91800" cy="747000"/>
            </p14:xfrm>
          </p:contentPart>
        </mc:Choice>
        <mc:Fallback>
          <p:pic>
            <p:nvPicPr>
              <p:cNvPr id="137" name="Tinta 136">
                <a:extLst>
                  <a:ext uri="{FF2B5EF4-FFF2-40B4-BE49-F238E27FC236}">
                    <a16:creationId xmlns:a16="http://schemas.microsoft.com/office/drawing/2014/main" id="{4B560D98-03C0-6C3D-252A-939FA5E20F76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692617" y="2331341"/>
                <a:ext cx="127440" cy="782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53" name="Agrupar 152">
            <a:extLst>
              <a:ext uri="{FF2B5EF4-FFF2-40B4-BE49-F238E27FC236}">
                <a16:creationId xmlns:a16="http://schemas.microsoft.com/office/drawing/2014/main" id="{D9C4CC27-8DCC-CBE0-C287-F9E557E57739}"/>
              </a:ext>
            </a:extLst>
          </p:cNvPr>
          <p:cNvGrpSpPr/>
          <p:nvPr/>
        </p:nvGrpSpPr>
        <p:grpSpPr>
          <a:xfrm>
            <a:off x="1042897" y="2383541"/>
            <a:ext cx="1217880" cy="531360"/>
            <a:chOff x="1042897" y="2383541"/>
            <a:chExt cx="1217880" cy="531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38" name="Tinta 137">
                  <a:extLst>
                    <a:ext uri="{FF2B5EF4-FFF2-40B4-BE49-F238E27FC236}">
                      <a16:creationId xmlns:a16="http://schemas.microsoft.com/office/drawing/2014/main" id="{BDD20DA5-88DF-8E72-2EE6-07C9DCB3CBA2}"/>
                    </a:ext>
                  </a:extLst>
                </p14:cNvPr>
                <p14:cNvContentPartPr/>
                <p14:nvPr/>
              </p14:nvContentPartPr>
              <p14:xfrm>
                <a:off x="1042897" y="2421701"/>
                <a:ext cx="95400" cy="493200"/>
              </p14:xfrm>
            </p:contentPart>
          </mc:Choice>
          <mc:Fallback>
            <p:pic>
              <p:nvPicPr>
                <p:cNvPr id="138" name="Tinta 137">
                  <a:extLst>
                    <a:ext uri="{FF2B5EF4-FFF2-40B4-BE49-F238E27FC236}">
                      <a16:creationId xmlns:a16="http://schemas.microsoft.com/office/drawing/2014/main" id="{BDD20DA5-88DF-8E72-2EE6-07C9DCB3CBA2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024897" y="2404061"/>
                  <a:ext cx="131040" cy="52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39" name="Tinta 138">
                  <a:extLst>
                    <a:ext uri="{FF2B5EF4-FFF2-40B4-BE49-F238E27FC236}">
                      <a16:creationId xmlns:a16="http://schemas.microsoft.com/office/drawing/2014/main" id="{7EACDF25-3E38-9E16-E840-F21F089B8B89}"/>
                    </a:ext>
                  </a:extLst>
                </p14:cNvPr>
                <p14:cNvContentPartPr/>
                <p14:nvPr/>
              </p14:nvContentPartPr>
              <p14:xfrm>
                <a:off x="1181497" y="2508821"/>
                <a:ext cx="161640" cy="295560"/>
              </p14:xfrm>
            </p:contentPart>
          </mc:Choice>
          <mc:Fallback>
            <p:pic>
              <p:nvPicPr>
                <p:cNvPr id="139" name="Tinta 138">
                  <a:extLst>
                    <a:ext uri="{FF2B5EF4-FFF2-40B4-BE49-F238E27FC236}">
                      <a16:creationId xmlns:a16="http://schemas.microsoft.com/office/drawing/2014/main" id="{7EACDF25-3E38-9E16-E840-F21F089B8B89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163497" y="2490821"/>
                  <a:ext cx="19728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40" name="Tinta 139">
                  <a:extLst>
                    <a:ext uri="{FF2B5EF4-FFF2-40B4-BE49-F238E27FC236}">
                      <a16:creationId xmlns:a16="http://schemas.microsoft.com/office/drawing/2014/main" id="{1B76574A-2B14-329C-1D10-BB2892EA3E6F}"/>
                    </a:ext>
                  </a:extLst>
                </p14:cNvPr>
                <p14:cNvContentPartPr/>
                <p14:nvPr/>
              </p14:nvContentPartPr>
              <p14:xfrm>
                <a:off x="1439617" y="2672261"/>
                <a:ext cx="9000" cy="138960"/>
              </p14:xfrm>
            </p:contentPart>
          </mc:Choice>
          <mc:Fallback>
            <p:pic>
              <p:nvPicPr>
                <p:cNvPr id="140" name="Tinta 139">
                  <a:extLst>
                    <a:ext uri="{FF2B5EF4-FFF2-40B4-BE49-F238E27FC236}">
                      <a16:creationId xmlns:a16="http://schemas.microsoft.com/office/drawing/2014/main" id="{1B76574A-2B14-329C-1D10-BB2892EA3E6F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421977" y="2654261"/>
                  <a:ext cx="4464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41" name="Tinta 140">
                  <a:extLst>
                    <a:ext uri="{FF2B5EF4-FFF2-40B4-BE49-F238E27FC236}">
                      <a16:creationId xmlns:a16="http://schemas.microsoft.com/office/drawing/2014/main" id="{384ED85C-8050-E3D9-144A-9FB83708CA3B}"/>
                    </a:ext>
                  </a:extLst>
                </p14:cNvPr>
                <p14:cNvContentPartPr/>
                <p14:nvPr/>
              </p14:nvContentPartPr>
              <p14:xfrm>
                <a:off x="1501897" y="2665421"/>
                <a:ext cx="14040" cy="159120"/>
              </p14:xfrm>
            </p:contentPart>
          </mc:Choice>
          <mc:Fallback>
            <p:pic>
              <p:nvPicPr>
                <p:cNvPr id="141" name="Tinta 140">
                  <a:extLst>
                    <a:ext uri="{FF2B5EF4-FFF2-40B4-BE49-F238E27FC236}">
                      <a16:creationId xmlns:a16="http://schemas.microsoft.com/office/drawing/2014/main" id="{384ED85C-8050-E3D9-144A-9FB83708CA3B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483897" y="2647421"/>
                  <a:ext cx="4968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42" name="Tinta 141">
                  <a:extLst>
                    <a:ext uri="{FF2B5EF4-FFF2-40B4-BE49-F238E27FC236}">
                      <a16:creationId xmlns:a16="http://schemas.microsoft.com/office/drawing/2014/main" id="{22150278-A3E1-7C6F-B1D5-FF326638F1E2}"/>
                    </a:ext>
                  </a:extLst>
                </p14:cNvPr>
                <p14:cNvContentPartPr/>
                <p14:nvPr/>
              </p14:nvContentPartPr>
              <p14:xfrm>
                <a:off x="1413697" y="2621861"/>
                <a:ext cx="113400" cy="19440"/>
              </p14:xfrm>
            </p:contentPart>
          </mc:Choice>
          <mc:Fallback>
            <p:pic>
              <p:nvPicPr>
                <p:cNvPr id="142" name="Tinta 141">
                  <a:extLst>
                    <a:ext uri="{FF2B5EF4-FFF2-40B4-BE49-F238E27FC236}">
                      <a16:creationId xmlns:a16="http://schemas.microsoft.com/office/drawing/2014/main" id="{22150278-A3E1-7C6F-B1D5-FF326638F1E2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395697" y="2603861"/>
                  <a:ext cx="14904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43" name="Tinta 142">
                  <a:extLst>
                    <a:ext uri="{FF2B5EF4-FFF2-40B4-BE49-F238E27FC236}">
                      <a16:creationId xmlns:a16="http://schemas.microsoft.com/office/drawing/2014/main" id="{1293320F-B3C5-F0B3-38AD-781ED08C0A20}"/>
                    </a:ext>
                  </a:extLst>
                </p14:cNvPr>
                <p14:cNvContentPartPr/>
                <p14:nvPr/>
              </p14:nvContentPartPr>
              <p14:xfrm>
                <a:off x="1392457" y="2799341"/>
                <a:ext cx="360" cy="360"/>
              </p14:xfrm>
            </p:contentPart>
          </mc:Choice>
          <mc:Fallback>
            <p:pic>
              <p:nvPicPr>
                <p:cNvPr id="143" name="Tinta 142">
                  <a:extLst>
                    <a:ext uri="{FF2B5EF4-FFF2-40B4-BE49-F238E27FC236}">
                      <a16:creationId xmlns:a16="http://schemas.microsoft.com/office/drawing/2014/main" id="{1293320F-B3C5-F0B3-38AD-781ED08C0A2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374817" y="278170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44" name="Tinta 143">
                  <a:extLst>
                    <a:ext uri="{FF2B5EF4-FFF2-40B4-BE49-F238E27FC236}">
                      <a16:creationId xmlns:a16="http://schemas.microsoft.com/office/drawing/2014/main" id="{5E3C17F7-5E34-A575-263A-ED36B3196DB7}"/>
                    </a:ext>
                  </a:extLst>
                </p14:cNvPr>
                <p14:cNvContentPartPr/>
                <p14:nvPr/>
              </p14:nvContentPartPr>
              <p14:xfrm>
                <a:off x="1554097" y="2810861"/>
                <a:ext cx="360" cy="360"/>
              </p14:xfrm>
            </p:contentPart>
          </mc:Choice>
          <mc:Fallback>
            <p:pic>
              <p:nvPicPr>
                <p:cNvPr id="144" name="Tinta 143">
                  <a:extLst>
                    <a:ext uri="{FF2B5EF4-FFF2-40B4-BE49-F238E27FC236}">
                      <a16:creationId xmlns:a16="http://schemas.microsoft.com/office/drawing/2014/main" id="{5E3C17F7-5E34-A575-263A-ED36B3196DB7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536097" y="279286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45" name="Tinta 144">
                  <a:extLst>
                    <a:ext uri="{FF2B5EF4-FFF2-40B4-BE49-F238E27FC236}">
                      <a16:creationId xmlns:a16="http://schemas.microsoft.com/office/drawing/2014/main" id="{962B9AC4-4D4D-21EB-AD57-831479A7C06C}"/>
                    </a:ext>
                  </a:extLst>
                </p14:cNvPr>
                <p14:cNvContentPartPr/>
                <p14:nvPr/>
              </p14:nvContentPartPr>
              <p14:xfrm>
                <a:off x="1663177" y="2588381"/>
                <a:ext cx="24120" cy="209520"/>
              </p14:xfrm>
            </p:contentPart>
          </mc:Choice>
          <mc:Fallback>
            <p:pic>
              <p:nvPicPr>
                <p:cNvPr id="145" name="Tinta 144">
                  <a:extLst>
                    <a:ext uri="{FF2B5EF4-FFF2-40B4-BE49-F238E27FC236}">
                      <a16:creationId xmlns:a16="http://schemas.microsoft.com/office/drawing/2014/main" id="{962B9AC4-4D4D-21EB-AD57-831479A7C06C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645537" y="2570381"/>
                  <a:ext cx="5976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46" name="Tinta 145">
                  <a:extLst>
                    <a:ext uri="{FF2B5EF4-FFF2-40B4-BE49-F238E27FC236}">
                      <a16:creationId xmlns:a16="http://schemas.microsoft.com/office/drawing/2014/main" id="{FDCFF355-B3C7-B0B6-D8DD-4E874817B3E3}"/>
                    </a:ext>
                  </a:extLst>
                </p14:cNvPr>
                <p14:cNvContentPartPr/>
                <p14:nvPr/>
              </p14:nvContentPartPr>
              <p14:xfrm>
                <a:off x="1655617" y="2544821"/>
                <a:ext cx="150120" cy="224640"/>
              </p14:xfrm>
            </p:contentPart>
          </mc:Choice>
          <mc:Fallback>
            <p:pic>
              <p:nvPicPr>
                <p:cNvPr id="146" name="Tinta 145">
                  <a:extLst>
                    <a:ext uri="{FF2B5EF4-FFF2-40B4-BE49-F238E27FC236}">
                      <a16:creationId xmlns:a16="http://schemas.microsoft.com/office/drawing/2014/main" id="{FDCFF355-B3C7-B0B6-D8DD-4E874817B3E3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637977" y="2526821"/>
                  <a:ext cx="18576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47" name="Tinta 146">
                  <a:extLst>
                    <a:ext uri="{FF2B5EF4-FFF2-40B4-BE49-F238E27FC236}">
                      <a16:creationId xmlns:a16="http://schemas.microsoft.com/office/drawing/2014/main" id="{119CA225-AD26-8107-F7CA-3A7DDE30071E}"/>
                    </a:ext>
                  </a:extLst>
                </p14:cNvPr>
                <p14:cNvContentPartPr/>
                <p14:nvPr/>
              </p14:nvContentPartPr>
              <p14:xfrm>
                <a:off x="1741297" y="2383541"/>
                <a:ext cx="108360" cy="158040"/>
              </p14:xfrm>
            </p:contentPart>
          </mc:Choice>
          <mc:Fallback>
            <p:pic>
              <p:nvPicPr>
                <p:cNvPr id="147" name="Tinta 146">
                  <a:extLst>
                    <a:ext uri="{FF2B5EF4-FFF2-40B4-BE49-F238E27FC236}">
                      <a16:creationId xmlns:a16="http://schemas.microsoft.com/office/drawing/2014/main" id="{119CA225-AD26-8107-F7CA-3A7DDE30071E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723657" y="2365901"/>
                  <a:ext cx="14400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48" name="Tinta 147">
                  <a:extLst>
                    <a:ext uri="{FF2B5EF4-FFF2-40B4-BE49-F238E27FC236}">
                      <a16:creationId xmlns:a16="http://schemas.microsoft.com/office/drawing/2014/main" id="{8A86CFEC-6595-1C07-7839-484937B2C11D}"/>
                    </a:ext>
                  </a:extLst>
                </p14:cNvPr>
                <p14:cNvContentPartPr/>
                <p14:nvPr/>
              </p14:nvContentPartPr>
              <p14:xfrm>
                <a:off x="1905457" y="2397221"/>
                <a:ext cx="101880" cy="439560"/>
              </p14:xfrm>
            </p:contentPart>
          </mc:Choice>
          <mc:Fallback>
            <p:pic>
              <p:nvPicPr>
                <p:cNvPr id="148" name="Tinta 147">
                  <a:extLst>
                    <a:ext uri="{FF2B5EF4-FFF2-40B4-BE49-F238E27FC236}">
                      <a16:creationId xmlns:a16="http://schemas.microsoft.com/office/drawing/2014/main" id="{8A86CFEC-6595-1C07-7839-484937B2C11D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887457" y="2379221"/>
                  <a:ext cx="137520" cy="47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49" name="Tinta 148">
                  <a:extLst>
                    <a:ext uri="{FF2B5EF4-FFF2-40B4-BE49-F238E27FC236}">
                      <a16:creationId xmlns:a16="http://schemas.microsoft.com/office/drawing/2014/main" id="{F98D9177-12BB-504E-4BF2-3461FD09C83D}"/>
                    </a:ext>
                  </a:extLst>
                </p14:cNvPr>
                <p14:cNvContentPartPr/>
                <p14:nvPr/>
              </p14:nvContentPartPr>
              <p14:xfrm>
                <a:off x="2100217" y="2433941"/>
                <a:ext cx="160560" cy="375840"/>
              </p14:xfrm>
            </p:contentPart>
          </mc:Choice>
          <mc:Fallback>
            <p:pic>
              <p:nvPicPr>
                <p:cNvPr id="149" name="Tinta 148">
                  <a:extLst>
                    <a:ext uri="{FF2B5EF4-FFF2-40B4-BE49-F238E27FC236}">
                      <a16:creationId xmlns:a16="http://schemas.microsoft.com/office/drawing/2014/main" id="{F98D9177-12BB-504E-4BF2-3461FD09C83D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082577" y="2416301"/>
                  <a:ext cx="196200" cy="41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7" name="Agrupar 156">
            <a:extLst>
              <a:ext uri="{FF2B5EF4-FFF2-40B4-BE49-F238E27FC236}">
                <a16:creationId xmlns:a16="http://schemas.microsoft.com/office/drawing/2014/main" id="{5B90EFC2-E5FD-3113-4CEB-149D79540438}"/>
              </a:ext>
            </a:extLst>
          </p:cNvPr>
          <p:cNvGrpSpPr/>
          <p:nvPr/>
        </p:nvGrpSpPr>
        <p:grpSpPr>
          <a:xfrm>
            <a:off x="2309017" y="2507741"/>
            <a:ext cx="160560" cy="305280"/>
            <a:chOff x="2309017" y="2507741"/>
            <a:chExt cx="160560" cy="305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54" name="Tinta 153">
                  <a:extLst>
                    <a:ext uri="{FF2B5EF4-FFF2-40B4-BE49-F238E27FC236}">
                      <a16:creationId xmlns:a16="http://schemas.microsoft.com/office/drawing/2014/main" id="{758DC5AF-DDD0-0FB9-E7BD-41EFDD2C5F56}"/>
                    </a:ext>
                  </a:extLst>
                </p14:cNvPr>
                <p14:cNvContentPartPr/>
                <p14:nvPr/>
              </p14:nvContentPartPr>
              <p14:xfrm>
                <a:off x="2311537" y="2543741"/>
                <a:ext cx="24120" cy="257040"/>
              </p14:xfrm>
            </p:contentPart>
          </mc:Choice>
          <mc:Fallback>
            <p:pic>
              <p:nvPicPr>
                <p:cNvPr id="154" name="Tinta 153">
                  <a:extLst>
                    <a:ext uri="{FF2B5EF4-FFF2-40B4-BE49-F238E27FC236}">
                      <a16:creationId xmlns:a16="http://schemas.microsoft.com/office/drawing/2014/main" id="{758DC5AF-DDD0-0FB9-E7BD-41EFDD2C5F56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2293537" y="2525741"/>
                  <a:ext cx="5976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55" name="Tinta 154">
                  <a:extLst>
                    <a:ext uri="{FF2B5EF4-FFF2-40B4-BE49-F238E27FC236}">
                      <a16:creationId xmlns:a16="http://schemas.microsoft.com/office/drawing/2014/main" id="{92BCCA6A-89C2-EA92-9E82-FF510BEAE0BA}"/>
                    </a:ext>
                  </a:extLst>
                </p14:cNvPr>
                <p14:cNvContentPartPr/>
                <p14:nvPr/>
              </p14:nvContentPartPr>
              <p14:xfrm>
                <a:off x="2317657" y="2749301"/>
                <a:ext cx="360" cy="360"/>
              </p14:xfrm>
            </p:contentPart>
          </mc:Choice>
          <mc:Fallback>
            <p:pic>
              <p:nvPicPr>
                <p:cNvPr id="155" name="Tinta 154">
                  <a:extLst>
                    <a:ext uri="{FF2B5EF4-FFF2-40B4-BE49-F238E27FC236}">
                      <a16:creationId xmlns:a16="http://schemas.microsoft.com/office/drawing/2014/main" id="{92BCCA6A-89C2-EA92-9E82-FF510BEAE0B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300017" y="273130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56" name="Tinta 155">
                  <a:extLst>
                    <a:ext uri="{FF2B5EF4-FFF2-40B4-BE49-F238E27FC236}">
                      <a16:creationId xmlns:a16="http://schemas.microsoft.com/office/drawing/2014/main" id="{4B289246-7ADA-A34F-7C64-F6297BA25FD3}"/>
                    </a:ext>
                  </a:extLst>
                </p14:cNvPr>
                <p14:cNvContentPartPr/>
                <p14:nvPr/>
              </p14:nvContentPartPr>
              <p14:xfrm>
                <a:off x="2309017" y="2507741"/>
                <a:ext cx="160560" cy="305280"/>
              </p14:xfrm>
            </p:contentPart>
          </mc:Choice>
          <mc:Fallback>
            <p:pic>
              <p:nvPicPr>
                <p:cNvPr id="156" name="Tinta 155">
                  <a:extLst>
                    <a:ext uri="{FF2B5EF4-FFF2-40B4-BE49-F238E27FC236}">
                      <a16:creationId xmlns:a16="http://schemas.microsoft.com/office/drawing/2014/main" id="{4B289246-7ADA-A34F-7C64-F6297BA25FD3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2291017" y="2489741"/>
                  <a:ext cx="196200" cy="340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0" name="Agrupar 159">
            <a:extLst>
              <a:ext uri="{FF2B5EF4-FFF2-40B4-BE49-F238E27FC236}">
                <a16:creationId xmlns:a16="http://schemas.microsoft.com/office/drawing/2014/main" id="{8736EE49-37A6-CFA6-7E31-6DBF8FE9C380}"/>
              </a:ext>
            </a:extLst>
          </p:cNvPr>
          <p:cNvGrpSpPr/>
          <p:nvPr/>
        </p:nvGrpSpPr>
        <p:grpSpPr>
          <a:xfrm>
            <a:off x="2672977" y="2729141"/>
            <a:ext cx="99720" cy="69480"/>
            <a:chOff x="2672977" y="2729141"/>
            <a:chExt cx="99720" cy="69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58" name="Tinta 157">
                  <a:extLst>
                    <a:ext uri="{FF2B5EF4-FFF2-40B4-BE49-F238E27FC236}">
                      <a16:creationId xmlns:a16="http://schemas.microsoft.com/office/drawing/2014/main" id="{983584AB-E428-4A68-52AF-71E7F815AB4F}"/>
                    </a:ext>
                  </a:extLst>
                </p14:cNvPr>
                <p14:cNvContentPartPr/>
                <p14:nvPr/>
              </p14:nvContentPartPr>
              <p14:xfrm>
                <a:off x="2681617" y="2796101"/>
                <a:ext cx="77400" cy="2520"/>
              </p14:xfrm>
            </p:contentPart>
          </mc:Choice>
          <mc:Fallback>
            <p:pic>
              <p:nvPicPr>
                <p:cNvPr id="158" name="Tinta 157">
                  <a:extLst>
                    <a:ext uri="{FF2B5EF4-FFF2-40B4-BE49-F238E27FC236}">
                      <a16:creationId xmlns:a16="http://schemas.microsoft.com/office/drawing/2014/main" id="{983584AB-E428-4A68-52AF-71E7F815AB4F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2663617" y="2778461"/>
                  <a:ext cx="11304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59" name="Tinta 158">
                  <a:extLst>
                    <a:ext uri="{FF2B5EF4-FFF2-40B4-BE49-F238E27FC236}">
                      <a16:creationId xmlns:a16="http://schemas.microsoft.com/office/drawing/2014/main" id="{985992C3-6E2F-32DC-D3FA-7CBC3A4A966A}"/>
                    </a:ext>
                  </a:extLst>
                </p14:cNvPr>
                <p14:cNvContentPartPr/>
                <p14:nvPr/>
              </p14:nvContentPartPr>
              <p14:xfrm>
                <a:off x="2672977" y="2729141"/>
                <a:ext cx="99720" cy="69480"/>
              </p14:xfrm>
            </p:contentPart>
          </mc:Choice>
          <mc:Fallback>
            <p:pic>
              <p:nvPicPr>
                <p:cNvPr id="159" name="Tinta 158">
                  <a:extLst>
                    <a:ext uri="{FF2B5EF4-FFF2-40B4-BE49-F238E27FC236}">
                      <a16:creationId xmlns:a16="http://schemas.microsoft.com/office/drawing/2014/main" id="{985992C3-6E2F-32DC-D3FA-7CBC3A4A966A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2654977" y="2711141"/>
                  <a:ext cx="135360" cy="10512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62" name="Imagem 161">
            <a:extLst>
              <a:ext uri="{FF2B5EF4-FFF2-40B4-BE49-F238E27FC236}">
                <a16:creationId xmlns:a16="http://schemas.microsoft.com/office/drawing/2014/main" id="{ABF7F697-2B7F-FE33-D9F8-0E9ED1E830C9}"/>
              </a:ext>
            </a:extLst>
          </p:cNvPr>
          <p:cNvPicPr>
            <a:picLocks noChangeAspect="1"/>
          </p:cNvPicPr>
          <p:nvPr/>
        </p:nvPicPr>
        <p:blipFill>
          <a:blip r:embed="rId229"/>
          <a:stretch>
            <a:fillRect/>
          </a:stretch>
        </p:blipFill>
        <p:spPr>
          <a:xfrm>
            <a:off x="9873337" y="3084821"/>
            <a:ext cx="3147333" cy="1676545"/>
          </a:xfrm>
          <a:prstGeom prst="rect">
            <a:avLst/>
          </a:prstGeom>
        </p:spPr>
      </p:pic>
      <p:grpSp>
        <p:nvGrpSpPr>
          <p:cNvPr id="169" name="Agrupar 168">
            <a:extLst>
              <a:ext uri="{FF2B5EF4-FFF2-40B4-BE49-F238E27FC236}">
                <a16:creationId xmlns:a16="http://schemas.microsoft.com/office/drawing/2014/main" id="{13191EBC-D074-B7EE-E5E1-79C2F75E6531}"/>
              </a:ext>
            </a:extLst>
          </p:cNvPr>
          <p:cNvGrpSpPr/>
          <p:nvPr/>
        </p:nvGrpSpPr>
        <p:grpSpPr>
          <a:xfrm>
            <a:off x="3024337" y="2476781"/>
            <a:ext cx="357120" cy="349200"/>
            <a:chOff x="3024337" y="2476781"/>
            <a:chExt cx="357120" cy="349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63" name="Tinta 162">
                  <a:extLst>
                    <a:ext uri="{FF2B5EF4-FFF2-40B4-BE49-F238E27FC236}">
                      <a16:creationId xmlns:a16="http://schemas.microsoft.com/office/drawing/2014/main" id="{265510A6-FBAB-EF07-AB50-BC9B097E03C5}"/>
                    </a:ext>
                  </a:extLst>
                </p14:cNvPr>
                <p14:cNvContentPartPr/>
                <p14:nvPr/>
              </p14:nvContentPartPr>
              <p14:xfrm>
                <a:off x="3049177" y="2606381"/>
                <a:ext cx="90720" cy="42480"/>
              </p14:xfrm>
            </p:contentPart>
          </mc:Choice>
          <mc:Fallback>
            <p:pic>
              <p:nvPicPr>
                <p:cNvPr id="163" name="Tinta 162">
                  <a:extLst>
                    <a:ext uri="{FF2B5EF4-FFF2-40B4-BE49-F238E27FC236}">
                      <a16:creationId xmlns:a16="http://schemas.microsoft.com/office/drawing/2014/main" id="{265510A6-FBAB-EF07-AB50-BC9B097E03C5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3031537" y="2588381"/>
                  <a:ext cx="12636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64" name="Tinta 163">
                  <a:extLst>
                    <a:ext uri="{FF2B5EF4-FFF2-40B4-BE49-F238E27FC236}">
                      <a16:creationId xmlns:a16="http://schemas.microsoft.com/office/drawing/2014/main" id="{13B331FC-2F9C-E143-5343-CBD42A1512C9}"/>
                    </a:ext>
                  </a:extLst>
                </p14:cNvPr>
                <p14:cNvContentPartPr/>
                <p14:nvPr/>
              </p14:nvContentPartPr>
              <p14:xfrm>
                <a:off x="3024337" y="2476781"/>
                <a:ext cx="52200" cy="177840"/>
              </p14:xfrm>
            </p:contentPart>
          </mc:Choice>
          <mc:Fallback>
            <p:pic>
              <p:nvPicPr>
                <p:cNvPr id="164" name="Tinta 163">
                  <a:extLst>
                    <a:ext uri="{FF2B5EF4-FFF2-40B4-BE49-F238E27FC236}">
                      <a16:creationId xmlns:a16="http://schemas.microsoft.com/office/drawing/2014/main" id="{13B331FC-2F9C-E143-5343-CBD42A1512C9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3006697" y="2459141"/>
                  <a:ext cx="8784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65" name="Tinta 164">
                  <a:extLst>
                    <a:ext uri="{FF2B5EF4-FFF2-40B4-BE49-F238E27FC236}">
                      <a16:creationId xmlns:a16="http://schemas.microsoft.com/office/drawing/2014/main" id="{2E8E8635-9390-D69A-5F84-7E7B80123CF9}"/>
                    </a:ext>
                  </a:extLst>
                </p14:cNvPr>
                <p14:cNvContentPartPr/>
                <p14:nvPr/>
              </p14:nvContentPartPr>
              <p14:xfrm>
                <a:off x="3158617" y="2593061"/>
                <a:ext cx="15120" cy="174240"/>
              </p14:xfrm>
            </p:contentPart>
          </mc:Choice>
          <mc:Fallback>
            <p:pic>
              <p:nvPicPr>
                <p:cNvPr id="165" name="Tinta 164">
                  <a:extLst>
                    <a:ext uri="{FF2B5EF4-FFF2-40B4-BE49-F238E27FC236}">
                      <a16:creationId xmlns:a16="http://schemas.microsoft.com/office/drawing/2014/main" id="{2E8E8635-9390-D69A-5F84-7E7B80123CF9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3140617" y="2575061"/>
                  <a:ext cx="5076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66" name="Tinta 165">
                  <a:extLst>
                    <a:ext uri="{FF2B5EF4-FFF2-40B4-BE49-F238E27FC236}">
                      <a16:creationId xmlns:a16="http://schemas.microsoft.com/office/drawing/2014/main" id="{2096C015-8FEF-3463-B606-F52C34FA351A}"/>
                    </a:ext>
                  </a:extLst>
                </p14:cNvPr>
                <p14:cNvContentPartPr/>
                <p14:nvPr/>
              </p14:nvContentPartPr>
              <p14:xfrm>
                <a:off x="3241777" y="2699261"/>
                <a:ext cx="20160" cy="108720"/>
              </p14:xfrm>
            </p:contentPart>
          </mc:Choice>
          <mc:Fallback>
            <p:pic>
              <p:nvPicPr>
                <p:cNvPr id="166" name="Tinta 165">
                  <a:extLst>
                    <a:ext uri="{FF2B5EF4-FFF2-40B4-BE49-F238E27FC236}">
                      <a16:creationId xmlns:a16="http://schemas.microsoft.com/office/drawing/2014/main" id="{2096C015-8FEF-3463-B606-F52C34FA351A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3223777" y="2681261"/>
                  <a:ext cx="5580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67" name="Tinta 166">
                  <a:extLst>
                    <a:ext uri="{FF2B5EF4-FFF2-40B4-BE49-F238E27FC236}">
                      <a16:creationId xmlns:a16="http://schemas.microsoft.com/office/drawing/2014/main" id="{D10FE13C-5E6A-D690-947F-FFB978430561}"/>
                    </a:ext>
                  </a:extLst>
                </p14:cNvPr>
                <p14:cNvContentPartPr/>
                <p14:nvPr/>
              </p14:nvContentPartPr>
              <p14:xfrm>
                <a:off x="3302617" y="2665781"/>
                <a:ext cx="12600" cy="160200"/>
              </p14:xfrm>
            </p:contentPart>
          </mc:Choice>
          <mc:Fallback>
            <p:pic>
              <p:nvPicPr>
                <p:cNvPr id="167" name="Tinta 166">
                  <a:extLst>
                    <a:ext uri="{FF2B5EF4-FFF2-40B4-BE49-F238E27FC236}">
                      <a16:creationId xmlns:a16="http://schemas.microsoft.com/office/drawing/2014/main" id="{D10FE13C-5E6A-D690-947F-FFB978430561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3284617" y="2647781"/>
                  <a:ext cx="4824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68" name="Tinta 167">
                  <a:extLst>
                    <a:ext uri="{FF2B5EF4-FFF2-40B4-BE49-F238E27FC236}">
                      <a16:creationId xmlns:a16="http://schemas.microsoft.com/office/drawing/2014/main" id="{CBEED586-478D-5028-FC0E-BFCEA1ACF9CD}"/>
                    </a:ext>
                  </a:extLst>
                </p14:cNvPr>
                <p14:cNvContentPartPr/>
                <p14:nvPr/>
              </p14:nvContentPartPr>
              <p14:xfrm>
                <a:off x="3197137" y="2687021"/>
                <a:ext cx="184320" cy="109800"/>
              </p14:xfrm>
            </p:contentPart>
          </mc:Choice>
          <mc:Fallback>
            <p:pic>
              <p:nvPicPr>
                <p:cNvPr id="168" name="Tinta 167">
                  <a:extLst>
                    <a:ext uri="{FF2B5EF4-FFF2-40B4-BE49-F238E27FC236}">
                      <a16:creationId xmlns:a16="http://schemas.microsoft.com/office/drawing/2014/main" id="{CBEED586-478D-5028-FC0E-BFCEA1ACF9CD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3179137" y="2669021"/>
                  <a:ext cx="219960" cy="14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4" name="Agrupar 183">
            <a:extLst>
              <a:ext uri="{FF2B5EF4-FFF2-40B4-BE49-F238E27FC236}">
                <a16:creationId xmlns:a16="http://schemas.microsoft.com/office/drawing/2014/main" id="{A4FB7D1A-A206-483C-22A0-693339646802}"/>
              </a:ext>
            </a:extLst>
          </p:cNvPr>
          <p:cNvGrpSpPr/>
          <p:nvPr/>
        </p:nvGrpSpPr>
        <p:grpSpPr>
          <a:xfrm>
            <a:off x="1666777" y="2378141"/>
            <a:ext cx="217800" cy="432000"/>
            <a:chOff x="1666777" y="2378141"/>
            <a:chExt cx="217800" cy="432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70" name="Tinta 169">
                  <a:extLst>
                    <a:ext uri="{FF2B5EF4-FFF2-40B4-BE49-F238E27FC236}">
                      <a16:creationId xmlns:a16="http://schemas.microsoft.com/office/drawing/2014/main" id="{85638FE5-2E8A-9D94-0507-E2B40E937646}"/>
                    </a:ext>
                  </a:extLst>
                </p14:cNvPr>
                <p14:cNvContentPartPr/>
                <p14:nvPr/>
              </p14:nvContentPartPr>
              <p14:xfrm>
                <a:off x="1666777" y="2522501"/>
                <a:ext cx="142560" cy="287640"/>
              </p14:xfrm>
            </p:contentPart>
          </mc:Choice>
          <mc:Fallback>
            <p:pic>
              <p:nvPicPr>
                <p:cNvPr id="170" name="Tinta 169">
                  <a:extLst>
                    <a:ext uri="{FF2B5EF4-FFF2-40B4-BE49-F238E27FC236}">
                      <a16:creationId xmlns:a16="http://schemas.microsoft.com/office/drawing/2014/main" id="{85638FE5-2E8A-9D94-0507-E2B40E937646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649137" y="2504501"/>
                  <a:ext cx="17820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71" name="Tinta 170">
                  <a:extLst>
                    <a:ext uri="{FF2B5EF4-FFF2-40B4-BE49-F238E27FC236}">
                      <a16:creationId xmlns:a16="http://schemas.microsoft.com/office/drawing/2014/main" id="{A31A9F51-4649-E2A9-8BE0-7D1D6FBC04F5}"/>
                    </a:ext>
                  </a:extLst>
                </p14:cNvPr>
                <p14:cNvContentPartPr/>
                <p14:nvPr/>
              </p14:nvContentPartPr>
              <p14:xfrm>
                <a:off x="1753897" y="2378141"/>
                <a:ext cx="130680" cy="163800"/>
              </p14:xfrm>
            </p:contentPart>
          </mc:Choice>
          <mc:Fallback>
            <p:pic>
              <p:nvPicPr>
                <p:cNvPr id="171" name="Tinta 170">
                  <a:extLst>
                    <a:ext uri="{FF2B5EF4-FFF2-40B4-BE49-F238E27FC236}">
                      <a16:creationId xmlns:a16="http://schemas.microsoft.com/office/drawing/2014/main" id="{A31A9F51-4649-E2A9-8BE0-7D1D6FBC04F5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735897" y="2360141"/>
                  <a:ext cx="166320" cy="19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3" name="Agrupar 182">
            <a:extLst>
              <a:ext uri="{FF2B5EF4-FFF2-40B4-BE49-F238E27FC236}">
                <a16:creationId xmlns:a16="http://schemas.microsoft.com/office/drawing/2014/main" id="{32DB1051-AC7C-1D7D-D655-A7CFEA4C5D92}"/>
              </a:ext>
            </a:extLst>
          </p:cNvPr>
          <p:cNvGrpSpPr/>
          <p:nvPr/>
        </p:nvGrpSpPr>
        <p:grpSpPr>
          <a:xfrm>
            <a:off x="3516097" y="2283101"/>
            <a:ext cx="463680" cy="845280"/>
            <a:chOff x="3516097" y="2283101"/>
            <a:chExt cx="463680" cy="845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72" name="Tinta 171">
                  <a:extLst>
                    <a:ext uri="{FF2B5EF4-FFF2-40B4-BE49-F238E27FC236}">
                      <a16:creationId xmlns:a16="http://schemas.microsoft.com/office/drawing/2014/main" id="{321F4BD2-5C2E-264C-7A5B-DCD5F53EF65C}"/>
                    </a:ext>
                  </a:extLst>
                </p14:cNvPr>
                <p14:cNvContentPartPr/>
                <p14:nvPr/>
              </p14:nvContentPartPr>
              <p14:xfrm>
                <a:off x="3532297" y="2552741"/>
                <a:ext cx="35280" cy="228240"/>
              </p14:xfrm>
            </p:contentPart>
          </mc:Choice>
          <mc:Fallback>
            <p:pic>
              <p:nvPicPr>
                <p:cNvPr id="172" name="Tinta 171">
                  <a:extLst>
                    <a:ext uri="{FF2B5EF4-FFF2-40B4-BE49-F238E27FC236}">
                      <a16:creationId xmlns:a16="http://schemas.microsoft.com/office/drawing/2014/main" id="{321F4BD2-5C2E-264C-7A5B-DCD5F53EF65C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3514297" y="2534741"/>
                  <a:ext cx="7092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73" name="Tinta 172">
                  <a:extLst>
                    <a:ext uri="{FF2B5EF4-FFF2-40B4-BE49-F238E27FC236}">
                      <a16:creationId xmlns:a16="http://schemas.microsoft.com/office/drawing/2014/main" id="{E0FF2A7E-CABB-7ECF-F4EF-0B42C77F4C41}"/>
                    </a:ext>
                  </a:extLst>
                </p14:cNvPr>
                <p14:cNvContentPartPr/>
                <p14:nvPr/>
              </p14:nvContentPartPr>
              <p14:xfrm>
                <a:off x="3516097" y="2493341"/>
                <a:ext cx="200160" cy="275040"/>
              </p14:xfrm>
            </p:contentPart>
          </mc:Choice>
          <mc:Fallback>
            <p:pic>
              <p:nvPicPr>
                <p:cNvPr id="173" name="Tinta 172">
                  <a:extLst>
                    <a:ext uri="{FF2B5EF4-FFF2-40B4-BE49-F238E27FC236}">
                      <a16:creationId xmlns:a16="http://schemas.microsoft.com/office/drawing/2014/main" id="{E0FF2A7E-CABB-7ECF-F4EF-0B42C77F4C41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3498457" y="2475701"/>
                  <a:ext cx="23580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74" name="Tinta 173">
                  <a:extLst>
                    <a:ext uri="{FF2B5EF4-FFF2-40B4-BE49-F238E27FC236}">
                      <a16:creationId xmlns:a16="http://schemas.microsoft.com/office/drawing/2014/main" id="{3313741F-9C96-6EA2-3A21-A26FA642AC96}"/>
                    </a:ext>
                  </a:extLst>
                </p14:cNvPr>
                <p14:cNvContentPartPr/>
                <p14:nvPr/>
              </p14:nvContentPartPr>
              <p14:xfrm>
                <a:off x="3640297" y="2283101"/>
                <a:ext cx="110880" cy="173520"/>
              </p14:xfrm>
            </p:contentPart>
          </mc:Choice>
          <mc:Fallback>
            <p:pic>
              <p:nvPicPr>
                <p:cNvPr id="174" name="Tinta 173">
                  <a:extLst>
                    <a:ext uri="{FF2B5EF4-FFF2-40B4-BE49-F238E27FC236}">
                      <a16:creationId xmlns:a16="http://schemas.microsoft.com/office/drawing/2014/main" id="{3313741F-9C96-6EA2-3A21-A26FA642AC96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3622297" y="2265461"/>
                  <a:ext cx="14652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75" name="Tinta 174">
                  <a:extLst>
                    <a:ext uri="{FF2B5EF4-FFF2-40B4-BE49-F238E27FC236}">
                      <a16:creationId xmlns:a16="http://schemas.microsoft.com/office/drawing/2014/main" id="{9DD2CE50-8615-DF9B-32A5-9C147454F367}"/>
                    </a:ext>
                  </a:extLst>
                </p14:cNvPr>
                <p14:cNvContentPartPr/>
                <p14:nvPr/>
              </p14:nvContentPartPr>
              <p14:xfrm>
                <a:off x="3808057" y="2300021"/>
                <a:ext cx="17640" cy="161280"/>
              </p14:xfrm>
            </p:contentPart>
          </mc:Choice>
          <mc:Fallback>
            <p:pic>
              <p:nvPicPr>
                <p:cNvPr id="175" name="Tinta 174">
                  <a:extLst>
                    <a:ext uri="{FF2B5EF4-FFF2-40B4-BE49-F238E27FC236}">
                      <a16:creationId xmlns:a16="http://schemas.microsoft.com/office/drawing/2014/main" id="{9DD2CE50-8615-DF9B-32A5-9C147454F367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3790057" y="2282021"/>
                  <a:ext cx="5328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76" name="Tinta 175">
                  <a:extLst>
                    <a:ext uri="{FF2B5EF4-FFF2-40B4-BE49-F238E27FC236}">
                      <a16:creationId xmlns:a16="http://schemas.microsoft.com/office/drawing/2014/main" id="{331A84A7-B699-51EB-BF45-7E3AD8B70531}"/>
                    </a:ext>
                  </a:extLst>
                </p14:cNvPr>
                <p14:cNvContentPartPr/>
                <p14:nvPr/>
              </p14:nvContentPartPr>
              <p14:xfrm>
                <a:off x="3794377" y="2362661"/>
                <a:ext cx="84960" cy="10440"/>
              </p14:xfrm>
            </p:contentPart>
          </mc:Choice>
          <mc:Fallback>
            <p:pic>
              <p:nvPicPr>
                <p:cNvPr id="176" name="Tinta 175">
                  <a:extLst>
                    <a:ext uri="{FF2B5EF4-FFF2-40B4-BE49-F238E27FC236}">
                      <a16:creationId xmlns:a16="http://schemas.microsoft.com/office/drawing/2014/main" id="{331A84A7-B699-51EB-BF45-7E3AD8B70531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3776377" y="2344661"/>
                  <a:ext cx="12060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77" name="Tinta 176">
                  <a:extLst>
                    <a:ext uri="{FF2B5EF4-FFF2-40B4-BE49-F238E27FC236}">
                      <a16:creationId xmlns:a16="http://schemas.microsoft.com/office/drawing/2014/main" id="{95648ED6-04C9-0F56-58A8-AED89D07D814}"/>
                    </a:ext>
                  </a:extLst>
                </p14:cNvPr>
                <p14:cNvContentPartPr/>
                <p14:nvPr/>
              </p14:nvContentPartPr>
              <p14:xfrm>
                <a:off x="3920377" y="2293541"/>
                <a:ext cx="59400" cy="154800"/>
              </p14:xfrm>
            </p:contentPart>
          </mc:Choice>
          <mc:Fallback>
            <p:pic>
              <p:nvPicPr>
                <p:cNvPr id="177" name="Tinta 176">
                  <a:extLst>
                    <a:ext uri="{FF2B5EF4-FFF2-40B4-BE49-F238E27FC236}">
                      <a16:creationId xmlns:a16="http://schemas.microsoft.com/office/drawing/2014/main" id="{95648ED6-04C9-0F56-58A8-AED89D07D814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3902377" y="2275541"/>
                  <a:ext cx="9504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78" name="Tinta 177">
                  <a:extLst>
                    <a:ext uri="{FF2B5EF4-FFF2-40B4-BE49-F238E27FC236}">
                      <a16:creationId xmlns:a16="http://schemas.microsoft.com/office/drawing/2014/main" id="{C7C054B5-E2BC-B064-9331-9048A2F9C67D}"/>
                    </a:ext>
                  </a:extLst>
                </p14:cNvPr>
                <p14:cNvContentPartPr/>
                <p14:nvPr/>
              </p14:nvContentPartPr>
              <p14:xfrm>
                <a:off x="3544537" y="2792861"/>
                <a:ext cx="390240" cy="34920"/>
              </p14:xfrm>
            </p:contentPart>
          </mc:Choice>
          <mc:Fallback>
            <p:pic>
              <p:nvPicPr>
                <p:cNvPr id="178" name="Tinta 177">
                  <a:extLst>
                    <a:ext uri="{FF2B5EF4-FFF2-40B4-BE49-F238E27FC236}">
                      <a16:creationId xmlns:a16="http://schemas.microsoft.com/office/drawing/2014/main" id="{C7C054B5-E2BC-B064-9331-9048A2F9C67D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3526897" y="2774861"/>
                  <a:ext cx="42588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79" name="Tinta 178">
                  <a:extLst>
                    <a:ext uri="{FF2B5EF4-FFF2-40B4-BE49-F238E27FC236}">
                      <a16:creationId xmlns:a16="http://schemas.microsoft.com/office/drawing/2014/main" id="{EB9095AC-CB25-5DBB-C9FE-62B703243827}"/>
                    </a:ext>
                  </a:extLst>
                </p14:cNvPr>
                <p14:cNvContentPartPr/>
                <p14:nvPr/>
              </p14:nvContentPartPr>
              <p14:xfrm>
                <a:off x="3572257" y="2951981"/>
                <a:ext cx="113400" cy="176400"/>
              </p14:xfrm>
            </p:contentPart>
          </mc:Choice>
          <mc:Fallback>
            <p:pic>
              <p:nvPicPr>
                <p:cNvPr id="179" name="Tinta 178">
                  <a:extLst>
                    <a:ext uri="{FF2B5EF4-FFF2-40B4-BE49-F238E27FC236}">
                      <a16:creationId xmlns:a16="http://schemas.microsoft.com/office/drawing/2014/main" id="{EB9095AC-CB25-5DBB-C9FE-62B703243827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3554257" y="2934341"/>
                  <a:ext cx="14904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80" name="Tinta 179">
                  <a:extLst>
                    <a:ext uri="{FF2B5EF4-FFF2-40B4-BE49-F238E27FC236}">
                      <a16:creationId xmlns:a16="http://schemas.microsoft.com/office/drawing/2014/main" id="{2EF89AB4-6143-5AC8-049B-CF075FDFE66D}"/>
                    </a:ext>
                  </a:extLst>
                </p14:cNvPr>
                <p14:cNvContentPartPr/>
                <p14:nvPr/>
              </p14:nvContentPartPr>
              <p14:xfrm>
                <a:off x="3783217" y="2912381"/>
                <a:ext cx="22680" cy="179280"/>
              </p14:xfrm>
            </p:contentPart>
          </mc:Choice>
          <mc:Fallback>
            <p:pic>
              <p:nvPicPr>
                <p:cNvPr id="180" name="Tinta 179">
                  <a:extLst>
                    <a:ext uri="{FF2B5EF4-FFF2-40B4-BE49-F238E27FC236}">
                      <a16:creationId xmlns:a16="http://schemas.microsoft.com/office/drawing/2014/main" id="{2EF89AB4-6143-5AC8-049B-CF075FDFE66D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3765217" y="2894741"/>
                  <a:ext cx="5832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81" name="Tinta 180">
                  <a:extLst>
                    <a:ext uri="{FF2B5EF4-FFF2-40B4-BE49-F238E27FC236}">
                      <a16:creationId xmlns:a16="http://schemas.microsoft.com/office/drawing/2014/main" id="{112CF87A-7795-6453-2521-0031CBF070B8}"/>
                    </a:ext>
                  </a:extLst>
                </p14:cNvPr>
                <p14:cNvContentPartPr/>
                <p14:nvPr/>
              </p14:nvContentPartPr>
              <p14:xfrm>
                <a:off x="3765577" y="2975021"/>
                <a:ext cx="83520" cy="15840"/>
              </p14:xfrm>
            </p:contentPart>
          </mc:Choice>
          <mc:Fallback>
            <p:pic>
              <p:nvPicPr>
                <p:cNvPr id="181" name="Tinta 180">
                  <a:extLst>
                    <a:ext uri="{FF2B5EF4-FFF2-40B4-BE49-F238E27FC236}">
                      <a16:creationId xmlns:a16="http://schemas.microsoft.com/office/drawing/2014/main" id="{112CF87A-7795-6453-2521-0031CBF070B8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3747937" y="2957021"/>
                  <a:ext cx="11916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82" name="Tinta 181">
                  <a:extLst>
                    <a:ext uri="{FF2B5EF4-FFF2-40B4-BE49-F238E27FC236}">
                      <a16:creationId xmlns:a16="http://schemas.microsoft.com/office/drawing/2014/main" id="{E146BA66-28E2-589C-50D9-05E1ADAC5FA6}"/>
                    </a:ext>
                  </a:extLst>
                </p14:cNvPr>
                <p14:cNvContentPartPr/>
                <p14:nvPr/>
              </p14:nvContentPartPr>
              <p14:xfrm>
                <a:off x="3911017" y="2937941"/>
                <a:ext cx="64800" cy="181080"/>
              </p14:xfrm>
            </p:contentPart>
          </mc:Choice>
          <mc:Fallback>
            <p:pic>
              <p:nvPicPr>
                <p:cNvPr id="182" name="Tinta 181">
                  <a:extLst>
                    <a:ext uri="{FF2B5EF4-FFF2-40B4-BE49-F238E27FC236}">
                      <a16:creationId xmlns:a16="http://schemas.microsoft.com/office/drawing/2014/main" id="{E146BA66-28E2-589C-50D9-05E1ADAC5FA6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3893377" y="2920301"/>
                  <a:ext cx="100440" cy="21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7" name="Agrupar 196">
            <a:extLst>
              <a:ext uri="{FF2B5EF4-FFF2-40B4-BE49-F238E27FC236}">
                <a16:creationId xmlns:a16="http://schemas.microsoft.com/office/drawing/2014/main" id="{77264914-892C-655F-5E0F-A9795F68A8B0}"/>
              </a:ext>
            </a:extLst>
          </p:cNvPr>
          <p:cNvGrpSpPr/>
          <p:nvPr/>
        </p:nvGrpSpPr>
        <p:grpSpPr>
          <a:xfrm>
            <a:off x="4093537" y="2592701"/>
            <a:ext cx="141840" cy="178200"/>
            <a:chOff x="4093537" y="2592701"/>
            <a:chExt cx="141840" cy="178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85" name="Tinta 184">
                  <a:extLst>
                    <a:ext uri="{FF2B5EF4-FFF2-40B4-BE49-F238E27FC236}">
                      <a16:creationId xmlns:a16="http://schemas.microsoft.com/office/drawing/2014/main" id="{BC91AC0F-F434-8757-EBB3-46A6270BF9FE}"/>
                    </a:ext>
                  </a:extLst>
                </p14:cNvPr>
                <p14:cNvContentPartPr/>
                <p14:nvPr/>
              </p14:nvContentPartPr>
              <p14:xfrm>
                <a:off x="4110817" y="2592701"/>
                <a:ext cx="30240" cy="178200"/>
              </p14:xfrm>
            </p:contentPart>
          </mc:Choice>
          <mc:Fallback>
            <p:pic>
              <p:nvPicPr>
                <p:cNvPr id="185" name="Tinta 184">
                  <a:extLst>
                    <a:ext uri="{FF2B5EF4-FFF2-40B4-BE49-F238E27FC236}">
                      <a16:creationId xmlns:a16="http://schemas.microsoft.com/office/drawing/2014/main" id="{BC91AC0F-F434-8757-EBB3-46A6270BF9FE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4093177" y="2575061"/>
                  <a:ext cx="6588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86" name="Tinta 185">
                  <a:extLst>
                    <a:ext uri="{FF2B5EF4-FFF2-40B4-BE49-F238E27FC236}">
                      <a16:creationId xmlns:a16="http://schemas.microsoft.com/office/drawing/2014/main" id="{7AD64CB2-34CD-DB67-73D5-D7CD713D9DB0}"/>
                    </a:ext>
                  </a:extLst>
                </p14:cNvPr>
                <p14:cNvContentPartPr/>
                <p14:nvPr/>
              </p14:nvContentPartPr>
              <p14:xfrm>
                <a:off x="4093537" y="2667581"/>
                <a:ext cx="141840" cy="21600"/>
              </p14:xfrm>
            </p:contentPart>
          </mc:Choice>
          <mc:Fallback>
            <p:pic>
              <p:nvPicPr>
                <p:cNvPr id="186" name="Tinta 185">
                  <a:extLst>
                    <a:ext uri="{FF2B5EF4-FFF2-40B4-BE49-F238E27FC236}">
                      <a16:creationId xmlns:a16="http://schemas.microsoft.com/office/drawing/2014/main" id="{7AD64CB2-34CD-DB67-73D5-D7CD713D9DB0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4075897" y="2649941"/>
                  <a:ext cx="177480" cy="57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2">
            <p14:nvContentPartPr>
              <p14:cNvPr id="187" name="Tinta 186">
                <a:extLst>
                  <a:ext uri="{FF2B5EF4-FFF2-40B4-BE49-F238E27FC236}">
                    <a16:creationId xmlns:a16="http://schemas.microsoft.com/office/drawing/2014/main" id="{6FE62227-31B9-602D-995C-5E30A5F44CB1}"/>
                  </a:ext>
                </a:extLst>
              </p14:cNvPr>
              <p14:cNvContentPartPr/>
              <p14:nvPr/>
            </p14:nvContentPartPr>
            <p14:xfrm>
              <a:off x="4394137" y="2636261"/>
              <a:ext cx="148320" cy="162720"/>
            </p14:xfrm>
          </p:contentPart>
        </mc:Choice>
        <mc:Fallback>
          <p:pic>
            <p:nvPicPr>
              <p:cNvPr id="187" name="Tinta 186">
                <a:extLst>
                  <a:ext uri="{FF2B5EF4-FFF2-40B4-BE49-F238E27FC236}">
                    <a16:creationId xmlns:a16="http://schemas.microsoft.com/office/drawing/2014/main" id="{6FE62227-31B9-602D-995C-5E30A5F44CB1}"/>
                  </a:ext>
                </a:extLst>
              </p:cNvPr>
              <p:cNvPicPr/>
              <p:nvPr/>
            </p:nvPicPr>
            <p:blipFill>
              <a:blip r:embed="rId273"/>
              <a:stretch>
                <a:fillRect/>
              </a:stretch>
            </p:blipFill>
            <p:spPr>
              <a:xfrm>
                <a:off x="4376137" y="2618261"/>
                <a:ext cx="183960" cy="198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96" name="Agrupar 195">
            <a:extLst>
              <a:ext uri="{FF2B5EF4-FFF2-40B4-BE49-F238E27FC236}">
                <a16:creationId xmlns:a16="http://schemas.microsoft.com/office/drawing/2014/main" id="{606E818A-33AA-005E-B479-154140642F15}"/>
              </a:ext>
            </a:extLst>
          </p:cNvPr>
          <p:cNvGrpSpPr/>
          <p:nvPr/>
        </p:nvGrpSpPr>
        <p:grpSpPr>
          <a:xfrm>
            <a:off x="4784017" y="2673341"/>
            <a:ext cx="108360" cy="98280"/>
            <a:chOff x="4784017" y="2673341"/>
            <a:chExt cx="108360" cy="98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88" name="Tinta 187">
                  <a:extLst>
                    <a:ext uri="{FF2B5EF4-FFF2-40B4-BE49-F238E27FC236}">
                      <a16:creationId xmlns:a16="http://schemas.microsoft.com/office/drawing/2014/main" id="{1665C504-AC03-AA99-8C06-890778E9386B}"/>
                    </a:ext>
                  </a:extLst>
                </p14:cNvPr>
                <p14:cNvContentPartPr/>
                <p14:nvPr/>
              </p14:nvContentPartPr>
              <p14:xfrm>
                <a:off x="4789057" y="2766941"/>
                <a:ext cx="103320" cy="4680"/>
              </p14:xfrm>
            </p:contentPart>
          </mc:Choice>
          <mc:Fallback>
            <p:pic>
              <p:nvPicPr>
                <p:cNvPr id="188" name="Tinta 187">
                  <a:extLst>
                    <a:ext uri="{FF2B5EF4-FFF2-40B4-BE49-F238E27FC236}">
                      <a16:creationId xmlns:a16="http://schemas.microsoft.com/office/drawing/2014/main" id="{1665C504-AC03-AA99-8C06-890778E9386B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4771417" y="2749301"/>
                  <a:ext cx="1389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89" name="Tinta 188">
                  <a:extLst>
                    <a:ext uri="{FF2B5EF4-FFF2-40B4-BE49-F238E27FC236}">
                      <a16:creationId xmlns:a16="http://schemas.microsoft.com/office/drawing/2014/main" id="{056176B5-778D-1A7B-086B-A3F60B462061}"/>
                    </a:ext>
                  </a:extLst>
                </p14:cNvPr>
                <p14:cNvContentPartPr/>
                <p14:nvPr/>
              </p14:nvContentPartPr>
              <p14:xfrm>
                <a:off x="4784017" y="2673341"/>
                <a:ext cx="99720" cy="18360"/>
              </p14:xfrm>
            </p:contentPart>
          </mc:Choice>
          <mc:Fallback>
            <p:pic>
              <p:nvPicPr>
                <p:cNvPr id="189" name="Tinta 188">
                  <a:extLst>
                    <a:ext uri="{FF2B5EF4-FFF2-40B4-BE49-F238E27FC236}">
                      <a16:creationId xmlns:a16="http://schemas.microsoft.com/office/drawing/2014/main" id="{056176B5-778D-1A7B-086B-A3F60B462061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4766377" y="2655341"/>
                  <a:ext cx="135360" cy="54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5" name="Agrupar 194">
            <a:extLst>
              <a:ext uri="{FF2B5EF4-FFF2-40B4-BE49-F238E27FC236}">
                <a16:creationId xmlns:a16="http://schemas.microsoft.com/office/drawing/2014/main" id="{882C56BB-8077-68AE-8093-24670A5DA5E4}"/>
              </a:ext>
            </a:extLst>
          </p:cNvPr>
          <p:cNvGrpSpPr/>
          <p:nvPr/>
        </p:nvGrpSpPr>
        <p:grpSpPr>
          <a:xfrm>
            <a:off x="5181457" y="2426381"/>
            <a:ext cx="421560" cy="330840"/>
            <a:chOff x="5181457" y="2426381"/>
            <a:chExt cx="421560" cy="330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90" name="Tinta 189">
                  <a:extLst>
                    <a:ext uri="{FF2B5EF4-FFF2-40B4-BE49-F238E27FC236}">
                      <a16:creationId xmlns:a16="http://schemas.microsoft.com/office/drawing/2014/main" id="{006867E9-40E6-118B-B35E-5287707096F2}"/>
                    </a:ext>
                  </a:extLst>
                </p14:cNvPr>
                <p14:cNvContentPartPr/>
                <p14:nvPr/>
              </p14:nvContentPartPr>
              <p14:xfrm>
                <a:off x="5181457" y="2426381"/>
                <a:ext cx="130680" cy="329040"/>
              </p14:xfrm>
            </p:contentPart>
          </mc:Choice>
          <mc:Fallback>
            <p:pic>
              <p:nvPicPr>
                <p:cNvPr id="190" name="Tinta 189">
                  <a:extLst>
                    <a:ext uri="{FF2B5EF4-FFF2-40B4-BE49-F238E27FC236}">
                      <a16:creationId xmlns:a16="http://schemas.microsoft.com/office/drawing/2014/main" id="{006867E9-40E6-118B-B35E-5287707096F2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5163817" y="2408381"/>
                  <a:ext cx="166320" cy="36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91" name="Tinta 190">
                  <a:extLst>
                    <a:ext uri="{FF2B5EF4-FFF2-40B4-BE49-F238E27FC236}">
                      <a16:creationId xmlns:a16="http://schemas.microsoft.com/office/drawing/2014/main" id="{568DEC39-E294-2843-49D6-51F2474813BF}"/>
                    </a:ext>
                  </a:extLst>
                </p14:cNvPr>
                <p14:cNvContentPartPr/>
                <p14:nvPr/>
              </p14:nvContentPartPr>
              <p14:xfrm>
                <a:off x="5428777" y="2592701"/>
                <a:ext cx="27720" cy="153360"/>
              </p14:xfrm>
            </p:contentPart>
          </mc:Choice>
          <mc:Fallback>
            <p:pic>
              <p:nvPicPr>
                <p:cNvPr id="191" name="Tinta 190">
                  <a:extLst>
                    <a:ext uri="{FF2B5EF4-FFF2-40B4-BE49-F238E27FC236}">
                      <a16:creationId xmlns:a16="http://schemas.microsoft.com/office/drawing/2014/main" id="{568DEC39-E294-2843-49D6-51F2474813BF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5410777" y="2575061"/>
                  <a:ext cx="6336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92" name="Tinta 191">
                  <a:extLst>
                    <a:ext uri="{FF2B5EF4-FFF2-40B4-BE49-F238E27FC236}">
                      <a16:creationId xmlns:a16="http://schemas.microsoft.com/office/drawing/2014/main" id="{BA96FEFC-23B4-6482-87CE-E7C746703D59}"/>
                    </a:ext>
                  </a:extLst>
                </p14:cNvPr>
                <p14:cNvContentPartPr/>
                <p14:nvPr/>
              </p14:nvContentPartPr>
              <p14:xfrm>
                <a:off x="5515537" y="2603861"/>
                <a:ext cx="16560" cy="153360"/>
              </p14:xfrm>
            </p:contentPart>
          </mc:Choice>
          <mc:Fallback>
            <p:pic>
              <p:nvPicPr>
                <p:cNvPr id="192" name="Tinta 191">
                  <a:extLst>
                    <a:ext uri="{FF2B5EF4-FFF2-40B4-BE49-F238E27FC236}">
                      <a16:creationId xmlns:a16="http://schemas.microsoft.com/office/drawing/2014/main" id="{BA96FEFC-23B4-6482-87CE-E7C746703D59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5497897" y="2586221"/>
                  <a:ext cx="5220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93" name="Tinta 192">
                  <a:extLst>
                    <a:ext uri="{FF2B5EF4-FFF2-40B4-BE49-F238E27FC236}">
                      <a16:creationId xmlns:a16="http://schemas.microsoft.com/office/drawing/2014/main" id="{0F5D6B04-0EAD-24B4-31F3-6D09D2F93B87}"/>
                    </a:ext>
                  </a:extLst>
                </p14:cNvPr>
                <p14:cNvContentPartPr/>
                <p14:nvPr/>
              </p14:nvContentPartPr>
              <p14:xfrm>
                <a:off x="5429857" y="2560301"/>
                <a:ext cx="124560" cy="12600"/>
              </p14:xfrm>
            </p:contentPart>
          </mc:Choice>
          <mc:Fallback>
            <p:pic>
              <p:nvPicPr>
                <p:cNvPr id="193" name="Tinta 192">
                  <a:extLst>
                    <a:ext uri="{FF2B5EF4-FFF2-40B4-BE49-F238E27FC236}">
                      <a16:creationId xmlns:a16="http://schemas.microsoft.com/office/drawing/2014/main" id="{0F5D6B04-0EAD-24B4-31F3-6D09D2F93B87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5412217" y="2542661"/>
                  <a:ext cx="16020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94" name="Tinta 193">
                  <a:extLst>
                    <a:ext uri="{FF2B5EF4-FFF2-40B4-BE49-F238E27FC236}">
                      <a16:creationId xmlns:a16="http://schemas.microsoft.com/office/drawing/2014/main" id="{CFE1912D-14EB-CA53-ACBE-FB7271F78E4A}"/>
                    </a:ext>
                  </a:extLst>
                </p14:cNvPr>
                <p14:cNvContentPartPr/>
                <p14:nvPr/>
              </p14:nvContentPartPr>
              <p14:xfrm>
                <a:off x="5381617" y="2744621"/>
                <a:ext cx="221400" cy="11520"/>
              </p14:xfrm>
            </p:contentPart>
          </mc:Choice>
          <mc:Fallback>
            <p:pic>
              <p:nvPicPr>
                <p:cNvPr id="194" name="Tinta 193">
                  <a:extLst>
                    <a:ext uri="{FF2B5EF4-FFF2-40B4-BE49-F238E27FC236}">
                      <a16:creationId xmlns:a16="http://schemas.microsoft.com/office/drawing/2014/main" id="{CFE1912D-14EB-CA53-ACBE-FB7271F78E4A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5363617" y="2726981"/>
                  <a:ext cx="257040" cy="47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4" name="Agrupar 203">
            <a:extLst>
              <a:ext uri="{FF2B5EF4-FFF2-40B4-BE49-F238E27FC236}">
                <a16:creationId xmlns:a16="http://schemas.microsoft.com/office/drawing/2014/main" id="{3A0AFD47-52B0-150E-8C50-761E4AD33A1F}"/>
              </a:ext>
            </a:extLst>
          </p:cNvPr>
          <p:cNvGrpSpPr/>
          <p:nvPr/>
        </p:nvGrpSpPr>
        <p:grpSpPr>
          <a:xfrm>
            <a:off x="5716777" y="2339981"/>
            <a:ext cx="259920" cy="475560"/>
            <a:chOff x="5716777" y="2339981"/>
            <a:chExt cx="259920" cy="475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98" name="Tinta 197">
                  <a:extLst>
                    <a:ext uri="{FF2B5EF4-FFF2-40B4-BE49-F238E27FC236}">
                      <a16:creationId xmlns:a16="http://schemas.microsoft.com/office/drawing/2014/main" id="{8485AF0E-3010-AB6B-872C-06035C0A93C2}"/>
                    </a:ext>
                  </a:extLst>
                </p14:cNvPr>
                <p14:cNvContentPartPr/>
                <p14:nvPr/>
              </p14:nvContentPartPr>
              <p14:xfrm>
                <a:off x="5727937" y="2544821"/>
                <a:ext cx="17640" cy="231840"/>
              </p14:xfrm>
            </p:contentPart>
          </mc:Choice>
          <mc:Fallback>
            <p:pic>
              <p:nvPicPr>
                <p:cNvPr id="198" name="Tinta 197">
                  <a:extLst>
                    <a:ext uri="{FF2B5EF4-FFF2-40B4-BE49-F238E27FC236}">
                      <a16:creationId xmlns:a16="http://schemas.microsoft.com/office/drawing/2014/main" id="{8485AF0E-3010-AB6B-872C-06035C0A93C2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5709937" y="2526821"/>
                  <a:ext cx="5328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99" name="Tinta 198">
                  <a:extLst>
                    <a:ext uri="{FF2B5EF4-FFF2-40B4-BE49-F238E27FC236}">
                      <a16:creationId xmlns:a16="http://schemas.microsoft.com/office/drawing/2014/main" id="{2FFBD617-55B2-9967-EF0D-695AC4C2B47A}"/>
                    </a:ext>
                  </a:extLst>
                </p14:cNvPr>
                <p14:cNvContentPartPr/>
                <p14:nvPr/>
              </p14:nvContentPartPr>
              <p14:xfrm>
                <a:off x="5716777" y="2531861"/>
                <a:ext cx="173160" cy="241200"/>
              </p14:xfrm>
            </p:contentPart>
          </mc:Choice>
          <mc:Fallback>
            <p:pic>
              <p:nvPicPr>
                <p:cNvPr id="199" name="Tinta 198">
                  <a:extLst>
                    <a:ext uri="{FF2B5EF4-FFF2-40B4-BE49-F238E27FC236}">
                      <a16:creationId xmlns:a16="http://schemas.microsoft.com/office/drawing/2014/main" id="{2FFBD617-55B2-9967-EF0D-695AC4C2B47A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5698777" y="2513861"/>
                  <a:ext cx="20880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201" name="Tinta 200">
                  <a:extLst>
                    <a:ext uri="{FF2B5EF4-FFF2-40B4-BE49-F238E27FC236}">
                      <a16:creationId xmlns:a16="http://schemas.microsoft.com/office/drawing/2014/main" id="{4138D1B8-8F53-DEA1-9EB2-F3BCE260A55E}"/>
                    </a:ext>
                  </a:extLst>
                </p14:cNvPr>
                <p14:cNvContentPartPr/>
                <p14:nvPr/>
              </p14:nvContentPartPr>
              <p14:xfrm>
                <a:off x="5783737" y="2339981"/>
                <a:ext cx="97560" cy="160200"/>
              </p14:xfrm>
            </p:contentPart>
          </mc:Choice>
          <mc:Fallback>
            <p:pic>
              <p:nvPicPr>
                <p:cNvPr id="201" name="Tinta 200">
                  <a:extLst>
                    <a:ext uri="{FF2B5EF4-FFF2-40B4-BE49-F238E27FC236}">
                      <a16:creationId xmlns:a16="http://schemas.microsoft.com/office/drawing/2014/main" id="{4138D1B8-8F53-DEA1-9EB2-F3BCE260A55E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5766097" y="2322341"/>
                  <a:ext cx="13320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202" name="Tinta 201">
                  <a:extLst>
                    <a:ext uri="{FF2B5EF4-FFF2-40B4-BE49-F238E27FC236}">
                      <a16:creationId xmlns:a16="http://schemas.microsoft.com/office/drawing/2014/main" id="{10985E58-525B-1006-642A-465EA8C1C193}"/>
                    </a:ext>
                  </a:extLst>
                </p14:cNvPr>
                <p14:cNvContentPartPr/>
                <p14:nvPr/>
              </p14:nvContentPartPr>
              <p14:xfrm>
                <a:off x="5744137" y="2809781"/>
                <a:ext cx="232560" cy="5760"/>
              </p14:xfrm>
            </p:contentPart>
          </mc:Choice>
          <mc:Fallback>
            <p:pic>
              <p:nvPicPr>
                <p:cNvPr id="202" name="Tinta 201">
                  <a:extLst>
                    <a:ext uri="{FF2B5EF4-FFF2-40B4-BE49-F238E27FC236}">
                      <a16:creationId xmlns:a16="http://schemas.microsoft.com/office/drawing/2014/main" id="{10985E58-525B-1006-642A-465EA8C1C193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5726137" y="2791781"/>
                  <a:ext cx="268200" cy="41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96">
            <p14:nvContentPartPr>
              <p14:cNvPr id="203" name="Tinta 202">
                <a:extLst>
                  <a:ext uri="{FF2B5EF4-FFF2-40B4-BE49-F238E27FC236}">
                    <a16:creationId xmlns:a16="http://schemas.microsoft.com/office/drawing/2014/main" id="{EBACBB8B-AC82-BDEE-5374-62AB13B5F61F}"/>
                  </a:ext>
                </a:extLst>
              </p14:cNvPr>
              <p14:cNvContentPartPr/>
              <p14:nvPr/>
            </p14:nvContentPartPr>
            <p14:xfrm>
              <a:off x="5865817" y="2914541"/>
              <a:ext cx="104040" cy="168120"/>
            </p14:xfrm>
          </p:contentPart>
        </mc:Choice>
        <mc:Fallback>
          <p:pic>
            <p:nvPicPr>
              <p:cNvPr id="203" name="Tinta 202">
                <a:extLst>
                  <a:ext uri="{FF2B5EF4-FFF2-40B4-BE49-F238E27FC236}">
                    <a16:creationId xmlns:a16="http://schemas.microsoft.com/office/drawing/2014/main" id="{EBACBB8B-AC82-BDEE-5374-62AB13B5F61F}"/>
                  </a:ext>
                </a:extLst>
              </p:cNvPr>
              <p:cNvPicPr/>
              <p:nvPr/>
            </p:nvPicPr>
            <p:blipFill>
              <a:blip r:embed="rId297"/>
              <a:stretch>
                <a:fillRect/>
              </a:stretch>
            </p:blipFill>
            <p:spPr>
              <a:xfrm>
                <a:off x="5847817" y="2896901"/>
                <a:ext cx="139680" cy="203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67" name="Agrupar 266">
            <a:extLst>
              <a:ext uri="{FF2B5EF4-FFF2-40B4-BE49-F238E27FC236}">
                <a16:creationId xmlns:a16="http://schemas.microsoft.com/office/drawing/2014/main" id="{864EAF7B-01C6-B3DB-EDA5-CC12FDE01CCC}"/>
              </a:ext>
            </a:extLst>
          </p:cNvPr>
          <p:cNvGrpSpPr/>
          <p:nvPr/>
        </p:nvGrpSpPr>
        <p:grpSpPr>
          <a:xfrm>
            <a:off x="6065617" y="2584421"/>
            <a:ext cx="738000" cy="197640"/>
            <a:chOff x="6065617" y="2584421"/>
            <a:chExt cx="738000" cy="197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262" name="Tinta 261">
                  <a:extLst>
                    <a:ext uri="{FF2B5EF4-FFF2-40B4-BE49-F238E27FC236}">
                      <a16:creationId xmlns:a16="http://schemas.microsoft.com/office/drawing/2014/main" id="{9EA1F46F-D2B4-FA41-9E99-2029649EC375}"/>
                    </a:ext>
                  </a:extLst>
                </p14:cNvPr>
                <p14:cNvContentPartPr/>
                <p14:nvPr/>
              </p14:nvContentPartPr>
              <p14:xfrm>
                <a:off x="6091537" y="2614301"/>
                <a:ext cx="38880" cy="154080"/>
              </p14:xfrm>
            </p:contentPart>
          </mc:Choice>
          <mc:Fallback>
            <p:pic>
              <p:nvPicPr>
                <p:cNvPr id="262" name="Tinta 261">
                  <a:extLst>
                    <a:ext uri="{FF2B5EF4-FFF2-40B4-BE49-F238E27FC236}">
                      <a16:creationId xmlns:a16="http://schemas.microsoft.com/office/drawing/2014/main" id="{9EA1F46F-D2B4-FA41-9E99-2029649EC375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6073537" y="2596301"/>
                  <a:ext cx="7452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263" name="Tinta 262">
                  <a:extLst>
                    <a:ext uri="{FF2B5EF4-FFF2-40B4-BE49-F238E27FC236}">
                      <a16:creationId xmlns:a16="http://schemas.microsoft.com/office/drawing/2014/main" id="{AF0C5736-AA69-3388-1754-F00A0F83E239}"/>
                    </a:ext>
                  </a:extLst>
                </p14:cNvPr>
                <p14:cNvContentPartPr/>
                <p14:nvPr/>
              </p14:nvContentPartPr>
              <p14:xfrm>
                <a:off x="6065617" y="2655341"/>
                <a:ext cx="139320" cy="42840"/>
              </p14:xfrm>
            </p:contentPart>
          </mc:Choice>
          <mc:Fallback>
            <p:pic>
              <p:nvPicPr>
                <p:cNvPr id="263" name="Tinta 262">
                  <a:extLst>
                    <a:ext uri="{FF2B5EF4-FFF2-40B4-BE49-F238E27FC236}">
                      <a16:creationId xmlns:a16="http://schemas.microsoft.com/office/drawing/2014/main" id="{AF0C5736-AA69-3388-1754-F00A0F83E239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6047977" y="2637341"/>
                  <a:ext cx="17496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264" name="Tinta 263">
                  <a:extLst>
                    <a:ext uri="{FF2B5EF4-FFF2-40B4-BE49-F238E27FC236}">
                      <a16:creationId xmlns:a16="http://schemas.microsoft.com/office/drawing/2014/main" id="{502D450C-AA66-27F9-26B0-C97C3D2BE511}"/>
                    </a:ext>
                  </a:extLst>
                </p14:cNvPr>
                <p14:cNvContentPartPr/>
                <p14:nvPr/>
              </p14:nvContentPartPr>
              <p14:xfrm>
                <a:off x="6347497" y="2584421"/>
                <a:ext cx="201600" cy="197640"/>
              </p14:xfrm>
            </p:contentPart>
          </mc:Choice>
          <mc:Fallback>
            <p:pic>
              <p:nvPicPr>
                <p:cNvPr id="264" name="Tinta 263">
                  <a:extLst>
                    <a:ext uri="{FF2B5EF4-FFF2-40B4-BE49-F238E27FC236}">
                      <a16:creationId xmlns:a16="http://schemas.microsoft.com/office/drawing/2014/main" id="{502D450C-AA66-27F9-26B0-C97C3D2BE511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6329857" y="2566781"/>
                  <a:ext cx="23724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265" name="Tinta 264">
                  <a:extLst>
                    <a:ext uri="{FF2B5EF4-FFF2-40B4-BE49-F238E27FC236}">
                      <a16:creationId xmlns:a16="http://schemas.microsoft.com/office/drawing/2014/main" id="{57051909-EEEC-F99E-93F2-8DFA27016F3C}"/>
                    </a:ext>
                  </a:extLst>
                </p14:cNvPr>
                <p14:cNvContentPartPr/>
                <p14:nvPr/>
              </p14:nvContentPartPr>
              <p14:xfrm>
                <a:off x="6702817" y="2711141"/>
                <a:ext cx="100800" cy="14760"/>
              </p14:xfrm>
            </p:contentPart>
          </mc:Choice>
          <mc:Fallback>
            <p:pic>
              <p:nvPicPr>
                <p:cNvPr id="265" name="Tinta 264">
                  <a:extLst>
                    <a:ext uri="{FF2B5EF4-FFF2-40B4-BE49-F238E27FC236}">
                      <a16:creationId xmlns:a16="http://schemas.microsoft.com/office/drawing/2014/main" id="{57051909-EEEC-F99E-93F2-8DFA27016F3C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6684817" y="2693501"/>
                  <a:ext cx="13644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266" name="Tinta 265">
                  <a:extLst>
                    <a:ext uri="{FF2B5EF4-FFF2-40B4-BE49-F238E27FC236}">
                      <a16:creationId xmlns:a16="http://schemas.microsoft.com/office/drawing/2014/main" id="{9E5AFBBF-F43C-05AB-7AEA-18618BEC99E8}"/>
                    </a:ext>
                  </a:extLst>
                </p14:cNvPr>
                <p14:cNvContentPartPr/>
                <p14:nvPr/>
              </p14:nvContentPartPr>
              <p14:xfrm>
                <a:off x="6686617" y="2640941"/>
                <a:ext cx="72360" cy="10440"/>
              </p14:xfrm>
            </p:contentPart>
          </mc:Choice>
          <mc:Fallback>
            <p:pic>
              <p:nvPicPr>
                <p:cNvPr id="266" name="Tinta 265">
                  <a:extLst>
                    <a:ext uri="{FF2B5EF4-FFF2-40B4-BE49-F238E27FC236}">
                      <a16:creationId xmlns:a16="http://schemas.microsoft.com/office/drawing/2014/main" id="{9E5AFBBF-F43C-05AB-7AEA-18618BEC99E8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6668977" y="2622941"/>
                  <a:ext cx="108000" cy="4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3" name="Agrupar 282">
            <a:extLst>
              <a:ext uri="{FF2B5EF4-FFF2-40B4-BE49-F238E27FC236}">
                <a16:creationId xmlns:a16="http://schemas.microsoft.com/office/drawing/2014/main" id="{63BB72B2-EB12-3131-4F94-CC761B106802}"/>
              </a:ext>
            </a:extLst>
          </p:cNvPr>
          <p:cNvGrpSpPr/>
          <p:nvPr/>
        </p:nvGrpSpPr>
        <p:grpSpPr>
          <a:xfrm>
            <a:off x="7104217" y="2213621"/>
            <a:ext cx="1458000" cy="835200"/>
            <a:chOff x="7104217" y="2213621"/>
            <a:chExt cx="1458000" cy="835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268" name="Tinta 267">
                  <a:extLst>
                    <a:ext uri="{FF2B5EF4-FFF2-40B4-BE49-F238E27FC236}">
                      <a16:creationId xmlns:a16="http://schemas.microsoft.com/office/drawing/2014/main" id="{26E19C85-FCF7-C5E8-043C-2CAAF89BBA25}"/>
                    </a:ext>
                  </a:extLst>
                </p14:cNvPr>
                <p14:cNvContentPartPr/>
                <p14:nvPr/>
              </p14:nvContentPartPr>
              <p14:xfrm>
                <a:off x="7104217" y="2377421"/>
                <a:ext cx="120240" cy="335520"/>
              </p14:xfrm>
            </p:contentPart>
          </mc:Choice>
          <mc:Fallback>
            <p:pic>
              <p:nvPicPr>
                <p:cNvPr id="268" name="Tinta 267">
                  <a:extLst>
                    <a:ext uri="{FF2B5EF4-FFF2-40B4-BE49-F238E27FC236}">
                      <a16:creationId xmlns:a16="http://schemas.microsoft.com/office/drawing/2014/main" id="{26E19C85-FCF7-C5E8-043C-2CAAF89BBA25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7086217" y="2359781"/>
                  <a:ext cx="155880" cy="37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269" name="Tinta 268">
                  <a:extLst>
                    <a:ext uri="{FF2B5EF4-FFF2-40B4-BE49-F238E27FC236}">
                      <a16:creationId xmlns:a16="http://schemas.microsoft.com/office/drawing/2014/main" id="{B1F29C23-CE94-7E35-50C7-874BE4B6A255}"/>
                    </a:ext>
                  </a:extLst>
                </p14:cNvPr>
                <p14:cNvContentPartPr/>
                <p14:nvPr/>
              </p14:nvContentPartPr>
              <p14:xfrm>
                <a:off x="7106377" y="2719061"/>
                <a:ext cx="217800" cy="10440"/>
              </p14:xfrm>
            </p:contentPart>
          </mc:Choice>
          <mc:Fallback>
            <p:pic>
              <p:nvPicPr>
                <p:cNvPr id="269" name="Tinta 268">
                  <a:extLst>
                    <a:ext uri="{FF2B5EF4-FFF2-40B4-BE49-F238E27FC236}">
                      <a16:creationId xmlns:a16="http://schemas.microsoft.com/office/drawing/2014/main" id="{B1F29C23-CE94-7E35-50C7-874BE4B6A255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7088737" y="2701061"/>
                  <a:ext cx="25344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270" name="Tinta 269">
                  <a:extLst>
                    <a:ext uri="{FF2B5EF4-FFF2-40B4-BE49-F238E27FC236}">
                      <a16:creationId xmlns:a16="http://schemas.microsoft.com/office/drawing/2014/main" id="{A0FD38AC-E28D-EC5F-6640-C0B86A265F17}"/>
                    </a:ext>
                  </a:extLst>
                </p14:cNvPr>
                <p14:cNvContentPartPr/>
                <p14:nvPr/>
              </p14:nvContentPartPr>
              <p14:xfrm>
                <a:off x="7184497" y="2801501"/>
                <a:ext cx="110880" cy="247320"/>
              </p14:xfrm>
            </p:contentPart>
          </mc:Choice>
          <mc:Fallback>
            <p:pic>
              <p:nvPicPr>
                <p:cNvPr id="270" name="Tinta 269">
                  <a:extLst>
                    <a:ext uri="{FF2B5EF4-FFF2-40B4-BE49-F238E27FC236}">
                      <a16:creationId xmlns:a16="http://schemas.microsoft.com/office/drawing/2014/main" id="{A0FD38AC-E28D-EC5F-6640-C0B86A265F17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7166857" y="2783861"/>
                  <a:ext cx="14652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271" name="Tinta 270">
                  <a:extLst>
                    <a:ext uri="{FF2B5EF4-FFF2-40B4-BE49-F238E27FC236}">
                      <a16:creationId xmlns:a16="http://schemas.microsoft.com/office/drawing/2014/main" id="{D26E5C41-FC73-F8EA-03AB-8424FDBD7B89}"/>
                    </a:ext>
                  </a:extLst>
                </p14:cNvPr>
                <p14:cNvContentPartPr/>
                <p14:nvPr/>
              </p14:nvContentPartPr>
              <p14:xfrm>
                <a:off x="7369537" y="2694581"/>
                <a:ext cx="6480" cy="12600"/>
              </p14:xfrm>
            </p:contentPart>
          </mc:Choice>
          <mc:Fallback>
            <p:pic>
              <p:nvPicPr>
                <p:cNvPr id="271" name="Tinta 270">
                  <a:extLst>
                    <a:ext uri="{FF2B5EF4-FFF2-40B4-BE49-F238E27FC236}">
                      <a16:creationId xmlns:a16="http://schemas.microsoft.com/office/drawing/2014/main" id="{D26E5C41-FC73-F8EA-03AB-8424FDBD7B89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7351897" y="2676581"/>
                  <a:ext cx="4212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272" name="Tinta 271">
                  <a:extLst>
                    <a:ext uri="{FF2B5EF4-FFF2-40B4-BE49-F238E27FC236}">
                      <a16:creationId xmlns:a16="http://schemas.microsoft.com/office/drawing/2014/main" id="{75369B29-06CE-25E1-10CB-DEF9F11602CC}"/>
                    </a:ext>
                  </a:extLst>
                </p14:cNvPr>
                <p14:cNvContentPartPr/>
                <p14:nvPr/>
              </p14:nvContentPartPr>
              <p14:xfrm>
                <a:off x="7481497" y="2555981"/>
                <a:ext cx="12960" cy="164160"/>
              </p14:xfrm>
            </p:contentPart>
          </mc:Choice>
          <mc:Fallback>
            <p:pic>
              <p:nvPicPr>
                <p:cNvPr id="272" name="Tinta 271">
                  <a:extLst>
                    <a:ext uri="{FF2B5EF4-FFF2-40B4-BE49-F238E27FC236}">
                      <a16:creationId xmlns:a16="http://schemas.microsoft.com/office/drawing/2014/main" id="{75369B29-06CE-25E1-10CB-DEF9F11602CC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7463497" y="2537981"/>
                  <a:ext cx="4860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273" name="Tinta 272">
                  <a:extLst>
                    <a:ext uri="{FF2B5EF4-FFF2-40B4-BE49-F238E27FC236}">
                      <a16:creationId xmlns:a16="http://schemas.microsoft.com/office/drawing/2014/main" id="{043915F5-F794-E013-6D58-23F97599CA95}"/>
                    </a:ext>
                  </a:extLst>
                </p14:cNvPr>
                <p14:cNvContentPartPr/>
                <p14:nvPr/>
              </p14:nvContentPartPr>
              <p14:xfrm>
                <a:off x="7525057" y="2562461"/>
                <a:ext cx="16560" cy="147240"/>
              </p14:xfrm>
            </p:contentPart>
          </mc:Choice>
          <mc:Fallback>
            <p:pic>
              <p:nvPicPr>
                <p:cNvPr id="273" name="Tinta 272">
                  <a:extLst>
                    <a:ext uri="{FF2B5EF4-FFF2-40B4-BE49-F238E27FC236}">
                      <a16:creationId xmlns:a16="http://schemas.microsoft.com/office/drawing/2014/main" id="{043915F5-F794-E013-6D58-23F97599CA95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7507057" y="2544821"/>
                  <a:ext cx="5220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274" name="Tinta 273">
                  <a:extLst>
                    <a:ext uri="{FF2B5EF4-FFF2-40B4-BE49-F238E27FC236}">
                      <a16:creationId xmlns:a16="http://schemas.microsoft.com/office/drawing/2014/main" id="{ECC13056-17D0-35B1-AB11-A9651F9D8BDE}"/>
                    </a:ext>
                  </a:extLst>
                </p14:cNvPr>
                <p14:cNvContentPartPr/>
                <p14:nvPr/>
              </p14:nvContentPartPr>
              <p14:xfrm>
                <a:off x="7415617" y="2519981"/>
                <a:ext cx="125640" cy="2520"/>
              </p14:xfrm>
            </p:contentPart>
          </mc:Choice>
          <mc:Fallback>
            <p:pic>
              <p:nvPicPr>
                <p:cNvPr id="274" name="Tinta 273">
                  <a:extLst>
                    <a:ext uri="{FF2B5EF4-FFF2-40B4-BE49-F238E27FC236}">
                      <a16:creationId xmlns:a16="http://schemas.microsoft.com/office/drawing/2014/main" id="{ECC13056-17D0-35B1-AB11-A9651F9D8BDE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7397977" y="2502341"/>
                  <a:ext cx="16128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75" name="Tinta 274">
                  <a:extLst>
                    <a:ext uri="{FF2B5EF4-FFF2-40B4-BE49-F238E27FC236}">
                      <a16:creationId xmlns:a16="http://schemas.microsoft.com/office/drawing/2014/main" id="{718D6843-4F22-B3C4-B7C0-756355055B8F}"/>
                    </a:ext>
                  </a:extLst>
                </p14:cNvPr>
                <p14:cNvContentPartPr/>
                <p14:nvPr/>
              </p14:nvContentPartPr>
              <p14:xfrm>
                <a:off x="7634137" y="2662181"/>
                <a:ext cx="360" cy="360"/>
              </p14:xfrm>
            </p:contentPart>
          </mc:Choice>
          <mc:Fallback>
            <p:pic>
              <p:nvPicPr>
                <p:cNvPr id="275" name="Tinta 274">
                  <a:extLst>
                    <a:ext uri="{FF2B5EF4-FFF2-40B4-BE49-F238E27FC236}">
                      <a16:creationId xmlns:a16="http://schemas.microsoft.com/office/drawing/2014/main" id="{718D6843-4F22-B3C4-B7C0-756355055B8F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616497" y="264418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276" name="Tinta 275">
                  <a:extLst>
                    <a:ext uri="{FF2B5EF4-FFF2-40B4-BE49-F238E27FC236}">
                      <a16:creationId xmlns:a16="http://schemas.microsoft.com/office/drawing/2014/main" id="{C4B3B996-38F9-1AC6-027B-3B445D1D8792}"/>
                    </a:ext>
                  </a:extLst>
                </p14:cNvPr>
                <p14:cNvContentPartPr/>
                <p14:nvPr/>
              </p14:nvContentPartPr>
              <p14:xfrm>
                <a:off x="7726297" y="2518901"/>
                <a:ext cx="30240" cy="200880"/>
              </p14:xfrm>
            </p:contentPart>
          </mc:Choice>
          <mc:Fallback>
            <p:pic>
              <p:nvPicPr>
                <p:cNvPr id="276" name="Tinta 275">
                  <a:extLst>
                    <a:ext uri="{FF2B5EF4-FFF2-40B4-BE49-F238E27FC236}">
                      <a16:creationId xmlns:a16="http://schemas.microsoft.com/office/drawing/2014/main" id="{C4B3B996-38F9-1AC6-027B-3B445D1D8792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7708297" y="2501261"/>
                  <a:ext cx="6588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277" name="Tinta 276">
                  <a:extLst>
                    <a:ext uri="{FF2B5EF4-FFF2-40B4-BE49-F238E27FC236}">
                      <a16:creationId xmlns:a16="http://schemas.microsoft.com/office/drawing/2014/main" id="{96DD29EE-9670-FE98-FEF9-742F9DC54F9C}"/>
                    </a:ext>
                  </a:extLst>
                </p14:cNvPr>
                <p14:cNvContentPartPr/>
                <p14:nvPr/>
              </p14:nvContentPartPr>
              <p14:xfrm>
                <a:off x="7711177" y="2449061"/>
                <a:ext cx="190080" cy="230760"/>
              </p14:xfrm>
            </p:contentPart>
          </mc:Choice>
          <mc:Fallback>
            <p:pic>
              <p:nvPicPr>
                <p:cNvPr id="277" name="Tinta 276">
                  <a:extLst>
                    <a:ext uri="{FF2B5EF4-FFF2-40B4-BE49-F238E27FC236}">
                      <a16:creationId xmlns:a16="http://schemas.microsoft.com/office/drawing/2014/main" id="{96DD29EE-9670-FE98-FEF9-742F9DC54F9C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7693537" y="2431421"/>
                  <a:ext cx="22572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278" name="Tinta 277">
                  <a:extLst>
                    <a:ext uri="{FF2B5EF4-FFF2-40B4-BE49-F238E27FC236}">
                      <a16:creationId xmlns:a16="http://schemas.microsoft.com/office/drawing/2014/main" id="{E88E8016-0466-869F-7111-DA0F0D115192}"/>
                    </a:ext>
                  </a:extLst>
                </p14:cNvPr>
                <p14:cNvContentPartPr/>
                <p14:nvPr/>
              </p14:nvContentPartPr>
              <p14:xfrm>
                <a:off x="7794337" y="2213621"/>
                <a:ext cx="123480" cy="173880"/>
              </p14:xfrm>
            </p:contentPart>
          </mc:Choice>
          <mc:Fallback>
            <p:pic>
              <p:nvPicPr>
                <p:cNvPr id="278" name="Tinta 277">
                  <a:extLst>
                    <a:ext uri="{FF2B5EF4-FFF2-40B4-BE49-F238E27FC236}">
                      <a16:creationId xmlns:a16="http://schemas.microsoft.com/office/drawing/2014/main" id="{E88E8016-0466-869F-7111-DA0F0D115192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7776697" y="2195981"/>
                  <a:ext cx="15912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280" name="Tinta 279">
                  <a:extLst>
                    <a:ext uri="{FF2B5EF4-FFF2-40B4-BE49-F238E27FC236}">
                      <a16:creationId xmlns:a16="http://schemas.microsoft.com/office/drawing/2014/main" id="{048C0DE3-71E1-D769-B764-7136081CC179}"/>
                    </a:ext>
                  </a:extLst>
                </p14:cNvPr>
                <p14:cNvContentPartPr/>
                <p14:nvPr/>
              </p14:nvContentPartPr>
              <p14:xfrm>
                <a:off x="8105017" y="2519981"/>
                <a:ext cx="22680" cy="250560"/>
              </p14:xfrm>
            </p:contentPart>
          </mc:Choice>
          <mc:Fallback>
            <p:pic>
              <p:nvPicPr>
                <p:cNvPr id="280" name="Tinta 279">
                  <a:extLst>
                    <a:ext uri="{FF2B5EF4-FFF2-40B4-BE49-F238E27FC236}">
                      <a16:creationId xmlns:a16="http://schemas.microsoft.com/office/drawing/2014/main" id="{048C0DE3-71E1-D769-B764-7136081CC179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8087017" y="2502341"/>
                  <a:ext cx="5832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281" name="Tinta 280">
                  <a:extLst>
                    <a:ext uri="{FF2B5EF4-FFF2-40B4-BE49-F238E27FC236}">
                      <a16:creationId xmlns:a16="http://schemas.microsoft.com/office/drawing/2014/main" id="{6CB7208E-12FE-821C-C65B-6C3044EE1F51}"/>
                    </a:ext>
                  </a:extLst>
                </p14:cNvPr>
                <p14:cNvContentPartPr/>
                <p14:nvPr/>
              </p14:nvContentPartPr>
              <p14:xfrm>
                <a:off x="8083777" y="2597381"/>
                <a:ext cx="91080" cy="3600"/>
              </p14:xfrm>
            </p:contentPart>
          </mc:Choice>
          <mc:Fallback>
            <p:pic>
              <p:nvPicPr>
                <p:cNvPr id="281" name="Tinta 280">
                  <a:extLst>
                    <a:ext uri="{FF2B5EF4-FFF2-40B4-BE49-F238E27FC236}">
                      <a16:creationId xmlns:a16="http://schemas.microsoft.com/office/drawing/2014/main" id="{6CB7208E-12FE-821C-C65B-6C3044EE1F51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8066137" y="2579381"/>
                  <a:ext cx="12672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282" name="Tinta 281">
                  <a:extLst>
                    <a:ext uri="{FF2B5EF4-FFF2-40B4-BE49-F238E27FC236}">
                      <a16:creationId xmlns:a16="http://schemas.microsoft.com/office/drawing/2014/main" id="{DF9D1760-6CC9-1499-5365-213A94153D41}"/>
                    </a:ext>
                  </a:extLst>
                </p14:cNvPr>
                <p14:cNvContentPartPr/>
                <p14:nvPr/>
              </p14:nvContentPartPr>
              <p14:xfrm>
                <a:off x="8350897" y="2467421"/>
                <a:ext cx="211320" cy="243000"/>
              </p14:xfrm>
            </p:contentPart>
          </mc:Choice>
          <mc:Fallback>
            <p:pic>
              <p:nvPicPr>
                <p:cNvPr id="282" name="Tinta 281">
                  <a:extLst>
                    <a:ext uri="{FF2B5EF4-FFF2-40B4-BE49-F238E27FC236}">
                      <a16:creationId xmlns:a16="http://schemas.microsoft.com/office/drawing/2014/main" id="{DF9D1760-6CC9-1499-5365-213A94153D41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8332897" y="2449781"/>
                  <a:ext cx="246960" cy="27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3" name="Agrupar 322">
            <a:extLst>
              <a:ext uri="{FF2B5EF4-FFF2-40B4-BE49-F238E27FC236}">
                <a16:creationId xmlns:a16="http://schemas.microsoft.com/office/drawing/2014/main" id="{83533ACE-0A54-94FA-A74F-93E81D301FDC}"/>
              </a:ext>
            </a:extLst>
          </p:cNvPr>
          <p:cNvGrpSpPr/>
          <p:nvPr/>
        </p:nvGrpSpPr>
        <p:grpSpPr>
          <a:xfrm>
            <a:off x="753097" y="3818501"/>
            <a:ext cx="1140480" cy="310320"/>
            <a:chOff x="753097" y="3818501"/>
            <a:chExt cx="1140480" cy="310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296" name="Tinta 295">
                  <a:extLst>
                    <a:ext uri="{FF2B5EF4-FFF2-40B4-BE49-F238E27FC236}">
                      <a16:creationId xmlns:a16="http://schemas.microsoft.com/office/drawing/2014/main" id="{A6220732-97EC-8057-AA42-A415191824D1}"/>
                    </a:ext>
                  </a:extLst>
                </p14:cNvPr>
                <p14:cNvContentPartPr/>
                <p14:nvPr/>
              </p14:nvContentPartPr>
              <p14:xfrm>
                <a:off x="762817" y="3902741"/>
                <a:ext cx="16560" cy="226080"/>
              </p14:xfrm>
            </p:contentPart>
          </mc:Choice>
          <mc:Fallback>
            <p:pic>
              <p:nvPicPr>
                <p:cNvPr id="296" name="Tinta 295">
                  <a:extLst>
                    <a:ext uri="{FF2B5EF4-FFF2-40B4-BE49-F238E27FC236}">
                      <a16:creationId xmlns:a16="http://schemas.microsoft.com/office/drawing/2014/main" id="{A6220732-97EC-8057-AA42-A415191824D1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745177" y="3884741"/>
                  <a:ext cx="5220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297" name="Tinta 296">
                  <a:extLst>
                    <a:ext uri="{FF2B5EF4-FFF2-40B4-BE49-F238E27FC236}">
                      <a16:creationId xmlns:a16="http://schemas.microsoft.com/office/drawing/2014/main" id="{2866D0DB-C231-19BA-89DF-12362E822D81}"/>
                    </a:ext>
                  </a:extLst>
                </p14:cNvPr>
                <p14:cNvContentPartPr/>
                <p14:nvPr/>
              </p14:nvContentPartPr>
              <p14:xfrm>
                <a:off x="753097" y="3818501"/>
                <a:ext cx="190440" cy="297000"/>
              </p14:xfrm>
            </p:contentPart>
          </mc:Choice>
          <mc:Fallback>
            <p:pic>
              <p:nvPicPr>
                <p:cNvPr id="297" name="Tinta 296">
                  <a:extLst>
                    <a:ext uri="{FF2B5EF4-FFF2-40B4-BE49-F238E27FC236}">
                      <a16:creationId xmlns:a16="http://schemas.microsoft.com/office/drawing/2014/main" id="{2866D0DB-C231-19BA-89DF-12362E822D81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735097" y="3800861"/>
                  <a:ext cx="226080" cy="33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298" name="Tinta 297">
                  <a:extLst>
                    <a:ext uri="{FF2B5EF4-FFF2-40B4-BE49-F238E27FC236}">
                      <a16:creationId xmlns:a16="http://schemas.microsoft.com/office/drawing/2014/main" id="{C371F97C-D946-B450-62F4-C27600B3FD24}"/>
                    </a:ext>
                  </a:extLst>
                </p14:cNvPr>
                <p14:cNvContentPartPr/>
                <p14:nvPr/>
              </p14:nvContentPartPr>
              <p14:xfrm>
                <a:off x="967657" y="3981941"/>
                <a:ext cx="113400" cy="131760"/>
              </p14:xfrm>
            </p:contentPart>
          </mc:Choice>
          <mc:Fallback>
            <p:pic>
              <p:nvPicPr>
                <p:cNvPr id="298" name="Tinta 297">
                  <a:extLst>
                    <a:ext uri="{FF2B5EF4-FFF2-40B4-BE49-F238E27FC236}">
                      <a16:creationId xmlns:a16="http://schemas.microsoft.com/office/drawing/2014/main" id="{C371F97C-D946-B450-62F4-C27600B3FD24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950017" y="3964301"/>
                  <a:ext cx="14904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299" name="Tinta 298">
                  <a:extLst>
                    <a:ext uri="{FF2B5EF4-FFF2-40B4-BE49-F238E27FC236}">
                      <a16:creationId xmlns:a16="http://schemas.microsoft.com/office/drawing/2014/main" id="{C57A00B4-EC7F-5336-13AC-DD6DFC326907}"/>
                    </a:ext>
                  </a:extLst>
                </p14:cNvPr>
                <p14:cNvContentPartPr/>
                <p14:nvPr/>
              </p14:nvContentPartPr>
              <p14:xfrm>
                <a:off x="976297" y="3934061"/>
                <a:ext cx="84960" cy="93240"/>
              </p14:xfrm>
            </p:contentPart>
          </mc:Choice>
          <mc:Fallback>
            <p:pic>
              <p:nvPicPr>
                <p:cNvPr id="299" name="Tinta 298">
                  <a:extLst>
                    <a:ext uri="{FF2B5EF4-FFF2-40B4-BE49-F238E27FC236}">
                      <a16:creationId xmlns:a16="http://schemas.microsoft.com/office/drawing/2014/main" id="{C57A00B4-EC7F-5336-13AC-DD6DFC326907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958657" y="3916061"/>
                  <a:ext cx="12060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300" name="Tinta 299">
                  <a:extLst>
                    <a:ext uri="{FF2B5EF4-FFF2-40B4-BE49-F238E27FC236}">
                      <a16:creationId xmlns:a16="http://schemas.microsoft.com/office/drawing/2014/main" id="{3846232A-E28F-62D5-28B0-AF6ED1995F63}"/>
                    </a:ext>
                  </a:extLst>
                </p14:cNvPr>
                <p14:cNvContentPartPr/>
                <p14:nvPr/>
              </p14:nvContentPartPr>
              <p14:xfrm>
                <a:off x="1114177" y="3938381"/>
                <a:ext cx="83520" cy="186480"/>
              </p14:xfrm>
            </p:contentPart>
          </mc:Choice>
          <mc:Fallback>
            <p:pic>
              <p:nvPicPr>
                <p:cNvPr id="300" name="Tinta 299">
                  <a:extLst>
                    <a:ext uri="{FF2B5EF4-FFF2-40B4-BE49-F238E27FC236}">
                      <a16:creationId xmlns:a16="http://schemas.microsoft.com/office/drawing/2014/main" id="{3846232A-E28F-62D5-28B0-AF6ED1995F63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1096537" y="3920741"/>
                  <a:ext cx="11916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301" name="Tinta 300">
                  <a:extLst>
                    <a:ext uri="{FF2B5EF4-FFF2-40B4-BE49-F238E27FC236}">
                      <a16:creationId xmlns:a16="http://schemas.microsoft.com/office/drawing/2014/main" id="{78018349-C542-2316-83B9-669C72164238}"/>
                    </a:ext>
                  </a:extLst>
                </p14:cNvPr>
                <p14:cNvContentPartPr/>
                <p14:nvPr/>
              </p14:nvContentPartPr>
              <p14:xfrm>
                <a:off x="1260697" y="3925061"/>
                <a:ext cx="91080" cy="185400"/>
              </p14:xfrm>
            </p:contentPart>
          </mc:Choice>
          <mc:Fallback>
            <p:pic>
              <p:nvPicPr>
                <p:cNvPr id="301" name="Tinta 300">
                  <a:extLst>
                    <a:ext uri="{FF2B5EF4-FFF2-40B4-BE49-F238E27FC236}">
                      <a16:creationId xmlns:a16="http://schemas.microsoft.com/office/drawing/2014/main" id="{78018349-C542-2316-83B9-669C72164238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1243057" y="3907061"/>
                  <a:ext cx="12672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302" name="Tinta 301">
                  <a:extLst>
                    <a:ext uri="{FF2B5EF4-FFF2-40B4-BE49-F238E27FC236}">
                      <a16:creationId xmlns:a16="http://schemas.microsoft.com/office/drawing/2014/main" id="{C2337AC7-1294-C178-E8FB-FEF91E73A397}"/>
                    </a:ext>
                  </a:extLst>
                </p14:cNvPr>
                <p14:cNvContentPartPr/>
                <p14:nvPr/>
              </p14:nvContentPartPr>
              <p14:xfrm>
                <a:off x="1393897" y="3990941"/>
                <a:ext cx="85680" cy="75600"/>
              </p14:xfrm>
            </p:contentPart>
          </mc:Choice>
          <mc:Fallback>
            <p:pic>
              <p:nvPicPr>
                <p:cNvPr id="302" name="Tinta 301">
                  <a:extLst>
                    <a:ext uri="{FF2B5EF4-FFF2-40B4-BE49-F238E27FC236}">
                      <a16:creationId xmlns:a16="http://schemas.microsoft.com/office/drawing/2014/main" id="{C2337AC7-1294-C178-E8FB-FEF91E73A397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1375897" y="3972941"/>
                  <a:ext cx="12132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303" name="Tinta 302">
                  <a:extLst>
                    <a:ext uri="{FF2B5EF4-FFF2-40B4-BE49-F238E27FC236}">
                      <a16:creationId xmlns:a16="http://schemas.microsoft.com/office/drawing/2014/main" id="{33482287-C7D4-5C96-557B-04AEF391013C}"/>
                    </a:ext>
                  </a:extLst>
                </p14:cNvPr>
                <p14:cNvContentPartPr/>
                <p14:nvPr/>
              </p14:nvContentPartPr>
              <p14:xfrm>
                <a:off x="1527097" y="3954221"/>
                <a:ext cx="96120" cy="123840"/>
              </p14:xfrm>
            </p:contentPart>
          </mc:Choice>
          <mc:Fallback>
            <p:pic>
              <p:nvPicPr>
                <p:cNvPr id="303" name="Tinta 302">
                  <a:extLst>
                    <a:ext uri="{FF2B5EF4-FFF2-40B4-BE49-F238E27FC236}">
                      <a16:creationId xmlns:a16="http://schemas.microsoft.com/office/drawing/2014/main" id="{33482287-C7D4-5C96-557B-04AEF391013C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1509457" y="3936221"/>
                  <a:ext cx="13176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304" name="Tinta 303">
                  <a:extLst>
                    <a:ext uri="{FF2B5EF4-FFF2-40B4-BE49-F238E27FC236}">
                      <a16:creationId xmlns:a16="http://schemas.microsoft.com/office/drawing/2014/main" id="{6B69703D-76C3-FE60-7602-1FC0794BB78B}"/>
                    </a:ext>
                  </a:extLst>
                </p14:cNvPr>
                <p14:cNvContentPartPr/>
                <p14:nvPr/>
              </p14:nvContentPartPr>
              <p14:xfrm>
                <a:off x="1657057" y="3922901"/>
                <a:ext cx="98640" cy="192600"/>
              </p14:xfrm>
            </p:contentPart>
          </mc:Choice>
          <mc:Fallback>
            <p:pic>
              <p:nvPicPr>
                <p:cNvPr id="304" name="Tinta 303">
                  <a:extLst>
                    <a:ext uri="{FF2B5EF4-FFF2-40B4-BE49-F238E27FC236}">
                      <a16:creationId xmlns:a16="http://schemas.microsoft.com/office/drawing/2014/main" id="{6B69703D-76C3-FE60-7602-1FC0794BB78B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1639057" y="3904901"/>
                  <a:ext cx="13428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305" name="Tinta 304">
                  <a:extLst>
                    <a:ext uri="{FF2B5EF4-FFF2-40B4-BE49-F238E27FC236}">
                      <a16:creationId xmlns:a16="http://schemas.microsoft.com/office/drawing/2014/main" id="{B57C25FE-F2CF-CA6E-42B7-46F3FDD4AC52}"/>
                    </a:ext>
                  </a:extLst>
                </p14:cNvPr>
                <p14:cNvContentPartPr/>
                <p14:nvPr/>
              </p14:nvContentPartPr>
              <p14:xfrm>
                <a:off x="1763977" y="3973301"/>
                <a:ext cx="129600" cy="149760"/>
              </p14:xfrm>
            </p:contentPart>
          </mc:Choice>
          <mc:Fallback>
            <p:pic>
              <p:nvPicPr>
                <p:cNvPr id="305" name="Tinta 304">
                  <a:extLst>
                    <a:ext uri="{FF2B5EF4-FFF2-40B4-BE49-F238E27FC236}">
                      <a16:creationId xmlns:a16="http://schemas.microsoft.com/office/drawing/2014/main" id="{B57C25FE-F2CF-CA6E-42B7-46F3FDD4AC52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1745977" y="3955661"/>
                  <a:ext cx="165240" cy="185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55">
            <p14:nvContentPartPr>
              <p14:cNvPr id="306" name="Tinta 305">
                <a:extLst>
                  <a:ext uri="{FF2B5EF4-FFF2-40B4-BE49-F238E27FC236}">
                    <a16:creationId xmlns:a16="http://schemas.microsoft.com/office/drawing/2014/main" id="{8BF39FE4-2045-37BE-5755-2279AF0CC9A8}"/>
                  </a:ext>
                </a:extLst>
              </p14:cNvPr>
              <p14:cNvContentPartPr/>
              <p14:nvPr/>
            </p14:nvContentPartPr>
            <p14:xfrm>
              <a:off x="2064217" y="4013261"/>
              <a:ext cx="1440" cy="85320"/>
            </p14:xfrm>
          </p:contentPart>
        </mc:Choice>
        <mc:Fallback>
          <p:pic>
            <p:nvPicPr>
              <p:cNvPr id="306" name="Tinta 305">
                <a:extLst>
                  <a:ext uri="{FF2B5EF4-FFF2-40B4-BE49-F238E27FC236}">
                    <a16:creationId xmlns:a16="http://schemas.microsoft.com/office/drawing/2014/main" id="{8BF39FE4-2045-37BE-5755-2279AF0CC9A8}"/>
                  </a:ext>
                </a:extLst>
              </p:cNvPr>
              <p:cNvPicPr/>
              <p:nvPr/>
            </p:nvPicPr>
            <p:blipFill>
              <a:blip r:embed="rId356"/>
              <a:stretch>
                <a:fillRect/>
              </a:stretch>
            </p:blipFill>
            <p:spPr>
              <a:xfrm>
                <a:off x="2046577" y="3995621"/>
                <a:ext cx="37080" cy="12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7">
            <p14:nvContentPartPr>
              <p14:cNvPr id="307" name="Tinta 306">
                <a:extLst>
                  <a:ext uri="{FF2B5EF4-FFF2-40B4-BE49-F238E27FC236}">
                    <a16:creationId xmlns:a16="http://schemas.microsoft.com/office/drawing/2014/main" id="{19422BBD-4492-ACB2-8039-43F1D9B7B388}"/>
                  </a:ext>
                </a:extLst>
              </p14:cNvPr>
              <p14:cNvContentPartPr/>
              <p14:nvPr/>
            </p14:nvContentPartPr>
            <p14:xfrm>
              <a:off x="3075817" y="3592061"/>
              <a:ext cx="171360" cy="779400"/>
            </p14:xfrm>
          </p:contentPart>
        </mc:Choice>
        <mc:Fallback>
          <p:pic>
            <p:nvPicPr>
              <p:cNvPr id="307" name="Tinta 306">
                <a:extLst>
                  <a:ext uri="{FF2B5EF4-FFF2-40B4-BE49-F238E27FC236}">
                    <a16:creationId xmlns:a16="http://schemas.microsoft.com/office/drawing/2014/main" id="{19422BBD-4492-ACB2-8039-43F1D9B7B388}"/>
                  </a:ext>
                </a:extLst>
              </p:cNvPr>
              <p:cNvPicPr/>
              <p:nvPr/>
            </p:nvPicPr>
            <p:blipFill>
              <a:blip r:embed="rId358"/>
              <a:stretch>
                <a:fillRect/>
              </a:stretch>
            </p:blipFill>
            <p:spPr>
              <a:xfrm>
                <a:off x="3057817" y="3574061"/>
                <a:ext cx="207000" cy="815040"/>
              </a:xfrm>
              <a:prstGeom prst="rect">
                <a:avLst/>
              </a:prstGeom>
            </p:spPr>
          </p:pic>
        </mc:Fallback>
      </mc:AlternateContent>
      <p:grpSp>
        <p:nvGrpSpPr>
          <p:cNvPr id="322" name="Agrupar 321">
            <a:extLst>
              <a:ext uri="{FF2B5EF4-FFF2-40B4-BE49-F238E27FC236}">
                <a16:creationId xmlns:a16="http://schemas.microsoft.com/office/drawing/2014/main" id="{100B9E6A-DBAD-821A-D172-8AED92007AEC}"/>
              </a:ext>
            </a:extLst>
          </p:cNvPr>
          <p:cNvGrpSpPr/>
          <p:nvPr/>
        </p:nvGrpSpPr>
        <p:grpSpPr>
          <a:xfrm>
            <a:off x="3431497" y="3581981"/>
            <a:ext cx="1724400" cy="587160"/>
            <a:chOff x="3431497" y="3581981"/>
            <a:chExt cx="1724400" cy="587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308" name="Tinta 307">
                  <a:extLst>
                    <a:ext uri="{FF2B5EF4-FFF2-40B4-BE49-F238E27FC236}">
                      <a16:creationId xmlns:a16="http://schemas.microsoft.com/office/drawing/2014/main" id="{73F9C3CB-41F5-61FC-EC8D-E140A8599984}"/>
                    </a:ext>
                  </a:extLst>
                </p14:cNvPr>
                <p14:cNvContentPartPr/>
                <p14:nvPr/>
              </p14:nvContentPartPr>
              <p14:xfrm>
                <a:off x="3431497" y="3659021"/>
                <a:ext cx="155520" cy="510120"/>
              </p14:xfrm>
            </p:contentPart>
          </mc:Choice>
          <mc:Fallback>
            <p:pic>
              <p:nvPicPr>
                <p:cNvPr id="308" name="Tinta 307">
                  <a:extLst>
                    <a:ext uri="{FF2B5EF4-FFF2-40B4-BE49-F238E27FC236}">
                      <a16:creationId xmlns:a16="http://schemas.microsoft.com/office/drawing/2014/main" id="{73F9C3CB-41F5-61FC-EC8D-E140A8599984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3413857" y="3641021"/>
                  <a:ext cx="191160" cy="54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309" name="Tinta 308">
                  <a:extLst>
                    <a:ext uri="{FF2B5EF4-FFF2-40B4-BE49-F238E27FC236}">
                      <a16:creationId xmlns:a16="http://schemas.microsoft.com/office/drawing/2014/main" id="{ACC0A4C4-D8BA-F5FB-E1A8-B159C2A5EBD7}"/>
                    </a:ext>
                  </a:extLst>
                </p14:cNvPr>
                <p14:cNvContentPartPr/>
                <p14:nvPr/>
              </p14:nvContentPartPr>
              <p14:xfrm>
                <a:off x="3575857" y="3748301"/>
                <a:ext cx="184320" cy="364680"/>
              </p14:xfrm>
            </p:contentPart>
          </mc:Choice>
          <mc:Fallback>
            <p:pic>
              <p:nvPicPr>
                <p:cNvPr id="309" name="Tinta 308">
                  <a:extLst>
                    <a:ext uri="{FF2B5EF4-FFF2-40B4-BE49-F238E27FC236}">
                      <a16:creationId xmlns:a16="http://schemas.microsoft.com/office/drawing/2014/main" id="{ACC0A4C4-D8BA-F5FB-E1A8-B159C2A5EBD7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3557857" y="3730661"/>
                  <a:ext cx="219960" cy="40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310" name="Tinta 309">
                  <a:extLst>
                    <a:ext uri="{FF2B5EF4-FFF2-40B4-BE49-F238E27FC236}">
                      <a16:creationId xmlns:a16="http://schemas.microsoft.com/office/drawing/2014/main" id="{3518CD08-1028-007C-88AC-FED006B384EF}"/>
                    </a:ext>
                  </a:extLst>
                </p14:cNvPr>
                <p14:cNvContentPartPr/>
                <p14:nvPr/>
              </p14:nvContentPartPr>
              <p14:xfrm>
                <a:off x="3850177" y="3910301"/>
                <a:ext cx="33840" cy="186840"/>
              </p14:xfrm>
            </p:contentPart>
          </mc:Choice>
          <mc:Fallback>
            <p:pic>
              <p:nvPicPr>
                <p:cNvPr id="310" name="Tinta 309">
                  <a:extLst>
                    <a:ext uri="{FF2B5EF4-FFF2-40B4-BE49-F238E27FC236}">
                      <a16:creationId xmlns:a16="http://schemas.microsoft.com/office/drawing/2014/main" id="{3518CD08-1028-007C-88AC-FED006B384EF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3832537" y="3892661"/>
                  <a:ext cx="6948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311" name="Tinta 310">
                  <a:extLst>
                    <a:ext uri="{FF2B5EF4-FFF2-40B4-BE49-F238E27FC236}">
                      <a16:creationId xmlns:a16="http://schemas.microsoft.com/office/drawing/2014/main" id="{DE480683-137D-1C7A-14A1-979BAF95CFAA}"/>
                    </a:ext>
                  </a:extLst>
                </p14:cNvPr>
                <p14:cNvContentPartPr/>
                <p14:nvPr/>
              </p14:nvContentPartPr>
              <p14:xfrm>
                <a:off x="3810577" y="3858101"/>
                <a:ext cx="173160" cy="230760"/>
              </p14:xfrm>
            </p:contentPart>
          </mc:Choice>
          <mc:Fallback>
            <p:pic>
              <p:nvPicPr>
                <p:cNvPr id="311" name="Tinta 310">
                  <a:extLst>
                    <a:ext uri="{FF2B5EF4-FFF2-40B4-BE49-F238E27FC236}">
                      <a16:creationId xmlns:a16="http://schemas.microsoft.com/office/drawing/2014/main" id="{DE480683-137D-1C7A-14A1-979BAF95CFAA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3792577" y="3840101"/>
                  <a:ext cx="20880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312" name="Tinta 311">
                  <a:extLst>
                    <a:ext uri="{FF2B5EF4-FFF2-40B4-BE49-F238E27FC236}">
                      <a16:creationId xmlns:a16="http://schemas.microsoft.com/office/drawing/2014/main" id="{51661C28-5E72-9AAB-250A-BC093627FED1}"/>
                    </a:ext>
                  </a:extLst>
                </p14:cNvPr>
                <p14:cNvContentPartPr/>
                <p14:nvPr/>
              </p14:nvContentPartPr>
              <p14:xfrm>
                <a:off x="3820297" y="4056821"/>
                <a:ext cx="360" cy="360"/>
              </p14:xfrm>
            </p:contentPart>
          </mc:Choice>
          <mc:Fallback>
            <p:pic>
              <p:nvPicPr>
                <p:cNvPr id="312" name="Tinta 311">
                  <a:extLst>
                    <a:ext uri="{FF2B5EF4-FFF2-40B4-BE49-F238E27FC236}">
                      <a16:creationId xmlns:a16="http://schemas.microsoft.com/office/drawing/2014/main" id="{51661C28-5E72-9AAB-250A-BC093627FED1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802657" y="403918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313" name="Tinta 312">
                  <a:extLst>
                    <a:ext uri="{FF2B5EF4-FFF2-40B4-BE49-F238E27FC236}">
                      <a16:creationId xmlns:a16="http://schemas.microsoft.com/office/drawing/2014/main" id="{04D6B605-C4C3-4953-6C57-D52986219194}"/>
                    </a:ext>
                  </a:extLst>
                </p14:cNvPr>
                <p14:cNvContentPartPr/>
                <p14:nvPr/>
              </p14:nvContentPartPr>
              <p14:xfrm>
                <a:off x="4076257" y="4041341"/>
                <a:ext cx="7920" cy="14760"/>
              </p14:xfrm>
            </p:contentPart>
          </mc:Choice>
          <mc:Fallback>
            <p:pic>
              <p:nvPicPr>
                <p:cNvPr id="313" name="Tinta 312">
                  <a:extLst>
                    <a:ext uri="{FF2B5EF4-FFF2-40B4-BE49-F238E27FC236}">
                      <a16:creationId xmlns:a16="http://schemas.microsoft.com/office/drawing/2014/main" id="{04D6B605-C4C3-4953-6C57-D52986219194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4058257" y="4023341"/>
                  <a:ext cx="4356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314" name="Tinta 313">
                  <a:extLst>
                    <a:ext uri="{FF2B5EF4-FFF2-40B4-BE49-F238E27FC236}">
                      <a16:creationId xmlns:a16="http://schemas.microsoft.com/office/drawing/2014/main" id="{C91B0495-DC02-D4BF-B182-32A7771B3255}"/>
                    </a:ext>
                  </a:extLst>
                </p14:cNvPr>
                <p14:cNvContentPartPr/>
                <p14:nvPr/>
              </p14:nvContentPartPr>
              <p14:xfrm>
                <a:off x="4149337" y="3866741"/>
                <a:ext cx="30240" cy="207000"/>
              </p14:xfrm>
            </p:contentPart>
          </mc:Choice>
          <mc:Fallback>
            <p:pic>
              <p:nvPicPr>
                <p:cNvPr id="314" name="Tinta 313">
                  <a:extLst>
                    <a:ext uri="{FF2B5EF4-FFF2-40B4-BE49-F238E27FC236}">
                      <a16:creationId xmlns:a16="http://schemas.microsoft.com/office/drawing/2014/main" id="{C91B0495-DC02-D4BF-B182-32A7771B3255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4131697" y="3849101"/>
                  <a:ext cx="6588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315" name="Tinta 314">
                  <a:extLst>
                    <a:ext uri="{FF2B5EF4-FFF2-40B4-BE49-F238E27FC236}">
                      <a16:creationId xmlns:a16="http://schemas.microsoft.com/office/drawing/2014/main" id="{8ADF6105-91A4-59BF-1485-DD24807EF684}"/>
                    </a:ext>
                  </a:extLst>
                </p14:cNvPr>
                <p14:cNvContentPartPr/>
                <p14:nvPr/>
              </p14:nvContentPartPr>
              <p14:xfrm>
                <a:off x="4160497" y="3803021"/>
                <a:ext cx="179280" cy="295200"/>
              </p14:xfrm>
            </p:contentPart>
          </mc:Choice>
          <mc:Fallback>
            <p:pic>
              <p:nvPicPr>
                <p:cNvPr id="315" name="Tinta 314">
                  <a:extLst>
                    <a:ext uri="{FF2B5EF4-FFF2-40B4-BE49-F238E27FC236}">
                      <a16:creationId xmlns:a16="http://schemas.microsoft.com/office/drawing/2014/main" id="{8ADF6105-91A4-59BF-1485-DD24807EF684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4142857" y="3785381"/>
                  <a:ext cx="21492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316" name="Tinta 315">
                  <a:extLst>
                    <a:ext uri="{FF2B5EF4-FFF2-40B4-BE49-F238E27FC236}">
                      <a16:creationId xmlns:a16="http://schemas.microsoft.com/office/drawing/2014/main" id="{3D525F2A-0823-1871-94FF-49C6CE33B319}"/>
                    </a:ext>
                  </a:extLst>
                </p14:cNvPr>
                <p14:cNvContentPartPr/>
                <p14:nvPr/>
              </p14:nvContentPartPr>
              <p14:xfrm>
                <a:off x="4295857" y="3600701"/>
                <a:ext cx="155520" cy="153360"/>
              </p14:xfrm>
            </p:contentPart>
          </mc:Choice>
          <mc:Fallback>
            <p:pic>
              <p:nvPicPr>
                <p:cNvPr id="316" name="Tinta 315">
                  <a:extLst>
                    <a:ext uri="{FF2B5EF4-FFF2-40B4-BE49-F238E27FC236}">
                      <a16:creationId xmlns:a16="http://schemas.microsoft.com/office/drawing/2014/main" id="{3D525F2A-0823-1871-94FF-49C6CE33B319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4278217" y="3583061"/>
                  <a:ext cx="19116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317" name="Tinta 316">
                  <a:extLst>
                    <a:ext uri="{FF2B5EF4-FFF2-40B4-BE49-F238E27FC236}">
                      <a16:creationId xmlns:a16="http://schemas.microsoft.com/office/drawing/2014/main" id="{99354492-D4FD-6D83-BA7C-CBB6A331D350}"/>
                    </a:ext>
                  </a:extLst>
                </p14:cNvPr>
                <p14:cNvContentPartPr/>
                <p14:nvPr/>
              </p14:nvContentPartPr>
              <p14:xfrm>
                <a:off x="4469737" y="3581981"/>
                <a:ext cx="109800" cy="520200"/>
              </p14:xfrm>
            </p:contentPart>
          </mc:Choice>
          <mc:Fallback>
            <p:pic>
              <p:nvPicPr>
                <p:cNvPr id="317" name="Tinta 316">
                  <a:extLst>
                    <a:ext uri="{FF2B5EF4-FFF2-40B4-BE49-F238E27FC236}">
                      <a16:creationId xmlns:a16="http://schemas.microsoft.com/office/drawing/2014/main" id="{99354492-D4FD-6D83-BA7C-CBB6A331D350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4452097" y="3563981"/>
                  <a:ext cx="145440" cy="55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318" name="Tinta 317">
                  <a:extLst>
                    <a:ext uri="{FF2B5EF4-FFF2-40B4-BE49-F238E27FC236}">
                      <a16:creationId xmlns:a16="http://schemas.microsoft.com/office/drawing/2014/main" id="{0ED773DF-1400-5582-DE29-7194FDFF9CFA}"/>
                    </a:ext>
                  </a:extLst>
                </p14:cNvPr>
                <p14:cNvContentPartPr/>
                <p14:nvPr/>
              </p14:nvContentPartPr>
              <p14:xfrm>
                <a:off x="4705897" y="3821741"/>
                <a:ext cx="218880" cy="294840"/>
              </p14:xfrm>
            </p:contentPart>
          </mc:Choice>
          <mc:Fallback>
            <p:pic>
              <p:nvPicPr>
                <p:cNvPr id="318" name="Tinta 317">
                  <a:extLst>
                    <a:ext uri="{FF2B5EF4-FFF2-40B4-BE49-F238E27FC236}">
                      <a16:creationId xmlns:a16="http://schemas.microsoft.com/office/drawing/2014/main" id="{0ED773DF-1400-5582-DE29-7194FDFF9CFA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4687897" y="3803741"/>
                  <a:ext cx="25452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319" name="Tinta 318">
                  <a:extLst>
                    <a:ext uri="{FF2B5EF4-FFF2-40B4-BE49-F238E27FC236}">
                      <a16:creationId xmlns:a16="http://schemas.microsoft.com/office/drawing/2014/main" id="{2255E611-BFBD-2758-3250-3BC00CD6D434}"/>
                    </a:ext>
                  </a:extLst>
                </p14:cNvPr>
                <p14:cNvContentPartPr/>
                <p14:nvPr/>
              </p14:nvContentPartPr>
              <p14:xfrm>
                <a:off x="4789057" y="3698261"/>
                <a:ext cx="67320" cy="316800"/>
              </p14:xfrm>
            </p:contentPart>
          </mc:Choice>
          <mc:Fallback>
            <p:pic>
              <p:nvPicPr>
                <p:cNvPr id="319" name="Tinta 318">
                  <a:extLst>
                    <a:ext uri="{FF2B5EF4-FFF2-40B4-BE49-F238E27FC236}">
                      <a16:creationId xmlns:a16="http://schemas.microsoft.com/office/drawing/2014/main" id="{2255E611-BFBD-2758-3250-3BC00CD6D434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4771417" y="3680261"/>
                  <a:ext cx="10296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320" name="Tinta 319">
                  <a:extLst>
                    <a:ext uri="{FF2B5EF4-FFF2-40B4-BE49-F238E27FC236}">
                      <a16:creationId xmlns:a16="http://schemas.microsoft.com/office/drawing/2014/main" id="{BD9FE6A2-452E-08C8-D902-284241D338D0}"/>
                    </a:ext>
                  </a:extLst>
                </p14:cNvPr>
                <p14:cNvContentPartPr/>
                <p14:nvPr/>
              </p14:nvContentPartPr>
              <p14:xfrm>
                <a:off x="4940617" y="3780701"/>
                <a:ext cx="31320" cy="275400"/>
              </p14:xfrm>
            </p:contentPart>
          </mc:Choice>
          <mc:Fallback>
            <p:pic>
              <p:nvPicPr>
                <p:cNvPr id="320" name="Tinta 319">
                  <a:extLst>
                    <a:ext uri="{FF2B5EF4-FFF2-40B4-BE49-F238E27FC236}">
                      <a16:creationId xmlns:a16="http://schemas.microsoft.com/office/drawing/2014/main" id="{BD9FE6A2-452E-08C8-D902-284241D338D0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4922617" y="3763061"/>
                  <a:ext cx="6696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321" name="Tinta 320">
                  <a:extLst>
                    <a:ext uri="{FF2B5EF4-FFF2-40B4-BE49-F238E27FC236}">
                      <a16:creationId xmlns:a16="http://schemas.microsoft.com/office/drawing/2014/main" id="{4EC994DA-2975-B856-25DA-825033C149F8}"/>
                    </a:ext>
                  </a:extLst>
                </p14:cNvPr>
                <p14:cNvContentPartPr/>
                <p14:nvPr/>
              </p14:nvContentPartPr>
              <p14:xfrm>
                <a:off x="4935577" y="3765581"/>
                <a:ext cx="220320" cy="303120"/>
              </p14:xfrm>
            </p:contentPart>
          </mc:Choice>
          <mc:Fallback>
            <p:pic>
              <p:nvPicPr>
                <p:cNvPr id="321" name="Tinta 320">
                  <a:extLst>
                    <a:ext uri="{FF2B5EF4-FFF2-40B4-BE49-F238E27FC236}">
                      <a16:creationId xmlns:a16="http://schemas.microsoft.com/office/drawing/2014/main" id="{4EC994DA-2975-B856-25DA-825033C149F8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4917937" y="3747581"/>
                  <a:ext cx="255960" cy="338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86">
            <p14:nvContentPartPr>
              <p14:cNvPr id="324" name="Tinta 323">
                <a:extLst>
                  <a:ext uri="{FF2B5EF4-FFF2-40B4-BE49-F238E27FC236}">
                    <a16:creationId xmlns:a16="http://schemas.microsoft.com/office/drawing/2014/main" id="{6E095A2C-F357-4FE2-7A59-01BF91C9EF5F}"/>
                  </a:ext>
                </a:extLst>
              </p14:cNvPr>
              <p14:cNvContentPartPr/>
              <p14:nvPr/>
            </p14:nvContentPartPr>
            <p14:xfrm>
              <a:off x="5375137" y="4107221"/>
              <a:ext cx="67320" cy="8280"/>
            </p14:xfrm>
          </p:contentPart>
        </mc:Choice>
        <mc:Fallback>
          <p:pic>
            <p:nvPicPr>
              <p:cNvPr id="324" name="Tinta 323">
                <a:extLst>
                  <a:ext uri="{FF2B5EF4-FFF2-40B4-BE49-F238E27FC236}">
                    <a16:creationId xmlns:a16="http://schemas.microsoft.com/office/drawing/2014/main" id="{6E095A2C-F357-4FE2-7A59-01BF91C9EF5F}"/>
                  </a:ext>
                </a:extLst>
              </p:cNvPr>
              <p:cNvPicPr/>
              <p:nvPr/>
            </p:nvPicPr>
            <p:blipFill>
              <a:blip r:embed="rId387"/>
              <a:stretch>
                <a:fillRect/>
              </a:stretch>
            </p:blipFill>
            <p:spPr>
              <a:xfrm>
                <a:off x="5357497" y="4089221"/>
                <a:ext cx="10296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8">
            <p14:nvContentPartPr>
              <p14:cNvPr id="325" name="Tinta 324">
                <a:extLst>
                  <a:ext uri="{FF2B5EF4-FFF2-40B4-BE49-F238E27FC236}">
                    <a16:creationId xmlns:a16="http://schemas.microsoft.com/office/drawing/2014/main" id="{1EA82969-B7C6-48D2-4BFD-A4CA6EB56541}"/>
                  </a:ext>
                </a:extLst>
              </p14:cNvPr>
              <p14:cNvContentPartPr/>
              <p14:nvPr/>
            </p14:nvContentPartPr>
            <p14:xfrm>
              <a:off x="5370097" y="3994181"/>
              <a:ext cx="63720" cy="10440"/>
            </p14:xfrm>
          </p:contentPart>
        </mc:Choice>
        <mc:Fallback>
          <p:pic>
            <p:nvPicPr>
              <p:cNvPr id="325" name="Tinta 324">
                <a:extLst>
                  <a:ext uri="{FF2B5EF4-FFF2-40B4-BE49-F238E27FC236}">
                    <a16:creationId xmlns:a16="http://schemas.microsoft.com/office/drawing/2014/main" id="{1EA82969-B7C6-48D2-4BFD-A4CA6EB56541}"/>
                  </a:ext>
                </a:extLst>
              </p:cNvPr>
              <p:cNvPicPr/>
              <p:nvPr/>
            </p:nvPicPr>
            <p:blipFill>
              <a:blip r:embed="rId389"/>
              <a:stretch>
                <a:fillRect/>
              </a:stretch>
            </p:blipFill>
            <p:spPr>
              <a:xfrm>
                <a:off x="5352457" y="3976541"/>
                <a:ext cx="99360" cy="46080"/>
              </a:xfrm>
              <a:prstGeom prst="rect">
                <a:avLst/>
              </a:prstGeom>
            </p:spPr>
          </p:pic>
        </mc:Fallback>
      </mc:AlternateContent>
      <p:grpSp>
        <p:nvGrpSpPr>
          <p:cNvPr id="340" name="Agrupar 339">
            <a:extLst>
              <a:ext uri="{FF2B5EF4-FFF2-40B4-BE49-F238E27FC236}">
                <a16:creationId xmlns:a16="http://schemas.microsoft.com/office/drawing/2014/main" id="{01C77CD9-AC81-F73C-DCA7-CEF66EA29BCD}"/>
              </a:ext>
            </a:extLst>
          </p:cNvPr>
          <p:cNvGrpSpPr/>
          <p:nvPr/>
        </p:nvGrpSpPr>
        <p:grpSpPr>
          <a:xfrm>
            <a:off x="5781217" y="3486941"/>
            <a:ext cx="1046880" cy="993240"/>
            <a:chOff x="5781217" y="3486941"/>
            <a:chExt cx="1046880" cy="993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326" name="Tinta 325">
                  <a:extLst>
                    <a:ext uri="{FF2B5EF4-FFF2-40B4-BE49-F238E27FC236}">
                      <a16:creationId xmlns:a16="http://schemas.microsoft.com/office/drawing/2014/main" id="{E3CDDAD4-B496-DF82-2456-DC04D81B7C0E}"/>
                    </a:ext>
                  </a:extLst>
                </p14:cNvPr>
                <p14:cNvContentPartPr/>
                <p14:nvPr/>
              </p14:nvContentPartPr>
              <p14:xfrm>
                <a:off x="5781217" y="3660101"/>
                <a:ext cx="151920" cy="381600"/>
              </p14:xfrm>
            </p:contentPart>
          </mc:Choice>
          <mc:Fallback>
            <p:pic>
              <p:nvPicPr>
                <p:cNvPr id="326" name="Tinta 325">
                  <a:extLst>
                    <a:ext uri="{FF2B5EF4-FFF2-40B4-BE49-F238E27FC236}">
                      <a16:creationId xmlns:a16="http://schemas.microsoft.com/office/drawing/2014/main" id="{E3CDDAD4-B496-DF82-2456-DC04D81B7C0E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5763577" y="3642461"/>
                  <a:ext cx="187560" cy="41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327" name="Tinta 326">
                  <a:extLst>
                    <a:ext uri="{FF2B5EF4-FFF2-40B4-BE49-F238E27FC236}">
                      <a16:creationId xmlns:a16="http://schemas.microsoft.com/office/drawing/2014/main" id="{B47753B5-BCC6-767B-76BB-CD4251EB8FCF}"/>
                    </a:ext>
                  </a:extLst>
                </p14:cNvPr>
                <p14:cNvContentPartPr/>
                <p14:nvPr/>
              </p14:nvContentPartPr>
              <p14:xfrm>
                <a:off x="5792377" y="4034501"/>
                <a:ext cx="283680" cy="40680"/>
              </p14:xfrm>
            </p:contentPart>
          </mc:Choice>
          <mc:Fallback>
            <p:pic>
              <p:nvPicPr>
                <p:cNvPr id="327" name="Tinta 326">
                  <a:extLst>
                    <a:ext uri="{FF2B5EF4-FFF2-40B4-BE49-F238E27FC236}">
                      <a16:creationId xmlns:a16="http://schemas.microsoft.com/office/drawing/2014/main" id="{B47753B5-BCC6-767B-76BB-CD4251EB8FCF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5774737" y="4016861"/>
                  <a:ext cx="31932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328" name="Tinta 327">
                  <a:extLst>
                    <a:ext uri="{FF2B5EF4-FFF2-40B4-BE49-F238E27FC236}">
                      <a16:creationId xmlns:a16="http://schemas.microsoft.com/office/drawing/2014/main" id="{2BCBE5D9-71E9-1951-F9A1-E1F435F5583D}"/>
                    </a:ext>
                  </a:extLst>
                </p14:cNvPr>
                <p14:cNvContentPartPr/>
                <p14:nvPr/>
              </p14:nvContentPartPr>
              <p14:xfrm>
                <a:off x="5901817" y="4155101"/>
                <a:ext cx="156240" cy="325080"/>
              </p14:xfrm>
            </p:contentPart>
          </mc:Choice>
          <mc:Fallback>
            <p:pic>
              <p:nvPicPr>
                <p:cNvPr id="328" name="Tinta 327">
                  <a:extLst>
                    <a:ext uri="{FF2B5EF4-FFF2-40B4-BE49-F238E27FC236}">
                      <a16:creationId xmlns:a16="http://schemas.microsoft.com/office/drawing/2014/main" id="{2BCBE5D9-71E9-1951-F9A1-E1F435F5583D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5883817" y="4137461"/>
                  <a:ext cx="191880" cy="36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329" name="Tinta 328">
                  <a:extLst>
                    <a:ext uri="{FF2B5EF4-FFF2-40B4-BE49-F238E27FC236}">
                      <a16:creationId xmlns:a16="http://schemas.microsoft.com/office/drawing/2014/main" id="{1EB7ED4E-F3A5-A9CD-0A1D-836FD49B3005}"/>
                    </a:ext>
                  </a:extLst>
                </p14:cNvPr>
                <p14:cNvContentPartPr/>
                <p14:nvPr/>
              </p14:nvContentPartPr>
              <p14:xfrm>
                <a:off x="6171457" y="4006421"/>
                <a:ext cx="360" cy="360"/>
              </p14:xfrm>
            </p:contentPart>
          </mc:Choice>
          <mc:Fallback>
            <p:pic>
              <p:nvPicPr>
                <p:cNvPr id="329" name="Tinta 328">
                  <a:extLst>
                    <a:ext uri="{FF2B5EF4-FFF2-40B4-BE49-F238E27FC236}">
                      <a16:creationId xmlns:a16="http://schemas.microsoft.com/office/drawing/2014/main" id="{1EB7ED4E-F3A5-A9CD-0A1D-836FD49B300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153457" y="398878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7">
              <p14:nvContentPartPr>
                <p14:cNvPr id="330" name="Tinta 329">
                  <a:extLst>
                    <a:ext uri="{FF2B5EF4-FFF2-40B4-BE49-F238E27FC236}">
                      <a16:creationId xmlns:a16="http://schemas.microsoft.com/office/drawing/2014/main" id="{BBEB6C65-C7DD-1B6F-77F4-DF7831D50AFD}"/>
                    </a:ext>
                  </a:extLst>
                </p14:cNvPr>
                <p14:cNvContentPartPr/>
                <p14:nvPr/>
              </p14:nvContentPartPr>
              <p14:xfrm>
                <a:off x="6278017" y="3876821"/>
                <a:ext cx="24120" cy="175680"/>
              </p14:xfrm>
            </p:contentPart>
          </mc:Choice>
          <mc:Fallback>
            <p:pic>
              <p:nvPicPr>
                <p:cNvPr id="330" name="Tinta 329">
                  <a:extLst>
                    <a:ext uri="{FF2B5EF4-FFF2-40B4-BE49-F238E27FC236}">
                      <a16:creationId xmlns:a16="http://schemas.microsoft.com/office/drawing/2014/main" id="{BBEB6C65-C7DD-1B6F-77F4-DF7831D50AFD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6260377" y="3859181"/>
                  <a:ext cx="5976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9">
              <p14:nvContentPartPr>
                <p14:cNvPr id="331" name="Tinta 330">
                  <a:extLst>
                    <a:ext uri="{FF2B5EF4-FFF2-40B4-BE49-F238E27FC236}">
                      <a16:creationId xmlns:a16="http://schemas.microsoft.com/office/drawing/2014/main" id="{F5198698-88B5-D90C-6D17-E62C1D2A65B7}"/>
                    </a:ext>
                  </a:extLst>
                </p14:cNvPr>
                <p14:cNvContentPartPr/>
                <p14:nvPr/>
              </p14:nvContentPartPr>
              <p14:xfrm>
                <a:off x="6249577" y="3880421"/>
                <a:ext cx="128160" cy="163440"/>
              </p14:xfrm>
            </p:contentPart>
          </mc:Choice>
          <mc:Fallback>
            <p:pic>
              <p:nvPicPr>
                <p:cNvPr id="331" name="Tinta 330">
                  <a:extLst>
                    <a:ext uri="{FF2B5EF4-FFF2-40B4-BE49-F238E27FC236}">
                      <a16:creationId xmlns:a16="http://schemas.microsoft.com/office/drawing/2014/main" id="{F5198698-88B5-D90C-6D17-E62C1D2A65B7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6231577" y="3862421"/>
                  <a:ext cx="16380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1">
              <p14:nvContentPartPr>
                <p14:cNvPr id="332" name="Tinta 331">
                  <a:extLst>
                    <a:ext uri="{FF2B5EF4-FFF2-40B4-BE49-F238E27FC236}">
                      <a16:creationId xmlns:a16="http://schemas.microsoft.com/office/drawing/2014/main" id="{FE041C45-75D9-A99B-6AA6-7523F47D531A}"/>
                    </a:ext>
                  </a:extLst>
                </p14:cNvPr>
                <p14:cNvContentPartPr/>
                <p14:nvPr/>
              </p14:nvContentPartPr>
              <p14:xfrm>
                <a:off x="6500497" y="4021181"/>
                <a:ext cx="360" cy="360"/>
              </p14:xfrm>
            </p:contentPart>
          </mc:Choice>
          <mc:Fallback>
            <p:pic>
              <p:nvPicPr>
                <p:cNvPr id="332" name="Tinta 331">
                  <a:extLst>
                    <a:ext uri="{FF2B5EF4-FFF2-40B4-BE49-F238E27FC236}">
                      <a16:creationId xmlns:a16="http://schemas.microsoft.com/office/drawing/2014/main" id="{FE041C45-75D9-A99B-6AA6-7523F47D531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482497" y="400318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333" name="Tinta 332">
                  <a:extLst>
                    <a:ext uri="{FF2B5EF4-FFF2-40B4-BE49-F238E27FC236}">
                      <a16:creationId xmlns:a16="http://schemas.microsoft.com/office/drawing/2014/main" id="{EF0B5D44-1B12-A9C8-1086-7CC221815F26}"/>
                    </a:ext>
                  </a:extLst>
                </p14:cNvPr>
                <p14:cNvContentPartPr/>
                <p14:nvPr/>
              </p14:nvContentPartPr>
              <p14:xfrm>
                <a:off x="6608497" y="3843341"/>
                <a:ext cx="27720" cy="204840"/>
              </p14:xfrm>
            </p:contentPart>
          </mc:Choice>
          <mc:Fallback>
            <p:pic>
              <p:nvPicPr>
                <p:cNvPr id="333" name="Tinta 332">
                  <a:extLst>
                    <a:ext uri="{FF2B5EF4-FFF2-40B4-BE49-F238E27FC236}">
                      <a16:creationId xmlns:a16="http://schemas.microsoft.com/office/drawing/2014/main" id="{EF0B5D44-1B12-A9C8-1086-7CC221815F26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6590497" y="3825701"/>
                  <a:ext cx="6336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334" name="Tinta 333">
                  <a:extLst>
                    <a:ext uri="{FF2B5EF4-FFF2-40B4-BE49-F238E27FC236}">
                      <a16:creationId xmlns:a16="http://schemas.microsoft.com/office/drawing/2014/main" id="{2B0D4BDF-2155-9D5F-AA14-3AB7F3D65C54}"/>
                    </a:ext>
                  </a:extLst>
                </p14:cNvPr>
                <p14:cNvContentPartPr/>
                <p14:nvPr/>
              </p14:nvContentPartPr>
              <p14:xfrm>
                <a:off x="6594817" y="3772421"/>
                <a:ext cx="216360" cy="279720"/>
              </p14:xfrm>
            </p:contentPart>
          </mc:Choice>
          <mc:Fallback>
            <p:pic>
              <p:nvPicPr>
                <p:cNvPr id="334" name="Tinta 333">
                  <a:extLst>
                    <a:ext uri="{FF2B5EF4-FFF2-40B4-BE49-F238E27FC236}">
                      <a16:creationId xmlns:a16="http://schemas.microsoft.com/office/drawing/2014/main" id="{2B0D4BDF-2155-9D5F-AA14-3AB7F3D65C54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6576817" y="3754421"/>
                  <a:ext cx="25200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335" name="Tinta 334">
                  <a:extLst>
                    <a:ext uri="{FF2B5EF4-FFF2-40B4-BE49-F238E27FC236}">
                      <a16:creationId xmlns:a16="http://schemas.microsoft.com/office/drawing/2014/main" id="{41F30E2F-6D3A-2A37-51A7-1044E4331FA7}"/>
                    </a:ext>
                  </a:extLst>
                </p14:cNvPr>
                <p14:cNvContentPartPr/>
                <p14:nvPr/>
              </p14:nvContentPartPr>
              <p14:xfrm>
                <a:off x="6728737" y="3486941"/>
                <a:ext cx="99360" cy="194760"/>
              </p14:xfrm>
            </p:contentPart>
          </mc:Choice>
          <mc:Fallback>
            <p:pic>
              <p:nvPicPr>
                <p:cNvPr id="335" name="Tinta 334">
                  <a:extLst>
                    <a:ext uri="{FF2B5EF4-FFF2-40B4-BE49-F238E27FC236}">
                      <a16:creationId xmlns:a16="http://schemas.microsoft.com/office/drawing/2014/main" id="{41F30E2F-6D3A-2A37-51A7-1044E4331FA7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6711097" y="3468941"/>
                  <a:ext cx="135000" cy="23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9" name="Agrupar 338">
            <a:extLst>
              <a:ext uri="{FF2B5EF4-FFF2-40B4-BE49-F238E27FC236}">
                <a16:creationId xmlns:a16="http://schemas.microsoft.com/office/drawing/2014/main" id="{7B0D2F03-183D-9125-46E0-DF6E09AB3C1D}"/>
              </a:ext>
            </a:extLst>
          </p:cNvPr>
          <p:cNvGrpSpPr/>
          <p:nvPr/>
        </p:nvGrpSpPr>
        <p:grpSpPr>
          <a:xfrm>
            <a:off x="6982177" y="3825341"/>
            <a:ext cx="151920" cy="217080"/>
            <a:chOff x="6982177" y="3825341"/>
            <a:chExt cx="151920" cy="217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336" name="Tinta 335">
                  <a:extLst>
                    <a:ext uri="{FF2B5EF4-FFF2-40B4-BE49-F238E27FC236}">
                      <a16:creationId xmlns:a16="http://schemas.microsoft.com/office/drawing/2014/main" id="{C3DFB81B-DF57-A09B-CE8C-AC7EF1D35C6E}"/>
                    </a:ext>
                  </a:extLst>
                </p14:cNvPr>
                <p14:cNvContentPartPr/>
                <p14:nvPr/>
              </p14:nvContentPartPr>
              <p14:xfrm>
                <a:off x="7043017" y="3825341"/>
                <a:ext cx="17640" cy="217080"/>
              </p14:xfrm>
            </p:contentPart>
          </mc:Choice>
          <mc:Fallback>
            <p:pic>
              <p:nvPicPr>
                <p:cNvPr id="336" name="Tinta 335">
                  <a:extLst>
                    <a:ext uri="{FF2B5EF4-FFF2-40B4-BE49-F238E27FC236}">
                      <a16:creationId xmlns:a16="http://schemas.microsoft.com/office/drawing/2014/main" id="{C3DFB81B-DF57-A09B-CE8C-AC7EF1D35C6E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7025377" y="3807701"/>
                  <a:ext cx="5328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337" name="Tinta 336">
                  <a:extLst>
                    <a:ext uri="{FF2B5EF4-FFF2-40B4-BE49-F238E27FC236}">
                      <a16:creationId xmlns:a16="http://schemas.microsoft.com/office/drawing/2014/main" id="{43F66381-F0EC-0846-3636-29FE061A5908}"/>
                    </a:ext>
                  </a:extLst>
                </p14:cNvPr>
                <p14:cNvContentPartPr/>
                <p14:nvPr/>
              </p14:nvContentPartPr>
              <p14:xfrm>
                <a:off x="6982177" y="3928301"/>
                <a:ext cx="151920" cy="1440"/>
              </p14:xfrm>
            </p:contentPart>
          </mc:Choice>
          <mc:Fallback>
            <p:pic>
              <p:nvPicPr>
                <p:cNvPr id="337" name="Tinta 336">
                  <a:extLst>
                    <a:ext uri="{FF2B5EF4-FFF2-40B4-BE49-F238E27FC236}">
                      <a16:creationId xmlns:a16="http://schemas.microsoft.com/office/drawing/2014/main" id="{43F66381-F0EC-0846-3636-29FE061A5908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6964537" y="3910661"/>
                  <a:ext cx="187560" cy="37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12">
            <p14:nvContentPartPr>
              <p14:cNvPr id="338" name="Tinta 337">
                <a:extLst>
                  <a:ext uri="{FF2B5EF4-FFF2-40B4-BE49-F238E27FC236}">
                    <a16:creationId xmlns:a16="http://schemas.microsoft.com/office/drawing/2014/main" id="{F2CF7410-B1F6-4773-88C8-6CFFC647F38D}"/>
                  </a:ext>
                </a:extLst>
              </p14:cNvPr>
              <p14:cNvContentPartPr/>
              <p14:nvPr/>
            </p14:nvContentPartPr>
            <p14:xfrm>
              <a:off x="7324897" y="3864581"/>
              <a:ext cx="242640" cy="202680"/>
            </p14:xfrm>
          </p:contentPart>
        </mc:Choice>
        <mc:Fallback>
          <p:pic>
            <p:nvPicPr>
              <p:cNvPr id="338" name="Tinta 337">
                <a:extLst>
                  <a:ext uri="{FF2B5EF4-FFF2-40B4-BE49-F238E27FC236}">
                    <a16:creationId xmlns:a16="http://schemas.microsoft.com/office/drawing/2014/main" id="{F2CF7410-B1F6-4773-88C8-6CFFC647F38D}"/>
                  </a:ext>
                </a:extLst>
              </p:cNvPr>
              <p:cNvPicPr/>
              <p:nvPr/>
            </p:nvPicPr>
            <p:blipFill>
              <a:blip r:embed="rId413"/>
              <a:stretch>
                <a:fillRect/>
              </a:stretch>
            </p:blipFill>
            <p:spPr>
              <a:xfrm>
                <a:off x="7307257" y="3846941"/>
                <a:ext cx="278280" cy="238320"/>
              </a:xfrm>
              <a:prstGeom prst="rect">
                <a:avLst/>
              </a:prstGeom>
            </p:spPr>
          </p:pic>
        </mc:Fallback>
      </mc:AlternateContent>
      <p:grpSp>
        <p:nvGrpSpPr>
          <p:cNvPr id="361" name="Agrupar 360">
            <a:extLst>
              <a:ext uri="{FF2B5EF4-FFF2-40B4-BE49-F238E27FC236}">
                <a16:creationId xmlns:a16="http://schemas.microsoft.com/office/drawing/2014/main" id="{32236A6C-EA9C-DB66-7B60-6ED4373B53D1}"/>
              </a:ext>
            </a:extLst>
          </p:cNvPr>
          <p:cNvGrpSpPr/>
          <p:nvPr/>
        </p:nvGrpSpPr>
        <p:grpSpPr>
          <a:xfrm>
            <a:off x="803857" y="4961141"/>
            <a:ext cx="1271880" cy="421560"/>
            <a:chOff x="803857" y="4961141"/>
            <a:chExt cx="1271880" cy="421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348" name="Tinta 347">
                  <a:extLst>
                    <a:ext uri="{FF2B5EF4-FFF2-40B4-BE49-F238E27FC236}">
                      <a16:creationId xmlns:a16="http://schemas.microsoft.com/office/drawing/2014/main" id="{B22CCA68-7564-202D-80CA-BD521C7AC545}"/>
                    </a:ext>
                  </a:extLst>
                </p14:cNvPr>
                <p14:cNvContentPartPr/>
                <p14:nvPr/>
              </p14:nvContentPartPr>
              <p14:xfrm>
                <a:off x="944257" y="5073821"/>
                <a:ext cx="33840" cy="128880"/>
              </p14:xfrm>
            </p:contentPart>
          </mc:Choice>
          <mc:Fallback>
            <p:pic>
              <p:nvPicPr>
                <p:cNvPr id="348" name="Tinta 347">
                  <a:extLst>
                    <a:ext uri="{FF2B5EF4-FFF2-40B4-BE49-F238E27FC236}">
                      <a16:creationId xmlns:a16="http://schemas.microsoft.com/office/drawing/2014/main" id="{B22CCA68-7564-202D-80CA-BD521C7AC545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926257" y="5056181"/>
                  <a:ext cx="6948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349" name="Tinta 348">
                  <a:extLst>
                    <a:ext uri="{FF2B5EF4-FFF2-40B4-BE49-F238E27FC236}">
                      <a16:creationId xmlns:a16="http://schemas.microsoft.com/office/drawing/2014/main" id="{D304E79E-21EE-4B18-9C6A-EE150C014239}"/>
                    </a:ext>
                  </a:extLst>
                </p14:cNvPr>
                <p14:cNvContentPartPr/>
                <p14:nvPr/>
              </p14:nvContentPartPr>
              <p14:xfrm>
                <a:off x="951457" y="5046821"/>
                <a:ext cx="100080" cy="182880"/>
              </p14:xfrm>
            </p:contentPart>
          </mc:Choice>
          <mc:Fallback>
            <p:pic>
              <p:nvPicPr>
                <p:cNvPr id="349" name="Tinta 348">
                  <a:extLst>
                    <a:ext uri="{FF2B5EF4-FFF2-40B4-BE49-F238E27FC236}">
                      <a16:creationId xmlns:a16="http://schemas.microsoft.com/office/drawing/2014/main" id="{D304E79E-21EE-4B18-9C6A-EE150C014239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933817" y="5029181"/>
                  <a:ext cx="13572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350" name="Tinta 349">
                  <a:extLst>
                    <a:ext uri="{FF2B5EF4-FFF2-40B4-BE49-F238E27FC236}">
                      <a16:creationId xmlns:a16="http://schemas.microsoft.com/office/drawing/2014/main" id="{186F28DF-30E4-1682-9820-0799B227EA8A}"/>
                    </a:ext>
                  </a:extLst>
                </p14:cNvPr>
                <p14:cNvContentPartPr/>
                <p14:nvPr/>
              </p14:nvContentPartPr>
              <p14:xfrm>
                <a:off x="1079617" y="5027021"/>
                <a:ext cx="84960" cy="198000"/>
              </p14:xfrm>
            </p:contentPart>
          </mc:Choice>
          <mc:Fallback>
            <p:pic>
              <p:nvPicPr>
                <p:cNvPr id="350" name="Tinta 349">
                  <a:extLst>
                    <a:ext uri="{FF2B5EF4-FFF2-40B4-BE49-F238E27FC236}">
                      <a16:creationId xmlns:a16="http://schemas.microsoft.com/office/drawing/2014/main" id="{186F28DF-30E4-1682-9820-0799B227EA8A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1061977" y="5009021"/>
                  <a:ext cx="12060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351" name="Tinta 350">
                  <a:extLst>
                    <a:ext uri="{FF2B5EF4-FFF2-40B4-BE49-F238E27FC236}">
                      <a16:creationId xmlns:a16="http://schemas.microsoft.com/office/drawing/2014/main" id="{F693329D-390E-FDEF-1E05-EEB5A4BEC924}"/>
                    </a:ext>
                  </a:extLst>
                </p14:cNvPr>
                <p14:cNvContentPartPr/>
                <p14:nvPr/>
              </p14:nvContentPartPr>
              <p14:xfrm>
                <a:off x="1187617" y="5117381"/>
                <a:ext cx="103320" cy="110160"/>
              </p14:xfrm>
            </p:contentPart>
          </mc:Choice>
          <mc:Fallback>
            <p:pic>
              <p:nvPicPr>
                <p:cNvPr id="351" name="Tinta 350">
                  <a:extLst>
                    <a:ext uri="{FF2B5EF4-FFF2-40B4-BE49-F238E27FC236}">
                      <a16:creationId xmlns:a16="http://schemas.microsoft.com/office/drawing/2014/main" id="{F693329D-390E-FDEF-1E05-EEB5A4BEC924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1169617" y="5099741"/>
                  <a:ext cx="13896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352" name="Tinta 351">
                  <a:extLst>
                    <a:ext uri="{FF2B5EF4-FFF2-40B4-BE49-F238E27FC236}">
                      <a16:creationId xmlns:a16="http://schemas.microsoft.com/office/drawing/2014/main" id="{B7733177-A4E1-F790-8B74-C15D6231C1AC}"/>
                    </a:ext>
                  </a:extLst>
                </p14:cNvPr>
                <p14:cNvContentPartPr/>
                <p14:nvPr/>
              </p14:nvContentPartPr>
              <p14:xfrm>
                <a:off x="1175017" y="5083901"/>
                <a:ext cx="83520" cy="94320"/>
              </p14:xfrm>
            </p:contentPart>
          </mc:Choice>
          <mc:Fallback>
            <p:pic>
              <p:nvPicPr>
                <p:cNvPr id="352" name="Tinta 351">
                  <a:extLst>
                    <a:ext uri="{FF2B5EF4-FFF2-40B4-BE49-F238E27FC236}">
                      <a16:creationId xmlns:a16="http://schemas.microsoft.com/office/drawing/2014/main" id="{B7733177-A4E1-F790-8B74-C15D6231C1AC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1157377" y="5066261"/>
                  <a:ext cx="11916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353" name="Tinta 352">
                  <a:extLst>
                    <a:ext uri="{FF2B5EF4-FFF2-40B4-BE49-F238E27FC236}">
                      <a16:creationId xmlns:a16="http://schemas.microsoft.com/office/drawing/2014/main" id="{D9226F17-D9FB-8D91-7C61-2AE997BEF7A4}"/>
                    </a:ext>
                  </a:extLst>
                </p14:cNvPr>
                <p14:cNvContentPartPr/>
                <p14:nvPr/>
              </p14:nvContentPartPr>
              <p14:xfrm>
                <a:off x="1339177" y="5049341"/>
                <a:ext cx="126720" cy="175680"/>
              </p14:xfrm>
            </p:contentPart>
          </mc:Choice>
          <mc:Fallback>
            <p:pic>
              <p:nvPicPr>
                <p:cNvPr id="353" name="Tinta 352">
                  <a:extLst>
                    <a:ext uri="{FF2B5EF4-FFF2-40B4-BE49-F238E27FC236}">
                      <a16:creationId xmlns:a16="http://schemas.microsoft.com/office/drawing/2014/main" id="{D9226F17-D9FB-8D91-7C61-2AE997BEF7A4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1321177" y="5031701"/>
                  <a:ext cx="16236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354" name="Tinta 353">
                  <a:extLst>
                    <a:ext uri="{FF2B5EF4-FFF2-40B4-BE49-F238E27FC236}">
                      <a16:creationId xmlns:a16="http://schemas.microsoft.com/office/drawing/2014/main" id="{65413959-2691-6952-1474-6D7068B55B4F}"/>
                    </a:ext>
                  </a:extLst>
                </p14:cNvPr>
                <p14:cNvContentPartPr/>
                <p14:nvPr/>
              </p14:nvContentPartPr>
              <p14:xfrm>
                <a:off x="1479577" y="5046101"/>
                <a:ext cx="97200" cy="171360"/>
              </p14:xfrm>
            </p:contentPart>
          </mc:Choice>
          <mc:Fallback>
            <p:pic>
              <p:nvPicPr>
                <p:cNvPr id="354" name="Tinta 353">
                  <a:extLst>
                    <a:ext uri="{FF2B5EF4-FFF2-40B4-BE49-F238E27FC236}">
                      <a16:creationId xmlns:a16="http://schemas.microsoft.com/office/drawing/2014/main" id="{65413959-2691-6952-1474-6D7068B55B4F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1461577" y="5028101"/>
                  <a:ext cx="13284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355" name="Tinta 354">
                  <a:extLst>
                    <a:ext uri="{FF2B5EF4-FFF2-40B4-BE49-F238E27FC236}">
                      <a16:creationId xmlns:a16="http://schemas.microsoft.com/office/drawing/2014/main" id="{AC4E4F50-F9DE-8D7E-2496-16F8D10973A2}"/>
                    </a:ext>
                  </a:extLst>
                </p14:cNvPr>
                <p14:cNvContentPartPr/>
                <p14:nvPr/>
              </p14:nvContentPartPr>
              <p14:xfrm>
                <a:off x="1621777" y="5067701"/>
                <a:ext cx="86400" cy="169560"/>
              </p14:xfrm>
            </p:contentPart>
          </mc:Choice>
          <mc:Fallback>
            <p:pic>
              <p:nvPicPr>
                <p:cNvPr id="355" name="Tinta 354">
                  <a:extLst>
                    <a:ext uri="{FF2B5EF4-FFF2-40B4-BE49-F238E27FC236}">
                      <a16:creationId xmlns:a16="http://schemas.microsoft.com/office/drawing/2014/main" id="{AC4E4F50-F9DE-8D7E-2496-16F8D10973A2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1603777" y="5049701"/>
                  <a:ext cx="12204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356" name="Tinta 355">
                  <a:extLst>
                    <a:ext uri="{FF2B5EF4-FFF2-40B4-BE49-F238E27FC236}">
                      <a16:creationId xmlns:a16="http://schemas.microsoft.com/office/drawing/2014/main" id="{74D4BF1A-F195-2CC8-17B5-7036851AD272}"/>
                    </a:ext>
                  </a:extLst>
                </p14:cNvPr>
                <p14:cNvContentPartPr/>
                <p14:nvPr/>
              </p14:nvContentPartPr>
              <p14:xfrm>
                <a:off x="1757497" y="5059421"/>
                <a:ext cx="223560" cy="156960"/>
              </p14:xfrm>
            </p:contentPart>
          </mc:Choice>
          <mc:Fallback>
            <p:pic>
              <p:nvPicPr>
                <p:cNvPr id="356" name="Tinta 355">
                  <a:extLst>
                    <a:ext uri="{FF2B5EF4-FFF2-40B4-BE49-F238E27FC236}">
                      <a16:creationId xmlns:a16="http://schemas.microsoft.com/office/drawing/2014/main" id="{74D4BF1A-F195-2CC8-17B5-7036851AD272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1739857" y="5041421"/>
                  <a:ext cx="25920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357" name="Tinta 356">
                  <a:extLst>
                    <a:ext uri="{FF2B5EF4-FFF2-40B4-BE49-F238E27FC236}">
                      <a16:creationId xmlns:a16="http://schemas.microsoft.com/office/drawing/2014/main" id="{66874EF1-AB61-E2F4-A6B6-1AB1CFABA008}"/>
                    </a:ext>
                  </a:extLst>
                </p14:cNvPr>
                <p14:cNvContentPartPr/>
                <p14:nvPr/>
              </p14:nvContentPartPr>
              <p14:xfrm>
                <a:off x="1865497" y="5128541"/>
                <a:ext cx="73800" cy="19440"/>
              </p14:xfrm>
            </p:contentPart>
          </mc:Choice>
          <mc:Fallback>
            <p:pic>
              <p:nvPicPr>
                <p:cNvPr id="357" name="Tinta 356">
                  <a:extLst>
                    <a:ext uri="{FF2B5EF4-FFF2-40B4-BE49-F238E27FC236}">
                      <a16:creationId xmlns:a16="http://schemas.microsoft.com/office/drawing/2014/main" id="{66874EF1-AB61-E2F4-A6B6-1AB1CFABA008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1847857" y="5110901"/>
                  <a:ext cx="10944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4">
              <p14:nvContentPartPr>
                <p14:cNvPr id="358" name="Tinta 357">
                  <a:extLst>
                    <a:ext uri="{FF2B5EF4-FFF2-40B4-BE49-F238E27FC236}">
                      <a16:creationId xmlns:a16="http://schemas.microsoft.com/office/drawing/2014/main" id="{168B4370-6AF4-5785-6861-B032C346416F}"/>
                    </a:ext>
                  </a:extLst>
                </p14:cNvPr>
                <p14:cNvContentPartPr/>
                <p14:nvPr/>
              </p14:nvContentPartPr>
              <p14:xfrm>
                <a:off x="1754977" y="4961141"/>
                <a:ext cx="320760" cy="421560"/>
              </p14:xfrm>
            </p:contentPart>
          </mc:Choice>
          <mc:Fallback>
            <p:pic>
              <p:nvPicPr>
                <p:cNvPr id="358" name="Tinta 357">
                  <a:extLst>
                    <a:ext uri="{FF2B5EF4-FFF2-40B4-BE49-F238E27FC236}">
                      <a16:creationId xmlns:a16="http://schemas.microsoft.com/office/drawing/2014/main" id="{168B4370-6AF4-5785-6861-B032C346416F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1737337" y="4943141"/>
                  <a:ext cx="356400" cy="45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6">
              <p14:nvContentPartPr>
                <p14:cNvPr id="360" name="Tinta 359">
                  <a:extLst>
                    <a:ext uri="{FF2B5EF4-FFF2-40B4-BE49-F238E27FC236}">
                      <a16:creationId xmlns:a16="http://schemas.microsoft.com/office/drawing/2014/main" id="{706CFC38-089B-BE05-BC60-76B1D3804202}"/>
                    </a:ext>
                  </a:extLst>
                </p14:cNvPr>
                <p14:cNvContentPartPr/>
                <p14:nvPr/>
              </p14:nvContentPartPr>
              <p14:xfrm>
                <a:off x="803857" y="5068421"/>
                <a:ext cx="114480" cy="170640"/>
              </p14:xfrm>
            </p:contentPart>
          </mc:Choice>
          <mc:Fallback>
            <p:pic>
              <p:nvPicPr>
                <p:cNvPr id="360" name="Tinta 359">
                  <a:extLst>
                    <a:ext uri="{FF2B5EF4-FFF2-40B4-BE49-F238E27FC236}">
                      <a16:creationId xmlns:a16="http://schemas.microsoft.com/office/drawing/2014/main" id="{706CFC38-089B-BE05-BC60-76B1D3804202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785857" y="5050421"/>
                  <a:ext cx="150120" cy="20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0" name="Agrupar 369">
            <a:extLst>
              <a:ext uri="{FF2B5EF4-FFF2-40B4-BE49-F238E27FC236}">
                <a16:creationId xmlns:a16="http://schemas.microsoft.com/office/drawing/2014/main" id="{34923188-1D72-A482-B897-36E41F1F621F}"/>
              </a:ext>
            </a:extLst>
          </p:cNvPr>
          <p:cNvGrpSpPr/>
          <p:nvPr/>
        </p:nvGrpSpPr>
        <p:grpSpPr>
          <a:xfrm>
            <a:off x="812497" y="5564501"/>
            <a:ext cx="708120" cy="262800"/>
            <a:chOff x="812497" y="5564501"/>
            <a:chExt cx="708120" cy="26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8">
              <p14:nvContentPartPr>
                <p14:cNvPr id="362" name="Tinta 361">
                  <a:extLst>
                    <a:ext uri="{FF2B5EF4-FFF2-40B4-BE49-F238E27FC236}">
                      <a16:creationId xmlns:a16="http://schemas.microsoft.com/office/drawing/2014/main" id="{F71B9C62-C3A8-5C06-B5CE-CAE8EDEDFB3D}"/>
                    </a:ext>
                  </a:extLst>
                </p14:cNvPr>
                <p14:cNvContentPartPr/>
                <p14:nvPr/>
              </p14:nvContentPartPr>
              <p14:xfrm>
                <a:off x="812497" y="5597981"/>
                <a:ext cx="255240" cy="217080"/>
              </p14:xfrm>
            </p:contentPart>
          </mc:Choice>
          <mc:Fallback>
            <p:pic>
              <p:nvPicPr>
                <p:cNvPr id="362" name="Tinta 361">
                  <a:extLst>
                    <a:ext uri="{FF2B5EF4-FFF2-40B4-BE49-F238E27FC236}">
                      <a16:creationId xmlns:a16="http://schemas.microsoft.com/office/drawing/2014/main" id="{F71B9C62-C3A8-5C06-B5CE-CAE8EDEDFB3D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794857" y="5580341"/>
                  <a:ext cx="29088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0">
              <p14:nvContentPartPr>
                <p14:cNvPr id="363" name="Tinta 362">
                  <a:extLst>
                    <a:ext uri="{FF2B5EF4-FFF2-40B4-BE49-F238E27FC236}">
                      <a16:creationId xmlns:a16="http://schemas.microsoft.com/office/drawing/2014/main" id="{C6AE4CD5-E77C-E20A-A13E-960E8F860135}"/>
                    </a:ext>
                  </a:extLst>
                </p14:cNvPr>
                <p14:cNvContentPartPr/>
                <p14:nvPr/>
              </p14:nvContentPartPr>
              <p14:xfrm>
                <a:off x="1093297" y="5706341"/>
                <a:ext cx="93960" cy="79200"/>
              </p14:xfrm>
            </p:contentPart>
          </mc:Choice>
          <mc:Fallback>
            <p:pic>
              <p:nvPicPr>
                <p:cNvPr id="363" name="Tinta 362">
                  <a:extLst>
                    <a:ext uri="{FF2B5EF4-FFF2-40B4-BE49-F238E27FC236}">
                      <a16:creationId xmlns:a16="http://schemas.microsoft.com/office/drawing/2014/main" id="{C6AE4CD5-E77C-E20A-A13E-960E8F860135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1075297" y="5688701"/>
                  <a:ext cx="12960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2">
              <p14:nvContentPartPr>
                <p14:cNvPr id="364" name="Tinta 363">
                  <a:extLst>
                    <a:ext uri="{FF2B5EF4-FFF2-40B4-BE49-F238E27FC236}">
                      <a16:creationId xmlns:a16="http://schemas.microsoft.com/office/drawing/2014/main" id="{5F34D0EB-0F27-4E17-1DB5-812EB0CA3846}"/>
                    </a:ext>
                  </a:extLst>
                </p14:cNvPr>
                <p14:cNvContentPartPr/>
                <p14:nvPr/>
              </p14:nvContentPartPr>
              <p14:xfrm>
                <a:off x="1239817" y="5564501"/>
                <a:ext cx="41400" cy="243000"/>
              </p14:xfrm>
            </p:contentPart>
          </mc:Choice>
          <mc:Fallback>
            <p:pic>
              <p:nvPicPr>
                <p:cNvPr id="364" name="Tinta 363">
                  <a:extLst>
                    <a:ext uri="{FF2B5EF4-FFF2-40B4-BE49-F238E27FC236}">
                      <a16:creationId xmlns:a16="http://schemas.microsoft.com/office/drawing/2014/main" id="{5F34D0EB-0F27-4E17-1DB5-812EB0CA3846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1221817" y="5546861"/>
                  <a:ext cx="7704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4">
              <p14:nvContentPartPr>
                <p14:cNvPr id="365" name="Tinta 364">
                  <a:extLst>
                    <a:ext uri="{FF2B5EF4-FFF2-40B4-BE49-F238E27FC236}">
                      <a16:creationId xmlns:a16="http://schemas.microsoft.com/office/drawing/2014/main" id="{AFB1A167-1198-804D-9453-7479FBFA97B8}"/>
                    </a:ext>
                  </a:extLst>
                </p14:cNvPr>
                <p14:cNvContentPartPr/>
                <p14:nvPr/>
              </p14:nvContentPartPr>
              <p14:xfrm>
                <a:off x="1168897" y="5583581"/>
                <a:ext cx="148320" cy="18360"/>
              </p14:xfrm>
            </p:contentPart>
          </mc:Choice>
          <mc:Fallback>
            <p:pic>
              <p:nvPicPr>
                <p:cNvPr id="365" name="Tinta 364">
                  <a:extLst>
                    <a:ext uri="{FF2B5EF4-FFF2-40B4-BE49-F238E27FC236}">
                      <a16:creationId xmlns:a16="http://schemas.microsoft.com/office/drawing/2014/main" id="{AFB1A167-1198-804D-9453-7479FBFA97B8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1151257" y="5565941"/>
                  <a:ext cx="18396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6">
              <p14:nvContentPartPr>
                <p14:cNvPr id="366" name="Tinta 365">
                  <a:extLst>
                    <a:ext uri="{FF2B5EF4-FFF2-40B4-BE49-F238E27FC236}">
                      <a16:creationId xmlns:a16="http://schemas.microsoft.com/office/drawing/2014/main" id="{ECA17825-202F-C7D3-B3C3-930D0353C299}"/>
                    </a:ext>
                  </a:extLst>
                </p14:cNvPr>
                <p14:cNvContentPartPr/>
                <p14:nvPr/>
              </p14:nvContentPartPr>
              <p14:xfrm>
                <a:off x="1344577" y="5717861"/>
                <a:ext cx="176040" cy="109440"/>
              </p14:xfrm>
            </p:contentPart>
          </mc:Choice>
          <mc:Fallback>
            <p:pic>
              <p:nvPicPr>
                <p:cNvPr id="366" name="Tinta 365">
                  <a:extLst>
                    <a:ext uri="{FF2B5EF4-FFF2-40B4-BE49-F238E27FC236}">
                      <a16:creationId xmlns:a16="http://schemas.microsoft.com/office/drawing/2014/main" id="{ECA17825-202F-C7D3-B3C3-930D0353C299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1326937" y="5700221"/>
                  <a:ext cx="211680" cy="14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9" name="Agrupar 368">
            <a:extLst>
              <a:ext uri="{FF2B5EF4-FFF2-40B4-BE49-F238E27FC236}">
                <a16:creationId xmlns:a16="http://schemas.microsoft.com/office/drawing/2014/main" id="{7E611D8A-76E5-6BF4-E480-1D6E739BCCD1}"/>
              </a:ext>
            </a:extLst>
          </p:cNvPr>
          <p:cNvGrpSpPr/>
          <p:nvPr/>
        </p:nvGrpSpPr>
        <p:grpSpPr>
          <a:xfrm>
            <a:off x="1748137" y="5647661"/>
            <a:ext cx="482040" cy="381240"/>
            <a:chOff x="1748137" y="5647661"/>
            <a:chExt cx="482040" cy="381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8">
              <p14:nvContentPartPr>
                <p14:cNvPr id="367" name="Tinta 366">
                  <a:extLst>
                    <a:ext uri="{FF2B5EF4-FFF2-40B4-BE49-F238E27FC236}">
                      <a16:creationId xmlns:a16="http://schemas.microsoft.com/office/drawing/2014/main" id="{98D83AB2-7EB6-8513-E549-52F5EF810623}"/>
                    </a:ext>
                  </a:extLst>
                </p14:cNvPr>
                <p14:cNvContentPartPr/>
                <p14:nvPr/>
              </p14:nvContentPartPr>
              <p14:xfrm>
                <a:off x="1748137" y="5647661"/>
                <a:ext cx="131400" cy="381240"/>
              </p14:xfrm>
            </p:contentPart>
          </mc:Choice>
          <mc:Fallback>
            <p:pic>
              <p:nvPicPr>
                <p:cNvPr id="367" name="Tinta 366">
                  <a:extLst>
                    <a:ext uri="{FF2B5EF4-FFF2-40B4-BE49-F238E27FC236}">
                      <a16:creationId xmlns:a16="http://schemas.microsoft.com/office/drawing/2014/main" id="{98D83AB2-7EB6-8513-E549-52F5EF810623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1730497" y="5629661"/>
                  <a:ext cx="167040" cy="41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0">
              <p14:nvContentPartPr>
                <p14:cNvPr id="368" name="Tinta 367">
                  <a:extLst>
                    <a:ext uri="{FF2B5EF4-FFF2-40B4-BE49-F238E27FC236}">
                      <a16:creationId xmlns:a16="http://schemas.microsoft.com/office/drawing/2014/main" id="{DB88BBBC-862A-39B5-9DC1-564C05015353}"/>
                    </a:ext>
                  </a:extLst>
                </p14:cNvPr>
                <p14:cNvContentPartPr/>
                <p14:nvPr/>
              </p14:nvContentPartPr>
              <p14:xfrm>
                <a:off x="1888177" y="5695181"/>
                <a:ext cx="342000" cy="151560"/>
              </p14:xfrm>
            </p:contentPart>
          </mc:Choice>
          <mc:Fallback>
            <p:pic>
              <p:nvPicPr>
                <p:cNvPr id="368" name="Tinta 367">
                  <a:extLst>
                    <a:ext uri="{FF2B5EF4-FFF2-40B4-BE49-F238E27FC236}">
                      <a16:creationId xmlns:a16="http://schemas.microsoft.com/office/drawing/2014/main" id="{DB88BBBC-862A-39B5-9DC1-564C05015353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1870177" y="5677181"/>
                  <a:ext cx="377640" cy="187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6" name="Agrupar 375">
            <a:extLst>
              <a:ext uri="{FF2B5EF4-FFF2-40B4-BE49-F238E27FC236}">
                <a16:creationId xmlns:a16="http://schemas.microsoft.com/office/drawing/2014/main" id="{08A5F5AB-E3EE-8ED7-DD02-D666467FDAF5}"/>
              </a:ext>
            </a:extLst>
          </p:cNvPr>
          <p:cNvGrpSpPr/>
          <p:nvPr/>
        </p:nvGrpSpPr>
        <p:grpSpPr>
          <a:xfrm>
            <a:off x="2527537" y="5669621"/>
            <a:ext cx="438120" cy="267480"/>
            <a:chOff x="2527537" y="5669621"/>
            <a:chExt cx="438120" cy="267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2">
              <p14:nvContentPartPr>
                <p14:cNvPr id="371" name="Tinta 370">
                  <a:extLst>
                    <a:ext uri="{FF2B5EF4-FFF2-40B4-BE49-F238E27FC236}">
                      <a16:creationId xmlns:a16="http://schemas.microsoft.com/office/drawing/2014/main" id="{9F94BA96-2995-98BA-893E-70BD4B1458BA}"/>
                    </a:ext>
                  </a:extLst>
                </p14:cNvPr>
                <p14:cNvContentPartPr/>
                <p14:nvPr/>
              </p14:nvContentPartPr>
              <p14:xfrm>
                <a:off x="2527537" y="5705261"/>
                <a:ext cx="60120" cy="231840"/>
              </p14:xfrm>
            </p:contentPart>
          </mc:Choice>
          <mc:Fallback>
            <p:pic>
              <p:nvPicPr>
                <p:cNvPr id="371" name="Tinta 370">
                  <a:extLst>
                    <a:ext uri="{FF2B5EF4-FFF2-40B4-BE49-F238E27FC236}">
                      <a16:creationId xmlns:a16="http://schemas.microsoft.com/office/drawing/2014/main" id="{9F94BA96-2995-98BA-893E-70BD4B1458BA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2509897" y="5687621"/>
                  <a:ext cx="9576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4">
              <p14:nvContentPartPr>
                <p14:cNvPr id="372" name="Tinta 371">
                  <a:extLst>
                    <a:ext uri="{FF2B5EF4-FFF2-40B4-BE49-F238E27FC236}">
                      <a16:creationId xmlns:a16="http://schemas.microsoft.com/office/drawing/2014/main" id="{3845144F-1618-F4B2-A262-27F55E84E74F}"/>
                    </a:ext>
                  </a:extLst>
                </p14:cNvPr>
                <p14:cNvContentPartPr/>
                <p14:nvPr/>
              </p14:nvContentPartPr>
              <p14:xfrm>
                <a:off x="2533657" y="5696621"/>
                <a:ext cx="95040" cy="101160"/>
              </p14:xfrm>
            </p:contentPart>
          </mc:Choice>
          <mc:Fallback>
            <p:pic>
              <p:nvPicPr>
                <p:cNvPr id="372" name="Tinta 371">
                  <a:extLst>
                    <a:ext uri="{FF2B5EF4-FFF2-40B4-BE49-F238E27FC236}">
                      <a16:creationId xmlns:a16="http://schemas.microsoft.com/office/drawing/2014/main" id="{3845144F-1618-F4B2-A262-27F55E84E74F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2516017" y="5678621"/>
                  <a:ext cx="13068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6">
              <p14:nvContentPartPr>
                <p14:cNvPr id="373" name="Tinta 372">
                  <a:extLst>
                    <a:ext uri="{FF2B5EF4-FFF2-40B4-BE49-F238E27FC236}">
                      <a16:creationId xmlns:a16="http://schemas.microsoft.com/office/drawing/2014/main" id="{E01BE864-7E70-A7E6-D2C7-CF122B535729}"/>
                    </a:ext>
                  </a:extLst>
                </p14:cNvPr>
                <p14:cNvContentPartPr/>
                <p14:nvPr/>
              </p14:nvContentPartPr>
              <p14:xfrm>
                <a:off x="2635897" y="5705261"/>
                <a:ext cx="111600" cy="98280"/>
              </p14:xfrm>
            </p:contentPart>
          </mc:Choice>
          <mc:Fallback>
            <p:pic>
              <p:nvPicPr>
                <p:cNvPr id="373" name="Tinta 372">
                  <a:extLst>
                    <a:ext uri="{FF2B5EF4-FFF2-40B4-BE49-F238E27FC236}">
                      <a16:creationId xmlns:a16="http://schemas.microsoft.com/office/drawing/2014/main" id="{E01BE864-7E70-A7E6-D2C7-CF122B535729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2618257" y="5687621"/>
                  <a:ext cx="14724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8">
              <p14:nvContentPartPr>
                <p14:cNvPr id="374" name="Tinta 373">
                  <a:extLst>
                    <a:ext uri="{FF2B5EF4-FFF2-40B4-BE49-F238E27FC236}">
                      <a16:creationId xmlns:a16="http://schemas.microsoft.com/office/drawing/2014/main" id="{B28662A8-5E3A-EEC5-ECAB-3805892FDEA2}"/>
                    </a:ext>
                  </a:extLst>
                </p14:cNvPr>
                <p14:cNvContentPartPr/>
                <p14:nvPr/>
              </p14:nvContentPartPr>
              <p14:xfrm>
                <a:off x="2692777" y="5669621"/>
                <a:ext cx="272880" cy="122400"/>
              </p14:xfrm>
            </p:contentPart>
          </mc:Choice>
          <mc:Fallback>
            <p:pic>
              <p:nvPicPr>
                <p:cNvPr id="374" name="Tinta 373">
                  <a:extLst>
                    <a:ext uri="{FF2B5EF4-FFF2-40B4-BE49-F238E27FC236}">
                      <a16:creationId xmlns:a16="http://schemas.microsoft.com/office/drawing/2014/main" id="{B28662A8-5E3A-EEC5-ECAB-3805892FDEA2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2674777" y="5651621"/>
                  <a:ext cx="308520" cy="158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60">
            <p14:nvContentPartPr>
              <p14:cNvPr id="375" name="Tinta 374">
                <a:extLst>
                  <a:ext uri="{FF2B5EF4-FFF2-40B4-BE49-F238E27FC236}">
                    <a16:creationId xmlns:a16="http://schemas.microsoft.com/office/drawing/2014/main" id="{ED138A61-16F8-960E-3DBC-C9BB50B52D45}"/>
                  </a:ext>
                </a:extLst>
              </p14:cNvPr>
              <p14:cNvContentPartPr/>
              <p14:nvPr/>
            </p14:nvContentPartPr>
            <p14:xfrm>
              <a:off x="2303977" y="5782661"/>
              <a:ext cx="26280" cy="113400"/>
            </p14:xfrm>
          </p:contentPart>
        </mc:Choice>
        <mc:Fallback>
          <p:pic>
            <p:nvPicPr>
              <p:cNvPr id="375" name="Tinta 374">
                <a:extLst>
                  <a:ext uri="{FF2B5EF4-FFF2-40B4-BE49-F238E27FC236}">
                    <a16:creationId xmlns:a16="http://schemas.microsoft.com/office/drawing/2014/main" id="{ED138A61-16F8-960E-3DBC-C9BB50B52D45}"/>
                  </a:ext>
                </a:extLst>
              </p:cNvPr>
              <p:cNvPicPr/>
              <p:nvPr/>
            </p:nvPicPr>
            <p:blipFill>
              <a:blip r:embed="rId461"/>
              <a:stretch>
                <a:fillRect/>
              </a:stretch>
            </p:blipFill>
            <p:spPr>
              <a:xfrm>
                <a:off x="2286337" y="5764661"/>
                <a:ext cx="61920" cy="149040"/>
              </a:xfrm>
              <a:prstGeom prst="rect">
                <a:avLst/>
              </a:prstGeom>
            </p:spPr>
          </p:pic>
        </mc:Fallback>
      </mc:AlternateContent>
      <p:grpSp>
        <p:nvGrpSpPr>
          <p:cNvPr id="381" name="Agrupar 380">
            <a:extLst>
              <a:ext uri="{FF2B5EF4-FFF2-40B4-BE49-F238E27FC236}">
                <a16:creationId xmlns:a16="http://schemas.microsoft.com/office/drawing/2014/main" id="{B4A09D65-1024-BA3C-FDE2-261D71913FE2}"/>
              </a:ext>
            </a:extLst>
          </p:cNvPr>
          <p:cNvGrpSpPr/>
          <p:nvPr/>
        </p:nvGrpSpPr>
        <p:grpSpPr>
          <a:xfrm>
            <a:off x="3256897" y="5570981"/>
            <a:ext cx="874440" cy="278640"/>
            <a:chOff x="3256897" y="5570981"/>
            <a:chExt cx="874440" cy="278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2">
              <p14:nvContentPartPr>
                <p14:cNvPr id="377" name="Tinta 376">
                  <a:extLst>
                    <a:ext uri="{FF2B5EF4-FFF2-40B4-BE49-F238E27FC236}">
                      <a16:creationId xmlns:a16="http://schemas.microsoft.com/office/drawing/2014/main" id="{A31BC862-99E5-6CC0-79A8-BB26463AF7FD}"/>
                    </a:ext>
                  </a:extLst>
                </p14:cNvPr>
                <p14:cNvContentPartPr/>
                <p14:nvPr/>
              </p14:nvContentPartPr>
              <p14:xfrm>
                <a:off x="3256897" y="5599061"/>
                <a:ext cx="216000" cy="141480"/>
              </p14:xfrm>
            </p:contentPart>
          </mc:Choice>
          <mc:Fallback>
            <p:pic>
              <p:nvPicPr>
                <p:cNvPr id="377" name="Tinta 376">
                  <a:extLst>
                    <a:ext uri="{FF2B5EF4-FFF2-40B4-BE49-F238E27FC236}">
                      <a16:creationId xmlns:a16="http://schemas.microsoft.com/office/drawing/2014/main" id="{A31BC862-99E5-6CC0-79A8-BB26463AF7FD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3239257" y="5581421"/>
                  <a:ext cx="25164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4">
              <p14:nvContentPartPr>
                <p14:cNvPr id="378" name="Tinta 377">
                  <a:extLst>
                    <a:ext uri="{FF2B5EF4-FFF2-40B4-BE49-F238E27FC236}">
                      <a16:creationId xmlns:a16="http://schemas.microsoft.com/office/drawing/2014/main" id="{571AB9E5-27C3-1C0C-5FDC-7045D1224CA3}"/>
                    </a:ext>
                  </a:extLst>
                </p14:cNvPr>
                <p14:cNvContentPartPr/>
                <p14:nvPr/>
              </p14:nvContentPartPr>
              <p14:xfrm>
                <a:off x="3642817" y="5689781"/>
                <a:ext cx="109800" cy="17280"/>
              </p14:xfrm>
            </p:contentPart>
          </mc:Choice>
          <mc:Fallback>
            <p:pic>
              <p:nvPicPr>
                <p:cNvPr id="378" name="Tinta 377">
                  <a:extLst>
                    <a:ext uri="{FF2B5EF4-FFF2-40B4-BE49-F238E27FC236}">
                      <a16:creationId xmlns:a16="http://schemas.microsoft.com/office/drawing/2014/main" id="{571AB9E5-27C3-1C0C-5FDC-7045D1224CA3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3624817" y="5671781"/>
                  <a:ext cx="14544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6">
              <p14:nvContentPartPr>
                <p14:cNvPr id="379" name="Tinta 378">
                  <a:extLst>
                    <a:ext uri="{FF2B5EF4-FFF2-40B4-BE49-F238E27FC236}">
                      <a16:creationId xmlns:a16="http://schemas.microsoft.com/office/drawing/2014/main" id="{6D5F2187-64F2-70C8-4EC2-4347E6441A10}"/>
                    </a:ext>
                  </a:extLst>
                </p14:cNvPr>
                <p14:cNvContentPartPr/>
                <p14:nvPr/>
              </p14:nvContentPartPr>
              <p14:xfrm>
                <a:off x="3620497" y="5613821"/>
                <a:ext cx="135720" cy="12600"/>
              </p14:xfrm>
            </p:contentPart>
          </mc:Choice>
          <mc:Fallback>
            <p:pic>
              <p:nvPicPr>
                <p:cNvPr id="379" name="Tinta 378">
                  <a:extLst>
                    <a:ext uri="{FF2B5EF4-FFF2-40B4-BE49-F238E27FC236}">
                      <a16:creationId xmlns:a16="http://schemas.microsoft.com/office/drawing/2014/main" id="{6D5F2187-64F2-70C8-4EC2-4347E6441A10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3602497" y="5595821"/>
                  <a:ext cx="17136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8">
              <p14:nvContentPartPr>
                <p14:cNvPr id="380" name="Tinta 379">
                  <a:extLst>
                    <a:ext uri="{FF2B5EF4-FFF2-40B4-BE49-F238E27FC236}">
                      <a16:creationId xmlns:a16="http://schemas.microsoft.com/office/drawing/2014/main" id="{3C9BFF8A-F346-7C8A-2AF6-65D130304528}"/>
                    </a:ext>
                  </a:extLst>
                </p14:cNvPr>
                <p14:cNvContentPartPr/>
                <p14:nvPr/>
              </p14:nvContentPartPr>
              <p14:xfrm>
                <a:off x="3855217" y="5570981"/>
                <a:ext cx="276120" cy="278640"/>
              </p14:xfrm>
            </p:contentPart>
          </mc:Choice>
          <mc:Fallback>
            <p:pic>
              <p:nvPicPr>
                <p:cNvPr id="380" name="Tinta 379">
                  <a:extLst>
                    <a:ext uri="{FF2B5EF4-FFF2-40B4-BE49-F238E27FC236}">
                      <a16:creationId xmlns:a16="http://schemas.microsoft.com/office/drawing/2014/main" id="{3C9BFF8A-F346-7C8A-2AF6-65D130304528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3837217" y="5553341"/>
                  <a:ext cx="311760" cy="31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4" name="Agrupar 403">
            <a:extLst>
              <a:ext uri="{FF2B5EF4-FFF2-40B4-BE49-F238E27FC236}">
                <a16:creationId xmlns:a16="http://schemas.microsoft.com/office/drawing/2014/main" id="{A17E4301-C064-EF59-FBB0-C3998BAB6B97}"/>
              </a:ext>
            </a:extLst>
          </p:cNvPr>
          <p:cNvGrpSpPr/>
          <p:nvPr/>
        </p:nvGrpSpPr>
        <p:grpSpPr>
          <a:xfrm>
            <a:off x="4385497" y="5428061"/>
            <a:ext cx="865440" cy="269280"/>
            <a:chOff x="4385497" y="5428061"/>
            <a:chExt cx="865440" cy="269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0">
              <p14:nvContentPartPr>
                <p14:cNvPr id="382" name="Tinta 381">
                  <a:extLst>
                    <a:ext uri="{FF2B5EF4-FFF2-40B4-BE49-F238E27FC236}">
                      <a16:creationId xmlns:a16="http://schemas.microsoft.com/office/drawing/2014/main" id="{E66EC802-52B6-4580-4792-FAF469FE434B}"/>
                    </a:ext>
                  </a:extLst>
                </p14:cNvPr>
                <p14:cNvContentPartPr/>
                <p14:nvPr/>
              </p14:nvContentPartPr>
              <p14:xfrm>
                <a:off x="4449937" y="5428061"/>
                <a:ext cx="107280" cy="267480"/>
              </p14:xfrm>
            </p:contentPart>
          </mc:Choice>
          <mc:Fallback>
            <p:pic>
              <p:nvPicPr>
                <p:cNvPr id="382" name="Tinta 381">
                  <a:extLst>
                    <a:ext uri="{FF2B5EF4-FFF2-40B4-BE49-F238E27FC236}">
                      <a16:creationId xmlns:a16="http://schemas.microsoft.com/office/drawing/2014/main" id="{E66EC802-52B6-4580-4792-FAF469FE434B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4432297" y="5410421"/>
                  <a:ext cx="14292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2">
              <p14:nvContentPartPr>
                <p14:cNvPr id="383" name="Tinta 382">
                  <a:extLst>
                    <a:ext uri="{FF2B5EF4-FFF2-40B4-BE49-F238E27FC236}">
                      <a16:creationId xmlns:a16="http://schemas.microsoft.com/office/drawing/2014/main" id="{F3FE093E-682E-5B68-62DE-7000A03145EB}"/>
                    </a:ext>
                  </a:extLst>
                </p14:cNvPr>
                <p14:cNvContentPartPr/>
                <p14:nvPr/>
              </p14:nvContentPartPr>
              <p14:xfrm>
                <a:off x="4385497" y="5581421"/>
                <a:ext cx="82440" cy="34920"/>
              </p14:xfrm>
            </p:contentPart>
          </mc:Choice>
          <mc:Fallback>
            <p:pic>
              <p:nvPicPr>
                <p:cNvPr id="383" name="Tinta 382">
                  <a:extLst>
                    <a:ext uri="{FF2B5EF4-FFF2-40B4-BE49-F238E27FC236}">
                      <a16:creationId xmlns:a16="http://schemas.microsoft.com/office/drawing/2014/main" id="{F3FE093E-682E-5B68-62DE-7000A03145EB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4367497" y="5563421"/>
                  <a:ext cx="11808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4">
              <p14:nvContentPartPr>
                <p14:cNvPr id="384" name="Tinta 383">
                  <a:extLst>
                    <a:ext uri="{FF2B5EF4-FFF2-40B4-BE49-F238E27FC236}">
                      <a16:creationId xmlns:a16="http://schemas.microsoft.com/office/drawing/2014/main" id="{9EF928CB-61E1-B0D2-D06A-44A65E873AB9}"/>
                    </a:ext>
                  </a:extLst>
                </p14:cNvPr>
                <p14:cNvContentPartPr/>
                <p14:nvPr/>
              </p14:nvContentPartPr>
              <p14:xfrm>
                <a:off x="4580617" y="5615261"/>
                <a:ext cx="100800" cy="82080"/>
              </p14:xfrm>
            </p:contentPart>
          </mc:Choice>
          <mc:Fallback>
            <p:pic>
              <p:nvPicPr>
                <p:cNvPr id="384" name="Tinta 383">
                  <a:extLst>
                    <a:ext uri="{FF2B5EF4-FFF2-40B4-BE49-F238E27FC236}">
                      <a16:creationId xmlns:a16="http://schemas.microsoft.com/office/drawing/2014/main" id="{9EF928CB-61E1-B0D2-D06A-44A65E873AB9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4562977" y="5597621"/>
                  <a:ext cx="13644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6">
              <p14:nvContentPartPr>
                <p14:cNvPr id="385" name="Tinta 384">
                  <a:extLst>
                    <a:ext uri="{FF2B5EF4-FFF2-40B4-BE49-F238E27FC236}">
                      <a16:creationId xmlns:a16="http://schemas.microsoft.com/office/drawing/2014/main" id="{B5367969-92C4-8DEF-73E2-3BBFEFAC63CE}"/>
                    </a:ext>
                  </a:extLst>
                </p14:cNvPr>
                <p14:cNvContentPartPr/>
                <p14:nvPr/>
              </p14:nvContentPartPr>
              <p14:xfrm>
                <a:off x="4720657" y="5556941"/>
                <a:ext cx="370440" cy="129960"/>
              </p14:xfrm>
            </p:contentPart>
          </mc:Choice>
          <mc:Fallback>
            <p:pic>
              <p:nvPicPr>
                <p:cNvPr id="385" name="Tinta 384">
                  <a:extLst>
                    <a:ext uri="{FF2B5EF4-FFF2-40B4-BE49-F238E27FC236}">
                      <a16:creationId xmlns:a16="http://schemas.microsoft.com/office/drawing/2014/main" id="{B5367969-92C4-8DEF-73E2-3BBFEFAC63CE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4703017" y="5539301"/>
                  <a:ext cx="40608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8">
              <p14:nvContentPartPr>
                <p14:cNvPr id="386" name="Tinta 385">
                  <a:extLst>
                    <a:ext uri="{FF2B5EF4-FFF2-40B4-BE49-F238E27FC236}">
                      <a16:creationId xmlns:a16="http://schemas.microsoft.com/office/drawing/2014/main" id="{7358BC2A-20F2-8370-AFAC-5979DEA73D9A}"/>
                    </a:ext>
                  </a:extLst>
                </p14:cNvPr>
                <p14:cNvContentPartPr/>
                <p14:nvPr/>
              </p14:nvContentPartPr>
              <p14:xfrm>
                <a:off x="5151577" y="5554421"/>
                <a:ext cx="99360" cy="116640"/>
              </p14:xfrm>
            </p:contentPart>
          </mc:Choice>
          <mc:Fallback>
            <p:pic>
              <p:nvPicPr>
                <p:cNvPr id="386" name="Tinta 385">
                  <a:extLst>
                    <a:ext uri="{FF2B5EF4-FFF2-40B4-BE49-F238E27FC236}">
                      <a16:creationId xmlns:a16="http://schemas.microsoft.com/office/drawing/2014/main" id="{7358BC2A-20F2-8370-AFAC-5979DEA73D9A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5133937" y="5536781"/>
                  <a:ext cx="135000" cy="152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80">
            <p14:nvContentPartPr>
              <p14:cNvPr id="387" name="Tinta 386">
                <a:extLst>
                  <a:ext uri="{FF2B5EF4-FFF2-40B4-BE49-F238E27FC236}">
                    <a16:creationId xmlns:a16="http://schemas.microsoft.com/office/drawing/2014/main" id="{A0A369F6-F3F1-19D6-B9BF-6FDFBCFF3A8D}"/>
                  </a:ext>
                </a:extLst>
              </p14:cNvPr>
              <p14:cNvContentPartPr/>
              <p14:nvPr/>
            </p14:nvContentPartPr>
            <p14:xfrm>
              <a:off x="5543977" y="5573141"/>
              <a:ext cx="95760" cy="102240"/>
            </p14:xfrm>
          </p:contentPart>
        </mc:Choice>
        <mc:Fallback>
          <p:pic>
            <p:nvPicPr>
              <p:cNvPr id="387" name="Tinta 386">
                <a:extLst>
                  <a:ext uri="{FF2B5EF4-FFF2-40B4-BE49-F238E27FC236}">
                    <a16:creationId xmlns:a16="http://schemas.microsoft.com/office/drawing/2014/main" id="{A0A369F6-F3F1-19D6-B9BF-6FDFBCFF3A8D}"/>
                  </a:ext>
                </a:extLst>
              </p:cNvPr>
              <p:cNvPicPr/>
              <p:nvPr/>
            </p:nvPicPr>
            <p:blipFill>
              <a:blip r:embed="rId481"/>
              <a:stretch>
                <a:fillRect/>
              </a:stretch>
            </p:blipFill>
            <p:spPr>
              <a:xfrm>
                <a:off x="5526337" y="5555141"/>
                <a:ext cx="131400" cy="137880"/>
              </a:xfrm>
              <a:prstGeom prst="rect">
                <a:avLst/>
              </a:prstGeom>
            </p:spPr>
          </p:pic>
        </mc:Fallback>
      </mc:AlternateContent>
      <p:grpSp>
        <p:nvGrpSpPr>
          <p:cNvPr id="403" name="Agrupar 402">
            <a:extLst>
              <a:ext uri="{FF2B5EF4-FFF2-40B4-BE49-F238E27FC236}">
                <a16:creationId xmlns:a16="http://schemas.microsoft.com/office/drawing/2014/main" id="{7FBA9C7C-9ED8-2EF5-568D-0160CA7F00E5}"/>
              </a:ext>
            </a:extLst>
          </p:cNvPr>
          <p:cNvGrpSpPr/>
          <p:nvPr/>
        </p:nvGrpSpPr>
        <p:grpSpPr>
          <a:xfrm>
            <a:off x="6004777" y="5343821"/>
            <a:ext cx="1042560" cy="316080"/>
            <a:chOff x="6004777" y="5343821"/>
            <a:chExt cx="1042560" cy="316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2">
              <p14:nvContentPartPr>
                <p14:cNvPr id="388" name="Tinta 387">
                  <a:extLst>
                    <a:ext uri="{FF2B5EF4-FFF2-40B4-BE49-F238E27FC236}">
                      <a16:creationId xmlns:a16="http://schemas.microsoft.com/office/drawing/2014/main" id="{47A79333-ADC2-1D43-9112-3EFC731E7413}"/>
                    </a:ext>
                  </a:extLst>
                </p14:cNvPr>
                <p14:cNvContentPartPr/>
                <p14:nvPr/>
              </p14:nvContentPartPr>
              <p14:xfrm>
                <a:off x="6004777" y="5484221"/>
                <a:ext cx="148320" cy="175680"/>
              </p14:xfrm>
            </p:contentPart>
          </mc:Choice>
          <mc:Fallback>
            <p:pic>
              <p:nvPicPr>
                <p:cNvPr id="388" name="Tinta 387">
                  <a:extLst>
                    <a:ext uri="{FF2B5EF4-FFF2-40B4-BE49-F238E27FC236}">
                      <a16:creationId xmlns:a16="http://schemas.microsoft.com/office/drawing/2014/main" id="{47A79333-ADC2-1D43-9112-3EFC731E7413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5987137" y="5466221"/>
                  <a:ext cx="18396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4">
              <p14:nvContentPartPr>
                <p14:cNvPr id="389" name="Tinta 388">
                  <a:extLst>
                    <a:ext uri="{FF2B5EF4-FFF2-40B4-BE49-F238E27FC236}">
                      <a16:creationId xmlns:a16="http://schemas.microsoft.com/office/drawing/2014/main" id="{1525AF56-FAC8-6C28-B7CB-033789674B52}"/>
                    </a:ext>
                  </a:extLst>
                </p14:cNvPr>
                <p14:cNvContentPartPr/>
                <p14:nvPr/>
              </p14:nvContentPartPr>
              <p14:xfrm>
                <a:off x="6206377" y="5343821"/>
                <a:ext cx="423720" cy="270360"/>
              </p14:xfrm>
            </p:contentPart>
          </mc:Choice>
          <mc:Fallback>
            <p:pic>
              <p:nvPicPr>
                <p:cNvPr id="389" name="Tinta 388">
                  <a:extLst>
                    <a:ext uri="{FF2B5EF4-FFF2-40B4-BE49-F238E27FC236}">
                      <a16:creationId xmlns:a16="http://schemas.microsoft.com/office/drawing/2014/main" id="{1525AF56-FAC8-6C28-B7CB-033789674B52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6188377" y="5325821"/>
                  <a:ext cx="45936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6">
              <p14:nvContentPartPr>
                <p14:cNvPr id="390" name="Tinta 389">
                  <a:extLst>
                    <a:ext uri="{FF2B5EF4-FFF2-40B4-BE49-F238E27FC236}">
                      <a16:creationId xmlns:a16="http://schemas.microsoft.com/office/drawing/2014/main" id="{212D53D4-DFD8-BC71-2B10-B59ADA86B794}"/>
                    </a:ext>
                  </a:extLst>
                </p14:cNvPr>
                <p14:cNvContentPartPr/>
                <p14:nvPr/>
              </p14:nvContentPartPr>
              <p14:xfrm>
                <a:off x="6658177" y="5470541"/>
                <a:ext cx="389160" cy="133200"/>
              </p14:xfrm>
            </p:contentPart>
          </mc:Choice>
          <mc:Fallback>
            <p:pic>
              <p:nvPicPr>
                <p:cNvPr id="390" name="Tinta 389">
                  <a:extLst>
                    <a:ext uri="{FF2B5EF4-FFF2-40B4-BE49-F238E27FC236}">
                      <a16:creationId xmlns:a16="http://schemas.microsoft.com/office/drawing/2014/main" id="{212D53D4-DFD8-BC71-2B10-B59ADA86B794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6640177" y="5452901"/>
                  <a:ext cx="424800" cy="168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2" name="Agrupar 401">
            <a:extLst>
              <a:ext uri="{FF2B5EF4-FFF2-40B4-BE49-F238E27FC236}">
                <a16:creationId xmlns:a16="http://schemas.microsoft.com/office/drawing/2014/main" id="{5B497ABE-578C-B361-7C4C-67861A3006EA}"/>
              </a:ext>
            </a:extLst>
          </p:cNvPr>
          <p:cNvGrpSpPr/>
          <p:nvPr/>
        </p:nvGrpSpPr>
        <p:grpSpPr>
          <a:xfrm>
            <a:off x="7270537" y="5303501"/>
            <a:ext cx="271440" cy="275400"/>
            <a:chOff x="7270537" y="5303501"/>
            <a:chExt cx="271440" cy="275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8">
              <p14:nvContentPartPr>
                <p14:cNvPr id="391" name="Tinta 390">
                  <a:extLst>
                    <a:ext uri="{FF2B5EF4-FFF2-40B4-BE49-F238E27FC236}">
                      <a16:creationId xmlns:a16="http://schemas.microsoft.com/office/drawing/2014/main" id="{033C5A9A-1476-5179-7740-03999B8E1B70}"/>
                    </a:ext>
                  </a:extLst>
                </p14:cNvPr>
                <p14:cNvContentPartPr/>
                <p14:nvPr/>
              </p14:nvContentPartPr>
              <p14:xfrm>
                <a:off x="7270537" y="5303501"/>
                <a:ext cx="182880" cy="271800"/>
              </p14:xfrm>
            </p:contentPart>
          </mc:Choice>
          <mc:Fallback>
            <p:pic>
              <p:nvPicPr>
                <p:cNvPr id="391" name="Tinta 390">
                  <a:extLst>
                    <a:ext uri="{FF2B5EF4-FFF2-40B4-BE49-F238E27FC236}">
                      <a16:creationId xmlns:a16="http://schemas.microsoft.com/office/drawing/2014/main" id="{033C5A9A-1476-5179-7740-03999B8E1B70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7252537" y="5285861"/>
                  <a:ext cx="21852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0">
              <p14:nvContentPartPr>
                <p14:cNvPr id="392" name="Tinta 391">
                  <a:extLst>
                    <a:ext uri="{FF2B5EF4-FFF2-40B4-BE49-F238E27FC236}">
                      <a16:creationId xmlns:a16="http://schemas.microsoft.com/office/drawing/2014/main" id="{B386A19C-B264-8B2F-AE30-AE8904B8BE8F}"/>
                    </a:ext>
                  </a:extLst>
                </p14:cNvPr>
                <p14:cNvContentPartPr/>
                <p14:nvPr/>
              </p14:nvContentPartPr>
              <p14:xfrm>
                <a:off x="7393297" y="5457221"/>
                <a:ext cx="148680" cy="121680"/>
              </p14:xfrm>
            </p:contentPart>
          </mc:Choice>
          <mc:Fallback>
            <p:pic>
              <p:nvPicPr>
                <p:cNvPr id="392" name="Tinta 391">
                  <a:extLst>
                    <a:ext uri="{FF2B5EF4-FFF2-40B4-BE49-F238E27FC236}">
                      <a16:creationId xmlns:a16="http://schemas.microsoft.com/office/drawing/2014/main" id="{B386A19C-B264-8B2F-AE30-AE8904B8BE8F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7375657" y="5439221"/>
                  <a:ext cx="184320" cy="157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1" name="Agrupar 400">
            <a:extLst>
              <a:ext uri="{FF2B5EF4-FFF2-40B4-BE49-F238E27FC236}">
                <a16:creationId xmlns:a16="http://schemas.microsoft.com/office/drawing/2014/main" id="{1CA85D6B-9586-7707-07D6-CBF87CFB0BEA}"/>
              </a:ext>
            </a:extLst>
          </p:cNvPr>
          <p:cNvGrpSpPr/>
          <p:nvPr/>
        </p:nvGrpSpPr>
        <p:grpSpPr>
          <a:xfrm>
            <a:off x="7796857" y="5299541"/>
            <a:ext cx="843480" cy="379080"/>
            <a:chOff x="7796857" y="5299541"/>
            <a:chExt cx="843480" cy="379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2">
              <p14:nvContentPartPr>
                <p14:cNvPr id="393" name="Tinta 392">
                  <a:extLst>
                    <a:ext uri="{FF2B5EF4-FFF2-40B4-BE49-F238E27FC236}">
                      <a16:creationId xmlns:a16="http://schemas.microsoft.com/office/drawing/2014/main" id="{2AEBBDBF-2138-7ED1-6A69-7CA1F3159964}"/>
                    </a:ext>
                  </a:extLst>
                </p14:cNvPr>
                <p14:cNvContentPartPr/>
                <p14:nvPr/>
              </p14:nvContentPartPr>
              <p14:xfrm>
                <a:off x="7796857" y="5466221"/>
                <a:ext cx="197640" cy="120240"/>
              </p14:xfrm>
            </p:contentPart>
          </mc:Choice>
          <mc:Fallback>
            <p:pic>
              <p:nvPicPr>
                <p:cNvPr id="393" name="Tinta 392">
                  <a:extLst>
                    <a:ext uri="{FF2B5EF4-FFF2-40B4-BE49-F238E27FC236}">
                      <a16:creationId xmlns:a16="http://schemas.microsoft.com/office/drawing/2014/main" id="{2AEBBDBF-2138-7ED1-6A69-7CA1F3159964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7779217" y="5448581"/>
                  <a:ext cx="23328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4">
              <p14:nvContentPartPr>
                <p14:cNvPr id="394" name="Tinta 393">
                  <a:extLst>
                    <a:ext uri="{FF2B5EF4-FFF2-40B4-BE49-F238E27FC236}">
                      <a16:creationId xmlns:a16="http://schemas.microsoft.com/office/drawing/2014/main" id="{84750F2B-9C79-D173-6629-F7B213FB42F5}"/>
                    </a:ext>
                  </a:extLst>
                </p14:cNvPr>
                <p14:cNvContentPartPr/>
                <p14:nvPr/>
              </p14:nvContentPartPr>
              <p14:xfrm>
                <a:off x="7814137" y="5486381"/>
                <a:ext cx="132120" cy="55080"/>
              </p14:xfrm>
            </p:contentPart>
          </mc:Choice>
          <mc:Fallback>
            <p:pic>
              <p:nvPicPr>
                <p:cNvPr id="394" name="Tinta 393">
                  <a:extLst>
                    <a:ext uri="{FF2B5EF4-FFF2-40B4-BE49-F238E27FC236}">
                      <a16:creationId xmlns:a16="http://schemas.microsoft.com/office/drawing/2014/main" id="{84750F2B-9C79-D173-6629-F7B213FB42F5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7796497" y="5468381"/>
                  <a:ext cx="16776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6">
              <p14:nvContentPartPr>
                <p14:cNvPr id="395" name="Tinta 394">
                  <a:extLst>
                    <a:ext uri="{FF2B5EF4-FFF2-40B4-BE49-F238E27FC236}">
                      <a16:creationId xmlns:a16="http://schemas.microsoft.com/office/drawing/2014/main" id="{36ADD6DC-7431-F14F-6BC1-1B16973C6AE4}"/>
                    </a:ext>
                  </a:extLst>
                </p14:cNvPr>
                <p14:cNvContentPartPr/>
                <p14:nvPr/>
              </p14:nvContentPartPr>
              <p14:xfrm>
                <a:off x="8030497" y="5437061"/>
                <a:ext cx="102960" cy="134640"/>
              </p14:xfrm>
            </p:contentPart>
          </mc:Choice>
          <mc:Fallback>
            <p:pic>
              <p:nvPicPr>
                <p:cNvPr id="395" name="Tinta 394">
                  <a:extLst>
                    <a:ext uri="{FF2B5EF4-FFF2-40B4-BE49-F238E27FC236}">
                      <a16:creationId xmlns:a16="http://schemas.microsoft.com/office/drawing/2014/main" id="{36ADD6DC-7431-F14F-6BC1-1B16973C6AE4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8012497" y="5419421"/>
                  <a:ext cx="13860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8">
              <p14:nvContentPartPr>
                <p14:cNvPr id="396" name="Tinta 395">
                  <a:extLst>
                    <a:ext uri="{FF2B5EF4-FFF2-40B4-BE49-F238E27FC236}">
                      <a16:creationId xmlns:a16="http://schemas.microsoft.com/office/drawing/2014/main" id="{71CB74A2-97D3-1A5D-1330-A7DDDA785917}"/>
                    </a:ext>
                  </a:extLst>
                </p14:cNvPr>
                <p14:cNvContentPartPr/>
                <p14:nvPr/>
              </p14:nvContentPartPr>
              <p14:xfrm>
                <a:off x="8224177" y="5299541"/>
                <a:ext cx="75960" cy="379080"/>
              </p14:xfrm>
            </p:contentPart>
          </mc:Choice>
          <mc:Fallback>
            <p:pic>
              <p:nvPicPr>
                <p:cNvPr id="396" name="Tinta 395">
                  <a:extLst>
                    <a:ext uri="{FF2B5EF4-FFF2-40B4-BE49-F238E27FC236}">
                      <a16:creationId xmlns:a16="http://schemas.microsoft.com/office/drawing/2014/main" id="{71CB74A2-97D3-1A5D-1330-A7DDDA785917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8206537" y="5281901"/>
                  <a:ext cx="111600" cy="41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0">
              <p14:nvContentPartPr>
                <p14:cNvPr id="397" name="Tinta 396">
                  <a:extLst>
                    <a:ext uri="{FF2B5EF4-FFF2-40B4-BE49-F238E27FC236}">
                      <a16:creationId xmlns:a16="http://schemas.microsoft.com/office/drawing/2014/main" id="{5CE8B9F1-4F91-45B6-90A4-9D66C826F40A}"/>
                    </a:ext>
                  </a:extLst>
                </p14:cNvPr>
                <p14:cNvContentPartPr/>
                <p14:nvPr/>
              </p14:nvContentPartPr>
              <p14:xfrm>
                <a:off x="8180617" y="5451821"/>
                <a:ext cx="331920" cy="105120"/>
              </p14:xfrm>
            </p:contentPart>
          </mc:Choice>
          <mc:Fallback>
            <p:pic>
              <p:nvPicPr>
                <p:cNvPr id="397" name="Tinta 396">
                  <a:extLst>
                    <a:ext uri="{FF2B5EF4-FFF2-40B4-BE49-F238E27FC236}">
                      <a16:creationId xmlns:a16="http://schemas.microsoft.com/office/drawing/2014/main" id="{5CE8B9F1-4F91-45B6-90A4-9D66C826F40A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8162977" y="5433821"/>
                  <a:ext cx="36756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2">
              <p14:nvContentPartPr>
                <p14:cNvPr id="398" name="Tinta 397">
                  <a:extLst>
                    <a:ext uri="{FF2B5EF4-FFF2-40B4-BE49-F238E27FC236}">
                      <a16:creationId xmlns:a16="http://schemas.microsoft.com/office/drawing/2014/main" id="{339A662E-3C32-512A-CDDA-8DFBA03E48CF}"/>
                    </a:ext>
                  </a:extLst>
                </p14:cNvPr>
                <p14:cNvContentPartPr/>
                <p14:nvPr/>
              </p14:nvContentPartPr>
              <p14:xfrm>
                <a:off x="8375737" y="5469461"/>
                <a:ext cx="120960" cy="60840"/>
              </p14:xfrm>
            </p:contentPart>
          </mc:Choice>
          <mc:Fallback>
            <p:pic>
              <p:nvPicPr>
                <p:cNvPr id="398" name="Tinta 397">
                  <a:extLst>
                    <a:ext uri="{FF2B5EF4-FFF2-40B4-BE49-F238E27FC236}">
                      <a16:creationId xmlns:a16="http://schemas.microsoft.com/office/drawing/2014/main" id="{339A662E-3C32-512A-CDDA-8DFBA03E48CF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8357737" y="5451821"/>
                  <a:ext cx="15660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4">
              <p14:nvContentPartPr>
                <p14:cNvPr id="399" name="Tinta 398">
                  <a:extLst>
                    <a:ext uri="{FF2B5EF4-FFF2-40B4-BE49-F238E27FC236}">
                      <a16:creationId xmlns:a16="http://schemas.microsoft.com/office/drawing/2014/main" id="{E248B775-0598-196E-B679-43823173CAF4}"/>
                    </a:ext>
                  </a:extLst>
                </p14:cNvPr>
                <p14:cNvContentPartPr/>
                <p14:nvPr/>
              </p14:nvContentPartPr>
              <p14:xfrm>
                <a:off x="8559337" y="5426981"/>
                <a:ext cx="81000" cy="104400"/>
              </p14:xfrm>
            </p:contentPart>
          </mc:Choice>
          <mc:Fallback>
            <p:pic>
              <p:nvPicPr>
                <p:cNvPr id="399" name="Tinta 398">
                  <a:extLst>
                    <a:ext uri="{FF2B5EF4-FFF2-40B4-BE49-F238E27FC236}">
                      <a16:creationId xmlns:a16="http://schemas.microsoft.com/office/drawing/2014/main" id="{E248B775-0598-196E-B679-43823173CAF4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8541697" y="5409341"/>
                  <a:ext cx="116640" cy="140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06">
            <p14:nvContentPartPr>
              <p14:cNvPr id="405" name="Tinta 404">
                <a:extLst>
                  <a:ext uri="{FF2B5EF4-FFF2-40B4-BE49-F238E27FC236}">
                    <a16:creationId xmlns:a16="http://schemas.microsoft.com/office/drawing/2014/main" id="{A97EE380-C4D9-B40A-5F0E-E92F457D6A10}"/>
                  </a:ext>
                </a:extLst>
              </p14:cNvPr>
              <p14:cNvContentPartPr/>
              <p14:nvPr/>
            </p14:nvContentPartPr>
            <p14:xfrm>
              <a:off x="8679937" y="5410421"/>
              <a:ext cx="110880" cy="129240"/>
            </p14:xfrm>
          </p:contentPart>
        </mc:Choice>
        <mc:Fallback>
          <p:pic>
            <p:nvPicPr>
              <p:cNvPr id="405" name="Tinta 404">
                <a:extLst>
                  <a:ext uri="{FF2B5EF4-FFF2-40B4-BE49-F238E27FC236}">
                    <a16:creationId xmlns:a16="http://schemas.microsoft.com/office/drawing/2014/main" id="{A97EE380-C4D9-B40A-5F0E-E92F457D6A10}"/>
                  </a:ext>
                </a:extLst>
              </p:cNvPr>
              <p:cNvPicPr/>
              <p:nvPr/>
            </p:nvPicPr>
            <p:blipFill>
              <a:blip r:embed="rId507"/>
              <a:stretch>
                <a:fillRect/>
              </a:stretch>
            </p:blipFill>
            <p:spPr>
              <a:xfrm>
                <a:off x="8661937" y="5392421"/>
                <a:ext cx="146520" cy="16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8">
            <p14:nvContentPartPr>
              <p14:cNvPr id="406" name="Tinta 405">
                <a:extLst>
                  <a:ext uri="{FF2B5EF4-FFF2-40B4-BE49-F238E27FC236}">
                    <a16:creationId xmlns:a16="http://schemas.microsoft.com/office/drawing/2014/main" id="{A3938857-42E2-C7A0-1B1E-9409AC00CFC6}"/>
                  </a:ext>
                </a:extLst>
              </p14:cNvPr>
              <p14:cNvContentPartPr/>
              <p14:nvPr/>
            </p14:nvContentPartPr>
            <p14:xfrm>
              <a:off x="8924377" y="5531021"/>
              <a:ext cx="360" cy="360"/>
            </p14:xfrm>
          </p:contentPart>
        </mc:Choice>
        <mc:Fallback>
          <p:pic>
            <p:nvPicPr>
              <p:cNvPr id="406" name="Tinta 405">
                <a:extLst>
                  <a:ext uri="{FF2B5EF4-FFF2-40B4-BE49-F238E27FC236}">
                    <a16:creationId xmlns:a16="http://schemas.microsoft.com/office/drawing/2014/main" id="{A3938857-42E2-C7A0-1B1E-9409AC00CFC6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8906737" y="5513381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9">
            <p14:nvContentPartPr>
              <p14:cNvPr id="407" name="Tinta 406">
                <a:extLst>
                  <a:ext uri="{FF2B5EF4-FFF2-40B4-BE49-F238E27FC236}">
                    <a16:creationId xmlns:a16="http://schemas.microsoft.com/office/drawing/2014/main" id="{4D846829-573B-5CBA-464B-3C5D1B150A96}"/>
                  </a:ext>
                </a:extLst>
              </p14:cNvPr>
              <p14:cNvContentPartPr/>
              <p14:nvPr/>
            </p14:nvContentPartPr>
            <p14:xfrm>
              <a:off x="8909617" y="5437061"/>
              <a:ext cx="360" cy="360"/>
            </p14:xfrm>
          </p:contentPart>
        </mc:Choice>
        <mc:Fallback>
          <p:pic>
            <p:nvPicPr>
              <p:cNvPr id="407" name="Tinta 406">
                <a:extLst>
                  <a:ext uri="{FF2B5EF4-FFF2-40B4-BE49-F238E27FC236}">
                    <a16:creationId xmlns:a16="http://schemas.microsoft.com/office/drawing/2014/main" id="{4D846829-573B-5CBA-464B-3C5D1B150A96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8891977" y="5419421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15" name="Agrupar 414">
            <a:extLst>
              <a:ext uri="{FF2B5EF4-FFF2-40B4-BE49-F238E27FC236}">
                <a16:creationId xmlns:a16="http://schemas.microsoft.com/office/drawing/2014/main" id="{8C761D7A-3E6F-46B4-74D1-D6F3579622DC}"/>
              </a:ext>
            </a:extLst>
          </p:cNvPr>
          <p:cNvGrpSpPr/>
          <p:nvPr/>
        </p:nvGrpSpPr>
        <p:grpSpPr>
          <a:xfrm>
            <a:off x="9491017" y="5291981"/>
            <a:ext cx="506880" cy="286200"/>
            <a:chOff x="9491017" y="5291981"/>
            <a:chExt cx="506880" cy="286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0">
              <p14:nvContentPartPr>
                <p14:cNvPr id="408" name="Tinta 407">
                  <a:extLst>
                    <a:ext uri="{FF2B5EF4-FFF2-40B4-BE49-F238E27FC236}">
                      <a16:creationId xmlns:a16="http://schemas.microsoft.com/office/drawing/2014/main" id="{29FE1D4B-9722-7854-63A1-4EBC182538F9}"/>
                    </a:ext>
                  </a:extLst>
                </p14:cNvPr>
                <p14:cNvContentPartPr/>
                <p14:nvPr/>
              </p14:nvContentPartPr>
              <p14:xfrm>
                <a:off x="9491017" y="5291981"/>
                <a:ext cx="235080" cy="286200"/>
              </p14:xfrm>
            </p:contentPart>
          </mc:Choice>
          <mc:Fallback>
            <p:pic>
              <p:nvPicPr>
                <p:cNvPr id="408" name="Tinta 407">
                  <a:extLst>
                    <a:ext uri="{FF2B5EF4-FFF2-40B4-BE49-F238E27FC236}">
                      <a16:creationId xmlns:a16="http://schemas.microsoft.com/office/drawing/2014/main" id="{29FE1D4B-9722-7854-63A1-4EBC182538F9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9473017" y="5273981"/>
                  <a:ext cx="27072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2">
              <p14:nvContentPartPr>
                <p14:cNvPr id="409" name="Tinta 408">
                  <a:extLst>
                    <a:ext uri="{FF2B5EF4-FFF2-40B4-BE49-F238E27FC236}">
                      <a16:creationId xmlns:a16="http://schemas.microsoft.com/office/drawing/2014/main" id="{D656F8C0-79EE-CF6D-1591-8A8CF5931888}"/>
                    </a:ext>
                  </a:extLst>
                </p14:cNvPr>
                <p14:cNvContentPartPr/>
                <p14:nvPr/>
              </p14:nvContentPartPr>
              <p14:xfrm>
                <a:off x="9842377" y="5516621"/>
                <a:ext cx="155520" cy="10440"/>
              </p14:xfrm>
            </p:contentPart>
          </mc:Choice>
          <mc:Fallback>
            <p:pic>
              <p:nvPicPr>
                <p:cNvPr id="409" name="Tinta 408">
                  <a:extLst>
                    <a:ext uri="{FF2B5EF4-FFF2-40B4-BE49-F238E27FC236}">
                      <a16:creationId xmlns:a16="http://schemas.microsoft.com/office/drawing/2014/main" id="{D656F8C0-79EE-CF6D-1591-8A8CF5931888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9824377" y="5498621"/>
                  <a:ext cx="19116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4">
              <p14:nvContentPartPr>
                <p14:cNvPr id="410" name="Tinta 409">
                  <a:extLst>
                    <a:ext uri="{FF2B5EF4-FFF2-40B4-BE49-F238E27FC236}">
                      <a16:creationId xmlns:a16="http://schemas.microsoft.com/office/drawing/2014/main" id="{86F2BD70-7D5E-7F1B-B969-DA694C7FD443}"/>
                    </a:ext>
                  </a:extLst>
                </p14:cNvPr>
                <p14:cNvContentPartPr/>
                <p14:nvPr/>
              </p14:nvContentPartPr>
              <p14:xfrm>
                <a:off x="9806377" y="5411501"/>
                <a:ext cx="170640" cy="27360"/>
              </p14:xfrm>
            </p:contentPart>
          </mc:Choice>
          <mc:Fallback>
            <p:pic>
              <p:nvPicPr>
                <p:cNvPr id="410" name="Tinta 409">
                  <a:extLst>
                    <a:ext uri="{FF2B5EF4-FFF2-40B4-BE49-F238E27FC236}">
                      <a16:creationId xmlns:a16="http://schemas.microsoft.com/office/drawing/2014/main" id="{86F2BD70-7D5E-7F1B-B969-DA694C7FD443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9788377" y="5393501"/>
                  <a:ext cx="206280" cy="63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16">
            <p14:nvContentPartPr>
              <p14:cNvPr id="413" name="Tinta 412">
                <a:extLst>
                  <a:ext uri="{FF2B5EF4-FFF2-40B4-BE49-F238E27FC236}">
                    <a16:creationId xmlns:a16="http://schemas.microsoft.com/office/drawing/2014/main" id="{76FA3C72-7DAA-5966-F1C0-8D5803A0BF5A}"/>
                  </a:ext>
                </a:extLst>
              </p14:cNvPr>
              <p14:cNvContentPartPr/>
              <p14:nvPr/>
            </p14:nvContentPartPr>
            <p14:xfrm>
              <a:off x="10258177" y="5642261"/>
              <a:ext cx="157320" cy="251640"/>
            </p14:xfrm>
          </p:contentPart>
        </mc:Choice>
        <mc:Fallback>
          <p:pic>
            <p:nvPicPr>
              <p:cNvPr id="413" name="Tinta 412">
                <a:extLst>
                  <a:ext uri="{FF2B5EF4-FFF2-40B4-BE49-F238E27FC236}">
                    <a16:creationId xmlns:a16="http://schemas.microsoft.com/office/drawing/2014/main" id="{76FA3C72-7DAA-5966-F1C0-8D5803A0BF5A}"/>
                  </a:ext>
                </a:extLst>
              </p:cNvPr>
              <p:cNvPicPr/>
              <p:nvPr/>
            </p:nvPicPr>
            <p:blipFill>
              <a:blip r:embed="rId517"/>
              <a:stretch>
                <a:fillRect/>
              </a:stretch>
            </p:blipFill>
            <p:spPr>
              <a:xfrm>
                <a:off x="10240537" y="5624261"/>
                <a:ext cx="192960" cy="287280"/>
              </a:xfrm>
              <a:prstGeom prst="rect">
                <a:avLst/>
              </a:prstGeom>
            </p:spPr>
          </p:pic>
        </mc:Fallback>
      </mc:AlternateContent>
      <p:grpSp>
        <p:nvGrpSpPr>
          <p:cNvPr id="425" name="Agrupar 424">
            <a:extLst>
              <a:ext uri="{FF2B5EF4-FFF2-40B4-BE49-F238E27FC236}">
                <a16:creationId xmlns:a16="http://schemas.microsoft.com/office/drawing/2014/main" id="{EE132659-123D-6780-1132-FED0C271D7EB}"/>
              </a:ext>
            </a:extLst>
          </p:cNvPr>
          <p:cNvGrpSpPr/>
          <p:nvPr/>
        </p:nvGrpSpPr>
        <p:grpSpPr>
          <a:xfrm>
            <a:off x="10211017" y="5073821"/>
            <a:ext cx="959400" cy="455400"/>
            <a:chOff x="10211017" y="5073821"/>
            <a:chExt cx="959400" cy="455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8">
              <p14:nvContentPartPr>
                <p14:cNvPr id="411" name="Tinta 410">
                  <a:extLst>
                    <a:ext uri="{FF2B5EF4-FFF2-40B4-BE49-F238E27FC236}">
                      <a16:creationId xmlns:a16="http://schemas.microsoft.com/office/drawing/2014/main" id="{CBA794A1-E9D6-3E83-D615-0C4A0271E82D}"/>
                    </a:ext>
                  </a:extLst>
                </p14:cNvPr>
                <p14:cNvContentPartPr/>
                <p14:nvPr/>
              </p14:nvContentPartPr>
              <p14:xfrm>
                <a:off x="10211017" y="5163461"/>
                <a:ext cx="143280" cy="317880"/>
              </p14:xfrm>
            </p:contentPart>
          </mc:Choice>
          <mc:Fallback>
            <p:pic>
              <p:nvPicPr>
                <p:cNvPr id="411" name="Tinta 410">
                  <a:extLst>
                    <a:ext uri="{FF2B5EF4-FFF2-40B4-BE49-F238E27FC236}">
                      <a16:creationId xmlns:a16="http://schemas.microsoft.com/office/drawing/2014/main" id="{CBA794A1-E9D6-3E83-D615-0C4A0271E82D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10193377" y="5145461"/>
                  <a:ext cx="178920" cy="35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0">
              <p14:nvContentPartPr>
                <p14:cNvPr id="412" name="Tinta 411">
                  <a:extLst>
                    <a:ext uri="{FF2B5EF4-FFF2-40B4-BE49-F238E27FC236}">
                      <a16:creationId xmlns:a16="http://schemas.microsoft.com/office/drawing/2014/main" id="{06C1F9DD-AB50-3A3B-35FE-811AB1CF5D33}"/>
                    </a:ext>
                  </a:extLst>
                </p14:cNvPr>
                <p14:cNvContentPartPr/>
                <p14:nvPr/>
              </p14:nvContentPartPr>
              <p14:xfrm>
                <a:off x="10235857" y="5514461"/>
                <a:ext cx="287280" cy="14760"/>
              </p14:xfrm>
            </p:contentPart>
          </mc:Choice>
          <mc:Fallback>
            <p:pic>
              <p:nvPicPr>
                <p:cNvPr id="412" name="Tinta 411">
                  <a:extLst>
                    <a:ext uri="{FF2B5EF4-FFF2-40B4-BE49-F238E27FC236}">
                      <a16:creationId xmlns:a16="http://schemas.microsoft.com/office/drawing/2014/main" id="{06C1F9DD-AB50-3A3B-35FE-811AB1CF5D33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10218217" y="5496461"/>
                  <a:ext cx="32292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2">
              <p14:nvContentPartPr>
                <p14:cNvPr id="416" name="Tinta 415">
                  <a:extLst>
                    <a:ext uri="{FF2B5EF4-FFF2-40B4-BE49-F238E27FC236}">
                      <a16:creationId xmlns:a16="http://schemas.microsoft.com/office/drawing/2014/main" id="{9E0F92A5-3E7C-F5D6-4F08-89AFAB3AB353}"/>
                    </a:ext>
                  </a:extLst>
                </p14:cNvPr>
                <p14:cNvContentPartPr/>
                <p14:nvPr/>
              </p14:nvContentPartPr>
              <p14:xfrm>
                <a:off x="10587577" y="5490701"/>
                <a:ext cx="360" cy="360"/>
              </p14:xfrm>
            </p:contentPart>
          </mc:Choice>
          <mc:Fallback>
            <p:pic>
              <p:nvPicPr>
                <p:cNvPr id="416" name="Tinta 415">
                  <a:extLst>
                    <a:ext uri="{FF2B5EF4-FFF2-40B4-BE49-F238E27FC236}">
                      <a16:creationId xmlns:a16="http://schemas.microsoft.com/office/drawing/2014/main" id="{9E0F92A5-3E7C-F5D6-4F08-89AFAB3AB353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569577" y="547306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3">
              <p14:nvContentPartPr>
                <p14:cNvPr id="417" name="Tinta 416">
                  <a:extLst>
                    <a:ext uri="{FF2B5EF4-FFF2-40B4-BE49-F238E27FC236}">
                      <a16:creationId xmlns:a16="http://schemas.microsoft.com/office/drawing/2014/main" id="{A997DD9D-0CCD-B968-5499-ECB907E844CD}"/>
                    </a:ext>
                  </a:extLst>
                </p14:cNvPr>
                <p14:cNvContentPartPr/>
                <p14:nvPr/>
              </p14:nvContentPartPr>
              <p14:xfrm>
                <a:off x="10696657" y="5364701"/>
                <a:ext cx="6480" cy="113400"/>
              </p14:xfrm>
            </p:contentPart>
          </mc:Choice>
          <mc:Fallback>
            <p:pic>
              <p:nvPicPr>
                <p:cNvPr id="417" name="Tinta 416">
                  <a:extLst>
                    <a:ext uri="{FF2B5EF4-FFF2-40B4-BE49-F238E27FC236}">
                      <a16:creationId xmlns:a16="http://schemas.microsoft.com/office/drawing/2014/main" id="{A997DD9D-0CCD-B968-5499-ECB907E844CD}"/>
                    </a:ext>
                  </a:extLst>
                </p:cNvPr>
                <p:cNvPicPr/>
                <p:nvPr/>
              </p:nvPicPr>
              <p:blipFill>
                <a:blip r:embed="rId524"/>
                <a:stretch>
                  <a:fillRect/>
                </a:stretch>
              </p:blipFill>
              <p:spPr>
                <a:xfrm>
                  <a:off x="10679017" y="5346701"/>
                  <a:ext cx="4212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5">
              <p14:nvContentPartPr>
                <p14:cNvPr id="418" name="Tinta 417">
                  <a:extLst>
                    <a:ext uri="{FF2B5EF4-FFF2-40B4-BE49-F238E27FC236}">
                      <a16:creationId xmlns:a16="http://schemas.microsoft.com/office/drawing/2014/main" id="{8AB9F806-068D-EBF9-7BB0-CC21061141B5}"/>
                    </a:ext>
                  </a:extLst>
                </p14:cNvPr>
                <p14:cNvContentPartPr/>
                <p14:nvPr/>
              </p14:nvContentPartPr>
              <p14:xfrm>
                <a:off x="10757497" y="5339861"/>
                <a:ext cx="11520" cy="154440"/>
              </p14:xfrm>
            </p:contentPart>
          </mc:Choice>
          <mc:Fallback>
            <p:pic>
              <p:nvPicPr>
                <p:cNvPr id="418" name="Tinta 417">
                  <a:extLst>
                    <a:ext uri="{FF2B5EF4-FFF2-40B4-BE49-F238E27FC236}">
                      <a16:creationId xmlns:a16="http://schemas.microsoft.com/office/drawing/2014/main" id="{8AB9F806-068D-EBF9-7BB0-CC21061141B5}"/>
                    </a:ext>
                  </a:extLst>
                </p:cNvPr>
                <p:cNvPicPr/>
                <p:nvPr/>
              </p:nvPicPr>
              <p:blipFill>
                <a:blip r:embed="rId526"/>
                <a:stretch>
                  <a:fillRect/>
                </a:stretch>
              </p:blipFill>
              <p:spPr>
                <a:xfrm>
                  <a:off x="10739857" y="5322221"/>
                  <a:ext cx="4716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7">
              <p14:nvContentPartPr>
                <p14:cNvPr id="419" name="Tinta 418">
                  <a:extLst>
                    <a:ext uri="{FF2B5EF4-FFF2-40B4-BE49-F238E27FC236}">
                      <a16:creationId xmlns:a16="http://schemas.microsoft.com/office/drawing/2014/main" id="{12F064EA-4EE3-F1CD-D891-D59B3F4B6E50}"/>
                    </a:ext>
                  </a:extLst>
                </p14:cNvPr>
                <p14:cNvContentPartPr/>
                <p14:nvPr/>
              </p14:nvContentPartPr>
              <p14:xfrm>
                <a:off x="10654537" y="5344541"/>
                <a:ext cx="144360" cy="21600"/>
              </p14:xfrm>
            </p:contentPart>
          </mc:Choice>
          <mc:Fallback>
            <p:pic>
              <p:nvPicPr>
                <p:cNvPr id="419" name="Tinta 418">
                  <a:extLst>
                    <a:ext uri="{FF2B5EF4-FFF2-40B4-BE49-F238E27FC236}">
                      <a16:creationId xmlns:a16="http://schemas.microsoft.com/office/drawing/2014/main" id="{12F064EA-4EE3-F1CD-D891-D59B3F4B6E50}"/>
                    </a:ext>
                  </a:extLst>
                </p:cNvPr>
                <p:cNvPicPr/>
                <p:nvPr/>
              </p:nvPicPr>
              <p:blipFill>
                <a:blip r:embed="rId528"/>
                <a:stretch>
                  <a:fillRect/>
                </a:stretch>
              </p:blipFill>
              <p:spPr>
                <a:xfrm>
                  <a:off x="10636537" y="5326541"/>
                  <a:ext cx="18000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9">
              <p14:nvContentPartPr>
                <p14:cNvPr id="420" name="Tinta 419">
                  <a:extLst>
                    <a:ext uri="{FF2B5EF4-FFF2-40B4-BE49-F238E27FC236}">
                      <a16:creationId xmlns:a16="http://schemas.microsoft.com/office/drawing/2014/main" id="{D7217A5C-6D70-9D47-45A0-0C5BCD50F6C8}"/>
                    </a:ext>
                  </a:extLst>
                </p14:cNvPr>
                <p14:cNvContentPartPr/>
                <p14:nvPr/>
              </p14:nvContentPartPr>
              <p14:xfrm>
                <a:off x="10851817" y="5466221"/>
                <a:ext cx="360" cy="360"/>
              </p14:xfrm>
            </p:contentPart>
          </mc:Choice>
          <mc:Fallback>
            <p:pic>
              <p:nvPicPr>
                <p:cNvPr id="420" name="Tinta 419">
                  <a:extLst>
                    <a:ext uri="{FF2B5EF4-FFF2-40B4-BE49-F238E27FC236}">
                      <a16:creationId xmlns:a16="http://schemas.microsoft.com/office/drawing/2014/main" id="{D7217A5C-6D70-9D47-45A0-0C5BCD50F6C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834177" y="544858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0">
              <p14:nvContentPartPr>
                <p14:cNvPr id="422" name="Tinta 421">
                  <a:extLst>
                    <a:ext uri="{FF2B5EF4-FFF2-40B4-BE49-F238E27FC236}">
                      <a16:creationId xmlns:a16="http://schemas.microsoft.com/office/drawing/2014/main" id="{35AD3C00-43DD-F79B-A3B7-75EEB0989402}"/>
                    </a:ext>
                  </a:extLst>
                </p14:cNvPr>
                <p14:cNvContentPartPr/>
                <p14:nvPr/>
              </p14:nvContentPartPr>
              <p14:xfrm>
                <a:off x="10983577" y="5262821"/>
                <a:ext cx="22680" cy="231840"/>
              </p14:xfrm>
            </p:contentPart>
          </mc:Choice>
          <mc:Fallback>
            <p:pic>
              <p:nvPicPr>
                <p:cNvPr id="422" name="Tinta 421">
                  <a:extLst>
                    <a:ext uri="{FF2B5EF4-FFF2-40B4-BE49-F238E27FC236}">
                      <a16:creationId xmlns:a16="http://schemas.microsoft.com/office/drawing/2014/main" id="{35AD3C00-43DD-F79B-A3B7-75EEB0989402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10965937" y="5244821"/>
                  <a:ext cx="5832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2">
              <p14:nvContentPartPr>
                <p14:cNvPr id="423" name="Tinta 422">
                  <a:extLst>
                    <a:ext uri="{FF2B5EF4-FFF2-40B4-BE49-F238E27FC236}">
                      <a16:creationId xmlns:a16="http://schemas.microsoft.com/office/drawing/2014/main" id="{6B83A25F-22CA-3ADE-0AA0-E60D1C3A9F9E}"/>
                    </a:ext>
                  </a:extLst>
                </p14:cNvPr>
                <p14:cNvContentPartPr/>
                <p14:nvPr/>
              </p14:nvContentPartPr>
              <p14:xfrm>
                <a:off x="10969897" y="5255981"/>
                <a:ext cx="191520" cy="235080"/>
              </p14:xfrm>
            </p:contentPart>
          </mc:Choice>
          <mc:Fallback>
            <p:pic>
              <p:nvPicPr>
                <p:cNvPr id="423" name="Tinta 422">
                  <a:extLst>
                    <a:ext uri="{FF2B5EF4-FFF2-40B4-BE49-F238E27FC236}">
                      <a16:creationId xmlns:a16="http://schemas.microsoft.com/office/drawing/2014/main" id="{6B83A25F-22CA-3ADE-0AA0-E60D1C3A9F9E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10952257" y="5238341"/>
                  <a:ext cx="22716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4">
              <p14:nvContentPartPr>
                <p14:cNvPr id="424" name="Tinta 423">
                  <a:extLst>
                    <a:ext uri="{FF2B5EF4-FFF2-40B4-BE49-F238E27FC236}">
                      <a16:creationId xmlns:a16="http://schemas.microsoft.com/office/drawing/2014/main" id="{85E97A91-0EB7-2976-55E8-61346E1FD036}"/>
                    </a:ext>
                  </a:extLst>
                </p14:cNvPr>
                <p14:cNvContentPartPr/>
                <p14:nvPr/>
              </p14:nvContentPartPr>
              <p14:xfrm>
                <a:off x="11091577" y="5073821"/>
                <a:ext cx="78840" cy="163440"/>
              </p14:xfrm>
            </p:contentPart>
          </mc:Choice>
          <mc:Fallback>
            <p:pic>
              <p:nvPicPr>
                <p:cNvPr id="424" name="Tinta 423">
                  <a:extLst>
                    <a:ext uri="{FF2B5EF4-FFF2-40B4-BE49-F238E27FC236}">
                      <a16:creationId xmlns:a16="http://schemas.microsoft.com/office/drawing/2014/main" id="{85E97A91-0EB7-2976-55E8-61346E1FD036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11073937" y="5056181"/>
                  <a:ext cx="114480" cy="199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3327905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2">
            <a:extLst>
              <a:ext uri="{FF2B5EF4-FFF2-40B4-BE49-F238E27FC236}">
                <a16:creationId xmlns:a16="http://schemas.microsoft.com/office/drawing/2014/main" id="{A0B03B41-9916-6511-DC0F-FCF6A574E0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588" y="344181"/>
            <a:ext cx="971550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5" name="Agrupar 14">
            <a:extLst>
              <a:ext uri="{FF2B5EF4-FFF2-40B4-BE49-F238E27FC236}">
                <a16:creationId xmlns:a16="http://schemas.microsoft.com/office/drawing/2014/main" id="{A70F312E-B84E-D521-6595-28469625444F}"/>
              </a:ext>
            </a:extLst>
          </p:cNvPr>
          <p:cNvGrpSpPr/>
          <p:nvPr/>
        </p:nvGrpSpPr>
        <p:grpSpPr>
          <a:xfrm>
            <a:off x="628897" y="1393181"/>
            <a:ext cx="1263960" cy="465840"/>
            <a:chOff x="628897" y="1393181"/>
            <a:chExt cx="1263960" cy="465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3" name="Tinta 2">
                  <a:extLst>
                    <a:ext uri="{FF2B5EF4-FFF2-40B4-BE49-F238E27FC236}">
                      <a16:creationId xmlns:a16="http://schemas.microsoft.com/office/drawing/2014/main" id="{62E68A29-9408-BB2F-58D1-97AF7DBFAC53}"/>
                    </a:ext>
                  </a:extLst>
                </p14:cNvPr>
                <p14:cNvContentPartPr/>
                <p14:nvPr/>
              </p14:nvContentPartPr>
              <p14:xfrm>
                <a:off x="644737" y="1452581"/>
                <a:ext cx="30240" cy="203760"/>
              </p14:xfrm>
            </p:contentPart>
          </mc:Choice>
          <mc:Fallback>
            <p:pic>
              <p:nvPicPr>
                <p:cNvPr id="3" name="Tinta 2">
                  <a:extLst>
                    <a:ext uri="{FF2B5EF4-FFF2-40B4-BE49-F238E27FC236}">
                      <a16:creationId xmlns:a16="http://schemas.microsoft.com/office/drawing/2014/main" id="{62E68A29-9408-BB2F-58D1-97AF7DBFAC53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27097" y="1434941"/>
                  <a:ext cx="6588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4" name="Tinta 3">
                  <a:extLst>
                    <a:ext uri="{FF2B5EF4-FFF2-40B4-BE49-F238E27FC236}">
                      <a16:creationId xmlns:a16="http://schemas.microsoft.com/office/drawing/2014/main" id="{5ECCEEC2-4BA2-6945-DF65-0140446E81D5}"/>
                    </a:ext>
                  </a:extLst>
                </p14:cNvPr>
                <p14:cNvContentPartPr/>
                <p14:nvPr/>
              </p14:nvContentPartPr>
              <p14:xfrm>
                <a:off x="628897" y="1393181"/>
                <a:ext cx="144360" cy="266040"/>
              </p14:xfrm>
            </p:contentPart>
          </mc:Choice>
          <mc:Fallback>
            <p:pic>
              <p:nvPicPr>
                <p:cNvPr id="4" name="Tinta 3">
                  <a:extLst>
                    <a:ext uri="{FF2B5EF4-FFF2-40B4-BE49-F238E27FC236}">
                      <a16:creationId xmlns:a16="http://schemas.microsoft.com/office/drawing/2014/main" id="{5ECCEEC2-4BA2-6945-DF65-0140446E81D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10897" y="1375181"/>
                  <a:ext cx="18000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5" name="Tinta 4">
                  <a:extLst>
                    <a:ext uri="{FF2B5EF4-FFF2-40B4-BE49-F238E27FC236}">
                      <a16:creationId xmlns:a16="http://schemas.microsoft.com/office/drawing/2014/main" id="{97D641C5-E91F-ACDE-326B-678C227B6993}"/>
                    </a:ext>
                  </a:extLst>
                </p14:cNvPr>
                <p14:cNvContentPartPr/>
                <p14:nvPr/>
              </p14:nvContentPartPr>
              <p14:xfrm>
                <a:off x="818617" y="1520981"/>
                <a:ext cx="110160" cy="135720"/>
              </p14:xfrm>
            </p:contentPart>
          </mc:Choice>
          <mc:Fallback>
            <p:pic>
              <p:nvPicPr>
                <p:cNvPr id="5" name="Tinta 4">
                  <a:extLst>
                    <a:ext uri="{FF2B5EF4-FFF2-40B4-BE49-F238E27FC236}">
                      <a16:creationId xmlns:a16="http://schemas.microsoft.com/office/drawing/2014/main" id="{97D641C5-E91F-ACDE-326B-678C227B699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00977" y="1502981"/>
                  <a:ext cx="14580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6" name="Tinta 5">
                  <a:extLst>
                    <a:ext uri="{FF2B5EF4-FFF2-40B4-BE49-F238E27FC236}">
                      <a16:creationId xmlns:a16="http://schemas.microsoft.com/office/drawing/2014/main" id="{11E2AFDA-9F56-EFF7-ECC5-E1B135EF585E}"/>
                    </a:ext>
                  </a:extLst>
                </p14:cNvPr>
                <p14:cNvContentPartPr/>
                <p14:nvPr/>
              </p14:nvContentPartPr>
              <p14:xfrm>
                <a:off x="829777" y="1478501"/>
                <a:ext cx="78480" cy="81000"/>
              </p14:xfrm>
            </p:contentPart>
          </mc:Choice>
          <mc:Fallback>
            <p:pic>
              <p:nvPicPr>
                <p:cNvPr id="6" name="Tinta 5">
                  <a:extLst>
                    <a:ext uri="{FF2B5EF4-FFF2-40B4-BE49-F238E27FC236}">
                      <a16:creationId xmlns:a16="http://schemas.microsoft.com/office/drawing/2014/main" id="{11E2AFDA-9F56-EFF7-ECC5-E1B135EF585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12137" y="1460501"/>
                  <a:ext cx="11412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7" name="Tinta 6">
                  <a:extLst>
                    <a:ext uri="{FF2B5EF4-FFF2-40B4-BE49-F238E27FC236}">
                      <a16:creationId xmlns:a16="http://schemas.microsoft.com/office/drawing/2014/main" id="{61229697-A25B-6755-030B-9E64BCCC4862}"/>
                    </a:ext>
                  </a:extLst>
                </p14:cNvPr>
                <p14:cNvContentPartPr/>
                <p14:nvPr/>
              </p14:nvContentPartPr>
              <p14:xfrm>
                <a:off x="919777" y="1498661"/>
                <a:ext cx="97920" cy="180360"/>
              </p14:xfrm>
            </p:contentPart>
          </mc:Choice>
          <mc:Fallback>
            <p:pic>
              <p:nvPicPr>
                <p:cNvPr id="7" name="Tinta 6">
                  <a:extLst>
                    <a:ext uri="{FF2B5EF4-FFF2-40B4-BE49-F238E27FC236}">
                      <a16:creationId xmlns:a16="http://schemas.microsoft.com/office/drawing/2014/main" id="{61229697-A25B-6755-030B-9E64BCCC4862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02137" y="1480661"/>
                  <a:ext cx="13356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8" name="Tinta 7">
                  <a:extLst>
                    <a:ext uri="{FF2B5EF4-FFF2-40B4-BE49-F238E27FC236}">
                      <a16:creationId xmlns:a16="http://schemas.microsoft.com/office/drawing/2014/main" id="{585B5F16-934C-9F48-8290-960F5CFC1ED9}"/>
                    </a:ext>
                  </a:extLst>
                </p14:cNvPr>
                <p14:cNvContentPartPr/>
                <p14:nvPr/>
              </p14:nvContentPartPr>
              <p14:xfrm>
                <a:off x="1053337" y="1519181"/>
                <a:ext cx="137160" cy="131760"/>
              </p14:xfrm>
            </p:contentPart>
          </mc:Choice>
          <mc:Fallback>
            <p:pic>
              <p:nvPicPr>
                <p:cNvPr id="8" name="Tinta 7">
                  <a:extLst>
                    <a:ext uri="{FF2B5EF4-FFF2-40B4-BE49-F238E27FC236}">
                      <a16:creationId xmlns:a16="http://schemas.microsoft.com/office/drawing/2014/main" id="{585B5F16-934C-9F48-8290-960F5CFC1ED9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35697" y="1501181"/>
                  <a:ext cx="17280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9" name="Tinta 8">
                  <a:extLst>
                    <a:ext uri="{FF2B5EF4-FFF2-40B4-BE49-F238E27FC236}">
                      <a16:creationId xmlns:a16="http://schemas.microsoft.com/office/drawing/2014/main" id="{10A590ED-C372-344B-95E4-A776DADCF700}"/>
                    </a:ext>
                  </a:extLst>
                </p14:cNvPr>
                <p14:cNvContentPartPr/>
                <p14:nvPr/>
              </p14:nvContentPartPr>
              <p14:xfrm>
                <a:off x="1250617" y="1537901"/>
                <a:ext cx="109440" cy="126720"/>
              </p14:xfrm>
            </p:contentPart>
          </mc:Choice>
          <mc:Fallback>
            <p:pic>
              <p:nvPicPr>
                <p:cNvPr id="9" name="Tinta 8">
                  <a:extLst>
                    <a:ext uri="{FF2B5EF4-FFF2-40B4-BE49-F238E27FC236}">
                      <a16:creationId xmlns:a16="http://schemas.microsoft.com/office/drawing/2014/main" id="{10A590ED-C372-344B-95E4-A776DADCF700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232977" y="1519901"/>
                  <a:ext cx="14508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0" name="Tinta 9">
                  <a:extLst>
                    <a:ext uri="{FF2B5EF4-FFF2-40B4-BE49-F238E27FC236}">
                      <a16:creationId xmlns:a16="http://schemas.microsoft.com/office/drawing/2014/main" id="{03587C0E-FB80-AB25-7DC5-2081AF1566EA}"/>
                    </a:ext>
                  </a:extLst>
                </p14:cNvPr>
                <p14:cNvContentPartPr/>
                <p14:nvPr/>
              </p14:nvContentPartPr>
              <p14:xfrm>
                <a:off x="1383817" y="1564541"/>
                <a:ext cx="92160" cy="113760"/>
              </p14:xfrm>
            </p:contentPart>
          </mc:Choice>
          <mc:Fallback>
            <p:pic>
              <p:nvPicPr>
                <p:cNvPr id="10" name="Tinta 9">
                  <a:extLst>
                    <a:ext uri="{FF2B5EF4-FFF2-40B4-BE49-F238E27FC236}">
                      <a16:creationId xmlns:a16="http://schemas.microsoft.com/office/drawing/2014/main" id="{03587C0E-FB80-AB25-7DC5-2081AF1566EA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365817" y="1546541"/>
                  <a:ext cx="12780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1" name="Tinta 10">
                  <a:extLst>
                    <a:ext uri="{FF2B5EF4-FFF2-40B4-BE49-F238E27FC236}">
                      <a16:creationId xmlns:a16="http://schemas.microsoft.com/office/drawing/2014/main" id="{313DC83E-3B88-0DF0-D96E-A83DE8FE7555}"/>
                    </a:ext>
                  </a:extLst>
                </p14:cNvPr>
                <p14:cNvContentPartPr/>
                <p14:nvPr/>
              </p14:nvContentPartPr>
              <p14:xfrm>
                <a:off x="1546177" y="1522781"/>
                <a:ext cx="240480" cy="191520"/>
              </p14:xfrm>
            </p:contentPart>
          </mc:Choice>
          <mc:Fallback>
            <p:pic>
              <p:nvPicPr>
                <p:cNvPr id="11" name="Tinta 10">
                  <a:extLst>
                    <a:ext uri="{FF2B5EF4-FFF2-40B4-BE49-F238E27FC236}">
                      <a16:creationId xmlns:a16="http://schemas.microsoft.com/office/drawing/2014/main" id="{313DC83E-3B88-0DF0-D96E-A83DE8FE7555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528177" y="1505141"/>
                  <a:ext cx="27612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2" name="Tinta 11">
                  <a:extLst>
                    <a:ext uri="{FF2B5EF4-FFF2-40B4-BE49-F238E27FC236}">
                      <a16:creationId xmlns:a16="http://schemas.microsoft.com/office/drawing/2014/main" id="{6FAB89D7-2659-8FBF-4CCF-51A8F90569D8}"/>
                    </a:ext>
                  </a:extLst>
                </p14:cNvPr>
                <p14:cNvContentPartPr/>
                <p14:nvPr/>
              </p14:nvContentPartPr>
              <p14:xfrm>
                <a:off x="1684417" y="1646261"/>
                <a:ext cx="83520" cy="14760"/>
              </p14:xfrm>
            </p:contentPart>
          </mc:Choice>
          <mc:Fallback>
            <p:pic>
              <p:nvPicPr>
                <p:cNvPr id="12" name="Tinta 11">
                  <a:extLst>
                    <a:ext uri="{FF2B5EF4-FFF2-40B4-BE49-F238E27FC236}">
                      <a16:creationId xmlns:a16="http://schemas.microsoft.com/office/drawing/2014/main" id="{6FAB89D7-2659-8FBF-4CCF-51A8F90569D8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666417" y="1628261"/>
                  <a:ext cx="11916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3" name="Tinta 12">
                  <a:extLst>
                    <a:ext uri="{FF2B5EF4-FFF2-40B4-BE49-F238E27FC236}">
                      <a16:creationId xmlns:a16="http://schemas.microsoft.com/office/drawing/2014/main" id="{C2669C96-FCA7-9C50-25EE-398168A48E9C}"/>
                    </a:ext>
                  </a:extLst>
                </p14:cNvPr>
                <p14:cNvContentPartPr/>
                <p14:nvPr/>
              </p14:nvContentPartPr>
              <p14:xfrm>
                <a:off x="1782337" y="1545821"/>
                <a:ext cx="110520" cy="116640"/>
              </p14:xfrm>
            </p:contentPart>
          </mc:Choice>
          <mc:Fallback>
            <p:pic>
              <p:nvPicPr>
                <p:cNvPr id="13" name="Tinta 12">
                  <a:extLst>
                    <a:ext uri="{FF2B5EF4-FFF2-40B4-BE49-F238E27FC236}">
                      <a16:creationId xmlns:a16="http://schemas.microsoft.com/office/drawing/2014/main" id="{C2669C96-FCA7-9C50-25EE-398168A48E9C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764697" y="1528181"/>
                  <a:ext cx="14616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4" name="Tinta 13">
                  <a:extLst>
                    <a:ext uri="{FF2B5EF4-FFF2-40B4-BE49-F238E27FC236}">
                      <a16:creationId xmlns:a16="http://schemas.microsoft.com/office/drawing/2014/main" id="{1580C9CB-8482-BEE7-A136-58FD6FB4429A}"/>
                    </a:ext>
                  </a:extLst>
                </p14:cNvPr>
                <p14:cNvContentPartPr/>
                <p14:nvPr/>
              </p14:nvContentPartPr>
              <p14:xfrm>
                <a:off x="1530337" y="1456181"/>
                <a:ext cx="249840" cy="402840"/>
              </p14:xfrm>
            </p:contentPart>
          </mc:Choice>
          <mc:Fallback>
            <p:pic>
              <p:nvPicPr>
                <p:cNvPr id="14" name="Tinta 13">
                  <a:extLst>
                    <a:ext uri="{FF2B5EF4-FFF2-40B4-BE49-F238E27FC236}">
                      <a16:creationId xmlns:a16="http://schemas.microsoft.com/office/drawing/2014/main" id="{1580C9CB-8482-BEE7-A136-58FD6FB4429A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512697" y="1438181"/>
                  <a:ext cx="285480" cy="438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16" name="Tinta 15">
                <a:extLst>
                  <a:ext uri="{FF2B5EF4-FFF2-40B4-BE49-F238E27FC236}">
                    <a16:creationId xmlns:a16="http://schemas.microsoft.com/office/drawing/2014/main" id="{7C0C16CF-DFA8-06D3-7505-3F32F1FDC92B}"/>
                  </a:ext>
                </a:extLst>
              </p14:cNvPr>
              <p14:cNvContentPartPr/>
              <p14:nvPr/>
            </p14:nvContentPartPr>
            <p14:xfrm>
              <a:off x="649057" y="2162501"/>
              <a:ext cx="126720" cy="684360"/>
            </p14:xfrm>
          </p:contentPart>
        </mc:Choice>
        <mc:Fallback>
          <p:pic>
            <p:nvPicPr>
              <p:cNvPr id="16" name="Tinta 15">
                <a:extLst>
                  <a:ext uri="{FF2B5EF4-FFF2-40B4-BE49-F238E27FC236}">
                    <a16:creationId xmlns:a16="http://schemas.microsoft.com/office/drawing/2014/main" id="{7C0C16CF-DFA8-06D3-7505-3F32F1FDC92B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631057" y="2144501"/>
                <a:ext cx="162360" cy="720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Agrupar 25">
            <a:extLst>
              <a:ext uri="{FF2B5EF4-FFF2-40B4-BE49-F238E27FC236}">
                <a16:creationId xmlns:a16="http://schemas.microsoft.com/office/drawing/2014/main" id="{A79D7C1F-A8EB-B054-6CC1-314D77F31BC3}"/>
              </a:ext>
            </a:extLst>
          </p:cNvPr>
          <p:cNvGrpSpPr/>
          <p:nvPr/>
        </p:nvGrpSpPr>
        <p:grpSpPr>
          <a:xfrm>
            <a:off x="910777" y="2159261"/>
            <a:ext cx="579960" cy="523080"/>
            <a:chOff x="910777" y="2159261"/>
            <a:chExt cx="579960" cy="523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7" name="Tinta 16">
                  <a:extLst>
                    <a:ext uri="{FF2B5EF4-FFF2-40B4-BE49-F238E27FC236}">
                      <a16:creationId xmlns:a16="http://schemas.microsoft.com/office/drawing/2014/main" id="{E820E6CA-B9D8-0F0F-5F80-AE1FEED022D4}"/>
                    </a:ext>
                  </a:extLst>
                </p14:cNvPr>
                <p14:cNvContentPartPr/>
                <p14:nvPr/>
              </p14:nvContentPartPr>
              <p14:xfrm>
                <a:off x="1014817" y="2159261"/>
                <a:ext cx="55080" cy="189360"/>
              </p14:xfrm>
            </p:contentPart>
          </mc:Choice>
          <mc:Fallback>
            <p:pic>
              <p:nvPicPr>
                <p:cNvPr id="17" name="Tinta 16">
                  <a:extLst>
                    <a:ext uri="{FF2B5EF4-FFF2-40B4-BE49-F238E27FC236}">
                      <a16:creationId xmlns:a16="http://schemas.microsoft.com/office/drawing/2014/main" id="{E820E6CA-B9D8-0F0F-5F80-AE1FEED022D4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97177" y="2141261"/>
                  <a:ext cx="9072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8" name="Tinta 17">
                  <a:extLst>
                    <a:ext uri="{FF2B5EF4-FFF2-40B4-BE49-F238E27FC236}">
                      <a16:creationId xmlns:a16="http://schemas.microsoft.com/office/drawing/2014/main" id="{80EB3876-C2BB-A9EA-B2BA-D849E6E5F1BB}"/>
                    </a:ext>
                  </a:extLst>
                </p14:cNvPr>
                <p14:cNvContentPartPr/>
                <p14:nvPr/>
              </p14:nvContentPartPr>
              <p14:xfrm>
                <a:off x="910777" y="2390381"/>
                <a:ext cx="259200" cy="8280"/>
              </p14:xfrm>
            </p:contentPart>
          </mc:Choice>
          <mc:Fallback>
            <p:pic>
              <p:nvPicPr>
                <p:cNvPr id="18" name="Tinta 17">
                  <a:extLst>
                    <a:ext uri="{FF2B5EF4-FFF2-40B4-BE49-F238E27FC236}">
                      <a16:creationId xmlns:a16="http://schemas.microsoft.com/office/drawing/2014/main" id="{80EB3876-C2BB-A9EA-B2BA-D849E6E5F1BB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92777" y="2372381"/>
                  <a:ext cx="29484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9" name="Tinta 18">
                  <a:extLst>
                    <a:ext uri="{FF2B5EF4-FFF2-40B4-BE49-F238E27FC236}">
                      <a16:creationId xmlns:a16="http://schemas.microsoft.com/office/drawing/2014/main" id="{A4344AEA-D62D-7814-1A0E-18A720D04225}"/>
                    </a:ext>
                  </a:extLst>
                </p14:cNvPr>
                <p14:cNvContentPartPr/>
                <p14:nvPr/>
              </p14:nvContentPartPr>
              <p14:xfrm>
                <a:off x="939217" y="2521061"/>
                <a:ext cx="119520" cy="161280"/>
              </p14:xfrm>
            </p:contentPart>
          </mc:Choice>
          <mc:Fallback>
            <p:pic>
              <p:nvPicPr>
                <p:cNvPr id="19" name="Tinta 18">
                  <a:extLst>
                    <a:ext uri="{FF2B5EF4-FFF2-40B4-BE49-F238E27FC236}">
                      <a16:creationId xmlns:a16="http://schemas.microsoft.com/office/drawing/2014/main" id="{A4344AEA-D62D-7814-1A0E-18A720D04225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21217" y="2503421"/>
                  <a:ext cx="15516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0" name="Tinta 19">
                  <a:extLst>
                    <a:ext uri="{FF2B5EF4-FFF2-40B4-BE49-F238E27FC236}">
                      <a16:creationId xmlns:a16="http://schemas.microsoft.com/office/drawing/2014/main" id="{0EB0B653-06B4-727D-5292-5055EC5FC3BE}"/>
                    </a:ext>
                  </a:extLst>
                </p14:cNvPr>
                <p14:cNvContentPartPr/>
                <p14:nvPr/>
              </p14:nvContentPartPr>
              <p14:xfrm>
                <a:off x="950377" y="2531141"/>
                <a:ext cx="122040" cy="144360"/>
              </p14:xfrm>
            </p:contentPart>
          </mc:Choice>
          <mc:Fallback>
            <p:pic>
              <p:nvPicPr>
                <p:cNvPr id="20" name="Tinta 19">
                  <a:extLst>
                    <a:ext uri="{FF2B5EF4-FFF2-40B4-BE49-F238E27FC236}">
                      <a16:creationId xmlns:a16="http://schemas.microsoft.com/office/drawing/2014/main" id="{0EB0B653-06B4-727D-5292-5055EC5FC3BE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32737" y="2513501"/>
                  <a:ext cx="15768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1" name="Tinta 20">
                  <a:extLst>
                    <a:ext uri="{FF2B5EF4-FFF2-40B4-BE49-F238E27FC236}">
                      <a16:creationId xmlns:a16="http://schemas.microsoft.com/office/drawing/2014/main" id="{D9943B83-40B6-522C-4004-90BEDC2DE222}"/>
                    </a:ext>
                  </a:extLst>
                </p14:cNvPr>
                <p14:cNvContentPartPr/>
                <p14:nvPr/>
              </p14:nvContentPartPr>
              <p14:xfrm>
                <a:off x="1114177" y="2434301"/>
                <a:ext cx="59040" cy="128520"/>
              </p14:xfrm>
            </p:contentPart>
          </mc:Choice>
          <mc:Fallback>
            <p:pic>
              <p:nvPicPr>
                <p:cNvPr id="21" name="Tinta 20">
                  <a:extLst>
                    <a:ext uri="{FF2B5EF4-FFF2-40B4-BE49-F238E27FC236}">
                      <a16:creationId xmlns:a16="http://schemas.microsoft.com/office/drawing/2014/main" id="{D9943B83-40B6-522C-4004-90BEDC2DE222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096537" y="2416661"/>
                  <a:ext cx="9468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2" name="Tinta 21">
                  <a:extLst>
                    <a:ext uri="{FF2B5EF4-FFF2-40B4-BE49-F238E27FC236}">
                      <a16:creationId xmlns:a16="http://schemas.microsoft.com/office/drawing/2014/main" id="{42004E5E-561F-977C-3489-57A636FB1DFE}"/>
                    </a:ext>
                  </a:extLst>
                </p14:cNvPr>
                <p14:cNvContentPartPr/>
                <p14:nvPr/>
              </p14:nvContentPartPr>
              <p14:xfrm>
                <a:off x="1254577" y="2176181"/>
                <a:ext cx="127080" cy="196560"/>
              </p14:xfrm>
            </p:contentPart>
          </mc:Choice>
          <mc:Fallback>
            <p:pic>
              <p:nvPicPr>
                <p:cNvPr id="22" name="Tinta 21">
                  <a:extLst>
                    <a:ext uri="{FF2B5EF4-FFF2-40B4-BE49-F238E27FC236}">
                      <a16:creationId xmlns:a16="http://schemas.microsoft.com/office/drawing/2014/main" id="{42004E5E-561F-977C-3489-57A636FB1DFE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236577" y="2158541"/>
                  <a:ext cx="16272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3" name="Tinta 22">
                  <a:extLst>
                    <a:ext uri="{FF2B5EF4-FFF2-40B4-BE49-F238E27FC236}">
                      <a16:creationId xmlns:a16="http://schemas.microsoft.com/office/drawing/2014/main" id="{EFB796E1-782A-5AB7-19EE-731CADAE8CA0}"/>
                    </a:ext>
                  </a:extLst>
                </p14:cNvPr>
                <p14:cNvContentPartPr/>
                <p14:nvPr/>
              </p14:nvContentPartPr>
              <p14:xfrm>
                <a:off x="1418737" y="2256461"/>
                <a:ext cx="63720" cy="95400"/>
              </p14:xfrm>
            </p:contentPart>
          </mc:Choice>
          <mc:Fallback>
            <p:pic>
              <p:nvPicPr>
                <p:cNvPr id="23" name="Tinta 22">
                  <a:extLst>
                    <a:ext uri="{FF2B5EF4-FFF2-40B4-BE49-F238E27FC236}">
                      <a16:creationId xmlns:a16="http://schemas.microsoft.com/office/drawing/2014/main" id="{EFB796E1-782A-5AB7-19EE-731CADAE8CA0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400737" y="2238461"/>
                  <a:ext cx="9936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4" name="Tinta 23">
                  <a:extLst>
                    <a:ext uri="{FF2B5EF4-FFF2-40B4-BE49-F238E27FC236}">
                      <a16:creationId xmlns:a16="http://schemas.microsoft.com/office/drawing/2014/main" id="{07F4C222-6EA2-D223-8C45-739647704F5A}"/>
                    </a:ext>
                  </a:extLst>
                </p14:cNvPr>
                <p14:cNvContentPartPr/>
                <p14:nvPr/>
              </p14:nvContentPartPr>
              <p14:xfrm>
                <a:off x="1420897" y="2276621"/>
                <a:ext cx="69840" cy="84240"/>
              </p14:xfrm>
            </p:contentPart>
          </mc:Choice>
          <mc:Fallback>
            <p:pic>
              <p:nvPicPr>
                <p:cNvPr id="24" name="Tinta 23">
                  <a:extLst>
                    <a:ext uri="{FF2B5EF4-FFF2-40B4-BE49-F238E27FC236}">
                      <a16:creationId xmlns:a16="http://schemas.microsoft.com/office/drawing/2014/main" id="{07F4C222-6EA2-D223-8C45-739647704F5A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403257" y="2258621"/>
                  <a:ext cx="10548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5" name="Tinta 24">
                  <a:extLst>
                    <a:ext uri="{FF2B5EF4-FFF2-40B4-BE49-F238E27FC236}">
                      <a16:creationId xmlns:a16="http://schemas.microsoft.com/office/drawing/2014/main" id="{132E8935-7744-0E19-B032-F2B13E30A6B7}"/>
                    </a:ext>
                  </a:extLst>
                </p14:cNvPr>
                <p14:cNvContentPartPr/>
                <p14:nvPr/>
              </p14:nvContentPartPr>
              <p14:xfrm>
                <a:off x="1201297" y="2355821"/>
                <a:ext cx="360" cy="360"/>
              </p14:xfrm>
            </p:contentPart>
          </mc:Choice>
          <mc:Fallback>
            <p:pic>
              <p:nvPicPr>
                <p:cNvPr id="25" name="Tinta 24">
                  <a:extLst>
                    <a:ext uri="{FF2B5EF4-FFF2-40B4-BE49-F238E27FC236}">
                      <a16:creationId xmlns:a16="http://schemas.microsoft.com/office/drawing/2014/main" id="{132E8935-7744-0E19-B032-F2B13E30A6B7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183297" y="233782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Agrupar 32">
            <a:extLst>
              <a:ext uri="{FF2B5EF4-FFF2-40B4-BE49-F238E27FC236}">
                <a16:creationId xmlns:a16="http://schemas.microsoft.com/office/drawing/2014/main" id="{69AD6A34-AEBB-D69B-FD7E-E9BA0C047861}"/>
              </a:ext>
            </a:extLst>
          </p:cNvPr>
          <p:cNvGrpSpPr/>
          <p:nvPr/>
        </p:nvGrpSpPr>
        <p:grpSpPr>
          <a:xfrm>
            <a:off x="8804137" y="311381"/>
            <a:ext cx="586440" cy="609120"/>
            <a:chOff x="8804137" y="311381"/>
            <a:chExt cx="586440" cy="609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7" name="Tinta 26">
                  <a:extLst>
                    <a:ext uri="{FF2B5EF4-FFF2-40B4-BE49-F238E27FC236}">
                      <a16:creationId xmlns:a16="http://schemas.microsoft.com/office/drawing/2014/main" id="{49917E3B-4009-A122-A03E-602F4547DA54}"/>
                    </a:ext>
                  </a:extLst>
                </p14:cNvPr>
                <p14:cNvContentPartPr/>
                <p14:nvPr/>
              </p14:nvContentPartPr>
              <p14:xfrm>
                <a:off x="8808097" y="311381"/>
                <a:ext cx="261000" cy="177120"/>
              </p14:xfrm>
            </p:contentPart>
          </mc:Choice>
          <mc:Fallback>
            <p:pic>
              <p:nvPicPr>
                <p:cNvPr id="27" name="Tinta 26">
                  <a:extLst>
                    <a:ext uri="{FF2B5EF4-FFF2-40B4-BE49-F238E27FC236}">
                      <a16:creationId xmlns:a16="http://schemas.microsoft.com/office/drawing/2014/main" id="{49917E3B-4009-A122-A03E-602F4547DA54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790097" y="293741"/>
                  <a:ext cx="29664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28" name="Tinta 27">
                  <a:extLst>
                    <a:ext uri="{FF2B5EF4-FFF2-40B4-BE49-F238E27FC236}">
                      <a16:creationId xmlns:a16="http://schemas.microsoft.com/office/drawing/2014/main" id="{0905BD5D-C315-E622-9969-B09257058A84}"/>
                    </a:ext>
                  </a:extLst>
                </p14:cNvPr>
                <p14:cNvContentPartPr/>
                <p14:nvPr/>
              </p14:nvContentPartPr>
              <p14:xfrm>
                <a:off x="8804137" y="527381"/>
                <a:ext cx="298440" cy="50760"/>
              </p14:xfrm>
            </p:contentPart>
          </mc:Choice>
          <mc:Fallback>
            <p:pic>
              <p:nvPicPr>
                <p:cNvPr id="28" name="Tinta 27">
                  <a:extLst>
                    <a:ext uri="{FF2B5EF4-FFF2-40B4-BE49-F238E27FC236}">
                      <a16:creationId xmlns:a16="http://schemas.microsoft.com/office/drawing/2014/main" id="{0905BD5D-C315-E622-9969-B09257058A84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8786137" y="509381"/>
                  <a:ext cx="33408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29" name="Tinta 28">
                  <a:extLst>
                    <a:ext uri="{FF2B5EF4-FFF2-40B4-BE49-F238E27FC236}">
                      <a16:creationId xmlns:a16="http://schemas.microsoft.com/office/drawing/2014/main" id="{CDAED1E8-7671-192E-0627-7ABBE0C3AA32}"/>
                    </a:ext>
                  </a:extLst>
                </p14:cNvPr>
                <p14:cNvContentPartPr/>
                <p14:nvPr/>
              </p14:nvContentPartPr>
              <p14:xfrm>
                <a:off x="8867497" y="626741"/>
                <a:ext cx="25200" cy="254160"/>
              </p14:xfrm>
            </p:contentPart>
          </mc:Choice>
          <mc:Fallback>
            <p:pic>
              <p:nvPicPr>
                <p:cNvPr id="29" name="Tinta 28">
                  <a:extLst>
                    <a:ext uri="{FF2B5EF4-FFF2-40B4-BE49-F238E27FC236}">
                      <a16:creationId xmlns:a16="http://schemas.microsoft.com/office/drawing/2014/main" id="{CDAED1E8-7671-192E-0627-7ABBE0C3AA32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849497" y="609101"/>
                  <a:ext cx="6084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0" name="Tinta 29">
                  <a:extLst>
                    <a:ext uri="{FF2B5EF4-FFF2-40B4-BE49-F238E27FC236}">
                      <a16:creationId xmlns:a16="http://schemas.microsoft.com/office/drawing/2014/main" id="{549BCAC8-D5F3-89E1-37CA-5803EEB32A65}"/>
                    </a:ext>
                  </a:extLst>
                </p14:cNvPr>
                <p14:cNvContentPartPr/>
                <p14:nvPr/>
              </p14:nvContentPartPr>
              <p14:xfrm>
                <a:off x="8895937" y="776501"/>
                <a:ext cx="130680" cy="144000"/>
              </p14:xfrm>
            </p:contentPart>
          </mc:Choice>
          <mc:Fallback>
            <p:pic>
              <p:nvPicPr>
                <p:cNvPr id="30" name="Tinta 29">
                  <a:extLst>
                    <a:ext uri="{FF2B5EF4-FFF2-40B4-BE49-F238E27FC236}">
                      <a16:creationId xmlns:a16="http://schemas.microsoft.com/office/drawing/2014/main" id="{549BCAC8-D5F3-89E1-37CA-5803EEB32A65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8878297" y="758501"/>
                  <a:ext cx="16632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1" name="Tinta 30">
                  <a:extLst>
                    <a:ext uri="{FF2B5EF4-FFF2-40B4-BE49-F238E27FC236}">
                      <a16:creationId xmlns:a16="http://schemas.microsoft.com/office/drawing/2014/main" id="{5FC632DA-DD50-FA6D-2EA4-0284554DD67A}"/>
                    </a:ext>
                  </a:extLst>
                </p14:cNvPr>
                <p14:cNvContentPartPr/>
                <p14:nvPr/>
              </p14:nvContentPartPr>
              <p14:xfrm>
                <a:off x="9287257" y="552941"/>
                <a:ext cx="103320" cy="2520"/>
              </p14:xfrm>
            </p:contentPart>
          </mc:Choice>
          <mc:Fallback>
            <p:pic>
              <p:nvPicPr>
                <p:cNvPr id="31" name="Tinta 30">
                  <a:extLst>
                    <a:ext uri="{FF2B5EF4-FFF2-40B4-BE49-F238E27FC236}">
                      <a16:creationId xmlns:a16="http://schemas.microsoft.com/office/drawing/2014/main" id="{5FC632DA-DD50-FA6D-2EA4-0284554DD67A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9269257" y="535301"/>
                  <a:ext cx="13896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2" name="Tinta 31">
                  <a:extLst>
                    <a:ext uri="{FF2B5EF4-FFF2-40B4-BE49-F238E27FC236}">
                      <a16:creationId xmlns:a16="http://schemas.microsoft.com/office/drawing/2014/main" id="{D6007B4B-A694-1D32-6C79-FE8AD1208170}"/>
                    </a:ext>
                  </a:extLst>
                </p14:cNvPr>
                <p14:cNvContentPartPr/>
                <p14:nvPr/>
              </p14:nvContentPartPr>
              <p14:xfrm>
                <a:off x="9288337" y="485981"/>
                <a:ext cx="96120" cy="1440"/>
              </p14:xfrm>
            </p:contentPart>
          </mc:Choice>
          <mc:Fallback>
            <p:pic>
              <p:nvPicPr>
                <p:cNvPr id="32" name="Tinta 31">
                  <a:extLst>
                    <a:ext uri="{FF2B5EF4-FFF2-40B4-BE49-F238E27FC236}">
                      <a16:creationId xmlns:a16="http://schemas.microsoft.com/office/drawing/2014/main" id="{D6007B4B-A694-1D32-6C79-FE8AD1208170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9270697" y="467981"/>
                  <a:ext cx="131760" cy="3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Agrupar 39">
            <a:extLst>
              <a:ext uri="{FF2B5EF4-FFF2-40B4-BE49-F238E27FC236}">
                <a16:creationId xmlns:a16="http://schemas.microsoft.com/office/drawing/2014/main" id="{8A438064-FD9D-E914-00EE-95A7BE4A1AEE}"/>
              </a:ext>
            </a:extLst>
          </p:cNvPr>
          <p:cNvGrpSpPr/>
          <p:nvPr/>
        </p:nvGrpSpPr>
        <p:grpSpPr>
          <a:xfrm>
            <a:off x="9613777" y="208781"/>
            <a:ext cx="664920" cy="675000"/>
            <a:chOff x="9613777" y="208781"/>
            <a:chExt cx="664920" cy="675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4" name="Tinta 33">
                  <a:extLst>
                    <a:ext uri="{FF2B5EF4-FFF2-40B4-BE49-F238E27FC236}">
                      <a16:creationId xmlns:a16="http://schemas.microsoft.com/office/drawing/2014/main" id="{63706756-46DA-6137-D889-42E0C028F561}"/>
                    </a:ext>
                  </a:extLst>
                </p14:cNvPr>
                <p14:cNvContentPartPr/>
                <p14:nvPr/>
              </p14:nvContentPartPr>
              <p14:xfrm>
                <a:off x="9700897" y="208781"/>
                <a:ext cx="91080" cy="260640"/>
              </p14:xfrm>
            </p:contentPart>
          </mc:Choice>
          <mc:Fallback>
            <p:pic>
              <p:nvPicPr>
                <p:cNvPr id="34" name="Tinta 33">
                  <a:extLst>
                    <a:ext uri="{FF2B5EF4-FFF2-40B4-BE49-F238E27FC236}">
                      <a16:creationId xmlns:a16="http://schemas.microsoft.com/office/drawing/2014/main" id="{63706756-46DA-6137-D889-42E0C028F561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9682897" y="191141"/>
                  <a:ext cx="12672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35" name="Tinta 34">
                  <a:extLst>
                    <a:ext uri="{FF2B5EF4-FFF2-40B4-BE49-F238E27FC236}">
                      <a16:creationId xmlns:a16="http://schemas.microsoft.com/office/drawing/2014/main" id="{877EA7D7-6D75-9F9E-A4DD-E31155FB2F73}"/>
                    </a:ext>
                  </a:extLst>
                </p14:cNvPr>
                <p14:cNvContentPartPr/>
                <p14:nvPr/>
              </p14:nvContentPartPr>
              <p14:xfrm>
                <a:off x="9613777" y="519461"/>
                <a:ext cx="300960" cy="46080"/>
              </p14:xfrm>
            </p:contentPart>
          </mc:Choice>
          <mc:Fallback>
            <p:pic>
              <p:nvPicPr>
                <p:cNvPr id="35" name="Tinta 34">
                  <a:extLst>
                    <a:ext uri="{FF2B5EF4-FFF2-40B4-BE49-F238E27FC236}">
                      <a16:creationId xmlns:a16="http://schemas.microsoft.com/office/drawing/2014/main" id="{877EA7D7-6D75-9F9E-A4DD-E31155FB2F73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596137" y="501821"/>
                  <a:ext cx="33660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36" name="Tinta 35">
                  <a:extLst>
                    <a:ext uri="{FF2B5EF4-FFF2-40B4-BE49-F238E27FC236}">
                      <a16:creationId xmlns:a16="http://schemas.microsoft.com/office/drawing/2014/main" id="{2D814342-C983-543A-1F7A-866F0BB3FECD}"/>
                    </a:ext>
                  </a:extLst>
                </p14:cNvPr>
                <p14:cNvContentPartPr/>
                <p14:nvPr/>
              </p14:nvContentPartPr>
              <p14:xfrm>
                <a:off x="9735457" y="595421"/>
                <a:ext cx="1800" cy="277920"/>
              </p14:xfrm>
            </p:contentPart>
          </mc:Choice>
          <mc:Fallback>
            <p:pic>
              <p:nvPicPr>
                <p:cNvPr id="36" name="Tinta 35">
                  <a:extLst>
                    <a:ext uri="{FF2B5EF4-FFF2-40B4-BE49-F238E27FC236}">
                      <a16:creationId xmlns:a16="http://schemas.microsoft.com/office/drawing/2014/main" id="{2D814342-C983-543A-1F7A-866F0BB3FECD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9717817" y="577781"/>
                  <a:ext cx="3744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37" name="Tinta 36">
                  <a:extLst>
                    <a:ext uri="{FF2B5EF4-FFF2-40B4-BE49-F238E27FC236}">
                      <a16:creationId xmlns:a16="http://schemas.microsoft.com/office/drawing/2014/main" id="{F014D250-3ADF-BEB0-1110-D3AC58FCFC5F}"/>
                    </a:ext>
                  </a:extLst>
                </p14:cNvPr>
                <p14:cNvContentPartPr/>
                <p14:nvPr/>
              </p14:nvContentPartPr>
              <p14:xfrm>
                <a:off x="9718177" y="765701"/>
                <a:ext cx="132120" cy="118080"/>
              </p14:xfrm>
            </p:contentPart>
          </mc:Choice>
          <mc:Fallback>
            <p:pic>
              <p:nvPicPr>
                <p:cNvPr id="37" name="Tinta 36">
                  <a:extLst>
                    <a:ext uri="{FF2B5EF4-FFF2-40B4-BE49-F238E27FC236}">
                      <a16:creationId xmlns:a16="http://schemas.microsoft.com/office/drawing/2014/main" id="{F014D250-3ADF-BEB0-1110-D3AC58FCFC5F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700177" y="747701"/>
                  <a:ext cx="16776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38" name="Tinta 37">
                  <a:extLst>
                    <a:ext uri="{FF2B5EF4-FFF2-40B4-BE49-F238E27FC236}">
                      <a16:creationId xmlns:a16="http://schemas.microsoft.com/office/drawing/2014/main" id="{579F67ED-1340-C792-C340-398392D819B2}"/>
                    </a:ext>
                  </a:extLst>
                </p14:cNvPr>
                <p14:cNvContentPartPr/>
                <p14:nvPr/>
              </p14:nvContentPartPr>
              <p14:xfrm>
                <a:off x="9998617" y="516221"/>
                <a:ext cx="2880" cy="4680"/>
              </p14:xfrm>
            </p:contentPart>
          </mc:Choice>
          <mc:Fallback>
            <p:pic>
              <p:nvPicPr>
                <p:cNvPr id="38" name="Tinta 37">
                  <a:extLst>
                    <a:ext uri="{FF2B5EF4-FFF2-40B4-BE49-F238E27FC236}">
                      <a16:creationId xmlns:a16="http://schemas.microsoft.com/office/drawing/2014/main" id="{579F67ED-1340-C792-C340-398392D819B2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9980977" y="498221"/>
                  <a:ext cx="385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39" name="Tinta 38">
                  <a:extLst>
                    <a:ext uri="{FF2B5EF4-FFF2-40B4-BE49-F238E27FC236}">
                      <a16:creationId xmlns:a16="http://schemas.microsoft.com/office/drawing/2014/main" id="{DB70FF76-A3E9-000F-BB81-69C01D889B62}"/>
                    </a:ext>
                  </a:extLst>
                </p14:cNvPr>
                <p14:cNvContentPartPr/>
                <p14:nvPr/>
              </p14:nvContentPartPr>
              <p14:xfrm>
                <a:off x="10099417" y="384821"/>
                <a:ext cx="179280" cy="141840"/>
              </p14:xfrm>
            </p:contentPart>
          </mc:Choice>
          <mc:Fallback>
            <p:pic>
              <p:nvPicPr>
                <p:cNvPr id="39" name="Tinta 38">
                  <a:extLst>
                    <a:ext uri="{FF2B5EF4-FFF2-40B4-BE49-F238E27FC236}">
                      <a16:creationId xmlns:a16="http://schemas.microsoft.com/office/drawing/2014/main" id="{DB70FF76-A3E9-000F-BB81-69C01D889B62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0081417" y="366821"/>
                  <a:ext cx="214920" cy="177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1">
            <p14:nvContentPartPr>
              <p14:cNvPr id="41" name="Tinta 40">
                <a:extLst>
                  <a:ext uri="{FF2B5EF4-FFF2-40B4-BE49-F238E27FC236}">
                    <a16:creationId xmlns:a16="http://schemas.microsoft.com/office/drawing/2014/main" id="{DBD26860-07C4-CC20-10C2-6CE8F5A73BF5}"/>
                  </a:ext>
                </a:extLst>
              </p14:cNvPr>
              <p14:cNvContentPartPr/>
              <p14:nvPr/>
            </p14:nvContentPartPr>
            <p14:xfrm>
              <a:off x="10178977" y="399941"/>
              <a:ext cx="360" cy="102240"/>
            </p14:xfrm>
          </p:contentPart>
        </mc:Choice>
        <mc:Fallback>
          <p:pic>
            <p:nvPicPr>
              <p:cNvPr id="41" name="Tinta 40">
                <a:extLst>
                  <a:ext uri="{FF2B5EF4-FFF2-40B4-BE49-F238E27FC236}">
                    <a16:creationId xmlns:a16="http://schemas.microsoft.com/office/drawing/2014/main" id="{DBD26860-07C4-CC20-10C2-6CE8F5A73BF5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10160977" y="381941"/>
                <a:ext cx="36000" cy="137880"/>
              </a:xfrm>
              <a:prstGeom prst="rect">
                <a:avLst/>
              </a:prstGeom>
            </p:spPr>
          </p:pic>
        </mc:Fallback>
      </mc:AlternateContent>
      <p:grpSp>
        <p:nvGrpSpPr>
          <p:cNvPr id="54" name="Agrupar 53">
            <a:extLst>
              <a:ext uri="{FF2B5EF4-FFF2-40B4-BE49-F238E27FC236}">
                <a16:creationId xmlns:a16="http://schemas.microsoft.com/office/drawing/2014/main" id="{8F283B28-D857-BF76-DF78-73D1419F4D70}"/>
              </a:ext>
            </a:extLst>
          </p:cNvPr>
          <p:cNvGrpSpPr/>
          <p:nvPr/>
        </p:nvGrpSpPr>
        <p:grpSpPr>
          <a:xfrm>
            <a:off x="10448257" y="430181"/>
            <a:ext cx="94680" cy="76320"/>
            <a:chOff x="10448257" y="430181"/>
            <a:chExt cx="94680" cy="76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42" name="Tinta 41">
                  <a:extLst>
                    <a:ext uri="{FF2B5EF4-FFF2-40B4-BE49-F238E27FC236}">
                      <a16:creationId xmlns:a16="http://schemas.microsoft.com/office/drawing/2014/main" id="{12904B8C-60B1-7637-7E1C-241051B891CF}"/>
                    </a:ext>
                  </a:extLst>
                </p14:cNvPr>
                <p14:cNvContentPartPr/>
                <p14:nvPr/>
              </p14:nvContentPartPr>
              <p14:xfrm>
                <a:off x="10448257" y="506141"/>
                <a:ext cx="94680" cy="360"/>
              </p14:xfrm>
            </p:contentPart>
          </mc:Choice>
          <mc:Fallback>
            <p:pic>
              <p:nvPicPr>
                <p:cNvPr id="42" name="Tinta 41">
                  <a:extLst>
                    <a:ext uri="{FF2B5EF4-FFF2-40B4-BE49-F238E27FC236}">
                      <a16:creationId xmlns:a16="http://schemas.microsoft.com/office/drawing/2014/main" id="{12904B8C-60B1-7637-7E1C-241051B891CF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0430617" y="488141"/>
                  <a:ext cx="1303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3" name="Tinta 42">
                  <a:extLst>
                    <a:ext uri="{FF2B5EF4-FFF2-40B4-BE49-F238E27FC236}">
                      <a16:creationId xmlns:a16="http://schemas.microsoft.com/office/drawing/2014/main" id="{86578562-CE7D-898B-9A0E-5BB5353696DB}"/>
                    </a:ext>
                  </a:extLst>
                </p14:cNvPr>
                <p14:cNvContentPartPr/>
                <p14:nvPr/>
              </p14:nvContentPartPr>
              <p14:xfrm>
                <a:off x="10454377" y="430181"/>
                <a:ext cx="58680" cy="1440"/>
              </p14:xfrm>
            </p:contentPart>
          </mc:Choice>
          <mc:Fallback>
            <p:pic>
              <p:nvPicPr>
                <p:cNvPr id="43" name="Tinta 42">
                  <a:extLst>
                    <a:ext uri="{FF2B5EF4-FFF2-40B4-BE49-F238E27FC236}">
                      <a16:creationId xmlns:a16="http://schemas.microsoft.com/office/drawing/2014/main" id="{86578562-CE7D-898B-9A0E-5BB5353696D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436737" y="412181"/>
                  <a:ext cx="94320" cy="3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Agrupar 52">
            <a:extLst>
              <a:ext uri="{FF2B5EF4-FFF2-40B4-BE49-F238E27FC236}">
                <a16:creationId xmlns:a16="http://schemas.microsoft.com/office/drawing/2014/main" id="{57FF9DF5-AC0B-FF86-D1CA-15616B53219A}"/>
              </a:ext>
            </a:extLst>
          </p:cNvPr>
          <p:cNvGrpSpPr/>
          <p:nvPr/>
        </p:nvGrpSpPr>
        <p:grpSpPr>
          <a:xfrm>
            <a:off x="10784857" y="633581"/>
            <a:ext cx="141480" cy="305640"/>
            <a:chOff x="10784857" y="633581"/>
            <a:chExt cx="141480" cy="305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6" name="Tinta 45">
                  <a:extLst>
                    <a:ext uri="{FF2B5EF4-FFF2-40B4-BE49-F238E27FC236}">
                      <a16:creationId xmlns:a16="http://schemas.microsoft.com/office/drawing/2014/main" id="{1D775BEA-E903-17F7-C424-A23490703616}"/>
                    </a:ext>
                  </a:extLst>
                </p14:cNvPr>
                <p14:cNvContentPartPr/>
                <p14:nvPr/>
              </p14:nvContentPartPr>
              <p14:xfrm>
                <a:off x="10784857" y="633581"/>
                <a:ext cx="42480" cy="293040"/>
              </p14:xfrm>
            </p:contentPart>
          </mc:Choice>
          <mc:Fallback>
            <p:pic>
              <p:nvPicPr>
                <p:cNvPr id="46" name="Tinta 45">
                  <a:extLst>
                    <a:ext uri="{FF2B5EF4-FFF2-40B4-BE49-F238E27FC236}">
                      <a16:creationId xmlns:a16="http://schemas.microsoft.com/office/drawing/2014/main" id="{1D775BEA-E903-17F7-C424-A2349070361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767217" y="615581"/>
                  <a:ext cx="7812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7" name="Tinta 46">
                  <a:extLst>
                    <a:ext uri="{FF2B5EF4-FFF2-40B4-BE49-F238E27FC236}">
                      <a16:creationId xmlns:a16="http://schemas.microsoft.com/office/drawing/2014/main" id="{79094B8E-A6A9-C05D-1640-141C6ECE02AB}"/>
                    </a:ext>
                  </a:extLst>
                </p14:cNvPr>
                <p14:cNvContentPartPr/>
                <p14:nvPr/>
              </p14:nvContentPartPr>
              <p14:xfrm>
                <a:off x="10799257" y="822941"/>
                <a:ext cx="127080" cy="116280"/>
              </p14:xfrm>
            </p:contentPart>
          </mc:Choice>
          <mc:Fallback>
            <p:pic>
              <p:nvPicPr>
                <p:cNvPr id="47" name="Tinta 46">
                  <a:extLst>
                    <a:ext uri="{FF2B5EF4-FFF2-40B4-BE49-F238E27FC236}">
                      <a16:creationId xmlns:a16="http://schemas.microsoft.com/office/drawing/2014/main" id="{79094B8E-A6A9-C05D-1640-141C6ECE02AB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781617" y="804941"/>
                  <a:ext cx="162720" cy="151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Agrupar 51">
            <a:extLst>
              <a:ext uri="{FF2B5EF4-FFF2-40B4-BE49-F238E27FC236}">
                <a16:creationId xmlns:a16="http://schemas.microsoft.com/office/drawing/2014/main" id="{CBADF279-BD53-02FD-131A-87843AB7C965}"/>
              </a:ext>
            </a:extLst>
          </p:cNvPr>
          <p:cNvGrpSpPr/>
          <p:nvPr/>
        </p:nvGrpSpPr>
        <p:grpSpPr>
          <a:xfrm>
            <a:off x="10724017" y="143981"/>
            <a:ext cx="677520" cy="399240"/>
            <a:chOff x="10724017" y="143981"/>
            <a:chExt cx="677520" cy="399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4" name="Tinta 43">
                  <a:extLst>
                    <a:ext uri="{FF2B5EF4-FFF2-40B4-BE49-F238E27FC236}">
                      <a16:creationId xmlns:a16="http://schemas.microsoft.com/office/drawing/2014/main" id="{2DC92FE6-167B-DA29-D4DC-1367A8C39B2A}"/>
                    </a:ext>
                  </a:extLst>
                </p14:cNvPr>
                <p14:cNvContentPartPr/>
                <p14:nvPr/>
              </p14:nvContentPartPr>
              <p14:xfrm>
                <a:off x="10799977" y="143981"/>
                <a:ext cx="94680" cy="297720"/>
              </p14:xfrm>
            </p:contentPart>
          </mc:Choice>
          <mc:Fallback>
            <p:pic>
              <p:nvPicPr>
                <p:cNvPr id="44" name="Tinta 43">
                  <a:extLst>
                    <a:ext uri="{FF2B5EF4-FFF2-40B4-BE49-F238E27FC236}">
                      <a16:creationId xmlns:a16="http://schemas.microsoft.com/office/drawing/2014/main" id="{2DC92FE6-167B-DA29-D4DC-1367A8C39B2A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781977" y="125981"/>
                  <a:ext cx="13032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5" name="Tinta 44">
                  <a:extLst>
                    <a:ext uri="{FF2B5EF4-FFF2-40B4-BE49-F238E27FC236}">
                      <a16:creationId xmlns:a16="http://schemas.microsoft.com/office/drawing/2014/main" id="{11532A32-4729-7066-75E1-E511160BDD05}"/>
                    </a:ext>
                  </a:extLst>
                </p14:cNvPr>
                <p14:cNvContentPartPr/>
                <p14:nvPr/>
              </p14:nvContentPartPr>
              <p14:xfrm>
                <a:off x="10724017" y="506141"/>
                <a:ext cx="220320" cy="6120"/>
              </p14:xfrm>
            </p:contentPart>
          </mc:Choice>
          <mc:Fallback>
            <p:pic>
              <p:nvPicPr>
                <p:cNvPr id="45" name="Tinta 44">
                  <a:extLst>
                    <a:ext uri="{FF2B5EF4-FFF2-40B4-BE49-F238E27FC236}">
                      <a16:creationId xmlns:a16="http://schemas.microsoft.com/office/drawing/2014/main" id="{11532A32-4729-7066-75E1-E511160BDD0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706377" y="488141"/>
                  <a:ext cx="25596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8" name="Tinta 47">
                  <a:extLst>
                    <a:ext uri="{FF2B5EF4-FFF2-40B4-BE49-F238E27FC236}">
                      <a16:creationId xmlns:a16="http://schemas.microsoft.com/office/drawing/2014/main" id="{A9DE1AB2-6F99-AA68-9674-C27AE2D2EF9E}"/>
                    </a:ext>
                  </a:extLst>
                </p14:cNvPr>
                <p14:cNvContentPartPr/>
                <p14:nvPr/>
              </p14:nvContentPartPr>
              <p14:xfrm>
                <a:off x="11030737" y="497141"/>
                <a:ext cx="360" cy="360"/>
              </p14:xfrm>
            </p:contentPart>
          </mc:Choice>
          <mc:Fallback>
            <p:pic>
              <p:nvPicPr>
                <p:cNvPr id="48" name="Tinta 47">
                  <a:extLst>
                    <a:ext uri="{FF2B5EF4-FFF2-40B4-BE49-F238E27FC236}">
                      <a16:creationId xmlns:a16="http://schemas.microsoft.com/office/drawing/2014/main" id="{A9DE1AB2-6F99-AA68-9674-C27AE2D2EF9E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1013097" y="47914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49" name="Tinta 48">
                  <a:extLst>
                    <a:ext uri="{FF2B5EF4-FFF2-40B4-BE49-F238E27FC236}">
                      <a16:creationId xmlns:a16="http://schemas.microsoft.com/office/drawing/2014/main" id="{964F637A-EDC8-290E-964F-ECBD13FDB4FE}"/>
                    </a:ext>
                  </a:extLst>
                </p14:cNvPr>
                <p14:cNvContentPartPr/>
                <p14:nvPr/>
              </p14:nvContentPartPr>
              <p14:xfrm>
                <a:off x="11197777" y="332981"/>
                <a:ext cx="182160" cy="136800"/>
              </p14:xfrm>
            </p:contentPart>
          </mc:Choice>
          <mc:Fallback>
            <p:pic>
              <p:nvPicPr>
                <p:cNvPr id="49" name="Tinta 48">
                  <a:extLst>
                    <a:ext uri="{FF2B5EF4-FFF2-40B4-BE49-F238E27FC236}">
                      <a16:creationId xmlns:a16="http://schemas.microsoft.com/office/drawing/2014/main" id="{964F637A-EDC8-290E-964F-ECBD13FDB4FE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1180137" y="314981"/>
                  <a:ext cx="21780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50" name="Tinta 49">
                  <a:extLst>
                    <a:ext uri="{FF2B5EF4-FFF2-40B4-BE49-F238E27FC236}">
                      <a16:creationId xmlns:a16="http://schemas.microsoft.com/office/drawing/2014/main" id="{7469044E-EB77-731C-F2CE-8FD75E3F1554}"/>
                    </a:ext>
                  </a:extLst>
                </p14:cNvPr>
                <p14:cNvContentPartPr/>
                <p14:nvPr/>
              </p14:nvContentPartPr>
              <p14:xfrm>
                <a:off x="11181217" y="533861"/>
                <a:ext cx="220320" cy="9360"/>
              </p14:xfrm>
            </p:contentPart>
          </mc:Choice>
          <mc:Fallback>
            <p:pic>
              <p:nvPicPr>
                <p:cNvPr id="50" name="Tinta 49">
                  <a:extLst>
                    <a:ext uri="{FF2B5EF4-FFF2-40B4-BE49-F238E27FC236}">
                      <a16:creationId xmlns:a16="http://schemas.microsoft.com/office/drawing/2014/main" id="{7469044E-EB77-731C-F2CE-8FD75E3F1554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1163217" y="516221"/>
                  <a:ext cx="255960" cy="45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9">
            <p14:nvContentPartPr>
              <p14:cNvPr id="51" name="Tinta 50">
                <a:extLst>
                  <a:ext uri="{FF2B5EF4-FFF2-40B4-BE49-F238E27FC236}">
                    <a16:creationId xmlns:a16="http://schemas.microsoft.com/office/drawing/2014/main" id="{C90FE31A-4152-22E0-4D55-3013688E5EEB}"/>
                  </a:ext>
                </a:extLst>
              </p14:cNvPr>
              <p14:cNvContentPartPr/>
              <p14:nvPr/>
            </p14:nvContentPartPr>
            <p14:xfrm>
              <a:off x="11267977" y="628181"/>
              <a:ext cx="58680" cy="238680"/>
            </p14:xfrm>
          </p:contentPart>
        </mc:Choice>
        <mc:Fallback>
          <p:pic>
            <p:nvPicPr>
              <p:cNvPr id="51" name="Tinta 50">
                <a:extLst>
                  <a:ext uri="{FF2B5EF4-FFF2-40B4-BE49-F238E27FC236}">
                    <a16:creationId xmlns:a16="http://schemas.microsoft.com/office/drawing/2014/main" id="{C90FE31A-4152-22E0-4D55-3013688E5EEB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11249977" y="610181"/>
                <a:ext cx="94320" cy="274320"/>
              </a:xfrm>
              <a:prstGeom prst="rect">
                <a:avLst/>
              </a:prstGeom>
            </p:spPr>
          </p:pic>
        </mc:Fallback>
      </mc:AlternateContent>
      <p:grpSp>
        <p:nvGrpSpPr>
          <p:cNvPr id="63" name="Agrupar 62">
            <a:extLst>
              <a:ext uri="{FF2B5EF4-FFF2-40B4-BE49-F238E27FC236}">
                <a16:creationId xmlns:a16="http://schemas.microsoft.com/office/drawing/2014/main" id="{849C9DB7-CD31-9B87-217D-B4D36E6F522A}"/>
              </a:ext>
            </a:extLst>
          </p:cNvPr>
          <p:cNvGrpSpPr/>
          <p:nvPr/>
        </p:nvGrpSpPr>
        <p:grpSpPr>
          <a:xfrm>
            <a:off x="10996177" y="62261"/>
            <a:ext cx="203760" cy="141120"/>
            <a:chOff x="10996177" y="62261"/>
            <a:chExt cx="203760" cy="141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58" name="Tinta 57">
                  <a:extLst>
                    <a:ext uri="{FF2B5EF4-FFF2-40B4-BE49-F238E27FC236}">
                      <a16:creationId xmlns:a16="http://schemas.microsoft.com/office/drawing/2014/main" id="{9BA69F01-F423-E8EA-F8EA-BA6C1036129C}"/>
                    </a:ext>
                  </a:extLst>
                </p14:cNvPr>
                <p14:cNvContentPartPr/>
                <p14:nvPr/>
              </p14:nvContentPartPr>
              <p14:xfrm>
                <a:off x="10996177" y="87101"/>
                <a:ext cx="195480" cy="34920"/>
              </p14:xfrm>
            </p:contentPart>
          </mc:Choice>
          <mc:Fallback>
            <p:pic>
              <p:nvPicPr>
                <p:cNvPr id="58" name="Tinta 57">
                  <a:extLst>
                    <a:ext uri="{FF2B5EF4-FFF2-40B4-BE49-F238E27FC236}">
                      <a16:creationId xmlns:a16="http://schemas.microsoft.com/office/drawing/2014/main" id="{9BA69F01-F423-E8EA-F8EA-BA6C1036129C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0978177" y="69101"/>
                  <a:ext cx="23112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59" name="Tinta 58">
                  <a:extLst>
                    <a:ext uri="{FF2B5EF4-FFF2-40B4-BE49-F238E27FC236}">
                      <a16:creationId xmlns:a16="http://schemas.microsoft.com/office/drawing/2014/main" id="{E70BE037-1296-8BF1-A6AE-D4C7B92D3D9A}"/>
                    </a:ext>
                  </a:extLst>
                </p14:cNvPr>
                <p14:cNvContentPartPr/>
                <p14:nvPr/>
              </p14:nvContentPartPr>
              <p14:xfrm>
                <a:off x="11149897" y="62261"/>
                <a:ext cx="50040" cy="141120"/>
              </p14:xfrm>
            </p:contentPart>
          </mc:Choice>
          <mc:Fallback>
            <p:pic>
              <p:nvPicPr>
                <p:cNvPr id="59" name="Tinta 58">
                  <a:extLst>
                    <a:ext uri="{FF2B5EF4-FFF2-40B4-BE49-F238E27FC236}">
                      <a16:creationId xmlns:a16="http://schemas.microsoft.com/office/drawing/2014/main" id="{E70BE037-1296-8BF1-A6AE-D4C7B92D3D9A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1132257" y="44621"/>
                  <a:ext cx="85680" cy="17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Agrupar 61">
            <a:extLst>
              <a:ext uri="{FF2B5EF4-FFF2-40B4-BE49-F238E27FC236}">
                <a16:creationId xmlns:a16="http://schemas.microsoft.com/office/drawing/2014/main" id="{6897A2C5-4BF1-C5BB-3686-CADD73B8ACFD}"/>
              </a:ext>
            </a:extLst>
          </p:cNvPr>
          <p:cNvGrpSpPr/>
          <p:nvPr/>
        </p:nvGrpSpPr>
        <p:grpSpPr>
          <a:xfrm>
            <a:off x="11000857" y="964421"/>
            <a:ext cx="228240" cy="108720"/>
            <a:chOff x="11000857" y="964421"/>
            <a:chExt cx="228240" cy="108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0" name="Tinta 59">
                  <a:extLst>
                    <a:ext uri="{FF2B5EF4-FFF2-40B4-BE49-F238E27FC236}">
                      <a16:creationId xmlns:a16="http://schemas.microsoft.com/office/drawing/2014/main" id="{4655948E-FC46-3BEF-2B0D-822E61C25F24}"/>
                    </a:ext>
                  </a:extLst>
                </p14:cNvPr>
                <p14:cNvContentPartPr/>
                <p14:nvPr/>
              </p14:nvContentPartPr>
              <p14:xfrm>
                <a:off x="11000857" y="993221"/>
                <a:ext cx="221400" cy="30600"/>
              </p14:xfrm>
            </p:contentPart>
          </mc:Choice>
          <mc:Fallback>
            <p:pic>
              <p:nvPicPr>
                <p:cNvPr id="60" name="Tinta 59">
                  <a:extLst>
                    <a:ext uri="{FF2B5EF4-FFF2-40B4-BE49-F238E27FC236}">
                      <a16:creationId xmlns:a16="http://schemas.microsoft.com/office/drawing/2014/main" id="{4655948E-FC46-3BEF-2B0D-822E61C25F24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0983217" y="975581"/>
                  <a:ext cx="25704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1" name="Tinta 60">
                  <a:extLst>
                    <a:ext uri="{FF2B5EF4-FFF2-40B4-BE49-F238E27FC236}">
                      <a16:creationId xmlns:a16="http://schemas.microsoft.com/office/drawing/2014/main" id="{2588C872-3635-19B4-6DAC-E5DC736BC17D}"/>
                    </a:ext>
                  </a:extLst>
                </p14:cNvPr>
                <p14:cNvContentPartPr/>
                <p14:nvPr/>
              </p14:nvContentPartPr>
              <p14:xfrm>
                <a:off x="11178697" y="964421"/>
                <a:ext cx="50400" cy="108720"/>
              </p14:xfrm>
            </p:contentPart>
          </mc:Choice>
          <mc:Fallback>
            <p:pic>
              <p:nvPicPr>
                <p:cNvPr id="61" name="Tinta 60">
                  <a:extLst>
                    <a:ext uri="{FF2B5EF4-FFF2-40B4-BE49-F238E27FC236}">
                      <a16:creationId xmlns:a16="http://schemas.microsoft.com/office/drawing/2014/main" id="{2588C872-3635-19B4-6DAC-E5DC736BC17D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1160697" y="946421"/>
                  <a:ext cx="86040" cy="144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Agrupar 65">
            <a:extLst>
              <a:ext uri="{FF2B5EF4-FFF2-40B4-BE49-F238E27FC236}">
                <a16:creationId xmlns:a16="http://schemas.microsoft.com/office/drawing/2014/main" id="{7E08C41A-5AA0-C67F-FFD0-40B66CBCB98D}"/>
              </a:ext>
            </a:extLst>
          </p:cNvPr>
          <p:cNvGrpSpPr/>
          <p:nvPr/>
        </p:nvGrpSpPr>
        <p:grpSpPr>
          <a:xfrm>
            <a:off x="11579737" y="316061"/>
            <a:ext cx="464760" cy="178200"/>
            <a:chOff x="11579737" y="316061"/>
            <a:chExt cx="464760" cy="178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55" name="Tinta 54">
                  <a:extLst>
                    <a:ext uri="{FF2B5EF4-FFF2-40B4-BE49-F238E27FC236}">
                      <a16:creationId xmlns:a16="http://schemas.microsoft.com/office/drawing/2014/main" id="{D3409B7D-F03D-39F2-3675-0700B4631865}"/>
                    </a:ext>
                  </a:extLst>
                </p14:cNvPr>
                <p14:cNvContentPartPr/>
                <p14:nvPr/>
              </p14:nvContentPartPr>
              <p14:xfrm>
                <a:off x="11579737" y="475901"/>
                <a:ext cx="78480" cy="3600"/>
              </p14:xfrm>
            </p:contentPart>
          </mc:Choice>
          <mc:Fallback>
            <p:pic>
              <p:nvPicPr>
                <p:cNvPr id="55" name="Tinta 54">
                  <a:extLst>
                    <a:ext uri="{FF2B5EF4-FFF2-40B4-BE49-F238E27FC236}">
                      <a16:creationId xmlns:a16="http://schemas.microsoft.com/office/drawing/2014/main" id="{D3409B7D-F03D-39F2-3675-0700B4631865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1561737" y="458261"/>
                  <a:ext cx="11412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56" name="Tinta 55">
                  <a:extLst>
                    <a:ext uri="{FF2B5EF4-FFF2-40B4-BE49-F238E27FC236}">
                      <a16:creationId xmlns:a16="http://schemas.microsoft.com/office/drawing/2014/main" id="{F73B0BA3-6FBB-7F68-323D-8E123C63825D}"/>
                    </a:ext>
                  </a:extLst>
                </p14:cNvPr>
                <p14:cNvContentPartPr/>
                <p14:nvPr/>
              </p14:nvContentPartPr>
              <p14:xfrm>
                <a:off x="11589817" y="399941"/>
                <a:ext cx="61200" cy="360"/>
              </p14:xfrm>
            </p:contentPart>
          </mc:Choice>
          <mc:Fallback>
            <p:pic>
              <p:nvPicPr>
                <p:cNvPr id="56" name="Tinta 55">
                  <a:extLst>
                    <a:ext uri="{FF2B5EF4-FFF2-40B4-BE49-F238E27FC236}">
                      <a16:creationId xmlns:a16="http://schemas.microsoft.com/office/drawing/2014/main" id="{F73B0BA3-6FBB-7F68-323D-8E123C63825D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1571817" y="381941"/>
                  <a:ext cx="968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64" name="Tinta 63">
                  <a:extLst>
                    <a:ext uri="{FF2B5EF4-FFF2-40B4-BE49-F238E27FC236}">
                      <a16:creationId xmlns:a16="http://schemas.microsoft.com/office/drawing/2014/main" id="{F943F27A-1256-C782-1CD5-E66D232269C9}"/>
                    </a:ext>
                  </a:extLst>
                </p14:cNvPr>
                <p14:cNvContentPartPr/>
                <p14:nvPr/>
              </p14:nvContentPartPr>
              <p14:xfrm>
                <a:off x="11858737" y="316061"/>
                <a:ext cx="185760" cy="129240"/>
              </p14:xfrm>
            </p:contentPart>
          </mc:Choice>
          <mc:Fallback>
            <p:pic>
              <p:nvPicPr>
                <p:cNvPr id="64" name="Tinta 63">
                  <a:extLst>
                    <a:ext uri="{FF2B5EF4-FFF2-40B4-BE49-F238E27FC236}">
                      <a16:creationId xmlns:a16="http://schemas.microsoft.com/office/drawing/2014/main" id="{F943F27A-1256-C782-1CD5-E66D232269C9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1841097" y="298421"/>
                  <a:ext cx="22140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65" name="Tinta 64">
                  <a:extLst>
                    <a:ext uri="{FF2B5EF4-FFF2-40B4-BE49-F238E27FC236}">
                      <a16:creationId xmlns:a16="http://schemas.microsoft.com/office/drawing/2014/main" id="{03FC086D-D5BD-0217-CB59-8F7069EEF5E2}"/>
                    </a:ext>
                  </a:extLst>
                </p14:cNvPr>
                <p14:cNvContentPartPr/>
                <p14:nvPr/>
              </p14:nvContentPartPr>
              <p14:xfrm>
                <a:off x="11822017" y="492821"/>
                <a:ext cx="211320" cy="1440"/>
              </p14:xfrm>
            </p:contentPart>
          </mc:Choice>
          <mc:Fallback>
            <p:pic>
              <p:nvPicPr>
                <p:cNvPr id="65" name="Tinta 64">
                  <a:extLst>
                    <a:ext uri="{FF2B5EF4-FFF2-40B4-BE49-F238E27FC236}">
                      <a16:creationId xmlns:a16="http://schemas.microsoft.com/office/drawing/2014/main" id="{03FC086D-D5BD-0217-CB59-8F7069EEF5E2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1804017" y="474821"/>
                  <a:ext cx="246960" cy="3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Agrupar 68">
            <a:extLst>
              <a:ext uri="{FF2B5EF4-FFF2-40B4-BE49-F238E27FC236}">
                <a16:creationId xmlns:a16="http://schemas.microsoft.com/office/drawing/2014/main" id="{2838E8D5-ACD8-0893-D489-EE331C192909}"/>
              </a:ext>
            </a:extLst>
          </p:cNvPr>
          <p:cNvGrpSpPr/>
          <p:nvPr/>
        </p:nvGrpSpPr>
        <p:grpSpPr>
          <a:xfrm>
            <a:off x="11865217" y="600101"/>
            <a:ext cx="136080" cy="277920"/>
            <a:chOff x="11865217" y="600101"/>
            <a:chExt cx="136080" cy="277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67" name="Tinta 66">
                  <a:extLst>
                    <a:ext uri="{FF2B5EF4-FFF2-40B4-BE49-F238E27FC236}">
                      <a16:creationId xmlns:a16="http://schemas.microsoft.com/office/drawing/2014/main" id="{38A5494D-FD8E-FE8A-3BE7-EA00E5B15CF8}"/>
                    </a:ext>
                  </a:extLst>
                </p14:cNvPr>
                <p14:cNvContentPartPr/>
                <p14:nvPr/>
              </p14:nvContentPartPr>
              <p14:xfrm>
                <a:off x="11872777" y="600101"/>
                <a:ext cx="11520" cy="218160"/>
              </p14:xfrm>
            </p:contentPart>
          </mc:Choice>
          <mc:Fallback>
            <p:pic>
              <p:nvPicPr>
                <p:cNvPr id="67" name="Tinta 66">
                  <a:extLst>
                    <a:ext uri="{FF2B5EF4-FFF2-40B4-BE49-F238E27FC236}">
                      <a16:creationId xmlns:a16="http://schemas.microsoft.com/office/drawing/2014/main" id="{38A5494D-FD8E-FE8A-3BE7-EA00E5B15CF8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1855137" y="582101"/>
                  <a:ext cx="4716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68" name="Tinta 67">
                  <a:extLst>
                    <a:ext uri="{FF2B5EF4-FFF2-40B4-BE49-F238E27FC236}">
                      <a16:creationId xmlns:a16="http://schemas.microsoft.com/office/drawing/2014/main" id="{BD0281DA-98E9-F09B-3105-8ACBE9F3AD60}"/>
                    </a:ext>
                  </a:extLst>
                </p14:cNvPr>
                <p14:cNvContentPartPr/>
                <p14:nvPr/>
              </p14:nvContentPartPr>
              <p14:xfrm>
                <a:off x="11865217" y="762101"/>
                <a:ext cx="136080" cy="115920"/>
              </p14:xfrm>
            </p:contentPart>
          </mc:Choice>
          <mc:Fallback>
            <p:pic>
              <p:nvPicPr>
                <p:cNvPr id="68" name="Tinta 67">
                  <a:extLst>
                    <a:ext uri="{FF2B5EF4-FFF2-40B4-BE49-F238E27FC236}">
                      <a16:creationId xmlns:a16="http://schemas.microsoft.com/office/drawing/2014/main" id="{BD0281DA-98E9-F09B-3105-8ACBE9F3AD60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1847577" y="744101"/>
                  <a:ext cx="171720" cy="151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Agrupar 71">
            <a:extLst>
              <a:ext uri="{FF2B5EF4-FFF2-40B4-BE49-F238E27FC236}">
                <a16:creationId xmlns:a16="http://schemas.microsoft.com/office/drawing/2014/main" id="{A0DC61FE-2F2A-8C7F-E53C-F6CB4C8CEE62}"/>
              </a:ext>
            </a:extLst>
          </p:cNvPr>
          <p:cNvGrpSpPr/>
          <p:nvPr/>
        </p:nvGrpSpPr>
        <p:grpSpPr>
          <a:xfrm>
            <a:off x="1792417" y="2265101"/>
            <a:ext cx="99720" cy="91080"/>
            <a:chOff x="1792417" y="2265101"/>
            <a:chExt cx="99720" cy="91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70" name="Tinta 69">
                  <a:extLst>
                    <a:ext uri="{FF2B5EF4-FFF2-40B4-BE49-F238E27FC236}">
                      <a16:creationId xmlns:a16="http://schemas.microsoft.com/office/drawing/2014/main" id="{3187CF73-23BD-6538-CBD0-C3463360CBEB}"/>
                    </a:ext>
                  </a:extLst>
                </p14:cNvPr>
                <p14:cNvContentPartPr/>
                <p14:nvPr/>
              </p14:nvContentPartPr>
              <p14:xfrm>
                <a:off x="1792417" y="2351501"/>
                <a:ext cx="99720" cy="4680"/>
              </p14:xfrm>
            </p:contentPart>
          </mc:Choice>
          <mc:Fallback>
            <p:pic>
              <p:nvPicPr>
                <p:cNvPr id="70" name="Tinta 69">
                  <a:extLst>
                    <a:ext uri="{FF2B5EF4-FFF2-40B4-BE49-F238E27FC236}">
                      <a16:creationId xmlns:a16="http://schemas.microsoft.com/office/drawing/2014/main" id="{3187CF73-23BD-6538-CBD0-C3463360CBEB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774417" y="2333501"/>
                  <a:ext cx="1353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71" name="Tinta 70">
                  <a:extLst>
                    <a:ext uri="{FF2B5EF4-FFF2-40B4-BE49-F238E27FC236}">
                      <a16:creationId xmlns:a16="http://schemas.microsoft.com/office/drawing/2014/main" id="{3333662E-E98E-B4B3-A686-6940B0BE5944}"/>
                    </a:ext>
                  </a:extLst>
                </p14:cNvPr>
                <p14:cNvContentPartPr/>
                <p14:nvPr/>
              </p14:nvContentPartPr>
              <p14:xfrm>
                <a:off x="1798537" y="2265101"/>
                <a:ext cx="82440" cy="11520"/>
              </p14:xfrm>
            </p:contentPart>
          </mc:Choice>
          <mc:Fallback>
            <p:pic>
              <p:nvPicPr>
                <p:cNvPr id="71" name="Tinta 70">
                  <a:extLst>
                    <a:ext uri="{FF2B5EF4-FFF2-40B4-BE49-F238E27FC236}">
                      <a16:creationId xmlns:a16="http://schemas.microsoft.com/office/drawing/2014/main" id="{3333662E-E98E-B4B3-A686-6940B0BE5944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780897" y="2247461"/>
                  <a:ext cx="118080" cy="47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5">
            <p14:nvContentPartPr>
              <p14:cNvPr id="73" name="Tinta 72">
                <a:extLst>
                  <a:ext uri="{FF2B5EF4-FFF2-40B4-BE49-F238E27FC236}">
                    <a16:creationId xmlns:a16="http://schemas.microsoft.com/office/drawing/2014/main" id="{3B4AAE0C-DB96-94B2-9A83-3DE49953F044}"/>
                  </a:ext>
                </a:extLst>
              </p14:cNvPr>
              <p14:cNvContentPartPr/>
              <p14:nvPr/>
            </p14:nvContentPartPr>
            <p14:xfrm>
              <a:off x="2164657" y="2063141"/>
              <a:ext cx="75240" cy="713520"/>
            </p14:xfrm>
          </p:contentPart>
        </mc:Choice>
        <mc:Fallback>
          <p:pic>
            <p:nvPicPr>
              <p:cNvPr id="73" name="Tinta 72">
                <a:extLst>
                  <a:ext uri="{FF2B5EF4-FFF2-40B4-BE49-F238E27FC236}">
                    <a16:creationId xmlns:a16="http://schemas.microsoft.com/office/drawing/2014/main" id="{3B4AAE0C-DB96-94B2-9A83-3DE49953F044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2147017" y="2045141"/>
                <a:ext cx="110880" cy="74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7">
            <p14:nvContentPartPr>
              <p14:cNvPr id="74" name="Tinta 73">
                <a:extLst>
                  <a:ext uri="{FF2B5EF4-FFF2-40B4-BE49-F238E27FC236}">
                    <a16:creationId xmlns:a16="http://schemas.microsoft.com/office/drawing/2014/main" id="{FF2D75E3-1A54-0F02-5253-13733D29C270}"/>
                  </a:ext>
                </a:extLst>
              </p14:cNvPr>
              <p14:cNvContentPartPr/>
              <p14:nvPr/>
            </p14:nvContentPartPr>
            <p14:xfrm>
              <a:off x="2336377" y="2234501"/>
              <a:ext cx="72360" cy="177480"/>
            </p14:xfrm>
          </p:contentPart>
        </mc:Choice>
        <mc:Fallback>
          <p:pic>
            <p:nvPicPr>
              <p:cNvPr id="74" name="Tinta 73">
                <a:extLst>
                  <a:ext uri="{FF2B5EF4-FFF2-40B4-BE49-F238E27FC236}">
                    <a16:creationId xmlns:a16="http://schemas.microsoft.com/office/drawing/2014/main" id="{FF2D75E3-1A54-0F02-5253-13733D29C270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2318377" y="2216861"/>
                <a:ext cx="108000" cy="21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9">
            <p14:nvContentPartPr>
              <p14:cNvPr id="75" name="Tinta 74">
                <a:extLst>
                  <a:ext uri="{FF2B5EF4-FFF2-40B4-BE49-F238E27FC236}">
                    <a16:creationId xmlns:a16="http://schemas.microsoft.com/office/drawing/2014/main" id="{52B1617D-AB28-7163-E977-C777D97C64E3}"/>
                  </a:ext>
                </a:extLst>
              </p14:cNvPr>
              <p14:cNvContentPartPr/>
              <p14:nvPr/>
            </p14:nvContentPartPr>
            <p14:xfrm>
              <a:off x="898177" y="2387141"/>
              <a:ext cx="259920" cy="34920"/>
            </p14:xfrm>
          </p:contentPart>
        </mc:Choice>
        <mc:Fallback>
          <p:pic>
            <p:nvPicPr>
              <p:cNvPr id="75" name="Tinta 74">
                <a:extLst>
                  <a:ext uri="{FF2B5EF4-FFF2-40B4-BE49-F238E27FC236}">
                    <a16:creationId xmlns:a16="http://schemas.microsoft.com/office/drawing/2014/main" id="{52B1617D-AB28-7163-E977-C777D97C64E3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880537" y="2369141"/>
                <a:ext cx="295560" cy="7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1">
            <p14:nvContentPartPr>
              <p14:cNvPr id="76" name="Tinta 75">
                <a:extLst>
                  <a:ext uri="{FF2B5EF4-FFF2-40B4-BE49-F238E27FC236}">
                    <a16:creationId xmlns:a16="http://schemas.microsoft.com/office/drawing/2014/main" id="{C522B3A9-D3F5-735E-B38A-1870B5FFB40C}"/>
                  </a:ext>
                </a:extLst>
              </p14:cNvPr>
              <p14:cNvContentPartPr/>
              <p14:nvPr/>
            </p14:nvContentPartPr>
            <p14:xfrm>
              <a:off x="2458057" y="2391461"/>
              <a:ext cx="5400" cy="20160"/>
            </p14:xfrm>
          </p:contentPart>
        </mc:Choice>
        <mc:Fallback>
          <p:pic>
            <p:nvPicPr>
              <p:cNvPr id="76" name="Tinta 75">
                <a:extLst>
                  <a:ext uri="{FF2B5EF4-FFF2-40B4-BE49-F238E27FC236}">
                    <a16:creationId xmlns:a16="http://schemas.microsoft.com/office/drawing/2014/main" id="{C522B3A9-D3F5-735E-B38A-1870B5FFB40C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2440057" y="2373821"/>
                <a:ext cx="41040" cy="55800"/>
              </a:xfrm>
              <a:prstGeom prst="rect">
                <a:avLst/>
              </a:prstGeom>
            </p:spPr>
          </p:pic>
        </mc:Fallback>
      </mc:AlternateContent>
      <p:grpSp>
        <p:nvGrpSpPr>
          <p:cNvPr id="84" name="Agrupar 83">
            <a:extLst>
              <a:ext uri="{FF2B5EF4-FFF2-40B4-BE49-F238E27FC236}">
                <a16:creationId xmlns:a16="http://schemas.microsoft.com/office/drawing/2014/main" id="{7C2CBCCF-B8B0-2089-5E16-9E39A508E03D}"/>
              </a:ext>
            </a:extLst>
          </p:cNvPr>
          <p:cNvGrpSpPr/>
          <p:nvPr/>
        </p:nvGrpSpPr>
        <p:grpSpPr>
          <a:xfrm>
            <a:off x="2543737" y="2096261"/>
            <a:ext cx="601560" cy="336600"/>
            <a:chOff x="2543737" y="2096261"/>
            <a:chExt cx="601560" cy="336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77" name="Tinta 76">
                  <a:extLst>
                    <a:ext uri="{FF2B5EF4-FFF2-40B4-BE49-F238E27FC236}">
                      <a16:creationId xmlns:a16="http://schemas.microsoft.com/office/drawing/2014/main" id="{CC36C976-4BD9-DD43-997C-4F1D0294E41C}"/>
                    </a:ext>
                  </a:extLst>
                </p14:cNvPr>
                <p14:cNvContentPartPr/>
                <p14:nvPr/>
              </p14:nvContentPartPr>
              <p14:xfrm>
                <a:off x="2547337" y="2274821"/>
                <a:ext cx="88200" cy="120240"/>
              </p14:xfrm>
            </p:contentPart>
          </mc:Choice>
          <mc:Fallback>
            <p:pic>
              <p:nvPicPr>
                <p:cNvPr id="77" name="Tinta 76">
                  <a:extLst>
                    <a:ext uri="{FF2B5EF4-FFF2-40B4-BE49-F238E27FC236}">
                      <a16:creationId xmlns:a16="http://schemas.microsoft.com/office/drawing/2014/main" id="{CC36C976-4BD9-DD43-997C-4F1D0294E41C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2529697" y="2257181"/>
                  <a:ext cx="12384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78" name="Tinta 77">
                  <a:extLst>
                    <a:ext uri="{FF2B5EF4-FFF2-40B4-BE49-F238E27FC236}">
                      <a16:creationId xmlns:a16="http://schemas.microsoft.com/office/drawing/2014/main" id="{C684F404-7B7D-F125-1A10-2D6A8AC70842}"/>
                    </a:ext>
                  </a:extLst>
                </p14:cNvPr>
                <p14:cNvContentPartPr/>
                <p14:nvPr/>
              </p14:nvContentPartPr>
              <p14:xfrm>
                <a:off x="2543737" y="2273741"/>
                <a:ext cx="129960" cy="147240"/>
              </p14:xfrm>
            </p:contentPart>
          </mc:Choice>
          <mc:Fallback>
            <p:pic>
              <p:nvPicPr>
                <p:cNvPr id="78" name="Tinta 77">
                  <a:extLst>
                    <a:ext uri="{FF2B5EF4-FFF2-40B4-BE49-F238E27FC236}">
                      <a16:creationId xmlns:a16="http://schemas.microsoft.com/office/drawing/2014/main" id="{C684F404-7B7D-F125-1A10-2D6A8AC70842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2525737" y="2255741"/>
                  <a:ext cx="16560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79" name="Tinta 78">
                  <a:extLst>
                    <a:ext uri="{FF2B5EF4-FFF2-40B4-BE49-F238E27FC236}">
                      <a16:creationId xmlns:a16="http://schemas.microsoft.com/office/drawing/2014/main" id="{4DC84E9A-A873-1A93-B844-F8029F3EE7BC}"/>
                    </a:ext>
                  </a:extLst>
                </p14:cNvPr>
                <p14:cNvContentPartPr/>
                <p14:nvPr/>
              </p14:nvContentPartPr>
              <p14:xfrm>
                <a:off x="2655337" y="2155661"/>
                <a:ext cx="62280" cy="360"/>
              </p14:xfrm>
            </p:contentPart>
          </mc:Choice>
          <mc:Fallback>
            <p:pic>
              <p:nvPicPr>
                <p:cNvPr id="79" name="Tinta 78">
                  <a:extLst>
                    <a:ext uri="{FF2B5EF4-FFF2-40B4-BE49-F238E27FC236}">
                      <a16:creationId xmlns:a16="http://schemas.microsoft.com/office/drawing/2014/main" id="{4DC84E9A-A873-1A93-B844-F8029F3EE7BC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2637697" y="2138021"/>
                  <a:ext cx="979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0" name="Tinta 79">
                  <a:extLst>
                    <a:ext uri="{FF2B5EF4-FFF2-40B4-BE49-F238E27FC236}">
                      <a16:creationId xmlns:a16="http://schemas.microsoft.com/office/drawing/2014/main" id="{166A55EE-81DD-B0B3-B1DB-FC0F52661368}"/>
                    </a:ext>
                  </a:extLst>
                </p14:cNvPr>
                <p14:cNvContentPartPr/>
                <p14:nvPr/>
              </p14:nvContentPartPr>
              <p14:xfrm>
                <a:off x="2761177" y="2096261"/>
                <a:ext cx="74880" cy="126720"/>
              </p14:xfrm>
            </p:contentPart>
          </mc:Choice>
          <mc:Fallback>
            <p:pic>
              <p:nvPicPr>
                <p:cNvPr id="80" name="Tinta 79">
                  <a:extLst>
                    <a:ext uri="{FF2B5EF4-FFF2-40B4-BE49-F238E27FC236}">
                      <a16:creationId xmlns:a16="http://schemas.microsoft.com/office/drawing/2014/main" id="{166A55EE-81DD-B0B3-B1DB-FC0F52661368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743177" y="2078621"/>
                  <a:ext cx="11052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1" name="Tinta 80">
                  <a:extLst>
                    <a:ext uri="{FF2B5EF4-FFF2-40B4-BE49-F238E27FC236}">
                      <a16:creationId xmlns:a16="http://schemas.microsoft.com/office/drawing/2014/main" id="{FFF982AA-4CB4-D78B-D0DE-689127D04621}"/>
                    </a:ext>
                  </a:extLst>
                </p14:cNvPr>
                <p14:cNvContentPartPr/>
                <p14:nvPr/>
              </p14:nvContentPartPr>
              <p14:xfrm>
                <a:off x="2854057" y="2176901"/>
                <a:ext cx="162000" cy="255960"/>
              </p14:xfrm>
            </p:contentPart>
          </mc:Choice>
          <mc:Fallback>
            <p:pic>
              <p:nvPicPr>
                <p:cNvPr id="81" name="Tinta 80">
                  <a:extLst>
                    <a:ext uri="{FF2B5EF4-FFF2-40B4-BE49-F238E27FC236}">
                      <a16:creationId xmlns:a16="http://schemas.microsoft.com/office/drawing/2014/main" id="{FFF982AA-4CB4-D78B-D0DE-689127D04621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836057" y="2159261"/>
                  <a:ext cx="19764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2" name="Tinta 81">
                  <a:extLst>
                    <a:ext uri="{FF2B5EF4-FFF2-40B4-BE49-F238E27FC236}">
                      <a16:creationId xmlns:a16="http://schemas.microsoft.com/office/drawing/2014/main" id="{B16E91E9-5A4A-6BD3-C475-53374761B77F}"/>
                    </a:ext>
                  </a:extLst>
                </p14:cNvPr>
                <p14:cNvContentPartPr/>
                <p14:nvPr/>
              </p14:nvContentPartPr>
              <p14:xfrm>
                <a:off x="3023257" y="2291381"/>
                <a:ext cx="107280" cy="136080"/>
              </p14:xfrm>
            </p:contentPart>
          </mc:Choice>
          <mc:Fallback>
            <p:pic>
              <p:nvPicPr>
                <p:cNvPr id="82" name="Tinta 81">
                  <a:extLst>
                    <a:ext uri="{FF2B5EF4-FFF2-40B4-BE49-F238E27FC236}">
                      <a16:creationId xmlns:a16="http://schemas.microsoft.com/office/drawing/2014/main" id="{B16E91E9-5A4A-6BD3-C475-53374761B77F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005257" y="2273741"/>
                  <a:ext cx="14292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3" name="Tinta 82">
                  <a:extLst>
                    <a:ext uri="{FF2B5EF4-FFF2-40B4-BE49-F238E27FC236}">
                      <a16:creationId xmlns:a16="http://schemas.microsoft.com/office/drawing/2014/main" id="{431CA396-8730-2D29-B764-F24C9B998826}"/>
                    </a:ext>
                  </a:extLst>
                </p14:cNvPr>
                <p14:cNvContentPartPr/>
                <p14:nvPr/>
              </p14:nvContentPartPr>
              <p14:xfrm>
                <a:off x="3049177" y="2312261"/>
                <a:ext cx="96120" cy="72000"/>
              </p14:xfrm>
            </p:contentPart>
          </mc:Choice>
          <mc:Fallback>
            <p:pic>
              <p:nvPicPr>
                <p:cNvPr id="83" name="Tinta 82">
                  <a:extLst>
                    <a:ext uri="{FF2B5EF4-FFF2-40B4-BE49-F238E27FC236}">
                      <a16:creationId xmlns:a16="http://schemas.microsoft.com/office/drawing/2014/main" id="{431CA396-8730-2D29-B764-F24C9B998826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031177" y="2294261"/>
                  <a:ext cx="131760" cy="107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7" name="Agrupar 106">
            <a:extLst>
              <a:ext uri="{FF2B5EF4-FFF2-40B4-BE49-F238E27FC236}">
                <a16:creationId xmlns:a16="http://schemas.microsoft.com/office/drawing/2014/main" id="{A0DB3DAC-482F-F11A-B5E9-580F8083E167}"/>
              </a:ext>
            </a:extLst>
          </p:cNvPr>
          <p:cNvGrpSpPr/>
          <p:nvPr/>
        </p:nvGrpSpPr>
        <p:grpSpPr>
          <a:xfrm>
            <a:off x="925537" y="2974661"/>
            <a:ext cx="1797480" cy="936360"/>
            <a:chOff x="925537" y="2974661"/>
            <a:chExt cx="1797480" cy="936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5" name="Tinta 84">
                  <a:extLst>
                    <a:ext uri="{FF2B5EF4-FFF2-40B4-BE49-F238E27FC236}">
                      <a16:creationId xmlns:a16="http://schemas.microsoft.com/office/drawing/2014/main" id="{A439679E-36BC-F442-91E2-911E285F2759}"/>
                    </a:ext>
                  </a:extLst>
                </p14:cNvPr>
                <p14:cNvContentPartPr/>
                <p14:nvPr/>
              </p14:nvContentPartPr>
              <p14:xfrm>
                <a:off x="1330537" y="2996261"/>
                <a:ext cx="919440" cy="162360"/>
              </p14:xfrm>
            </p:contentPart>
          </mc:Choice>
          <mc:Fallback>
            <p:pic>
              <p:nvPicPr>
                <p:cNvPr id="85" name="Tinta 84">
                  <a:extLst>
                    <a:ext uri="{FF2B5EF4-FFF2-40B4-BE49-F238E27FC236}">
                      <a16:creationId xmlns:a16="http://schemas.microsoft.com/office/drawing/2014/main" id="{A439679E-36BC-F442-91E2-911E285F2759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312537" y="2978261"/>
                  <a:ext cx="95508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6" name="Tinta 85">
                  <a:extLst>
                    <a:ext uri="{FF2B5EF4-FFF2-40B4-BE49-F238E27FC236}">
                      <a16:creationId xmlns:a16="http://schemas.microsoft.com/office/drawing/2014/main" id="{F107FA70-0727-CAAA-41F8-FA28DC9D65B4}"/>
                    </a:ext>
                  </a:extLst>
                </p14:cNvPr>
                <p14:cNvContentPartPr/>
                <p14:nvPr/>
              </p14:nvContentPartPr>
              <p14:xfrm>
                <a:off x="2122897" y="2974661"/>
                <a:ext cx="117000" cy="147240"/>
              </p14:xfrm>
            </p:contentPart>
          </mc:Choice>
          <mc:Fallback>
            <p:pic>
              <p:nvPicPr>
                <p:cNvPr id="86" name="Tinta 85">
                  <a:extLst>
                    <a:ext uri="{FF2B5EF4-FFF2-40B4-BE49-F238E27FC236}">
                      <a16:creationId xmlns:a16="http://schemas.microsoft.com/office/drawing/2014/main" id="{F107FA70-0727-CAAA-41F8-FA28DC9D65B4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104897" y="2956661"/>
                  <a:ext cx="15264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7" name="Tinta 86">
                  <a:extLst>
                    <a:ext uri="{FF2B5EF4-FFF2-40B4-BE49-F238E27FC236}">
                      <a16:creationId xmlns:a16="http://schemas.microsoft.com/office/drawing/2014/main" id="{681A8AE3-E562-DD66-F032-364C1FCCFC0C}"/>
                    </a:ext>
                  </a:extLst>
                </p14:cNvPr>
                <p14:cNvContentPartPr/>
                <p14:nvPr/>
              </p14:nvContentPartPr>
              <p14:xfrm>
                <a:off x="1300657" y="2982581"/>
                <a:ext cx="187560" cy="146880"/>
              </p14:xfrm>
            </p:contentPart>
          </mc:Choice>
          <mc:Fallback>
            <p:pic>
              <p:nvPicPr>
                <p:cNvPr id="87" name="Tinta 86">
                  <a:extLst>
                    <a:ext uri="{FF2B5EF4-FFF2-40B4-BE49-F238E27FC236}">
                      <a16:creationId xmlns:a16="http://schemas.microsoft.com/office/drawing/2014/main" id="{681A8AE3-E562-DD66-F032-364C1FCCFC0C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283017" y="2964941"/>
                  <a:ext cx="22320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8" name="Tinta 87">
                  <a:extLst>
                    <a:ext uri="{FF2B5EF4-FFF2-40B4-BE49-F238E27FC236}">
                      <a16:creationId xmlns:a16="http://schemas.microsoft.com/office/drawing/2014/main" id="{FAF86E4D-5182-3E53-6876-40FEE4F63463}"/>
                    </a:ext>
                  </a:extLst>
                </p14:cNvPr>
                <p14:cNvContentPartPr/>
                <p14:nvPr/>
              </p14:nvContentPartPr>
              <p14:xfrm>
                <a:off x="925537" y="3332501"/>
                <a:ext cx="168120" cy="128520"/>
              </p14:xfrm>
            </p:contentPart>
          </mc:Choice>
          <mc:Fallback>
            <p:pic>
              <p:nvPicPr>
                <p:cNvPr id="88" name="Tinta 87">
                  <a:extLst>
                    <a:ext uri="{FF2B5EF4-FFF2-40B4-BE49-F238E27FC236}">
                      <a16:creationId xmlns:a16="http://schemas.microsoft.com/office/drawing/2014/main" id="{FAF86E4D-5182-3E53-6876-40FEE4F63463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07897" y="3314501"/>
                  <a:ext cx="20376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9" name="Tinta 88">
                  <a:extLst>
                    <a:ext uri="{FF2B5EF4-FFF2-40B4-BE49-F238E27FC236}">
                      <a16:creationId xmlns:a16="http://schemas.microsoft.com/office/drawing/2014/main" id="{55D9A125-DEF1-EF73-62BA-5B6F6007F945}"/>
                    </a:ext>
                  </a:extLst>
                </p14:cNvPr>
                <p14:cNvContentPartPr/>
                <p14:nvPr/>
              </p14:nvContentPartPr>
              <p14:xfrm>
                <a:off x="1096537" y="3360581"/>
                <a:ext cx="80280" cy="247680"/>
              </p14:xfrm>
            </p:contentPart>
          </mc:Choice>
          <mc:Fallback>
            <p:pic>
              <p:nvPicPr>
                <p:cNvPr id="89" name="Tinta 88">
                  <a:extLst>
                    <a:ext uri="{FF2B5EF4-FFF2-40B4-BE49-F238E27FC236}">
                      <a16:creationId xmlns:a16="http://schemas.microsoft.com/office/drawing/2014/main" id="{55D9A125-DEF1-EF73-62BA-5B6F6007F945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078897" y="3342581"/>
                  <a:ext cx="11592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0" name="Tinta 89">
                  <a:extLst>
                    <a:ext uri="{FF2B5EF4-FFF2-40B4-BE49-F238E27FC236}">
                      <a16:creationId xmlns:a16="http://schemas.microsoft.com/office/drawing/2014/main" id="{E4E7743C-3E5E-8A31-F271-5C919A8884AB}"/>
                    </a:ext>
                  </a:extLst>
                </p14:cNvPr>
                <p14:cNvContentPartPr/>
                <p14:nvPr/>
              </p14:nvContentPartPr>
              <p14:xfrm>
                <a:off x="1191217" y="3378581"/>
                <a:ext cx="253800" cy="88200"/>
              </p14:xfrm>
            </p:contentPart>
          </mc:Choice>
          <mc:Fallback>
            <p:pic>
              <p:nvPicPr>
                <p:cNvPr id="90" name="Tinta 89">
                  <a:extLst>
                    <a:ext uri="{FF2B5EF4-FFF2-40B4-BE49-F238E27FC236}">
                      <a16:creationId xmlns:a16="http://schemas.microsoft.com/office/drawing/2014/main" id="{E4E7743C-3E5E-8A31-F271-5C919A8884AB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173577" y="3360581"/>
                  <a:ext cx="28944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1" name="Tinta 90">
                  <a:extLst>
                    <a:ext uri="{FF2B5EF4-FFF2-40B4-BE49-F238E27FC236}">
                      <a16:creationId xmlns:a16="http://schemas.microsoft.com/office/drawing/2014/main" id="{DFCBEFF3-4E3D-9ED8-B795-6170E2FD7934}"/>
                    </a:ext>
                  </a:extLst>
                </p14:cNvPr>
                <p14:cNvContentPartPr/>
                <p14:nvPr/>
              </p14:nvContentPartPr>
              <p14:xfrm>
                <a:off x="1377697" y="3324941"/>
                <a:ext cx="360" cy="360"/>
              </p14:xfrm>
            </p:contentPart>
          </mc:Choice>
          <mc:Fallback>
            <p:pic>
              <p:nvPicPr>
                <p:cNvPr id="91" name="Tinta 90">
                  <a:extLst>
                    <a:ext uri="{FF2B5EF4-FFF2-40B4-BE49-F238E27FC236}">
                      <a16:creationId xmlns:a16="http://schemas.microsoft.com/office/drawing/2014/main" id="{DFCBEFF3-4E3D-9ED8-B795-6170E2FD7934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359697" y="330694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2" name="Tinta 91">
                  <a:extLst>
                    <a:ext uri="{FF2B5EF4-FFF2-40B4-BE49-F238E27FC236}">
                      <a16:creationId xmlns:a16="http://schemas.microsoft.com/office/drawing/2014/main" id="{36836ACC-F749-284B-D8AE-536D641495B0}"/>
                    </a:ext>
                  </a:extLst>
                </p14:cNvPr>
                <p14:cNvContentPartPr/>
                <p14:nvPr/>
              </p14:nvContentPartPr>
              <p14:xfrm>
                <a:off x="1468417" y="3363821"/>
                <a:ext cx="150120" cy="111960"/>
              </p14:xfrm>
            </p:contentPart>
          </mc:Choice>
          <mc:Fallback>
            <p:pic>
              <p:nvPicPr>
                <p:cNvPr id="92" name="Tinta 91">
                  <a:extLst>
                    <a:ext uri="{FF2B5EF4-FFF2-40B4-BE49-F238E27FC236}">
                      <a16:creationId xmlns:a16="http://schemas.microsoft.com/office/drawing/2014/main" id="{36836ACC-F749-284B-D8AE-536D641495B0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450417" y="3346181"/>
                  <a:ext cx="18576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3" name="Tinta 92">
                  <a:extLst>
                    <a:ext uri="{FF2B5EF4-FFF2-40B4-BE49-F238E27FC236}">
                      <a16:creationId xmlns:a16="http://schemas.microsoft.com/office/drawing/2014/main" id="{73B08DF6-4613-E2F9-2C3A-D47C279CBB32}"/>
                    </a:ext>
                  </a:extLst>
                </p14:cNvPr>
                <p14:cNvContentPartPr/>
                <p14:nvPr/>
              </p14:nvContentPartPr>
              <p14:xfrm>
                <a:off x="1620697" y="3237101"/>
                <a:ext cx="328680" cy="244440"/>
              </p14:xfrm>
            </p:contentPart>
          </mc:Choice>
          <mc:Fallback>
            <p:pic>
              <p:nvPicPr>
                <p:cNvPr id="93" name="Tinta 92">
                  <a:extLst>
                    <a:ext uri="{FF2B5EF4-FFF2-40B4-BE49-F238E27FC236}">
                      <a16:creationId xmlns:a16="http://schemas.microsoft.com/office/drawing/2014/main" id="{73B08DF6-4613-E2F9-2C3A-D47C279CBB32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602697" y="3219461"/>
                  <a:ext cx="36432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4" name="Tinta 93">
                  <a:extLst>
                    <a:ext uri="{FF2B5EF4-FFF2-40B4-BE49-F238E27FC236}">
                      <a16:creationId xmlns:a16="http://schemas.microsoft.com/office/drawing/2014/main" id="{8CFD7830-3429-C928-6A06-3CFE6FDF5F54}"/>
                    </a:ext>
                  </a:extLst>
                </p14:cNvPr>
                <p14:cNvContentPartPr/>
                <p14:nvPr/>
              </p14:nvContentPartPr>
              <p14:xfrm>
                <a:off x="1913017" y="3341501"/>
                <a:ext cx="72360" cy="105480"/>
              </p14:xfrm>
            </p:contentPart>
          </mc:Choice>
          <mc:Fallback>
            <p:pic>
              <p:nvPicPr>
                <p:cNvPr id="94" name="Tinta 93">
                  <a:extLst>
                    <a:ext uri="{FF2B5EF4-FFF2-40B4-BE49-F238E27FC236}">
                      <a16:creationId xmlns:a16="http://schemas.microsoft.com/office/drawing/2014/main" id="{8CFD7830-3429-C928-6A06-3CFE6FDF5F54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895017" y="3323861"/>
                  <a:ext cx="10800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5" name="Tinta 94">
                  <a:extLst>
                    <a:ext uri="{FF2B5EF4-FFF2-40B4-BE49-F238E27FC236}">
                      <a16:creationId xmlns:a16="http://schemas.microsoft.com/office/drawing/2014/main" id="{48CB66A1-48B1-C5B0-C603-0B9F1D9F2F31}"/>
                    </a:ext>
                  </a:extLst>
                </p14:cNvPr>
                <p14:cNvContentPartPr/>
                <p14:nvPr/>
              </p14:nvContentPartPr>
              <p14:xfrm>
                <a:off x="1885657" y="3249341"/>
                <a:ext cx="99720" cy="81720"/>
              </p14:xfrm>
            </p:contentPart>
          </mc:Choice>
          <mc:Fallback>
            <p:pic>
              <p:nvPicPr>
                <p:cNvPr id="95" name="Tinta 94">
                  <a:extLst>
                    <a:ext uri="{FF2B5EF4-FFF2-40B4-BE49-F238E27FC236}">
                      <a16:creationId xmlns:a16="http://schemas.microsoft.com/office/drawing/2014/main" id="{48CB66A1-48B1-C5B0-C603-0B9F1D9F2F31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867657" y="3231341"/>
                  <a:ext cx="13536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6" name="Tinta 95">
                  <a:extLst>
                    <a:ext uri="{FF2B5EF4-FFF2-40B4-BE49-F238E27FC236}">
                      <a16:creationId xmlns:a16="http://schemas.microsoft.com/office/drawing/2014/main" id="{99CD7B04-C8B3-C64A-AB89-4D2A6783F5FF}"/>
                    </a:ext>
                  </a:extLst>
                </p14:cNvPr>
                <p14:cNvContentPartPr/>
                <p14:nvPr/>
              </p14:nvContentPartPr>
              <p14:xfrm>
                <a:off x="2021017" y="3326021"/>
                <a:ext cx="302040" cy="102600"/>
              </p14:xfrm>
            </p:contentPart>
          </mc:Choice>
          <mc:Fallback>
            <p:pic>
              <p:nvPicPr>
                <p:cNvPr id="96" name="Tinta 95">
                  <a:extLst>
                    <a:ext uri="{FF2B5EF4-FFF2-40B4-BE49-F238E27FC236}">
                      <a16:creationId xmlns:a16="http://schemas.microsoft.com/office/drawing/2014/main" id="{99CD7B04-C8B3-C64A-AB89-4D2A6783F5F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2003017" y="3308021"/>
                  <a:ext cx="33768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7" name="Tinta 96">
                  <a:extLst>
                    <a:ext uri="{FF2B5EF4-FFF2-40B4-BE49-F238E27FC236}">
                      <a16:creationId xmlns:a16="http://schemas.microsoft.com/office/drawing/2014/main" id="{C2B4FDF9-8928-0469-2B31-BAC5964B4E8B}"/>
                    </a:ext>
                  </a:extLst>
                </p14:cNvPr>
                <p14:cNvContentPartPr/>
                <p14:nvPr/>
              </p14:nvContentPartPr>
              <p14:xfrm>
                <a:off x="2258257" y="3311261"/>
                <a:ext cx="124560" cy="79560"/>
              </p14:xfrm>
            </p:contentPart>
          </mc:Choice>
          <mc:Fallback>
            <p:pic>
              <p:nvPicPr>
                <p:cNvPr id="97" name="Tinta 96">
                  <a:extLst>
                    <a:ext uri="{FF2B5EF4-FFF2-40B4-BE49-F238E27FC236}">
                      <a16:creationId xmlns:a16="http://schemas.microsoft.com/office/drawing/2014/main" id="{C2B4FDF9-8928-0469-2B31-BAC5964B4E8B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2240257" y="3293621"/>
                  <a:ext cx="16020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8" name="Tinta 97">
                  <a:extLst>
                    <a:ext uri="{FF2B5EF4-FFF2-40B4-BE49-F238E27FC236}">
                      <a16:creationId xmlns:a16="http://schemas.microsoft.com/office/drawing/2014/main" id="{8B250E31-EC9B-2897-691F-2480849FEEA0}"/>
                    </a:ext>
                  </a:extLst>
                </p14:cNvPr>
                <p14:cNvContentPartPr/>
                <p14:nvPr/>
              </p14:nvContentPartPr>
              <p14:xfrm>
                <a:off x="2384617" y="3273461"/>
                <a:ext cx="71280" cy="115560"/>
              </p14:xfrm>
            </p:contentPart>
          </mc:Choice>
          <mc:Fallback>
            <p:pic>
              <p:nvPicPr>
                <p:cNvPr id="98" name="Tinta 97">
                  <a:extLst>
                    <a:ext uri="{FF2B5EF4-FFF2-40B4-BE49-F238E27FC236}">
                      <a16:creationId xmlns:a16="http://schemas.microsoft.com/office/drawing/2014/main" id="{8B250E31-EC9B-2897-691F-2480849FEEA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2366977" y="3255461"/>
                  <a:ext cx="10692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9" name="Tinta 98">
                  <a:extLst>
                    <a:ext uri="{FF2B5EF4-FFF2-40B4-BE49-F238E27FC236}">
                      <a16:creationId xmlns:a16="http://schemas.microsoft.com/office/drawing/2014/main" id="{3CFF15A7-017B-B028-B343-160276171215}"/>
                    </a:ext>
                  </a:extLst>
                </p14:cNvPr>
                <p14:cNvContentPartPr/>
                <p14:nvPr/>
              </p14:nvContentPartPr>
              <p14:xfrm>
                <a:off x="1625737" y="3587381"/>
                <a:ext cx="276120" cy="239040"/>
              </p14:xfrm>
            </p:contentPart>
          </mc:Choice>
          <mc:Fallback>
            <p:pic>
              <p:nvPicPr>
                <p:cNvPr id="99" name="Tinta 98">
                  <a:extLst>
                    <a:ext uri="{FF2B5EF4-FFF2-40B4-BE49-F238E27FC236}">
                      <a16:creationId xmlns:a16="http://schemas.microsoft.com/office/drawing/2014/main" id="{3CFF15A7-017B-B028-B343-160276171215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608097" y="3569741"/>
                  <a:ext cx="31176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0" name="Tinta 99">
                  <a:extLst>
                    <a:ext uri="{FF2B5EF4-FFF2-40B4-BE49-F238E27FC236}">
                      <a16:creationId xmlns:a16="http://schemas.microsoft.com/office/drawing/2014/main" id="{C9D38DEB-74DE-A31D-8179-DFAD32906794}"/>
                    </a:ext>
                  </a:extLst>
                </p14:cNvPr>
                <p14:cNvContentPartPr/>
                <p14:nvPr/>
              </p14:nvContentPartPr>
              <p14:xfrm>
                <a:off x="1902937" y="3686381"/>
                <a:ext cx="225000" cy="224640"/>
              </p14:xfrm>
            </p:contentPart>
          </mc:Choice>
          <mc:Fallback>
            <p:pic>
              <p:nvPicPr>
                <p:cNvPr id="100" name="Tinta 99">
                  <a:extLst>
                    <a:ext uri="{FF2B5EF4-FFF2-40B4-BE49-F238E27FC236}">
                      <a16:creationId xmlns:a16="http://schemas.microsoft.com/office/drawing/2014/main" id="{C9D38DEB-74DE-A31D-8179-DFAD32906794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884937" y="3668381"/>
                  <a:ext cx="26064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1" name="Tinta 100">
                  <a:extLst>
                    <a:ext uri="{FF2B5EF4-FFF2-40B4-BE49-F238E27FC236}">
                      <a16:creationId xmlns:a16="http://schemas.microsoft.com/office/drawing/2014/main" id="{E3CDC070-B70E-6443-4C9A-DF8B6F62CA89}"/>
                    </a:ext>
                  </a:extLst>
                </p14:cNvPr>
                <p14:cNvContentPartPr/>
                <p14:nvPr/>
              </p14:nvContentPartPr>
              <p14:xfrm>
                <a:off x="2036857" y="3500261"/>
                <a:ext cx="67320" cy="69480"/>
              </p14:xfrm>
            </p:contentPart>
          </mc:Choice>
          <mc:Fallback>
            <p:pic>
              <p:nvPicPr>
                <p:cNvPr id="101" name="Tinta 100">
                  <a:extLst>
                    <a:ext uri="{FF2B5EF4-FFF2-40B4-BE49-F238E27FC236}">
                      <a16:creationId xmlns:a16="http://schemas.microsoft.com/office/drawing/2014/main" id="{E3CDC070-B70E-6443-4C9A-DF8B6F62CA89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2019217" y="3482621"/>
                  <a:ext cx="10296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2" name="Tinta 101">
                  <a:extLst>
                    <a:ext uri="{FF2B5EF4-FFF2-40B4-BE49-F238E27FC236}">
                      <a16:creationId xmlns:a16="http://schemas.microsoft.com/office/drawing/2014/main" id="{08BE51E1-23D9-A0B6-F493-047C6D3B65A0}"/>
                    </a:ext>
                  </a:extLst>
                </p14:cNvPr>
                <p14:cNvContentPartPr/>
                <p14:nvPr/>
              </p14:nvContentPartPr>
              <p14:xfrm>
                <a:off x="2159977" y="3614381"/>
                <a:ext cx="129240" cy="152640"/>
              </p14:xfrm>
            </p:contentPart>
          </mc:Choice>
          <mc:Fallback>
            <p:pic>
              <p:nvPicPr>
                <p:cNvPr id="102" name="Tinta 101">
                  <a:extLst>
                    <a:ext uri="{FF2B5EF4-FFF2-40B4-BE49-F238E27FC236}">
                      <a16:creationId xmlns:a16="http://schemas.microsoft.com/office/drawing/2014/main" id="{08BE51E1-23D9-A0B6-F493-047C6D3B65A0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2142337" y="3596381"/>
                  <a:ext cx="16488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3" name="Tinta 102">
                  <a:extLst>
                    <a:ext uri="{FF2B5EF4-FFF2-40B4-BE49-F238E27FC236}">
                      <a16:creationId xmlns:a16="http://schemas.microsoft.com/office/drawing/2014/main" id="{99C9FB5D-FB81-FBAC-F115-0C6795E2AD08}"/>
                    </a:ext>
                  </a:extLst>
                </p14:cNvPr>
                <p14:cNvContentPartPr/>
                <p14:nvPr/>
              </p14:nvContentPartPr>
              <p14:xfrm>
                <a:off x="2352577" y="3652181"/>
                <a:ext cx="75960" cy="82080"/>
              </p14:xfrm>
            </p:contentPart>
          </mc:Choice>
          <mc:Fallback>
            <p:pic>
              <p:nvPicPr>
                <p:cNvPr id="103" name="Tinta 102">
                  <a:extLst>
                    <a:ext uri="{FF2B5EF4-FFF2-40B4-BE49-F238E27FC236}">
                      <a16:creationId xmlns:a16="http://schemas.microsoft.com/office/drawing/2014/main" id="{99C9FB5D-FB81-FBAC-F115-0C6795E2AD08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2334577" y="3634181"/>
                  <a:ext cx="11160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4" name="Tinta 103">
                  <a:extLst>
                    <a:ext uri="{FF2B5EF4-FFF2-40B4-BE49-F238E27FC236}">
                      <a16:creationId xmlns:a16="http://schemas.microsoft.com/office/drawing/2014/main" id="{23275960-A9FE-5ECF-6868-950550C616AA}"/>
                    </a:ext>
                  </a:extLst>
                </p14:cNvPr>
                <p14:cNvContentPartPr/>
                <p14:nvPr/>
              </p14:nvContentPartPr>
              <p14:xfrm>
                <a:off x="2446897" y="3618701"/>
                <a:ext cx="48960" cy="149040"/>
              </p14:xfrm>
            </p:contentPart>
          </mc:Choice>
          <mc:Fallback>
            <p:pic>
              <p:nvPicPr>
                <p:cNvPr id="104" name="Tinta 103">
                  <a:extLst>
                    <a:ext uri="{FF2B5EF4-FFF2-40B4-BE49-F238E27FC236}">
                      <a16:creationId xmlns:a16="http://schemas.microsoft.com/office/drawing/2014/main" id="{23275960-A9FE-5ECF-6868-950550C616AA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2428897" y="3601061"/>
                  <a:ext cx="8460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5" name="Tinta 104">
                  <a:extLst>
                    <a:ext uri="{FF2B5EF4-FFF2-40B4-BE49-F238E27FC236}">
                      <a16:creationId xmlns:a16="http://schemas.microsoft.com/office/drawing/2014/main" id="{CAAE8B74-AAD3-3633-36BB-BFF6000F9488}"/>
                    </a:ext>
                  </a:extLst>
                </p14:cNvPr>
                <p14:cNvContentPartPr/>
                <p14:nvPr/>
              </p14:nvContentPartPr>
              <p14:xfrm>
                <a:off x="2502337" y="3664421"/>
                <a:ext cx="96480" cy="101880"/>
              </p14:xfrm>
            </p:contentPart>
          </mc:Choice>
          <mc:Fallback>
            <p:pic>
              <p:nvPicPr>
                <p:cNvPr id="105" name="Tinta 104">
                  <a:extLst>
                    <a:ext uri="{FF2B5EF4-FFF2-40B4-BE49-F238E27FC236}">
                      <a16:creationId xmlns:a16="http://schemas.microsoft.com/office/drawing/2014/main" id="{CAAE8B74-AAD3-3633-36BB-BFF6000F9488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2484697" y="3646781"/>
                  <a:ext cx="13212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6" name="Tinta 105">
                  <a:extLst>
                    <a:ext uri="{FF2B5EF4-FFF2-40B4-BE49-F238E27FC236}">
                      <a16:creationId xmlns:a16="http://schemas.microsoft.com/office/drawing/2014/main" id="{C9358DD8-BA96-7E5F-38B1-356A3FBE6AC0}"/>
                    </a:ext>
                  </a:extLst>
                </p14:cNvPr>
                <p14:cNvContentPartPr/>
                <p14:nvPr/>
              </p14:nvContentPartPr>
              <p14:xfrm>
                <a:off x="2595937" y="3664421"/>
                <a:ext cx="127080" cy="93600"/>
              </p14:xfrm>
            </p:contentPart>
          </mc:Choice>
          <mc:Fallback>
            <p:pic>
              <p:nvPicPr>
                <p:cNvPr id="106" name="Tinta 105">
                  <a:extLst>
                    <a:ext uri="{FF2B5EF4-FFF2-40B4-BE49-F238E27FC236}">
                      <a16:creationId xmlns:a16="http://schemas.microsoft.com/office/drawing/2014/main" id="{C9358DD8-BA96-7E5F-38B1-356A3FBE6AC0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2577937" y="3646781"/>
                  <a:ext cx="162720" cy="12924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08" name="Imagem 107">
            <a:extLst>
              <a:ext uri="{FF2B5EF4-FFF2-40B4-BE49-F238E27FC236}">
                <a16:creationId xmlns:a16="http://schemas.microsoft.com/office/drawing/2014/main" id="{E5C6E051-6C73-7FFC-D5E7-48351994BB9C}"/>
              </a:ext>
            </a:extLst>
          </p:cNvPr>
          <p:cNvPicPr>
            <a:picLocks noChangeAspect="1"/>
          </p:cNvPicPr>
          <p:nvPr/>
        </p:nvPicPr>
        <p:blipFill>
          <a:blip r:embed="rId180"/>
          <a:stretch>
            <a:fillRect/>
          </a:stretch>
        </p:blipFill>
        <p:spPr>
          <a:xfrm>
            <a:off x="9287257" y="1754981"/>
            <a:ext cx="3147333" cy="1676545"/>
          </a:xfrm>
          <a:prstGeom prst="rect">
            <a:avLst/>
          </a:prstGeom>
        </p:spPr>
      </p:pic>
      <p:grpSp>
        <p:nvGrpSpPr>
          <p:cNvPr id="111" name="Agrupar 110">
            <a:extLst>
              <a:ext uri="{FF2B5EF4-FFF2-40B4-BE49-F238E27FC236}">
                <a16:creationId xmlns:a16="http://schemas.microsoft.com/office/drawing/2014/main" id="{A1BA77DA-0D3A-77CB-9DDE-D965D8802730}"/>
              </a:ext>
            </a:extLst>
          </p:cNvPr>
          <p:cNvGrpSpPr/>
          <p:nvPr/>
        </p:nvGrpSpPr>
        <p:grpSpPr>
          <a:xfrm>
            <a:off x="3405577" y="2293181"/>
            <a:ext cx="129600" cy="86400"/>
            <a:chOff x="3405577" y="2293181"/>
            <a:chExt cx="129600" cy="86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09" name="Tinta 108">
                  <a:extLst>
                    <a:ext uri="{FF2B5EF4-FFF2-40B4-BE49-F238E27FC236}">
                      <a16:creationId xmlns:a16="http://schemas.microsoft.com/office/drawing/2014/main" id="{45E5E25B-A85A-4ECC-3999-5F6BA857F2C1}"/>
                    </a:ext>
                  </a:extLst>
                </p14:cNvPr>
                <p14:cNvContentPartPr/>
                <p14:nvPr/>
              </p14:nvContentPartPr>
              <p14:xfrm>
                <a:off x="3421777" y="2379221"/>
                <a:ext cx="113400" cy="360"/>
              </p14:xfrm>
            </p:contentPart>
          </mc:Choice>
          <mc:Fallback>
            <p:pic>
              <p:nvPicPr>
                <p:cNvPr id="109" name="Tinta 108">
                  <a:extLst>
                    <a:ext uri="{FF2B5EF4-FFF2-40B4-BE49-F238E27FC236}">
                      <a16:creationId xmlns:a16="http://schemas.microsoft.com/office/drawing/2014/main" id="{45E5E25B-A85A-4ECC-3999-5F6BA857F2C1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3403777" y="2361581"/>
                  <a:ext cx="1490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10" name="Tinta 109">
                  <a:extLst>
                    <a:ext uri="{FF2B5EF4-FFF2-40B4-BE49-F238E27FC236}">
                      <a16:creationId xmlns:a16="http://schemas.microsoft.com/office/drawing/2014/main" id="{C01625A1-8758-5C41-66B8-422D929B4B67}"/>
                    </a:ext>
                  </a:extLst>
                </p14:cNvPr>
                <p14:cNvContentPartPr/>
                <p14:nvPr/>
              </p14:nvContentPartPr>
              <p14:xfrm>
                <a:off x="3405577" y="2293181"/>
                <a:ext cx="104760" cy="10440"/>
              </p14:xfrm>
            </p:contentPart>
          </mc:Choice>
          <mc:Fallback>
            <p:pic>
              <p:nvPicPr>
                <p:cNvPr id="110" name="Tinta 109">
                  <a:extLst>
                    <a:ext uri="{FF2B5EF4-FFF2-40B4-BE49-F238E27FC236}">
                      <a16:creationId xmlns:a16="http://schemas.microsoft.com/office/drawing/2014/main" id="{C01625A1-8758-5C41-66B8-422D929B4B67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3387937" y="2275541"/>
                  <a:ext cx="140400" cy="4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" name="Agrupar 134">
            <a:extLst>
              <a:ext uri="{FF2B5EF4-FFF2-40B4-BE49-F238E27FC236}">
                <a16:creationId xmlns:a16="http://schemas.microsoft.com/office/drawing/2014/main" id="{D30FA4E6-ED59-9418-AE77-5C0D65A73609}"/>
              </a:ext>
            </a:extLst>
          </p:cNvPr>
          <p:cNvGrpSpPr/>
          <p:nvPr/>
        </p:nvGrpSpPr>
        <p:grpSpPr>
          <a:xfrm>
            <a:off x="4074817" y="2611781"/>
            <a:ext cx="603000" cy="175680"/>
            <a:chOff x="4074817" y="2611781"/>
            <a:chExt cx="603000" cy="175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27" name="Tinta 126">
                  <a:extLst>
                    <a:ext uri="{FF2B5EF4-FFF2-40B4-BE49-F238E27FC236}">
                      <a16:creationId xmlns:a16="http://schemas.microsoft.com/office/drawing/2014/main" id="{A1B2B4FD-9F3B-38C4-4FCD-EF30C39F97FF}"/>
                    </a:ext>
                  </a:extLst>
                </p14:cNvPr>
                <p14:cNvContentPartPr/>
                <p14:nvPr/>
              </p14:nvContentPartPr>
              <p14:xfrm>
                <a:off x="4074817" y="2668661"/>
                <a:ext cx="115920" cy="1440"/>
              </p14:xfrm>
            </p:contentPart>
          </mc:Choice>
          <mc:Fallback>
            <p:pic>
              <p:nvPicPr>
                <p:cNvPr id="127" name="Tinta 126">
                  <a:extLst>
                    <a:ext uri="{FF2B5EF4-FFF2-40B4-BE49-F238E27FC236}">
                      <a16:creationId xmlns:a16="http://schemas.microsoft.com/office/drawing/2014/main" id="{A1B2B4FD-9F3B-38C4-4FCD-EF30C39F97FF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4057177" y="2651021"/>
                  <a:ext cx="15156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28" name="Tinta 127">
                  <a:extLst>
                    <a:ext uri="{FF2B5EF4-FFF2-40B4-BE49-F238E27FC236}">
                      <a16:creationId xmlns:a16="http://schemas.microsoft.com/office/drawing/2014/main" id="{25216C9F-16E0-7BF6-869A-A30FAC485CBA}"/>
                    </a:ext>
                  </a:extLst>
                </p14:cNvPr>
                <p14:cNvContentPartPr/>
                <p14:nvPr/>
              </p14:nvContentPartPr>
              <p14:xfrm>
                <a:off x="4274977" y="2611781"/>
                <a:ext cx="87120" cy="175680"/>
              </p14:xfrm>
            </p:contentPart>
          </mc:Choice>
          <mc:Fallback>
            <p:pic>
              <p:nvPicPr>
                <p:cNvPr id="128" name="Tinta 127">
                  <a:extLst>
                    <a:ext uri="{FF2B5EF4-FFF2-40B4-BE49-F238E27FC236}">
                      <a16:creationId xmlns:a16="http://schemas.microsoft.com/office/drawing/2014/main" id="{25216C9F-16E0-7BF6-869A-A30FAC485CBA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4256977" y="2593781"/>
                  <a:ext cx="12276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29" name="Tinta 128">
                  <a:extLst>
                    <a:ext uri="{FF2B5EF4-FFF2-40B4-BE49-F238E27FC236}">
                      <a16:creationId xmlns:a16="http://schemas.microsoft.com/office/drawing/2014/main" id="{C2864959-CB28-C8D6-EB76-58DA470DEDDF}"/>
                    </a:ext>
                  </a:extLst>
                </p14:cNvPr>
                <p14:cNvContentPartPr/>
                <p14:nvPr/>
              </p14:nvContentPartPr>
              <p14:xfrm>
                <a:off x="4465057" y="2638421"/>
                <a:ext cx="2880" cy="131040"/>
              </p14:xfrm>
            </p:contentPart>
          </mc:Choice>
          <mc:Fallback>
            <p:pic>
              <p:nvPicPr>
                <p:cNvPr id="129" name="Tinta 128">
                  <a:extLst>
                    <a:ext uri="{FF2B5EF4-FFF2-40B4-BE49-F238E27FC236}">
                      <a16:creationId xmlns:a16="http://schemas.microsoft.com/office/drawing/2014/main" id="{C2864959-CB28-C8D6-EB76-58DA470DEDDF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4447057" y="2620781"/>
                  <a:ext cx="3852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30" name="Tinta 129">
                  <a:extLst>
                    <a:ext uri="{FF2B5EF4-FFF2-40B4-BE49-F238E27FC236}">
                      <a16:creationId xmlns:a16="http://schemas.microsoft.com/office/drawing/2014/main" id="{478C8BFF-E180-BF09-CB4B-754E5808DF02}"/>
                    </a:ext>
                  </a:extLst>
                </p14:cNvPr>
                <p14:cNvContentPartPr/>
                <p14:nvPr/>
              </p14:nvContentPartPr>
              <p14:xfrm>
                <a:off x="4437697" y="2710061"/>
                <a:ext cx="98640" cy="3600"/>
              </p14:xfrm>
            </p:contentPart>
          </mc:Choice>
          <mc:Fallback>
            <p:pic>
              <p:nvPicPr>
                <p:cNvPr id="130" name="Tinta 129">
                  <a:extLst>
                    <a:ext uri="{FF2B5EF4-FFF2-40B4-BE49-F238E27FC236}">
                      <a16:creationId xmlns:a16="http://schemas.microsoft.com/office/drawing/2014/main" id="{478C8BFF-E180-BF09-CB4B-754E5808DF02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4419697" y="2692421"/>
                  <a:ext cx="13428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31" name="Tinta 130">
                  <a:extLst>
                    <a:ext uri="{FF2B5EF4-FFF2-40B4-BE49-F238E27FC236}">
                      <a16:creationId xmlns:a16="http://schemas.microsoft.com/office/drawing/2014/main" id="{8A363D5D-F1BA-3B3B-F35C-B4F84AC91E8F}"/>
                    </a:ext>
                  </a:extLst>
                </p14:cNvPr>
                <p14:cNvContentPartPr/>
                <p14:nvPr/>
              </p14:nvContentPartPr>
              <p14:xfrm>
                <a:off x="4583137" y="2633741"/>
                <a:ext cx="94680" cy="144720"/>
              </p14:xfrm>
            </p:contentPart>
          </mc:Choice>
          <mc:Fallback>
            <p:pic>
              <p:nvPicPr>
                <p:cNvPr id="131" name="Tinta 130">
                  <a:extLst>
                    <a:ext uri="{FF2B5EF4-FFF2-40B4-BE49-F238E27FC236}">
                      <a16:creationId xmlns:a16="http://schemas.microsoft.com/office/drawing/2014/main" id="{8A363D5D-F1BA-3B3B-F35C-B4F84AC91E8F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4565137" y="2616101"/>
                  <a:ext cx="130320" cy="180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7" name="Agrupar 136">
            <a:extLst>
              <a:ext uri="{FF2B5EF4-FFF2-40B4-BE49-F238E27FC236}">
                <a16:creationId xmlns:a16="http://schemas.microsoft.com/office/drawing/2014/main" id="{62715A3A-89A3-86C2-5A95-F4FADA7ACE1D}"/>
              </a:ext>
            </a:extLst>
          </p:cNvPr>
          <p:cNvGrpSpPr/>
          <p:nvPr/>
        </p:nvGrpSpPr>
        <p:grpSpPr>
          <a:xfrm>
            <a:off x="3758017" y="2026061"/>
            <a:ext cx="1508400" cy="383760"/>
            <a:chOff x="3758017" y="2026061"/>
            <a:chExt cx="1508400" cy="383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2" name="Tinta 111">
                  <a:extLst>
                    <a:ext uri="{FF2B5EF4-FFF2-40B4-BE49-F238E27FC236}">
                      <a16:creationId xmlns:a16="http://schemas.microsoft.com/office/drawing/2014/main" id="{BBF37751-530C-7921-0937-6016AEA1AA7B}"/>
                    </a:ext>
                  </a:extLst>
                </p14:cNvPr>
                <p14:cNvContentPartPr/>
                <p14:nvPr/>
              </p14:nvContentPartPr>
              <p14:xfrm>
                <a:off x="3758017" y="2131181"/>
                <a:ext cx="48960" cy="237240"/>
              </p14:xfrm>
            </p:contentPart>
          </mc:Choice>
          <mc:Fallback>
            <p:pic>
              <p:nvPicPr>
                <p:cNvPr id="112" name="Tinta 111">
                  <a:extLst>
                    <a:ext uri="{FF2B5EF4-FFF2-40B4-BE49-F238E27FC236}">
                      <a16:creationId xmlns:a16="http://schemas.microsoft.com/office/drawing/2014/main" id="{BBF37751-530C-7921-0937-6016AEA1AA7B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3740377" y="2113181"/>
                  <a:ext cx="8460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13" name="Tinta 112">
                  <a:extLst>
                    <a:ext uri="{FF2B5EF4-FFF2-40B4-BE49-F238E27FC236}">
                      <a16:creationId xmlns:a16="http://schemas.microsoft.com/office/drawing/2014/main" id="{FBE30D5F-7962-0520-B310-6A00BE58CAEB}"/>
                    </a:ext>
                  </a:extLst>
                </p14:cNvPr>
                <p14:cNvContentPartPr/>
                <p14:nvPr/>
              </p14:nvContentPartPr>
              <p14:xfrm>
                <a:off x="3918577" y="2371301"/>
                <a:ext cx="360" cy="360"/>
              </p14:xfrm>
            </p:contentPart>
          </mc:Choice>
          <mc:Fallback>
            <p:pic>
              <p:nvPicPr>
                <p:cNvPr id="113" name="Tinta 112">
                  <a:extLst>
                    <a:ext uri="{FF2B5EF4-FFF2-40B4-BE49-F238E27FC236}">
                      <a16:creationId xmlns:a16="http://schemas.microsoft.com/office/drawing/2014/main" id="{FBE30D5F-7962-0520-B310-6A00BE58CAEB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900577" y="235366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15" name="Tinta 114">
                  <a:extLst>
                    <a:ext uri="{FF2B5EF4-FFF2-40B4-BE49-F238E27FC236}">
                      <a16:creationId xmlns:a16="http://schemas.microsoft.com/office/drawing/2014/main" id="{D689D433-5F85-4095-51DE-1D6F463E82A1}"/>
                    </a:ext>
                  </a:extLst>
                </p14:cNvPr>
                <p14:cNvContentPartPr/>
                <p14:nvPr/>
              </p14:nvContentPartPr>
              <p14:xfrm>
                <a:off x="3912817" y="2347901"/>
                <a:ext cx="2160" cy="2160"/>
              </p14:xfrm>
            </p:contentPart>
          </mc:Choice>
          <mc:Fallback>
            <p:pic>
              <p:nvPicPr>
                <p:cNvPr id="115" name="Tinta 114">
                  <a:extLst>
                    <a:ext uri="{FF2B5EF4-FFF2-40B4-BE49-F238E27FC236}">
                      <a16:creationId xmlns:a16="http://schemas.microsoft.com/office/drawing/2014/main" id="{D689D433-5F85-4095-51DE-1D6F463E82A1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3895177" y="2330261"/>
                  <a:ext cx="3780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17" name="Tinta 116">
                  <a:extLst>
                    <a:ext uri="{FF2B5EF4-FFF2-40B4-BE49-F238E27FC236}">
                      <a16:creationId xmlns:a16="http://schemas.microsoft.com/office/drawing/2014/main" id="{47DBDF91-2645-BD87-CA11-CCEAA63B6858}"/>
                    </a:ext>
                  </a:extLst>
                </p14:cNvPr>
                <p14:cNvContentPartPr/>
                <p14:nvPr/>
              </p14:nvContentPartPr>
              <p14:xfrm>
                <a:off x="4049977" y="2164301"/>
                <a:ext cx="111600" cy="176040"/>
              </p14:xfrm>
            </p:contentPart>
          </mc:Choice>
          <mc:Fallback>
            <p:pic>
              <p:nvPicPr>
                <p:cNvPr id="117" name="Tinta 116">
                  <a:extLst>
                    <a:ext uri="{FF2B5EF4-FFF2-40B4-BE49-F238E27FC236}">
                      <a16:creationId xmlns:a16="http://schemas.microsoft.com/office/drawing/2014/main" id="{47DBDF91-2645-BD87-CA11-CCEAA63B6858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4032337" y="2146661"/>
                  <a:ext cx="14724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18" name="Tinta 117">
                  <a:extLst>
                    <a:ext uri="{FF2B5EF4-FFF2-40B4-BE49-F238E27FC236}">
                      <a16:creationId xmlns:a16="http://schemas.microsoft.com/office/drawing/2014/main" id="{F2B8FCD0-6330-FD99-3BD5-FBA1E507167A}"/>
                    </a:ext>
                  </a:extLst>
                </p14:cNvPr>
                <p14:cNvContentPartPr/>
                <p14:nvPr/>
              </p14:nvContentPartPr>
              <p14:xfrm>
                <a:off x="4045297" y="2182661"/>
                <a:ext cx="193680" cy="151200"/>
              </p14:xfrm>
            </p:contentPart>
          </mc:Choice>
          <mc:Fallback>
            <p:pic>
              <p:nvPicPr>
                <p:cNvPr id="118" name="Tinta 117">
                  <a:extLst>
                    <a:ext uri="{FF2B5EF4-FFF2-40B4-BE49-F238E27FC236}">
                      <a16:creationId xmlns:a16="http://schemas.microsoft.com/office/drawing/2014/main" id="{F2B8FCD0-6330-FD99-3BD5-FBA1E507167A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4027297" y="2164661"/>
                  <a:ext cx="22932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20" name="Tinta 119">
                  <a:extLst>
                    <a:ext uri="{FF2B5EF4-FFF2-40B4-BE49-F238E27FC236}">
                      <a16:creationId xmlns:a16="http://schemas.microsoft.com/office/drawing/2014/main" id="{C0D75C21-2E5E-81B4-3A09-48A5DC7438A9}"/>
                    </a:ext>
                  </a:extLst>
                </p14:cNvPr>
                <p14:cNvContentPartPr/>
                <p14:nvPr/>
              </p14:nvContentPartPr>
              <p14:xfrm>
                <a:off x="4197937" y="2085461"/>
                <a:ext cx="78480" cy="12600"/>
              </p14:xfrm>
            </p:contentPart>
          </mc:Choice>
          <mc:Fallback>
            <p:pic>
              <p:nvPicPr>
                <p:cNvPr id="120" name="Tinta 119">
                  <a:extLst>
                    <a:ext uri="{FF2B5EF4-FFF2-40B4-BE49-F238E27FC236}">
                      <a16:creationId xmlns:a16="http://schemas.microsoft.com/office/drawing/2014/main" id="{C0D75C21-2E5E-81B4-3A09-48A5DC7438A9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4179937" y="2067461"/>
                  <a:ext cx="11412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21" name="Tinta 120">
                  <a:extLst>
                    <a:ext uri="{FF2B5EF4-FFF2-40B4-BE49-F238E27FC236}">
                      <a16:creationId xmlns:a16="http://schemas.microsoft.com/office/drawing/2014/main" id="{2EDA3915-6F7F-7573-A485-9129B73D41B7}"/>
                    </a:ext>
                  </a:extLst>
                </p14:cNvPr>
                <p14:cNvContentPartPr/>
                <p14:nvPr/>
              </p14:nvContentPartPr>
              <p14:xfrm>
                <a:off x="4332217" y="2028581"/>
                <a:ext cx="82800" cy="130320"/>
              </p14:xfrm>
            </p:contentPart>
          </mc:Choice>
          <mc:Fallback>
            <p:pic>
              <p:nvPicPr>
                <p:cNvPr id="121" name="Tinta 120">
                  <a:extLst>
                    <a:ext uri="{FF2B5EF4-FFF2-40B4-BE49-F238E27FC236}">
                      <a16:creationId xmlns:a16="http://schemas.microsoft.com/office/drawing/2014/main" id="{2EDA3915-6F7F-7573-A485-9129B73D41B7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4314217" y="2010581"/>
                  <a:ext cx="11844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22" name="Tinta 121">
                  <a:extLst>
                    <a:ext uri="{FF2B5EF4-FFF2-40B4-BE49-F238E27FC236}">
                      <a16:creationId xmlns:a16="http://schemas.microsoft.com/office/drawing/2014/main" id="{8EEC46C2-8F7C-B512-EA24-FE0F8438EF8B}"/>
                    </a:ext>
                  </a:extLst>
                </p14:cNvPr>
                <p14:cNvContentPartPr/>
                <p14:nvPr/>
              </p14:nvContentPartPr>
              <p14:xfrm>
                <a:off x="4490977" y="2026061"/>
                <a:ext cx="17640" cy="135720"/>
              </p14:xfrm>
            </p:contentPart>
          </mc:Choice>
          <mc:Fallback>
            <p:pic>
              <p:nvPicPr>
                <p:cNvPr id="122" name="Tinta 121">
                  <a:extLst>
                    <a:ext uri="{FF2B5EF4-FFF2-40B4-BE49-F238E27FC236}">
                      <a16:creationId xmlns:a16="http://schemas.microsoft.com/office/drawing/2014/main" id="{8EEC46C2-8F7C-B512-EA24-FE0F8438EF8B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4473337" y="2008061"/>
                  <a:ext cx="5328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23" name="Tinta 122">
                  <a:extLst>
                    <a:ext uri="{FF2B5EF4-FFF2-40B4-BE49-F238E27FC236}">
                      <a16:creationId xmlns:a16="http://schemas.microsoft.com/office/drawing/2014/main" id="{85BC8C9F-7258-2A39-44EB-5DAE28610759}"/>
                    </a:ext>
                  </a:extLst>
                </p14:cNvPr>
                <p14:cNvContentPartPr/>
                <p14:nvPr/>
              </p14:nvContentPartPr>
              <p14:xfrm>
                <a:off x="4465057" y="2088701"/>
                <a:ext cx="67320" cy="360"/>
              </p14:xfrm>
            </p:contentPart>
          </mc:Choice>
          <mc:Fallback>
            <p:pic>
              <p:nvPicPr>
                <p:cNvPr id="123" name="Tinta 122">
                  <a:extLst>
                    <a:ext uri="{FF2B5EF4-FFF2-40B4-BE49-F238E27FC236}">
                      <a16:creationId xmlns:a16="http://schemas.microsoft.com/office/drawing/2014/main" id="{85BC8C9F-7258-2A39-44EB-5DAE28610759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4447057" y="2070701"/>
                  <a:ext cx="1029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24" name="Tinta 123">
                  <a:extLst>
                    <a:ext uri="{FF2B5EF4-FFF2-40B4-BE49-F238E27FC236}">
                      <a16:creationId xmlns:a16="http://schemas.microsoft.com/office/drawing/2014/main" id="{AE105ED1-38CF-A06D-ED52-000F6FFEFF0C}"/>
                    </a:ext>
                  </a:extLst>
                </p14:cNvPr>
                <p14:cNvContentPartPr/>
                <p14:nvPr/>
              </p14:nvContentPartPr>
              <p14:xfrm>
                <a:off x="4584217" y="2031101"/>
                <a:ext cx="53640" cy="118440"/>
              </p14:xfrm>
            </p:contentPart>
          </mc:Choice>
          <mc:Fallback>
            <p:pic>
              <p:nvPicPr>
                <p:cNvPr id="124" name="Tinta 123">
                  <a:extLst>
                    <a:ext uri="{FF2B5EF4-FFF2-40B4-BE49-F238E27FC236}">
                      <a16:creationId xmlns:a16="http://schemas.microsoft.com/office/drawing/2014/main" id="{AE105ED1-38CF-A06D-ED52-000F6FFEFF0C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4566217" y="2013101"/>
                  <a:ext cx="8928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26" name="Tinta 125">
                  <a:extLst>
                    <a:ext uri="{FF2B5EF4-FFF2-40B4-BE49-F238E27FC236}">
                      <a16:creationId xmlns:a16="http://schemas.microsoft.com/office/drawing/2014/main" id="{F37206B5-DBC2-A5DD-F3B0-0F0D29FC179C}"/>
                    </a:ext>
                  </a:extLst>
                </p14:cNvPr>
                <p14:cNvContentPartPr/>
                <p14:nvPr/>
              </p14:nvContentPartPr>
              <p14:xfrm>
                <a:off x="4051417" y="2377061"/>
                <a:ext cx="607680" cy="32760"/>
              </p14:xfrm>
            </p:contentPart>
          </mc:Choice>
          <mc:Fallback>
            <p:pic>
              <p:nvPicPr>
                <p:cNvPr id="126" name="Tinta 125">
                  <a:extLst>
                    <a:ext uri="{FF2B5EF4-FFF2-40B4-BE49-F238E27FC236}">
                      <a16:creationId xmlns:a16="http://schemas.microsoft.com/office/drawing/2014/main" id="{F37206B5-DBC2-A5DD-F3B0-0F0D29FC179C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4033417" y="2359061"/>
                  <a:ext cx="64332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32" name="Tinta 131">
                  <a:extLst>
                    <a:ext uri="{FF2B5EF4-FFF2-40B4-BE49-F238E27FC236}">
                      <a16:creationId xmlns:a16="http://schemas.microsoft.com/office/drawing/2014/main" id="{A0671D19-C129-FBC9-9E7F-8B16AFA84C5A}"/>
                    </a:ext>
                  </a:extLst>
                </p14:cNvPr>
                <p14:cNvContentPartPr/>
                <p14:nvPr/>
              </p14:nvContentPartPr>
              <p14:xfrm>
                <a:off x="4842337" y="2192741"/>
                <a:ext cx="16560" cy="175680"/>
              </p14:xfrm>
            </p:contentPart>
          </mc:Choice>
          <mc:Fallback>
            <p:pic>
              <p:nvPicPr>
                <p:cNvPr id="132" name="Tinta 131">
                  <a:extLst>
                    <a:ext uri="{FF2B5EF4-FFF2-40B4-BE49-F238E27FC236}">
                      <a16:creationId xmlns:a16="http://schemas.microsoft.com/office/drawing/2014/main" id="{A0671D19-C129-FBC9-9E7F-8B16AFA84C5A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4824697" y="2174741"/>
                  <a:ext cx="5220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33" name="Tinta 132">
                  <a:extLst>
                    <a:ext uri="{FF2B5EF4-FFF2-40B4-BE49-F238E27FC236}">
                      <a16:creationId xmlns:a16="http://schemas.microsoft.com/office/drawing/2014/main" id="{93276273-C9F5-EC1E-CCB3-0E4C3747C081}"/>
                    </a:ext>
                  </a:extLst>
                </p14:cNvPr>
                <p14:cNvContentPartPr/>
                <p14:nvPr/>
              </p14:nvContentPartPr>
              <p14:xfrm>
                <a:off x="4805257" y="2255381"/>
                <a:ext cx="102240" cy="11520"/>
              </p14:xfrm>
            </p:contentPart>
          </mc:Choice>
          <mc:Fallback>
            <p:pic>
              <p:nvPicPr>
                <p:cNvPr id="133" name="Tinta 132">
                  <a:extLst>
                    <a:ext uri="{FF2B5EF4-FFF2-40B4-BE49-F238E27FC236}">
                      <a16:creationId xmlns:a16="http://schemas.microsoft.com/office/drawing/2014/main" id="{93276273-C9F5-EC1E-CCB3-0E4C3747C081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4787257" y="2237381"/>
                  <a:ext cx="13788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36" name="Tinta 135">
                  <a:extLst>
                    <a:ext uri="{FF2B5EF4-FFF2-40B4-BE49-F238E27FC236}">
                      <a16:creationId xmlns:a16="http://schemas.microsoft.com/office/drawing/2014/main" id="{5364F863-F703-080E-60E0-F064120CDDC7}"/>
                    </a:ext>
                  </a:extLst>
                </p14:cNvPr>
                <p14:cNvContentPartPr/>
                <p14:nvPr/>
              </p14:nvContentPartPr>
              <p14:xfrm>
                <a:off x="5063017" y="2182301"/>
                <a:ext cx="203400" cy="161280"/>
              </p14:xfrm>
            </p:contentPart>
          </mc:Choice>
          <mc:Fallback>
            <p:pic>
              <p:nvPicPr>
                <p:cNvPr id="136" name="Tinta 135">
                  <a:extLst>
                    <a:ext uri="{FF2B5EF4-FFF2-40B4-BE49-F238E27FC236}">
                      <a16:creationId xmlns:a16="http://schemas.microsoft.com/office/drawing/2014/main" id="{5364F863-F703-080E-60E0-F064120CDDC7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5045017" y="2164661"/>
                  <a:ext cx="239040" cy="19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0" name="Agrupar 139">
            <a:extLst>
              <a:ext uri="{FF2B5EF4-FFF2-40B4-BE49-F238E27FC236}">
                <a16:creationId xmlns:a16="http://schemas.microsoft.com/office/drawing/2014/main" id="{FDADB3A4-1346-54D9-AAFE-C9EDA1FAAFB0}"/>
              </a:ext>
            </a:extLst>
          </p:cNvPr>
          <p:cNvGrpSpPr/>
          <p:nvPr/>
        </p:nvGrpSpPr>
        <p:grpSpPr>
          <a:xfrm>
            <a:off x="5485657" y="2243861"/>
            <a:ext cx="113400" cy="72000"/>
            <a:chOff x="5485657" y="2243861"/>
            <a:chExt cx="113400" cy="72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38" name="Tinta 137">
                  <a:extLst>
                    <a:ext uri="{FF2B5EF4-FFF2-40B4-BE49-F238E27FC236}">
                      <a16:creationId xmlns:a16="http://schemas.microsoft.com/office/drawing/2014/main" id="{7DF36246-24E4-8608-9CB0-B3E3D23748A7}"/>
                    </a:ext>
                  </a:extLst>
                </p14:cNvPr>
                <p14:cNvContentPartPr/>
                <p14:nvPr/>
              </p14:nvContentPartPr>
              <p14:xfrm>
                <a:off x="5485657" y="2306501"/>
                <a:ext cx="113400" cy="9360"/>
              </p14:xfrm>
            </p:contentPart>
          </mc:Choice>
          <mc:Fallback>
            <p:pic>
              <p:nvPicPr>
                <p:cNvPr id="138" name="Tinta 137">
                  <a:extLst>
                    <a:ext uri="{FF2B5EF4-FFF2-40B4-BE49-F238E27FC236}">
                      <a16:creationId xmlns:a16="http://schemas.microsoft.com/office/drawing/2014/main" id="{7DF36246-24E4-8608-9CB0-B3E3D23748A7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5468017" y="2288861"/>
                  <a:ext cx="14904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39" name="Tinta 138">
                  <a:extLst>
                    <a:ext uri="{FF2B5EF4-FFF2-40B4-BE49-F238E27FC236}">
                      <a16:creationId xmlns:a16="http://schemas.microsoft.com/office/drawing/2014/main" id="{E5049BC7-0743-DCE1-355D-E2688E82A51E}"/>
                    </a:ext>
                  </a:extLst>
                </p14:cNvPr>
                <p14:cNvContentPartPr/>
                <p14:nvPr/>
              </p14:nvContentPartPr>
              <p14:xfrm>
                <a:off x="5498257" y="2243861"/>
                <a:ext cx="100800" cy="19440"/>
              </p14:xfrm>
            </p:contentPart>
          </mc:Choice>
          <mc:Fallback>
            <p:pic>
              <p:nvPicPr>
                <p:cNvPr id="139" name="Tinta 138">
                  <a:extLst>
                    <a:ext uri="{FF2B5EF4-FFF2-40B4-BE49-F238E27FC236}">
                      <a16:creationId xmlns:a16="http://schemas.microsoft.com/office/drawing/2014/main" id="{E5049BC7-0743-DCE1-355D-E2688E82A51E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5480257" y="2226221"/>
                  <a:ext cx="136440" cy="5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4" name="Agrupar 153">
            <a:extLst>
              <a:ext uri="{FF2B5EF4-FFF2-40B4-BE49-F238E27FC236}">
                <a16:creationId xmlns:a16="http://schemas.microsoft.com/office/drawing/2014/main" id="{B4E30225-D420-0FE7-1864-4EED4ABE05E0}"/>
              </a:ext>
            </a:extLst>
          </p:cNvPr>
          <p:cNvGrpSpPr/>
          <p:nvPr/>
        </p:nvGrpSpPr>
        <p:grpSpPr>
          <a:xfrm>
            <a:off x="6108097" y="2517821"/>
            <a:ext cx="370080" cy="202680"/>
            <a:chOff x="6108097" y="2517821"/>
            <a:chExt cx="370080" cy="202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48" name="Tinta 147">
                  <a:extLst>
                    <a:ext uri="{FF2B5EF4-FFF2-40B4-BE49-F238E27FC236}">
                      <a16:creationId xmlns:a16="http://schemas.microsoft.com/office/drawing/2014/main" id="{52159368-8AD2-0EA3-0BD4-5AE93EAD2F5F}"/>
                    </a:ext>
                  </a:extLst>
                </p14:cNvPr>
                <p14:cNvContentPartPr/>
                <p14:nvPr/>
              </p14:nvContentPartPr>
              <p14:xfrm>
                <a:off x="6108097" y="2584781"/>
                <a:ext cx="113400" cy="2520"/>
              </p14:xfrm>
            </p:contentPart>
          </mc:Choice>
          <mc:Fallback>
            <p:pic>
              <p:nvPicPr>
                <p:cNvPr id="148" name="Tinta 147">
                  <a:extLst>
                    <a:ext uri="{FF2B5EF4-FFF2-40B4-BE49-F238E27FC236}">
                      <a16:creationId xmlns:a16="http://schemas.microsoft.com/office/drawing/2014/main" id="{52159368-8AD2-0EA3-0BD4-5AE93EAD2F5F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6090097" y="2567141"/>
                  <a:ext cx="14904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49" name="Tinta 148">
                  <a:extLst>
                    <a:ext uri="{FF2B5EF4-FFF2-40B4-BE49-F238E27FC236}">
                      <a16:creationId xmlns:a16="http://schemas.microsoft.com/office/drawing/2014/main" id="{B0998B3D-15E3-63CE-CD92-0B3DD1A5CA3C}"/>
                    </a:ext>
                  </a:extLst>
                </p14:cNvPr>
                <p14:cNvContentPartPr/>
                <p14:nvPr/>
              </p14:nvContentPartPr>
              <p14:xfrm>
                <a:off x="6322297" y="2517821"/>
                <a:ext cx="155880" cy="202680"/>
              </p14:xfrm>
            </p:contentPart>
          </mc:Choice>
          <mc:Fallback>
            <p:pic>
              <p:nvPicPr>
                <p:cNvPr id="149" name="Tinta 148">
                  <a:extLst>
                    <a:ext uri="{FF2B5EF4-FFF2-40B4-BE49-F238E27FC236}">
                      <a16:creationId xmlns:a16="http://schemas.microsoft.com/office/drawing/2014/main" id="{B0998B3D-15E3-63CE-CD92-0B3DD1A5CA3C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6304657" y="2500181"/>
                  <a:ext cx="191520" cy="23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5" name="Agrupar 154">
            <a:extLst>
              <a:ext uri="{FF2B5EF4-FFF2-40B4-BE49-F238E27FC236}">
                <a16:creationId xmlns:a16="http://schemas.microsoft.com/office/drawing/2014/main" id="{68E8EE56-C87C-018B-3457-0F2D9A2C3DDB}"/>
              </a:ext>
            </a:extLst>
          </p:cNvPr>
          <p:cNvGrpSpPr/>
          <p:nvPr/>
        </p:nvGrpSpPr>
        <p:grpSpPr>
          <a:xfrm>
            <a:off x="5831257" y="1916621"/>
            <a:ext cx="992520" cy="443160"/>
            <a:chOff x="5831257" y="1916621"/>
            <a:chExt cx="992520" cy="443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41" name="Tinta 140">
                  <a:extLst>
                    <a:ext uri="{FF2B5EF4-FFF2-40B4-BE49-F238E27FC236}">
                      <a16:creationId xmlns:a16="http://schemas.microsoft.com/office/drawing/2014/main" id="{1213E687-BEB0-D5B4-ED78-957E5C2DFD9B}"/>
                    </a:ext>
                  </a:extLst>
                </p14:cNvPr>
                <p14:cNvContentPartPr/>
                <p14:nvPr/>
              </p14:nvContentPartPr>
              <p14:xfrm>
                <a:off x="5831257" y="2065301"/>
                <a:ext cx="64440" cy="241920"/>
              </p14:xfrm>
            </p:contentPart>
          </mc:Choice>
          <mc:Fallback>
            <p:pic>
              <p:nvPicPr>
                <p:cNvPr id="141" name="Tinta 140">
                  <a:extLst>
                    <a:ext uri="{FF2B5EF4-FFF2-40B4-BE49-F238E27FC236}">
                      <a16:creationId xmlns:a16="http://schemas.microsoft.com/office/drawing/2014/main" id="{1213E687-BEB0-D5B4-ED78-957E5C2DFD9B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5813617" y="2047301"/>
                  <a:ext cx="10008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42" name="Tinta 141">
                  <a:extLst>
                    <a:ext uri="{FF2B5EF4-FFF2-40B4-BE49-F238E27FC236}">
                      <a16:creationId xmlns:a16="http://schemas.microsoft.com/office/drawing/2014/main" id="{7ED6314D-1CA0-3420-6D87-25870A144C89}"/>
                    </a:ext>
                  </a:extLst>
                </p14:cNvPr>
                <p14:cNvContentPartPr/>
                <p14:nvPr/>
              </p14:nvContentPartPr>
              <p14:xfrm>
                <a:off x="5997577" y="2298941"/>
                <a:ext cx="360" cy="360"/>
              </p14:xfrm>
            </p:contentPart>
          </mc:Choice>
          <mc:Fallback>
            <p:pic>
              <p:nvPicPr>
                <p:cNvPr id="142" name="Tinta 141">
                  <a:extLst>
                    <a:ext uri="{FF2B5EF4-FFF2-40B4-BE49-F238E27FC236}">
                      <a16:creationId xmlns:a16="http://schemas.microsoft.com/office/drawing/2014/main" id="{7ED6314D-1CA0-3420-6D87-25870A144C89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5979577" y="228094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43" name="Tinta 142">
                  <a:extLst>
                    <a:ext uri="{FF2B5EF4-FFF2-40B4-BE49-F238E27FC236}">
                      <a16:creationId xmlns:a16="http://schemas.microsoft.com/office/drawing/2014/main" id="{09A19CCD-D9BF-32CF-BCC0-8A0CF1012690}"/>
                    </a:ext>
                  </a:extLst>
                </p14:cNvPr>
                <p14:cNvContentPartPr/>
                <p14:nvPr/>
              </p14:nvContentPartPr>
              <p14:xfrm>
                <a:off x="6134017" y="2143421"/>
                <a:ext cx="96840" cy="165960"/>
              </p14:xfrm>
            </p:contentPart>
          </mc:Choice>
          <mc:Fallback>
            <p:pic>
              <p:nvPicPr>
                <p:cNvPr id="143" name="Tinta 142">
                  <a:extLst>
                    <a:ext uri="{FF2B5EF4-FFF2-40B4-BE49-F238E27FC236}">
                      <a16:creationId xmlns:a16="http://schemas.microsoft.com/office/drawing/2014/main" id="{09A19CCD-D9BF-32CF-BCC0-8A0CF1012690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6116377" y="2125421"/>
                  <a:ext cx="13248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44" name="Tinta 143">
                  <a:extLst>
                    <a:ext uri="{FF2B5EF4-FFF2-40B4-BE49-F238E27FC236}">
                      <a16:creationId xmlns:a16="http://schemas.microsoft.com/office/drawing/2014/main" id="{ECDBF356-8983-F5BE-EA7F-06EE7AEBC4F2}"/>
                    </a:ext>
                  </a:extLst>
                </p14:cNvPr>
                <p14:cNvContentPartPr/>
                <p14:nvPr/>
              </p14:nvContentPartPr>
              <p14:xfrm>
                <a:off x="6096937" y="2167901"/>
                <a:ext cx="185400" cy="108720"/>
              </p14:xfrm>
            </p:contentPart>
          </mc:Choice>
          <mc:Fallback>
            <p:pic>
              <p:nvPicPr>
                <p:cNvPr id="144" name="Tinta 143">
                  <a:extLst>
                    <a:ext uri="{FF2B5EF4-FFF2-40B4-BE49-F238E27FC236}">
                      <a16:creationId xmlns:a16="http://schemas.microsoft.com/office/drawing/2014/main" id="{ECDBF356-8983-F5BE-EA7F-06EE7AEBC4F2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6078937" y="2150261"/>
                  <a:ext cx="22104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45" name="Tinta 144">
                  <a:extLst>
                    <a:ext uri="{FF2B5EF4-FFF2-40B4-BE49-F238E27FC236}">
                      <a16:creationId xmlns:a16="http://schemas.microsoft.com/office/drawing/2014/main" id="{8EC268EB-E8E1-3833-F004-488E459F71E5}"/>
                    </a:ext>
                  </a:extLst>
                </p14:cNvPr>
                <p14:cNvContentPartPr/>
                <p14:nvPr/>
              </p14:nvContentPartPr>
              <p14:xfrm>
                <a:off x="6289177" y="2011661"/>
                <a:ext cx="66240" cy="360"/>
              </p14:xfrm>
            </p:contentPart>
          </mc:Choice>
          <mc:Fallback>
            <p:pic>
              <p:nvPicPr>
                <p:cNvPr id="145" name="Tinta 144">
                  <a:extLst>
                    <a:ext uri="{FF2B5EF4-FFF2-40B4-BE49-F238E27FC236}">
                      <a16:creationId xmlns:a16="http://schemas.microsoft.com/office/drawing/2014/main" id="{8EC268EB-E8E1-3833-F004-488E459F71E5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6271537" y="1993661"/>
                  <a:ext cx="1018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46" name="Tinta 145">
                  <a:extLst>
                    <a:ext uri="{FF2B5EF4-FFF2-40B4-BE49-F238E27FC236}">
                      <a16:creationId xmlns:a16="http://schemas.microsoft.com/office/drawing/2014/main" id="{8DD3F087-BE9A-5CD0-4B6E-1838A4FCD128}"/>
                    </a:ext>
                  </a:extLst>
                </p14:cNvPr>
                <p14:cNvContentPartPr/>
                <p14:nvPr/>
              </p14:nvContentPartPr>
              <p14:xfrm>
                <a:off x="6436777" y="1916621"/>
                <a:ext cx="137880" cy="147960"/>
              </p14:xfrm>
            </p:contentPart>
          </mc:Choice>
          <mc:Fallback>
            <p:pic>
              <p:nvPicPr>
                <p:cNvPr id="146" name="Tinta 145">
                  <a:extLst>
                    <a:ext uri="{FF2B5EF4-FFF2-40B4-BE49-F238E27FC236}">
                      <a16:creationId xmlns:a16="http://schemas.microsoft.com/office/drawing/2014/main" id="{8DD3F087-BE9A-5CD0-4B6E-1838A4FCD128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6419137" y="1898981"/>
                  <a:ext cx="17352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47" name="Tinta 146">
                  <a:extLst>
                    <a:ext uri="{FF2B5EF4-FFF2-40B4-BE49-F238E27FC236}">
                      <a16:creationId xmlns:a16="http://schemas.microsoft.com/office/drawing/2014/main" id="{95822C73-9C87-9D32-A966-AFAD1BEC25ED}"/>
                    </a:ext>
                  </a:extLst>
                </p14:cNvPr>
                <p14:cNvContentPartPr/>
                <p14:nvPr/>
              </p14:nvContentPartPr>
              <p14:xfrm>
                <a:off x="6152737" y="2342501"/>
                <a:ext cx="263520" cy="17280"/>
              </p14:xfrm>
            </p:contentPart>
          </mc:Choice>
          <mc:Fallback>
            <p:pic>
              <p:nvPicPr>
                <p:cNvPr id="147" name="Tinta 146">
                  <a:extLst>
                    <a:ext uri="{FF2B5EF4-FFF2-40B4-BE49-F238E27FC236}">
                      <a16:creationId xmlns:a16="http://schemas.microsoft.com/office/drawing/2014/main" id="{95822C73-9C87-9D32-A966-AFAD1BEC25ED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6134737" y="2324501"/>
                  <a:ext cx="29916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50" name="Tinta 149">
                  <a:extLst>
                    <a:ext uri="{FF2B5EF4-FFF2-40B4-BE49-F238E27FC236}">
                      <a16:creationId xmlns:a16="http://schemas.microsoft.com/office/drawing/2014/main" id="{4C907D74-8D63-021F-26E8-FD5F178CF6C1}"/>
                    </a:ext>
                  </a:extLst>
                </p14:cNvPr>
                <p14:cNvContentPartPr/>
                <p14:nvPr/>
              </p14:nvContentPartPr>
              <p14:xfrm>
                <a:off x="6739897" y="2147741"/>
                <a:ext cx="21600" cy="147960"/>
              </p14:xfrm>
            </p:contentPart>
          </mc:Choice>
          <mc:Fallback>
            <p:pic>
              <p:nvPicPr>
                <p:cNvPr id="150" name="Tinta 149">
                  <a:extLst>
                    <a:ext uri="{FF2B5EF4-FFF2-40B4-BE49-F238E27FC236}">
                      <a16:creationId xmlns:a16="http://schemas.microsoft.com/office/drawing/2014/main" id="{4C907D74-8D63-021F-26E8-FD5F178CF6C1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6722257" y="2130101"/>
                  <a:ext cx="5724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51" name="Tinta 150">
                  <a:extLst>
                    <a:ext uri="{FF2B5EF4-FFF2-40B4-BE49-F238E27FC236}">
                      <a16:creationId xmlns:a16="http://schemas.microsoft.com/office/drawing/2014/main" id="{53434A6B-560F-62CD-90A8-A6F4D31831BE}"/>
                    </a:ext>
                  </a:extLst>
                </p14:cNvPr>
                <p14:cNvContentPartPr/>
                <p14:nvPr/>
              </p14:nvContentPartPr>
              <p14:xfrm>
                <a:off x="6699217" y="2219381"/>
                <a:ext cx="124560" cy="2520"/>
              </p14:xfrm>
            </p:contentPart>
          </mc:Choice>
          <mc:Fallback>
            <p:pic>
              <p:nvPicPr>
                <p:cNvPr id="151" name="Tinta 150">
                  <a:extLst>
                    <a:ext uri="{FF2B5EF4-FFF2-40B4-BE49-F238E27FC236}">
                      <a16:creationId xmlns:a16="http://schemas.microsoft.com/office/drawing/2014/main" id="{53434A6B-560F-62CD-90A8-A6F4D31831BE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6681217" y="2201741"/>
                  <a:ext cx="160200" cy="38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6">
            <p14:nvContentPartPr>
              <p14:cNvPr id="156" name="Tinta 155">
                <a:extLst>
                  <a:ext uri="{FF2B5EF4-FFF2-40B4-BE49-F238E27FC236}">
                    <a16:creationId xmlns:a16="http://schemas.microsoft.com/office/drawing/2014/main" id="{9DB6540D-1442-42EE-950C-DDA973944137}"/>
                  </a:ext>
                </a:extLst>
              </p14:cNvPr>
              <p14:cNvContentPartPr/>
              <p14:nvPr/>
            </p14:nvContentPartPr>
            <p14:xfrm>
              <a:off x="7035817" y="2119661"/>
              <a:ext cx="176760" cy="180360"/>
            </p14:xfrm>
          </p:contentPart>
        </mc:Choice>
        <mc:Fallback>
          <p:pic>
            <p:nvPicPr>
              <p:cNvPr id="156" name="Tinta 155">
                <a:extLst>
                  <a:ext uri="{FF2B5EF4-FFF2-40B4-BE49-F238E27FC236}">
                    <a16:creationId xmlns:a16="http://schemas.microsoft.com/office/drawing/2014/main" id="{9DB6540D-1442-42EE-950C-DDA973944137}"/>
                  </a:ext>
                </a:extLst>
              </p:cNvPr>
              <p:cNvPicPr/>
              <p:nvPr/>
            </p:nvPicPr>
            <p:blipFill>
              <a:blip r:embed="rId247"/>
              <a:stretch>
                <a:fillRect/>
              </a:stretch>
            </p:blipFill>
            <p:spPr>
              <a:xfrm>
                <a:off x="7017817" y="2102021"/>
                <a:ext cx="212400" cy="21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9" name="Agrupar 158">
            <a:extLst>
              <a:ext uri="{FF2B5EF4-FFF2-40B4-BE49-F238E27FC236}">
                <a16:creationId xmlns:a16="http://schemas.microsoft.com/office/drawing/2014/main" id="{C4A08CD0-96D3-0F9A-F73A-308F651DCA58}"/>
              </a:ext>
            </a:extLst>
          </p:cNvPr>
          <p:cNvGrpSpPr/>
          <p:nvPr/>
        </p:nvGrpSpPr>
        <p:grpSpPr>
          <a:xfrm>
            <a:off x="7480057" y="2218301"/>
            <a:ext cx="134640" cy="65160"/>
            <a:chOff x="7480057" y="2218301"/>
            <a:chExt cx="134640" cy="65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57" name="Tinta 156">
                  <a:extLst>
                    <a:ext uri="{FF2B5EF4-FFF2-40B4-BE49-F238E27FC236}">
                      <a16:creationId xmlns:a16="http://schemas.microsoft.com/office/drawing/2014/main" id="{27A7ABC8-9F22-32E7-14F7-753A0BB37917}"/>
                    </a:ext>
                  </a:extLst>
                </p14:cNvPr>
                <p14:cNvContentPartPr/>
                <p14:nvPr/>
              </p14:nvContentPartPr>
              <p14:xfrm>
                <a:off x="7480057" y="2269781"/>
                <a:ext cx="134640" cy="13680"/>
              </p14:xfrm>
            </p:contentPart>
          </mc:Choice>
          <mc:Fallback>
            <p:pic>
              <p:nvPicPr>
                <p:cNvPr id="157" name="Tinta 156">
                  <a:extLst>
                    <a:ext uri="{FF2B5EF4-FFF2-40B4-BE49-F238E27FC236}">
                      <a16:creationId xmlns:a16="http://schemas.microsoft.com/office/drawing/2014/main" id="{27A7ABC8-9F22-32E7-14F7-753A0BB37917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7462417" y="2251781"/>
                  <a:ext cx="17028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58" name="Tinta 157">
                  <a:extLst>
                    <a:ext uri="{FF2B5EF4-FFF2-40B4-BE49-F238E27FC236}">
                      <a16:creationId xmlns:a16="http://schemas.microsoft.com/office/drawing/2014/main" id="{88670AA4-FD54-ECAF-C50D-EF2B8157EFD8}"/>
                    </a:ext>
                  </a:extLst>
                </p14:cNvPr>
                <p14:cNvContentPartPr/>
                <p14:nvPr/>
              </p14:nvContentPartPr>
              <p14:xfrm>
                <a:off x="7482577" y="2218301"/>
                <a:ext cx="103320" cy="360"/>
              </p14:xfrm>
            </p:contentPart>
          </mc:Choice>
          <mc:Fallback>
            <p:pic>
              <p:nvPicPr>
                <p:cNvPr id="158" name="Tinta 157">
                  <a:extLst>
                    <a:ext uri="{FF2B5EF4-FFF2-40B4-BE49-F238E27FC236}">
                      <a16:creationId xmlns:a16="http://schemas.microsoft.com/office/drawing/2014/main" id="{88670AA4-FD54-ECAF-C50D-EF2B8157EFD8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7464937" y="2200661"/>
                  <a:ext cx="13896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52">
            <p14:nvContentPartPr>
              <p14:cNvPr id="160" name="Tinta 159">
                <a:extLst>
                  <a:ext uri="{FF2B5EF4-FFF2-40B4-BE49-F238E27FC236}">
                    <a16:creationId xmlns:a16="http://schemas.microsoft.com/office/drawing/2014/main" id="{366DB8D0-FA3A-B86F-1C4B-7EB58B4B3CF6}"/>
                  </a:ext>
                </a:extLst>
              </p14:cNvPr>
              <p14:cNvContentPartPr/>
              <p14:nvPr/>
            </p14:nvContentPartPr>
            <p14:xfrm>
              <a:off x="4395217" y="3721661"/>
              <a:ext cx="151920" cy="360"/>
            </p14:xfrm>
          </p:contentPart>
        </mc:Choice>
        <mc:Fallback>
          <p:pic>
            <p:nvPicPr>
              <p:cNvPr id="160" name="Tinta 159">
                <a:extLst>
                  <a:ext uri="{FF2B5EF4-FFF2-40B4-BE49-F238E27FC236}">
                    <a16:creationId xmlns:a16="http://schemas.microsoft.com/office/drawing/2014/main" id="{366DB8D0-FA3A-B86F-1C4B-7EB58B4B3CF6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4377577" y="3703661"/>
                <a:ext cx="18756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4">
            <p14:nvContentPartPr>
              <p14:cNvPr id="161" name="Tinta 160">
                <a:extLst>
                  <a:ext uri="{FF2B5EF4-FFF2-40B4-BE49-F238E27FC236}">
                    <a16:creationId xmlns:a16="http://schemas.microsoft.com/office/drawing/2014/main" id="{19DAF037-C9E2-3322-4B68-4F6D11954979}"/>
                  </a:ext>
                </a:extLst>
              </p14:cNvPr>
              <p14:cNvContentPartPr/>
              <p14:nvPr/>
            </p14:nvContentPartPr>
            <p14:xfrm>
              <a:off x="4389097" y="3639941"/>
              <a:ext cx="123480" cy="360"/>
            </p14:xfrm>
          </p:contentPart>
        </mc:Choice>
        <mc:Fallback>
          <p:pic>
            <p:nvPicPr>
              <p:cNvPr id="161" name="Tinta 160">
                <a:extLst>
                  <a:ext uri="{FF2B5EF4-FFF2-40B4-BE49-F238E27FC236}">
                    <a16:creationId xmlns:a16="http://schemas.microsoft.com/office/drawing/2014/main" id="{19DAF037-C9E2-3322-4B68-4F6D11954979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4371457" y="3622301"/>
                <a:ext cx="15912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71" name="Agrupar 170">
            <a:extLst>
              <a:ext uri="{FF2B5EF4-FFF2-40B4-BE49-F238E27FC236}">
                <a16:creationId xmlns:a16="http://schemas.microsoft.com/office/drawing/2014/main" id="{F0042525-3ADC-2278-563C-64A2E510DD46}"/>
              </a:ext>
            </a:extLst>
          </p:cNvPr>
          <p:cNvGrpSpPr/>
          <p:nvPr/>
        </p:nvGrpSpPr>
        <p:grpSpPr>
          <a:xfrm>
            <a:off x="4823977" y="3318101"/>
            <a:ext cx="1184760" cy="673200"/>
            <a:chOff x="4823977" y="3318101"/>
            <a:chExt cx="1184760" cy="673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62" name="Tinta 161">
                  <a:extLst>
                    <a:ext uri="{FF2B5EF4-FFF2-40B4-BE49-F238E27FC236}">
                      <a16:creationId xmlns:a16="http://schemas.microsoft.com/office/drawing/2014/main" id="{17DA7475-D98E-6832-9435-2C4B385293ED}"/>
                    </a:ext>
                  </a:extLst>
                </p14:cNvPr>
                <p14:cNvContentPartPr/>
                <p14:nvPr/>
              </p14:nvContentPartPr>
              <p14:xfrm>
                <a:off x="4823977" y="3656861"/>
                <a:ext cx="155520" cy="8280"/>
              </p14:xfrm>
            </p:contentPart>
          </mc:Choice>
          <mc:Fallback>
            <p:pic>
              <p:nvPicPr>
                <p:cNvPr id="162" name="Tinta 161">
                  <a:extLst>
                    <a:ext uri="{FF2B5EF4-FFF2-40B4-BE49-F238E27FC236}">
                      <a16:creationId xmlns:a16="http://schemas.microsoft.com/office/drawing/2014/main" id="{17DA7475-D98E-6832-9435-2C4B385293ED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4805977" y="3638861"/>
                  <a:ext cx="19116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63" name="Tinta 162">
                  <a:extLst>
                    <a:ext uri="{FF2B5EF4-FFF2-40B4-BE49-F238E27FC236}">
                      <a16:creationId xmlns:a16="http://schemas.microsoft.com/office/drawing/2014/main" id="{51A837BB-0300-DA86-EC38-D99C4E74E22E}"/>
                    </a:ext>
                  </a:extLst>
                </p14:cNvPr>
                <p14:cNvContentPartPr/>
                <p14:nvPr/>
              </p14:nvContentPartPr>
              <p14:xfrm>
                <a:off x="5167777" y="3421061"/>
                <a:ext cx="69840" cy="207360"/>
              </p14:xfrm>
            </p:contentPart>
          </mc:Choice>
          <mc:Fallback>
            <p:pic>
              <p:nvPicPr>
                <p:cNvPr id="163" name="Tinta 162">
                  <a:extLst>
                    <a:ext uri="{FF2B5EF4-FFF2-40B4-BE49-F238E27FC236}">
                      <a16:creationId xmlns:a16="http://schemas.microsoft.com/office/drawing/2014/main" id="{51A837BB-0300-DA86-EC38-D99C4E74E22E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5150137" y="3403061"/>
                  <a:ext cx="10548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64" name="Tinta 163">
                  <a:extLst>
                    <a:ext uri="{FF2B5EF4-FFF2-40B4-BE49-F238E27FC236}">
                      <a16:creationId xmlns:a16="http://schemas.microsoft.com/office/drawing/2014/main" id="{7990476A-7894-4721-E9CA-5A7F04FADB97}"/>
                    </a:ext>
                  </a:extLst>
                </p14:cNvPr>
                <p14:cNvContentPartPr/>
                <p14:nvPr/>
              </p14:nvContentPartPr>
              <p14:xfrm>
                <a:off x="5087137" y="3682421"/>
                <a:ext cx="245160" cy="10440"/>
              </p14:xfrm>
            </p:contentPart>
          </mc:Choice>
          <mc:Fallback>
            <p:pic>
              <p:nvPicPr>
                <p:cNvPr id="164" name="Tinta 163">
                  <a:extLst>
                    <a:ext uri="{FF2B5EF4-FFF2-40B4-BE49-F238E27FC236}">
                      <a16:creationId xmlns:a16="http://schemas.microsoft.com/office/drawing/2014/main" id="{7990476A-7894-4721-E9CA-5A7F04FADB97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5069137" y="3664781"/>
                  <a:ext cx="28080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65" name="Tinta 164">
                  <a:extLst>
                    <a:ext uri="{FF2B5EF4-FFF2-40B4-BE49-F238E27FC236}">
                      <a16:creationId xmlns:a16="http://schemas.microsoft.com/office/drawing/2014/main" id="{01D0FEDF-58B6-68EF-F294-512FCEDE8875}"/>
                    </a:ext>
                  </a:extLst>
                </p14:cNvPr>
                <p14:cNvContentPartPr/>
                <p14:nvPr/>
              </p14:nvContentPartPr>
              <p14:xfrm>
                <a:off x="5140057" y="3748661"/>
                <a:ext cx="208080" cy="242640"/>
              </p14:xfrm>
            </p:contentPart>
          </mc:Choice>
          <mc:Fallback>
            <p:pic>
              <p:nvPicPr>
                <p:cNvPr id="165" name="Tinta 164">
                  <a:extLst>
                    <a:ext uri="{FF2B5EF4-FFF2-40B4-BE49-F238E27FC236}">
                      <a16:creationId xmlns:a16="http://schemas.microsoft.com/office/drawing/2014/main" id="{01D0FEDF-58B6-68EF-F294-512FCEDE8875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5122417" y="3730661"/>
                  <a:ext cx="24372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66" name="Tinta 165">
                  <a:extLst>
                    <a:ext uri="{FF2B5EF4-FFF2-40B4-BE49-F238E27FC236}">
                      <a16:creationId xmlns:a16="http://schemas.microsoft.com/office/drawing/2014/main" id="{EA7C10CD-E52A-FFF4-8310-2E5295876D2E}"/>
                    </a:ext>
                  </a:extLst>
                </p14:cNvPr>
                <p14:cNvContentPartPr/>
                <p14:nvPr/>
              </p14:nvContentPartPr>
              <p14:xfrm>
                <a:off x="5415097" y="3668021"/>
                <a:ext cx="360" cy="3600"/>
              </p14:xfrm>
            </p:contentPart>
          </mc:Choice>
          <mc:Fallback>
            <p:pic>
              <p:nvPicPr>
                <p:cNvPr id="166" name="Tinta 165">
                  <a:extLst>
                    <a:ext uri="{FF2B5EF4-FFF2-40B4-BE49-F238E27FC236}">
                      <a16:creationId xmlns:a16="http://schemas.microsoft.com/office/drawing/2014/main" id="{EA7C10CD-E52A-FFF4-8310-2E5295876D2E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5397097" y="3650021"/>
                  <a:ext cx="360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67" name="Tinta 166">
                  <a:extLst>
                    <a:ext uri="{FF2B5EF4-FFF2-40B4-BE49-F238E27FC236}">
                      <a16:creationId xmlns:a16="http://schemas.microsoft.com/office/drawing/2014/main" id="{3FAAF585-BBA0-1E1F-8F3B-6B01074E5DB3}"/>
                    </a:ext>
                  </a:extLst>
                </p14:cNvPr>
                <p14:cNvContentPartPr/>
                <p14:nvPr/>
              </p14:nvContentPartPr>
              <p14:xfrm>
                <a:off x="5526697" y="3539141"/>
                <a:ext cx="110520" cy="149040"/>
              </p14:xfrm>
            </p:contentPart>
          </mc:Choice>
          <mc:Fallback>
            <p:pic>
              <p:nvPicPr>
                <p:cNvPr id="167" name="Tinta 166">
                  <a:extLst>
                    <a:ext uri="{FF2B5EF4-FFF2-40B4-BE49-F238E27FC236}">
                      <a16:creationId xmlns:a16="http://schemas.microsoft.com/office/drawing/2014/main" id="{3FAAF585-BBA0-1E1F-8F3B-6B01074E5DB3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5509057" y="3521501"/>
                  <a:ext cx="14616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68" name="Tinta 167">
                  <a:extLst>
                    <a:ext uri="{FF2B5EF4-FFF2-40B4-BE49-F238E27FC236}">
                      <a16:creationId xmlns:a16="http://schemas.microsoft.com/office/drawing/2014/main" id="{367CC008-5498-50DF-D727-CFCDDCBEBAFD}"/>
                    </a:ext>
                  </a:extLst>
                </p14:cNvPr>
                <p14:cNvContentPartPr/>
                <p14:nvPr/>
              </p14:nvContentPartPr>
              <p14:xfrm>
                <a:off x="5507977" y="3549581"/>
                <a:ext cx="172440" cy="127440"/>
              </p14:xfrm>
            </p:contentPart>
          </mc:Choice>
          <mc:Fallback>
            <p:pic>
              <p:nvPicPr>
                <p:cNvPr id="168" name="Tinta 167">
                  <a:extLst>
                    <a:ext uri="{FF2B5EF4-FFF2-40B4-BE49-F238E27FC236}">
                      <a16:creationId xmlns:a16="http://schemas.microsoft.com/office/drawing/2014/main" id="{367CC008-5498-50DF-D727-CFCDDCBEBAFD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5490337" y="3531581"/>
                  <a:ext cx="20808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69" name="Tinta 168">
                  <a:extLst>
                    <a:ext uri="{FF2B5EF4-FFF2-40B4-BE49-F238E27FC236}">
                      <a16:creationId xmlns:a16="http://schemas.microsoft.com/office/drawing/2014/main" id="{646BCDAB-89D6-F1C1-9FF3-69927B13A06B}"/>
                    </a:ext>
                  </a:extLst>
                </p14:cNvPr>
                <p14:cNvContentPartPr/>
                <p14:nvPr/>
              </p14:nvContentPartPr>
              <p14:xfrm>
                <a:off x="5675737" y="3410981"/>
                <a:ext cx="86040" cy="1440"/>
              </p14:xfrm>
            </p:contentPart>
          </mc:Choice>
          <mc:Fallback>
            <p:pic>
              <p:nvPicPr>
                <p:cNvPr id="169" name="Tinta 168">
                  <a:extLst>
                    <a:ext uri="{FF2B5EF4-FFF2-40B4-BE49-F238E27FC236}">
                      <a16:creationId xmlns:a16="http://schemas.microsoft.com/office/drawing/2014/main" id="{646BCDAB-89D6-F1C1-9FF3-69927B13A06B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5658097" y="3392981"/>
                  <a:ext cx="12168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70" name="Tinta 169">
                  <a:extLst>
                    <a:ext uri="{FF2B5EF4-FFF2-40B4-BE49-F238E27FC236}">
                      <a16:creationId xmlns:a16="http://schemas.microsoft.com/office/drawing/2014/main" id="{1AA9B784-CF7D-A5FA-9B2B-EDF738A837AE}"/>
                    </a:ext>
                  </a:extLst>
                </p14:cNvPr>
                <p14:cNvContentPartPr/>
                <p14:nvPr/>
              </p14:nvContentPartPr>
              <p14:xfrm>
                <a:off x="5871217" y="3318101"/>
                <a:ext cx="137520" cy="157680"/>
              </p14:xfrm>
            </p:contentPart>
          </mc:Choice>
          <mc:Fallback>
            <p:pic>
              <p:nvPicPr>
                <p:cNvPr id="170" name="Tinta 169">
                  <a:extLst>
                    <a:ext uri="{FF2B5EF4-FFF2-40B4-BE49-F238E27FC236}">
                      <a16:creationId xmlns:a16="http://schemas.microsoft.com/office/drawing/2014/main" id="{1AA9B784-CF7D-A5FA-9B2B-EDF738A837AE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5853577" y="3300101"/>
                  <a:ext cx="173160" cy="19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5" name="Agrupar 174">
            <a:extLst>
              <a:ext uri="{FF2B5EF4-FFF2-40B4-BE49-F238E27FC236}">
                <a16:creationId xmlns:a16="http://schemas.microsoft.com/office/drawing/2014/main" id="{BD6C4093-533A-CA4C-BD18-5110700E1E48}"/>
              </a:ext>
            </a:extLst>
          </p:cNvPr>
          <p:cNvGrpSpPr/>
          <p:nvPr/>
        </p:nvGrpSpPr>
        <p:grpSpPr>
          <a:xfrm>
            <a:off x="6108097" y="3527261"/>
            <a:ext cx="129600" cy="152280"/>
            <a:chOff x="6108097" y="3527261"/>
            <a:chExt cx="129600" cy="152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72" name="Tinta 171">
                  <a:extLst>
                    <a:ext uri="{FF2B5EF4-FFF2-40B4-BE49-F238E27FC236}">
                      <a16:creationId xmlns:a16="http://schemas.microsoft.com/office/drawing/2014/main" id="{D72E2705-4D28-B5D3-C902-C9D8479E9826}"/>
                    </a:ext>
                  </a:extLst>
                </p14:cNvPr>
                <p14:cNvContentPartPr/>
                <p14:nvPr/>
              </p14:nvContentPartPr>
              <p14:xfrm>
                <a:off x="6147697" y="3527261"/>
                <a:ext cx="25200" cy="152280"/>
              </p14:xfrm>
            </p:contentPart>
          </mc:Choice>
          <mc:Fallback>
            <p:pic>
              <p:nvPicPr>
                <p:cNvPr id="172" name="Tinta 171">
                  <a:extLst>
                    <a:ext uri="{FF2B5EF4-FFF2-40B4-BE49-F238E27FC236}">
                      <a16:creationId xmlns:a16="http://schemas.microsoft.com/office/drawing/2014/main" id="{D72E2705-4D28-B5D3-C902-C9D8479E9826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6129697" y="3509261"/>
                  <a:ext cx="6084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73" name="Tinta 172">
                  <a:extLst>
                    <a:ext uri="{FF2B5EF4-FFF2-40B4-BE49-F238E27FC236}">
                      <a16:creationId xmlns:a16="http://schemas.microsoft.com/office/drawing/2014/main" id="{793C3AEC-607B-47B2-0383-E40726BDE15B}"/>
                    </a:ext>
                  </a:extLst>
                </p14:cNvPr>
                <p14:cNvContentPartPr/>
                <p14:nvPr/>
              </p14:nvContentPartPr>
              <p14:xfrm>
                <a:off x="6108097" y="3598541"/>
                <a:ext cx="129600" cy="4680"/>
              </p14:xfrm>
            </p:contentPart>
          </mc:Choice>
          <mc:Fallback>
            <p:pic>
              <p:nvPicPr>
                <p:cNvPr id="173" name="Tinta 172">
                  <a:extLst>
                    <a:ext uri="{FF2B5EF4-FFF2-40B4-BE49-F238E27FC236}">
                      <a16:creationId xmlns:a16="http://schemas.microsoft.com/office/drawing/2014/main" id="{793C3AEC-607B-47B2-0383-E40726BDE15B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6090097" y="3580901"/>
                  <a:ext cx="165240" cy="40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8">
            <p14:nvContentPartPr>
              <p14:cNvPr id="174" name="Tinta 173">
                <a:extLst>
                  <a:ext uri="{FF2B5EF4-FFF2-40B4-BE49-F238E27FC236}">
                    <a16:creationId xmlns:a16="http://schemas.microsoft.com/office/drawing/2014/main" id="{70BEED77-3B9E-1D63-1253-2C976FBFF7AA}"/>
                  </a:ext>
                </a:extLst>
              </p14:cNvPr>
              <p14:cNvContentPartPr/>
              <p14:nvPr/>
            </p14:nvContentPartPr>
            <p14:xfrm>
              <a:off x="6458377" y="3544901"/>
              <a:ext cx="161280" cy="178200"/>
            </p14:xfrm>
          </p:contentPart>
        </mc:Choice>
        <mc:Fallback>
          <p:pic>
            <p:nvPicPr>
              <p:cNvPr id="174" name="Tinta 173">
                <a:extLst>
                  <a:ext uri="{FF2B5EF4-FFF2-40B4-BE49-F238E27FC236}">
                    <a16:creationId xmlns:a16="http://schemas.microsoft.com/office/drawing/2014/main" id="{70BEED77-3B9E-1D63-1253-2C976FBFF7AA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6440737" y="3526901"/>
                <a:ext cx="196920" cy="21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0">
            <p14:nvContentPartPr>
              <p14:cNvPr id="176" name="Tinta 175">
                <a:extLst>
                  <a:ext uri="{FF2B5EF4-FFF2-40B4-BE49-F238E27FC236}">
                    <a16:creationId xmlns:a16="http://schemas.microsoft.com/office/drawing/2014/main" id="{EF52CC11-79C6-0EA8-9CB0-B719FEFDFD60}"/>
                  </a:ext>
                </a:extLst>
              </p14:cNvPr>
              <p14:cNvContentPartPr/>
              <p14:nvPr/>
            </p14:nvContentPartPr>
            <p14:xfrm>
              <a:off x="7022137" y="3671261"/>
              <a:ext cx="133200" cy="3960"/>
            </p14:xfrm>
          </p:contentPart>
        </mc:Choice>
        <mc:Fallback>
          <p:pic>
            <p:nvPicPr>
              <p:cNvPr id="176" name="Tinta 175">
                <a:extLst>
                  <a:ext uri="{FF2B5EF4-FFF2-40B4-BE49-F238E27FC236}">
                    <a16:creationId xmlns:a16="http://schemas.microsoft.com/office/drawing/2014/main" id="{EF52CC11-79C6-0EA8-9CB0-B719FEFDFD60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7004137" y="3653621"/>
                <a:ext cx="16884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2">
            <p14:nvContentPartPr>
              <p14:cNvPr id="177" name="Tinta 176">
                <a:extLst>
                  <a:ext uri="{FF2B5EF4-FFF2-40B4-BE49-F238E27FC236}">
                    <a16:creationId xmlns:a16="http://schemas.microsoft.com/office/drawing/2014/main" id="{651FE736-0678-5EB9-160C-7AF7FEE0FDA0}"/>
                  </a:ext>
                </a:extLst>
              </p14:cNvPr>
              <p14:cNvContentPartPr/>
              <p14:nvPr/>
            </p14:nvContentPartPr>
            <p14:xfrm>
              <a:off x="7024297" y="3572981"/>
              <a:ext cx="117000" cy="4680"/>
            </p14:xfrm>
          </p:contentPart>
        </mc:Choice>
        <mc:Fallback>
          <p:pic>
            <p:nvPicPr>
              <p:cNvPr id="177" name="Tinta 176">
                <a:extLst>
                  <a:ext uri="{FF2B5EF4-FFF2-40B4-BE49-F238E27FC236}">
                    <a16:creationId xmlns:a16="http://schemas.microsoft.com/office/drawing/2014/main" id="{651FE736-0678-5EB9-160C-7AF7FEE0FDA0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7006657" y="3554981"/>
                <a:ext cx="15264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4">
            <p14:nvContentPartPr>
              <p14:cNvPr id="178" name="Tinta 177">
                <a:extLst>
                  <a:ext uri="{FF2B5EF4-FFF2-40B4-BE49-F238E27FC236}">
                    <a16:creationId xmlns:a16="http://schemas.microsoft.com/office/drawing/2014/main" id="{6C9BE058-12D7-59A8-9CE8-1FF1703F095D}"/>
                  </a:ext>
                </a:extLst>
              </p14:cNvPr>
              <p14:cNvContentPartPr/>
              <p14:nvPr/>
            </p14:nvContentPartPr>
            <p14:xfrm>
              <a:off x="7428217" y="3678101"/>
              <a:ext cx="158040" cy="1440"/>
            </p14:xfrm>
          </p:contentPart>
        </mc:Choice>
        <mc:Fallback>
          <p:pic>
            <p:nvPicPr>
              <p:cNvPr id="178" name="Tinta 177">
                <a:extLst>
                  <a:ext uri="{FF2B5EF4-FFF2-40B4-BE49-F238E27FC236}">
                    <a16:creationId xmlns:a16="http://schemas.microsoft.com/office/drawing/2014/main" id="{6C9BE058-12D7-59A8-9CE8-1FF1703F095D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7410217" y="3660101"/>
                <a:ext cx="19368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6">
            <p14:nvContentPartPr>
              <p14:cNvPr id="181" name="Tinta 180">
                <a:extLst>
                  <a:ext uri="{FF2B5EF4-FFF2-40B4-BE49-F238E27FC236}">
                    <a16:creationId xmlns:a16="http://schemas.microsoft.com/office/drawing/2014/main" id="{94BB1644-88BA-705E-7A53-6FE4E3FCEE48}"/>
                  </a:ext>
                </a:extLst>
              </p14:cNvPr>
              <p14:cNvContentPartPr/>
              <p14:nvPr/>
            </p14:nvContentPartPr>
            <p14:xfrm>
              <a:off x="7785697" y="3680261"/>
              <a:ext cx="575280" cy="11520"/>
            </p14:xfrm>
          </p:contentPart>
        </mc:Choice>
        <mc:Fallback>
          <p:pic>
            <p:nvPicPr>
              <p:cNvPr id="181" name="Tinta 180">
                <a:extLst>
                  <a:ext uri="{FF2B5EF4-FFF2-40B4-BE49-F238E27FC236}">
                    <a16:creationId xmlns:a16="http://schemas.microsoft.com/office/drawing/2014/main" id="{94BB1644-88BA-705E-7A53-6FE4E3FCEE48}"/>
                  </a:ext>
                </a:extLst>
              </p:cNvPr>
              <p:cNvPicPr/>
              <p:nvPr/>
            </p:nvPicPr>
            <p:blipFill>
              <a:blip r:embed="rId287"/>
              <a:stretch>
                <a:fillRect/>
              </a:stretch>
            </p:blipFill>
            <p:spPr>
              <a:xfrm>
                <a:off x="7768057" y="3662261"/>
                <a:ext cx="61092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8">
            <p14:nvContentPartPr>
              <p14:cNvPr id="182" name="Tinta 181">
                <a:extLst>
                  <a:ext uri="{FF2B5EF4-FFF2-40B4-BE49-F238E27FC236}">
                    <a16:creationId xmlns:a16="http://schemas.microsoft.com/office/drawing/2014/main" id="{0BF2BC32-D035-1FDC-2E69-0275722414AE}"/>
                  </a:ext>
                </a:extLst>
              </p14:cNvPr>
              <p14:cNvContentPartPr/>
              <p14:nvPr/>
            </p14:nvContentPartPr>
            <p14:xfrm>
              <a:off x="7962097" y="3369581"/>
              <a:ext cx="159480" cy="194760"/>
            </p14:xfrm>
          </p:contentPart>
        </mc:Choice>
        <mc:Fallback>
          <p:pic>
            <p:nvPicPr>
              <p:cNvPr id="182" name="Tinta 181">
                <a:extLst>
                  <a:ext uri="{FF2B5EF4-FFF2-40B4-BE49-F238E27FC236}">
                    <a16:creationId xmlns:a16="http://schemas.microsoft.com/office/drawing/2014/main" id="{0BF2BC32-D035-1FDC-2E69-0275722414AE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7944097" y="3351581"/>
                <a:ext cx="195120" cy="230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91" name="Agrupar 190">
            <a:extLst>
              <a:ext uri="{FF2B5EF4-FFF2-40B4-BE49-F238E27FC236}">
                <a16:creationId xmlns:a16="http://schemas.microsoft.com/office/drawing/2014/main" id="{8047AC64-7CDC-5721-B789-7489CEF9B5DA}"/>
              </a:ext>
            </a:extLst>
          </p:cNvPr>
          <p:cNvGrpSpPr/>
          <p:nvPr/>
        </p:nvGrpSpPr>
        <p:grpSpPr>
          <a:xfrm>
            <a:off x="7847977" y="3766301"/>
            <a:ext cx="563040" cy="323280"/>
            <a:chOff x="7847977" y="3766301"/>
            <a:chExt cx="563040" cy="323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83" name="Tinta 182">
                  <a:extLst>
                    <a:ext uri="{FF2B5EF4-FFF2-40B4-BE49-F238E27FC236}">
                      <a16:creationId xmlns:a16="http://schemas.microsoft.com/office/drawing/2014/main" id="{A3B2FC2D-E83A-F03C-F744-4F83B5A5A652}"/>
                    </a:ext>
                  </a:extLst>
                </p14:cNvPr>
                <p14:cNvContentPartPr/>
                <p14:nvPr/>
              </p14:nvContentPartPr>
              <p14:xfrm>
                <a:off x="7847977" y="3844421"/>
                <a:ext cx="210240" cy="245160"/>
              </p14:xfrm>
            </p:contentPart>
          </mc:Choice>
          <mc:Fallback>
            <p:pic>
              <p:nvPicPr>
                <p:cNvPr id="183" name="Tinta 182">
                  <a:extLst>
                    <a:ext uri="{FF2B5EF4-FFF2-40B4-BE49-F238E27FC236}">
                      <a16:creationId xmlns:a16="http://schemas.microsoft.com/office/drawing/2014/main" id="{A3B2FC2D-E83A-F03C-F744-4F83B5A5A652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7829977" y="3826781"/>
                  <a:ext cx="24588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84" name="Tinta 183">
                  <a:extLst>
                    <a:ext uri="{FF2B5EF4-FFF2-40B4-BE49-F238E27FC236}">
                      <a16:creationId xmlns:a16="http://schemas.microsoft.com/office/drawing/2014/main" id="{10F99959-03D9-6338-9571-667679F8622F}"/>
                    </a:ext>
                  </a:extLst>
                </p14:cNvPr>
                <p14:cNvContentPartPr/>
                <p14:nvPr/>
              </p14:nvContentPartPr>
              <p14:xfrm>
                <a:off x="8148217" y="3901661"/>
                <a:ext cx="89640" cy="131040"/>
              </p14:xfrm>
            </p:contentPart>
          </mc:Choice>
          <mc:Fallback>
            <p:pic>
              <p:nvPicPr>
                <p:cNvPr id="184" name="Tinta 183">
                  <a:extLst>
                    <a:ext uri="{FF2B5EF4-FFF2-40B4-BE49-F238E27FC236}">
                      <a16:creationId xmlns:a16="http://schemas.microsoft.com/office/drawing/2014/main" id="{10F99959-03D9-6338-9571-667679F8622F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8130577" y="3883661"/>
                  <a:ext cx="12528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85" name="Tinta 184">
                  <a:extLst>
                    <a:ext uri="{FF2B5EF4-FFF2-40B4-BE49-F238E27FC236}">
                      <a16:creationId xmlns:a16="http://schemas.microsoft.com/office/drawing/2014/main" id="{471E5589-3B9B-F9C6-1BBA-5FE503965F1B}"/>
                    </a:ext>
                  </a:extLst>
                </p14:cNvPr>
                <p14:cNvContentPartPr/>
                <p14:nvPr/>
              </p14:nvContentPartPr>
              <p14:xfrm>
                <a:off x="8109697" y="3909221"/>
                <a:ext cx="160560" cy="129960"/>
              </p14:xfrm>
            </p:contentPart>
          </mc:Choice>
          <mc:Fallback>
            <p:pic>
              <p:nvPicPr>
                <p:cNvPr id="185" name="Tinta 184">
                  <a:extLst>
                    <a:ext uri="{FF2B5EF4-FFF2-40B4-BE49-F238E27FC236}">
                      <a16:creationId xmlns:a16="http://schemas.microsoft.com/office/drawing/2014/main" id="{471E5589-3B9B-F9C6-1BBA-5FE503965F1B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8092057" y="3891581"/>
                  <a:ext cx="19620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86" name="Tinta 185">
                  <a:extLst>
                    <a:ext uri="{FF2B5EF4-FFF2-40B4-BE49-F238E27FC236}">
                      <a16:creationId xmlns:a16="http://schemas.microsoft.com/office/drawing/2014/main" id="{5DC46303-CFF3-CF57-460E-55C9C14985AB}"/>
                    </a:ext>
                  </a:extLst>
                </p14:cNvPr>
                <p14:cNvContentPartPr/>
                <p14:nvPr/>
              </p14:nvContentPartPr>
              <p14:xfrm>
                <a:off x="8292577" y="3766301"/>
                <a:ext cx="118440" cy="119880"/>
              </p14:xfrm>
            </p:contentPart>
          </mc:Choice>
          <mc:Fallback>
            <p:pic>
              <p:nvPicPr>
                <p:cNvPr id="186" name="Tinta 185">
                  <a:extLst>
                    <a:ext uri="{FF2B5EF4-FFF2-40B4-BE49-F238E27FC236}">
                      <a16:creationId xmlns:a16="http://schemas.microsoft.com/office/drawing/2014/main" id="{5DC46303-CFF3-CF57-460E-55C9C14985AB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8274577" y="3748301"/>
                  <a:ext cx="154080" cy="155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0" name="Agrupar 189">
            <a:extLst>
              <a:ext uri="{FF2B5EF4-FFF2-40B4-BE49-F238E27FC236}">
                <a16:creationId xmlns:a16="http://schemas.microsoft.com/office/drawing/2014/main" id="{124FE47E-D3E3-0B58-7F81-EEA5582086CE}"/>
              </a:ext>
            </a:extLst>
          </p:cNvPr>
          <p:cNvGrpSpPr/>
          <p:nvPr/>
        </p:nvGrpSpPr>
        <p:grpSpPr>
          <a:xfrm>
            <a:off x="8493457" y="3456701"/>
            <a:ext cx="527040" cy="210600"/>
            <a:chOff x="8493457" y="3456701"/>
            <a:chExt cx="527040" cy="210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87" name="Tinta 186">
                  <a:extLst>
                    <a:ext uri="{FF2B5EF4-FFF2-40B4-BE49-F238E27FC236}">
                      <a16:creationId xmlns:a16="http://schemas.microsoft.com/office/drawing/2014/main" id="{B398812B-D883-FDDA-6EB5-192D9205E223}"/>
                    </a:ext>
                  </a:extLst>
                </p14:cNvPr>
                <p14:cNvContentPartPr/>
                <p14:nvPr/>
              </p14:nvContentPartPr>
              <p14:xfrm>
                <a:off x="8539537" y="3456701"/>
                <a:ext cx="20160" cy="200520"/>
              </p14:xfrm>
            </p:contentPart>
          </mc:Choice>
          <mc:Fallback>
            <p:pic>
              <p:nvPicPr>
                <p:cNvPr id="187" name="Tinta 186">
                  <a:extLst>
                    <a:ext uri="{FF2B5EF4-FFF2-40B4-BE49-F238E27FC236}">
                      <a16:creationId xmlns:a16="http://schemas.microsoft.com/office/drawing/2014/main" id="{B398812B-D883-FDDA-6EB5-192D9205E223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8521897" y="3438701"/>
                  <a:ext cx="5580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88" name="Tinta 187">
                  <a:extLst>
                    <a:ext uri="{FF2B5EF4-FFF2-40B4-BE49-F238E27FC236}">
                      <a16:creationId xmlns:a16="http://schemas.microsoft.com/office/drawing/2014/main" id="{96872A5E-1AF3-121A-B433-FB053E4D9E4A}"/>
                    </a:ext>
                  </a:extLst>
                </p14:cNvPr>
                <p14:cNvContentPartPr/>
                <p14:nvPr/>
              </p14:nvContentPartPr>
              <p14:xfrm>
                <a:off x="8493457" y="3559661"/>
                <a:ext cx="177840" cy="9360"/>
              </p14:xfrm>
            </p:contentPart>
          </mc:Choice>
          <mc:Fallback>
            <p:pic>
              <p:nvPicPr>
                <p:cNvPr id="188" name="Tinta 187">
                  <a:extLst>
                    <a:ext uri="{FF2B5EF4-FFF2-40B4-BE49-F238E27FC236}">
                      <a16:creationId xmlns:a16="http://schemas.microsoft.com/office/drawing/2014/main" id="{96872A5E-1AF3-121A-B433-FB053E4D9E4A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8475817" y="3541661"/>
                  <a:ext cx="21348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89" name="Tinta 188">
                  <a:extLst>
                    <a:ext uri="{FF2B5EF4-FFF2-40B4-BE49-F238E27FC236}">
                      <a16:creationId xmlns:a16="http://schemas.microsoft.com/office/drawing/2014/main" id="{86CA1FAD-6D97-F16B-699B-9E24E159D290}"/>
                    </a:ext>
                  </a:extLst>
                </p14:cNvPr>
                <p14:cNvContentPartPr/>
                <p14:nvPr/>
              </p14:nvContentPartPr>
              <p14:xfrm>
                <a:off x="8804497" y="3477221"/>
                <a:ext cx="216000" cy="190080"/>
              </p14:xfrm>
            </p:contentPart>
          </mc:Choice>
          <mc:Fallback>
            <p:pic>
              <p:nvPicPr>
                <p:cNvPr id="189" name="Tinta 188">
                  <a:extLst>
                    <a:ext uri="{FF2B5EF4-FFF2-40B4-BE49-F238E27FC236}">
                      <a16:creationId xmlns:a16="http://schemas.microsoft.com/office/drawing/2014/main" id="{86CA1FAD-6D97-F16B-699B-9E24E159D290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8786857" y="3459221"/>
                  <a:ext cx="251640" cy="225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04">
            <p14:nvContentPartPr>
              <p14:cNvPr id="193" name="Tinta 192">
                <a:extLst>
                  <a:ext uri="{FF2B5EF4-FFF2-40B4-BE49-F238E27FC236}">
                    <a16:creationId xmlns:a16="http://schemas.microsoft.com/office/drawing/2014/main" id="{7E005E7B-3D90-DC1B-F826-C08A7A80B9A9}"/>
                  </a:ext>
                </a:extLst>
              </p14:cNvPr>
              <p14:cNvContentPartPr/>
              <p14:nvPr/>
            </p14:nvContentPartPr>
            <p14:xfrm>
              <a:off x="1373737" y="5129981"/>
              <a:ext cx="360" cy="13680"/>
            </p14:xfrm>
          </p:contentPart>
        </mc:Choice>
        <mc:Fallback>
          <p:pic>
            <p:nvPicPr>
              <p:cNvPr id="193" name="Tinta 192">
                <a:extLst>
                  <a:ext uri="{FF2B5EF4-FFF2-40B4-BE49-F238E27FC236}">
                    <a16:creationId xmlns:a16="http://schemas.microsoft.com/office/drawing/2014/main" id="{7E005E7B-3D90-DC1B-F826-C08A7A80B9A9}"/>
                  </a:ext>
                </a:extLst>
              </p:cNvPr>
              <p:cNvPicPr/>
              <p:nvPr/>
            </p:nvPicPr>
            <p:blipFill>
              <a:blip r:embed="rId305"/>
              <a:stretch>
                <a:fillRect/>
              </a:stretch>
            </p:blipFill>
            <p:spPr>
              <a:xfrm>
                <a:off x="1356097" y="5111981"/>
                <a:ext cx="36000" cy="49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97" name="Agrupar 196">
            <a:extLst>
              <a:ext uri="{FF2B5EF4-FFF2-40B4-BE49-F238E27FC236}">
                <a16:creationId xmlns:a16="http://schemas.microsoft.com/office/drawing/2014/main" id="{CDEE0F9E-1555-3175-759A-9EB91FE6FCDF}"/>
              </a:ext>
            </a:extLst>
          </p:cNvPr>
          <p:cNvGrpSpPr/>
          <p:nvPr/>
        </p:nvGrpSpPr>
        <p:grpSpPr>
          <a:xfrm>
            <a:off x="1281937" y="5267141"/>
            <a:ext cx="182880" cy="34200"/>
            <a:chOff x="1281937" y="5267141"/>
            <a:chExt cx="182880" cy="34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92" name="Tinta 191">
                  <a:extLst>
                    <a:ext uri="{FF2B5EF4-FFF2-40B4-BE49-F238E27FC236}">
                      <a16:creationId xmlns:a16="http://schemas.microsoft.com/office/drawing/2014/main" id="{6CC09354-5B4F-8A73-FE5D-FD9787E0D3F2}"/>
                    </a:ext>
                  </a:extLst>
                </p14:cNvPr>
                <p14:cNvContentPartPr/>
                <p14:nvPr/>
              </p14:nvContentPartPr>
              <p14:xfrm>
                <a:off x="1281937" y="5267141"/>
                <a:ext cx="3960" cy="360"/>
              </p14:xfrm>
            </p:contentPart>
          </mc:Choice>
          <mc:Fallback>
            <p:pic>
              <p:nvPicPr>
                <p:cNvPr id="192" name="Tinta 191">
                  <a:extLst>
                    <a:ext uri="{FF2B5EF4-FFF2-40B4-BE49-F238E27FC236}">
                      <a16:creationId xmlns:a16="http://schemas.microsoft.com/office/drawing/2014/main" id="{6CC09354-5B4F-8A73-FE5D-FD9787E0D3F2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264297" y="5249501"/>
                  <a:ext cx="396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94" name="Tinta 193">
                  <a:extLst>
                    <a:ext uri="{FF2B5EF4-FFF2-40B4-BE49-F238E27FC236}">
                      <a16:creationId xmlns:a16="http://schemas.microsoft.com/office/drawing/2014/main" id="{B0070DF6-369E-22D2-30BC-202717892C12}"/>
                    </a:ext>
                  </a:extLst>
                </p14:cNvPr>
                <p14:cNvContentPartPr/>
                <p14:nvPr/>
              </p14:nvContentPartPr>
              <p14:xfrm>
                <a:off x="1439617" y="5299541"/>
                <a:ext cx="360" cy="360"/>
              </p14:xfrm>
            </p:contentPart>
          </mc:Choice>
          <mc:Fallback>
            <p:pic>
              <p:nvPicPr>
                <p:cNvPr id="194" name="Tinta 193">
                  <a:extLst>
                    <a:ext uri="{FF2B5EF4-FFF2-40B4-BE49-F238E27FC236}">
                      <a16:creationId xmlns:a16="http://schemas.microsoft.com/office/drawing/2014/main" id="{B0070DF6-369E-22D2-30BC-202717892C12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421977" y="528190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196" name="Tinta 195">
                  <a:extLst>
                    <a:ext uri="{FF2B5EF4-FFF2-40B4-BE49-F238E27FC236}">
                      <a16:creationId xmlns:a16="http://schemas.microsoft.com/office/drawing/2014/main" id="{1BB7B335-1F2E-0685-89EC-DF26B18BF52F}"/>
                    </a:ext>
                  </a:extLst>
                </p14:cNvPr>
                <p14:cNvContentPartPr/>
                <p14:nvPr/>
              </p14:nvContentPartPr>
              <p14:xfrm>
                <a:off x="1461937" y="5300981"/>
                <a:ext cx="2880" cy="360"/>
              </p14:xfrm>
            </p:contentPart>
          </mc:Choice>
          <mc:Fallback>
            <p:pic>
              <p:nvPicPr>
                <p:cNvPr id="196" name="Tinta 195">
                  <a:extLst>
                    <a:ext uri="{FF2B5EF4-FFF2-40B4-BE49-F238E27FC236}">
                      <a16:creationId xmlns:a16="http://schemas.microsoft.com/office/drawing/2014/main" id="{1BB7B335-1F2E-0685-89EC-DF26B18BF52F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1444297" y="5282981"/>
                  <a:ext cx="3852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11">
            <p14:nvContentPartPr>
              <p14:cNvPr id="198" name="Tinta 197">
                <a:extLst>
                  <a:ext uri="{FF2B5EF4-FFF2-40B4-BE49-F238E27FC236}">
                    <a16:creationId xmlns:a16="http://schemas.microsoft.com/office/drawing/2014/main" id="{1A79E42D-1186-642F-D1A4-64E3145C61BD}"/>
                  </a:ext>
                </a:extLst>
              </p14:cNvPr>
              <p14:cNvContentPartPr/>
              <p14:nvPr/>
            </p14:nvContentPartPr>
            <p14:xfrm>
              <a:off x="1865137" y="5032421"/>
              <a:ext cx="121320" cy="188280"/>
            </p14:xfrm>
          </p:contentPart>
        </mc:Choice>
        <mc:Fallback>
          <p:pic>
            <p:nvPicPr>
              <p:cNvPr id="198" name="Tinta 197">
                <a:extLst>
                  <a:ext uri="{FF2B5EF4-FFF2-40B4-BE49-F238E27FC236}">
                    <a16:creationId xmlns:a16="http://schemas.microsoft.com/office/drawing/2014/main" id="{1A79E42D-1186-642F-D1A4-64E3145C61BD}"/>
                  </a:ext>
                </a:extLst>
              </p:cNvPr>
              <p:cNvPicPr/>
              <p:nvPr/>
            </p:nvPicPr>
            <p:blipFill>
              <a:blip r:embed="rId312"/>
              <a:stretch>
                <a:fillRect/>
              </a:stretch>
            </p:blipFill>
            <p:spPr>
              <a:xfrm>
                <a:off x="1847497" y="5014781"/>
                <a:ext cx="156960" cy="223920"/>
              </a:xfrm>
              <a:prstGeom prst="rect">
                <a:avLst/>
              </a:prstGeom>
            </p:spPr>
          </p:pic>
        </mc:Fallback>
      </mc:AlternateContent>
      <p:grpSp>
        <p:nvGrpSpPr>
          <p:cNvPr id="226" name="Agrupar 225">
            <a:extLst>
              <a:ext uri="{FF2B5EF4-FFF2-40B4-BE49-F238E27FC236}">
                <a16:creationId xmlns:a16="http://schemas.microsoft.com/office/drawing/2014/main" id="{907BB0D3-2CE7-8FB9-F14C-83DBA7B96A7E}"/>
              </a:ext>
            </a:extLst>
          </p:cNvPr>
          <p:cNvGrpSpPr/>
          <p:nvPr/>
        </p:nvGrpSpPr>
        <p:grpSpPr>
          <a:xfrm>
            <a:off x="2373457" y="4893821"/>
            <a:ext cx="997920" cy="532440"/>
            <a:chOff x="2373457" y="4893821"/>
            <a:chExt cx="997920" cy="532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199" name="Tinta 198">
                  <a:extLst>
                    <a:ext uri="{FF2B5EF4-FFF2-40B4-BE49-F238E27FC236}">
                      <a16:creationId xmlns:a16="http://schemas.microsoft.com/office/drawing/2014/main" id="{BC5F0333-2B7E-9A64-43BE-7FE191F240A0}"/>
                    </a:ext>
                  </a:extLst>
                </p14:cNvPr>
                <p14:cNvContentPartPr/>
                <p14:nvPr/>
              </p14:nvContentPartPr>
              <p14:xfrm>
                <a:off x="2472817" y="4893821"/>
                <a:ext cx="251280" cy="498960"/>
              </p14:xfrm>
            </p:contentPart>
          </mc:Choice>
          <mc:Fallback>
            <p:pic>
              <p:nvPicPr>
                <p:cNvPr id="199" name="Tinta 198">
                  <a:extLst>
                    <a:ext uri="{FF2B5EF4-FFF2-40B4-BE49-F238E27FC236}">
                      <a16:creationId xmlns:a16="http://schemas.microsoft.com/office/drawing/2014/main" id="{BC5F0333-2B7E-9A64-43BE-7FE191F240A0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2455177" y="4876181"/>
                  <a:ext cx="286920" cy="53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200" name="Tinta 199">
                  <a:extLst>
                    <a:ext uri="{FF2B5EF4-FFF2-40B4-BE49-F238E27FC236}">
                      <a16:creationId xmlns:a16="http://schemas.microsoft.com/office/drawing/2014/main" id="{3E48AFD8-C881-6588-1FC0-C6075C66A7BF}"/>
                    </a:ext>
                  </a:extLst>
                </p14:cNvPr>
                <p14:cNvContentPartPr/>
                <p14:nvPr/>
              </p14:nvContentPartPr>
              <p14:xfrm>
                <a:off x="2373457" y="5145101"/>
                <a:ext cx="358200" cy="81000"/>
              </p14:xfrm>
            </p:contentPart>
          </mc:Choice>
          <mc:Fallback>
            <p:pic>
              <p:nvPicPr>
                <p:cNvPr id="200" name="Tinta 199">
                  <a:extLst>
                    <a:ext uri="{FF2B5EF4-FFF2-40B4-BE49-F238E27FC236}">
                      <a16:creationId xmlns:a16="http://schemas.microsoft.com/office/drawing/2014/main" id="{3E48AFD8-C881-6588-1FC0-C6075C66A7BF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2355817" y="5127101"/>
                  <a:ext cx="39384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201" name="Tinta 200">
                  <a:extLst>
                    <a:ext uri="{FF2B5EF4-FFF2-40B4-BE49-F238E27FC236}">
                      <a16:creationId xmlns:a16="http://schemas.microsoft.com/office/drawing/2014/main" id="{5737C0D7-4016-6704-57DF-7F6097816779}"/>
                    </a:ext>
                  </a:extLst>
                </p14:cNvPr>
                <p14:cNvContentPartPr/>
                <p14:nvPr/>
              </p14:nvContentPartPr>
              <p14:xfrm>
                <a:off x="2774857" y="5101181"/>
                <a:ext cx="156960" cy="122400"/>
              </p14:xfrm>
            </p:contentPart>
          </mc:Choice>
          <mc:Fallback>
            <p:pic>
              <p:nvPicPr>
                <p:cNvPr id="201" name="Tinta 200">
                  <a:extLst>
                    <a:ext uri="{FF2B5EF4-FFF2-40B4-BE49-F238E27FC236}">
                      <a16:creationId xmlns:a16="http://schemas.microsoft.com/office/drawing/2014/main" id="{5737C0D7-4016-6704-57DF-7F6097816779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2756857" y="5083541"/>
                  <a:ext cx="19260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202" name="Tinta 201">
                  <a:extLst>
                    <a:ext uri="{FF2B5EF4-FFF2-40B4-BE49-F238E27FC236}">
                      <a16:creationId xmlns:a16="http://schemas.microsoft.com/office/drawing/2014/main" id="{F37F9F48-5243-039E-4099-0FAC513BB85D}"/>
                    </a:ext>
                  </a:extLst>
                </p14:cNvPr>
                <p14:cNvContentPartPr/>
                <p14:nvPr/>
              </p14:nvContentPartPr>
              <p14:xfrm>
                <a:off x="2977177" y="5066261"/>
                <a:ext cx="133200" cy="119880"/>
              </p14:xfrm>
            </p:contentPart>
          </mc:Choice>
          <mc:Fallback>
            <p:pic>
              <p:nvPicPr>
                <p:cNvPr id="202" name="Tinta 201">
                  <a:extLst>
                    <a:ext uri="{FF2B5EF4-FFF2-40B4-BE49-F238E27FC236}">
                      <a16:creationId xmlns:a16="http://schemas.microsoft.com/office/drawing/2014/main" id="{F37F9F48-5243-039E-4099-0FAC513BB85D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2959177" y="5048261"/>
                  <a:ext cx="16884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203" name="Tinta 202">
                  <a:extLst>
                    <a:ext uri="{FF2B5EF4-FFF2-40B4-BE49-F238E27FC236}">
                      <a16:creationId xmlns:a16="http://schemas.microsoft.com/office/drawing/2014/main" id="{3593B965-F5CE-DD11-EFBA-D5294CBC8E9A}"/>
                    </a:ext>
                  </a:extLst>
                </p14:cNvPr>
                <p14:cNvContentPartPr/>
                <p14:nvPr/>
              </p14:nvContentPartPr>
              <p14:xfrm>
                <a:off x="3157177" y="5055101"/>
                <a:ext cx="214200" cy="133200"/>
              </p14:xfrm>
            </p:contentPart>
          </mc:Choice>
          <mc:Fallback>
            <p:pic>
              <p:nvPicPr>
                <p:cNvPr id="203" name="Tinta 202">
                  <a:extLst>
                    <a:ext uri="{FF2B5EF4-FFF2-40B4-BE49-F238E27FC236}">
                      <a16:creationId xmlns:a16="http://schemas.microsoft.com/office/drawing/2014/main" id="{3593B965-F5CE-DD11-EFBA-D5294CBC8E9A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3139177" y="5037101"/>
                  <a:ext cx="24984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204" name="Tinta 203">
                  <a:extLst>
                    <a:ext uri="{FF2B5EF4-FFF2-40B4-BE49-F238E27FC236}">
                      <a16:creationId xmlns:a16="http://schemas.microsoft.com/office/drawing/2014/main" id="{34B5DFC4-708F-ACB3-BB8D-B1E90E38327B}"/>
                    </a:ext>
                  </a:extLst>
                </p14:cNvPr>
                <p14:cNvContentPartPr/>
                <p14:nvPr/>
              </p14:nvContentPartPr>
              <p14:xfrm>
                <a:off x="3004537" y="4978781"/>
                <a:ext cx="262440" cy="447480"/>
              </p14:xfrm>
            </p:contentPart>
          </mc:Choice>
          <mc:Fallback>
            <p:pic>
              <p:nvPicPr>
                <p:cNvPr id="204" name="Tinta 203">
                  <a:extLst>
                    <a:ext uri="{FF2B5EF4-FFF2-40B4-BE49-F238E27FC236}">
                      <a16:creationId xmlns:a16="http://schemas.microsoft.com/office/drawing/2014/main" id="{34B5DFC4-708F-ACB3-BB8D-B1E90E38327B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2986537" y="4961141"/>
                  <a:ext cx="298080" cy="48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5" name="Agrupar 224">
            <a:extLst>
              <a:ext uri="{FF2B5EF4-FFF2-40B4-BE49-F238E27FC236}">
                <a16:creationId xmlns:a16="http://schemas.microsoft.com/office/drawing/2014/main" id="{4D0B5FEF-0FE9-66C2-8FEC-4F75A5DFFA4C}"/>
              </a:ext>
            </a:extLst>
          </p:cNvPr>
          <p:cNvGrpSpPr/>
          <p:nvPr/>
        </p:nvGrpSpPr>
        <p:grpSpPr>
          <a:xfrm>
            <a:off x="3675217" y="4860341"/>
            <a:ext cx="1455840" cy="415080"/>
            <a:chOff x="3675217" y="4860341"/>
            <a:chExt cx="1455840" cy="415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205" name="Tinta 204">
                  <a:extLst>
                    <a:ext uri="{FF2B5EF4-FFF2-40B4-BE49-F238E27FC236}">
                      <a16:creationId xmlns:a16="http://schemas.microsoft.com/office/drawing/2014/main" id="{BE9D463D-FC20-53F4-3DFC-4481DCDA26FC}"/>
                    </a:ext>
                  </a:extLst>
                </p14:cNvPr>
                <p14:cNvContentPartPr/>
                <p14:nvPr/>
              </p14:nvContentPartPr>
              <p14:xfrm>
                <a:off x="3675217" y="5040341"/>
                <a:ext cx="52560" cy="235080"/>
              </p14:xfrm>
            </p:contentPart>
          </mc:Choice>
          <mc:Fallback>
            <p:pic>
              <p:nvPicPr>
                <p:cNvPr id="205" name="Tinta 204">
                  <a:extLst>
                    <a:ext uri="{FF2B5EF4-FFF2-40B4-BE49-F238E27FC236}">
                      <a16:creationId xmlns:a16="http://schemas.microsoft.com/office/drawing/2014/main" id="{BE9D463D-FC20-53F4-3DFC-4481DCDA26FC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3657217" y="5022701"/>
                  <a:ext cx="8820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206" name="Tinta 205">
                  <a:extLst>
                    <a:ext uri="{FF2B5EF4-FFF2-40B4-BE49-F238E27FC236}">
                      <a16:creationId xmlns:a16="http://schemas.microsoft.com/office/drawing/2014/main" id="{4FD4C442-4D1E-2FC6-B429-FB379AE4C8B1}"/>
                    </a:ext>
                  </a:extLst>
                </p14:cNvPr>
                <p14:cNvContentPartPr/>
                <p14:nvPr/>
              </p14:nvContentPartPr>
              <p14:xfrm>
                <a:off x="3710137" y="4981301"/>
                <a:ext cx="106560" cy="139320"/>
              </p14:xfrm>
            </p:contentPart>
          </mc:Choice>
          <mc:Fallback>
            <p:pic>
              <p:nvPicPr>
                <p:cNvPr id="206" name="Tinta 205">
                  <a:extLst>
                    <a:ext uri="{FF2B5EF4-FFF2-40B4-BE49-F238E27FC236}">
                      <a16:creationId xmlns:a16="http://schemas.microsoft.com/office/drawing/2014/main" id="{4FD4C442-4D1E-2FC6-B429-FB379AE4C8B1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3692137" y="4963301"/>
                  <a:ext cx="14220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207" name="Tinta 206">
                  <a:extLst>
                    <a:ext uri="{FF2B5EF4-FFF2-40B4-BE49-F238E27FC236}">
                      <a16:creationId xmlns:a16="http://schemas.microsoft.com/office/drawing/2014/main" id="{AFFC010E-C612-DEEB-5626-064F037E70C5}"/>
                    </a:ext>
                  </a:extLst>
                </p14:cNvPr>
                <p14:cNvContentPartPr/>
                <p14:nvPr/>
              </p14:nvContentPartPr>
              <p14:xfrm>
                <a:off x="3886177" y="4993901"/>
                <a:ext cx="178200" cy="156600"/>
              </p14:xfrm>
            </p:contentPart>
          </mc:Choice>
          <mc:Fallback>
            <p:pic>
              <p:nvPicPr>
                <p:cNvPr id="207" name="Tinta 206">
                  <a:extLst>
                    <a:ext uri="{FF2B5EF4-FFF2-40B4-BE49-F238E27FC236}">
                      <a16:creationId xmlns:a16="http://schemas.microsoft.com/office/drawing/2014/main" id="{AFFC010E-C612-DEEB-5626-064F037E70C5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3868177" y="4975901"/>
                  <a:ext cx="21384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208" name="Tinta 207">
                  <a:extLst>
                    <a:ext uri="{FF2B5EF4-FFF2-40B4-BE49-F238E27FC236}">
                      <a16:creationId xmlns:a16="http://schemas.microsoft.com/office/drawing/2014/main" id="{DEF98B90-DDB6-B1E7-6CB3-E1D4A5DD4526}"/>
                    </a:ext>
                  </a:extLst>
                </p14:cNvPr>
                <p14:cNvContentPartPr/>
                <p14:nvPr/>
              </p14:nvContentPartPr>
              <p14:xfrm>
                <a:off x="4142137" y="4947821"/>
                <a:ext cx="360" cy="360"/>
              </p14:xfrm>
            </p:contentPart>
          </mc:Choice>
          <mc:Fallback>
            <p:pic>
              <p:nvPicPr>
                <p:cNvPr id="208" name="Tinta 207">
                  <a:extLst>
                    <a:ext uri="{FF2B5EF4-FFF2-40B4-BE49-F238E27FC236}">
                      <a16:creationId xmlns:a16="http://schemas.microsoft.com/office/drawing/2014/main" id="{DEF98B90-DDB6-B1E7-6CB3-E1D4A5DD4526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124137" y="492982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09" name="Tinta 208">
                  <a:extLst>
                    <a:ext uri="{FF2B5EF4-FFF2-40B4-BE49-F238E27FC236}">
                      <a16:creationId xmlns:a16="http://schemas.microsoft.com/office/drawing/2014/main" id="{1E4E4033-2837-8DB5-16B4-2CF862721915}"/>
                    </a:ext>
                  </a:extLst>
                </p14:cNvPr>
                <p14:cNvContentPartPr/>
                <p14:nvPr/>
              </p14:nvContentPartPr>
              <p14:xfrm>
                <a:off x="4138177" y="5047541"/>
                <a:ext cx="383040" cy="124920"/>
              </p14:xfrm>
            </p:contentPart>
          </mc:Choice>
          <mc:Fallback>
            <p:pic>
              <p:nvPicPr>
                <p:cNvPr id="209" name="Tinta 208">
                  <a:extLst>
                    <a:ext uri="{FF2B5EF4-FFF2-40B4-BE49-F238E27FC236}">
                      <a16:creationId xmlns:a16="http://schemas.microsoft.com/office/drawing/2014/main" id="{1E4E4033-2837-8DB5-16B4-2CF862721915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4120537" y="5029901"/>
                  <a:ext cx="41868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10" name="Tinta 209">
                  <a:extLst>
                    <a:ext uri="{FF2B5EF4-FFF2-40B4-BE49-F238E27FC236}">
                      <a16:creationId xmlns:a16="http://schemas.microsoft.com/office/drawing/2014/main" id="{8D6F3707-E6D8-432F-7D79-0F9FFA5190D9}"/>
                    </a:ext>
                  </a:extLst>
                </p14:cNvPr>
                <p14:cNvContentPartPr/>
                <p14:nvPr/>
              </p14:nvContentPartPr>
              <p14:xfrm>
                <a:off x="4467577" y="4936301"/>
                <a:ext cx="360" cy="360"/>
              </p14:xfrm>
            </p:contentPart>
          </mc:Choice>
          <mc:Fallback>
            <p:pic>
              <p:nvPicPr>
                <p:cNvPr id="210" name="Tinta 209">
                  <a:extLst>
                    <a:ext uri="{FF2B5EF4-FFF2-40B4-BE49-F238E27FC236}">
                      <a16:creationId xmlns:a16="http://schemas.microsoft.com/office/drawing/2014/main" id="{8D6F3707-E6D8-432F-7D79-0F9FFA5190D9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449577" y="491866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211" name="Tinta 210">
                  <a:extLst>
                    <a:ext uri="{FF2B5EF4-FFF2-40B4-BE49-F238E27FC236}">
                      <a16:creationId xmlns:a16="http://schemas.microsoft.com/office/drawing/2014/main" id="{5B1F31D9-A574-E7A6-D143-D5610AF45D0F}"/>
                    </a:ext>
                  </a:extLst>
                </p14:cNvPr>
                <p14:cNvContentPartPr/>
                <p14:nvPr/>
              </p14:nvContentPartPr>
              <p14:xfrm>
                <a:off x="4628857" y="4860341"/>
                <a:ext cx="48960" cy="232920"/>
              </p14:xfrm>
            </p:contentPart>
          </mc:Choice>
          <mc:Fallback>
            <p:pic>
              <p:nvPicPr>
                <p:cNvPr id="211" name="Tinta 210">
                  <a:extLst>
                    <a:ext uri="{FF2B5EF4-FFF2-40B4-BE49-F238E27FC236}">
                      <a16:creationId xmlns:a16="http://schemas.microsoft.com/office/drawing/2014/main" id="{5B1F31D9-A574-E7A6-D143-D5610AF45D0F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4610857" y="4842701"/>
                  <a:ext cx="8460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212" name="Tinta 211">
                  <a:extLst>
                    <a:ext uri="{FF2B5EF4-FFF2-40B4-BE49-F238E27FC236}">
                      <a16:creationId xmlns:a16="http://schemas.microsoft.com/office/drawing/2014/main" id="{220C7E72-0D4A-49C7-7D5D-A1C4431EA175}"/>
                    </a:ext>
                  </a:extLst>
                </p14:cNvPr>
                <p14:cNvContentPartPr/>
                <p14:nvPr/>
              </p14:nvContentPartPr>
              <p14:xfrm>
                <a:off x="4566937" y="4961141"/>
                <a:ext cx="223920" cy="150120"/>
              </p14:xfrm>
            </p:contentPart>
          </mc:Choice>
          <mc:Fallback>
            <p:pic>
              <p:nvPicPr>
                <p:cNvPr id="212" name="Tinta 211">
                  <a:extLst>
                    <a:ext uri="{FF2B5EF4-FFF2-40B4-BE49-F238E27FC236}">
                      <a16:creationId xmlns:a16="http://schemas.microsoft.com/office/drawing/2014/main" id="{220C7E72-0D4A-49C7-7D5D-A1C4431EA175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4548937" y="4943141"/>
                  <a:ext cx="25956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213" name="Tinta 212">
                  <a:extLst>
                    <a:ext uri="{FF2B5EF4-FFF2-40B4-BE49-F238E27FC236}">
                      <a16:creationId xmlns:a16="http://schemas.microsoft.com/office/drawing/2014/main" id="{0EF67704-8B88-04D9-CEB8-035094C0DB45}"/>
                    </a:ext>
                  </a:extLst>
                </p14:cNvPr>
                <p14:cNvContentPartPr/>
                <p14:nvPr/>
              </p14:nvContentPartPr>
              <p14:xfrm>
                <a:off x="4888417" y="4958981"/>
                <a:ext cx="154440" cy="159480"/>
              </p14:xfrm>
            </p:contentPart>
          </mc:Choice>
          <mc:Fallback>
            <p:pic>
              <p:nvPicPr>
                <p:cNvPr id="213" name="Tinta 212">
                  <a:extLst>
                    <a:ext uri="{FF2B5EF4-FFF2-40B4-BE49-F238E27FC236}">
                      <a16:creationId xmlns:a16="http://schemas.microsoft.com/office/drawing/2014/main" id="{0EF67704-8B88-04D9-CEB8-035094C0DB45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4870417" y="4940981"/>
                  <a:ext cx="19008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214" name="Tinta 213">
                  <a:extLst>
                    <a:ext uri="{FF2B5EF4-FFF2-40B4-BE49-F238E27FC236}">
                      <a16:creationId xmlns:a16="http://schemas.microsoft.com/office/drawing/2014/main" id="{AE59A527-3099-FD11-3BA6-479BA280CB92}"/>
                    </a:ext>
                  </a:extLst>
                </p14:cNvPr>
                <p14:cNvContentPartPr/>
                <p14:nvPr/>
              </p14:nvContentPartPr>
              <p14:xfrm>
                <a:off x="5018737" y="5004701"/>
                <a:ext cx="112320" cy="112320"/>
              </p14:xfrm>
            </p:contentPart>
          </mc:Choice>
          <mc:Fallback>
            <p:pic>
              <p:nvPicPr>
                <p:cNvPr id="214" name="Tinta 213">
                  <a:extLst>
                    <a:ext uri="{FF2B5EF4-FFF2-40B4-BE49-F238E27FC236}">
                      <a16:creationId xmlns:a16="http://schemas.microsoft.com/office/drawing/2014/main" id="{AE59A527-3099-FD11-3BA6-479BA280CB92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5000737" y="4986701"/>
                  <a:ext cx="147960" cy="147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43">
            <p14:nvContentPartPr>
              <p14:cNvPr id="215" name="Tinta 214">
                <a:extLst>
                  <a:ext uri="{FF2B5EF4-FFF2-40B4-BE49-F238E27FC236}">
                    <a16:creationId xmlns:a16="http://schemas.microsoft.com/office/drawing/2014/main" id="{8AEA2581-0CC0-95C7-D757-1956E9B454F3}"/>
                  </a:ext>
                </a:extLst>
              </p14:cNvPr>
              <p14:cNvContentPartPr/>
              <p14:nvPr/>
            </p14:nvContentPartPr>
            <p14:xfrm>
              <a:off x="5429497" y="4760981"/>
              <a:ext cx="247680" cy="349920"/>
            </p14:xfrm>
          </p:contentPart>
        </mc:Choice>
        <mc:Fallback>
          <p:pic>
            <p:nvPicPr>
              <p:cNvPr id="215" name="Tinta 214">
                <a:extLst>
                  <a:ext uri="{FF2B5EF4-FFF2-40B4-BE49-F238E27FC236}">
                    <a16:creationId xmlns:a16="http://schemas.microsoft.com/office/drawing/2014/main" id="{8AEA2581-0CC0-95C7-D757-1956E9B454F3}"/>
                  </a:ext>
                </a:extLst>
              </p:cNvPr>
              <p:cNvPicPr/>
              <p:nvPr/>
            </p:nvPicPr>
            <p:blipFill>
              <a:blip r:embed="rId344"/>
              <a:stretch>
                <a:fillRect/>
              </a:stretch>
            </p:blipFill>
            <p:spPr>
              <a:xfrm>
                <a:off x="5411857" y="4743341"/>
                <a:ext cx="283320" cy="385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24" name="Agrupar 223">
            <a:extLst>
              <a:ext uri="{FF2B5EF4-FFF2-40B4-BE49-F238E27FC236}">
                <a16:creationId xmlns:a16="http://schemas.microsoft.com/office/drawing/2014/main" id="{A4F437FB-4E54-A9D7-EE8F-7D94E7BAFEAA}"/>
              </a:ext>
            </a:extLst>
          </p:cNvPr>
          <p:cNvGrpSpPr/>
          <p:nvPr/>
        </p:nvGrpSpPr>
        <p:grpSpPr>
          <a:xfrm>
            <a:off x="6015937" y="4797701"/>
            <a:ext cx="767880" cy="288000"/>
            <a:chOff x="6015937" y="4797701"/>
            <a:chExt cx="767880" cy="288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216" name="Tinta 215">
                  <a:extLst>
                    <a:ext uri="{FF2B5EF4-FFF2-40B4-BE49-F238E27FC236}">
                      <a16:creationId xmlns:a16="http://schemas.microsoft.com/office/drawing/2014/main" id="{C09D1702-284B-6C6E-CA74-C44A01B92F5D}"/>
                    </a:ext>
                  </a:extLst>
                </p14:cNvPr>
                <p14:cNvContentPartPr/>
                <p14:nvPr/>
              </p14:nvContentPartPr>
              <p14:xfrm>
                <a:off x="6015937" y="4839101"/>
                <a:ext cx="264960" cy="246600"/>
              </p14:xfrm>
            </p:contentPart>
          </mc:Choice>
          <mc:Fallback>
            <p:pic>
              <p:nvPicPr>
                <p:cNvPr id="216" name="Tinta 215">
                  <a:extLst>
                    <a:ext uri="{FF2B5EF4-FFF2-40B4-BE49-F238E27FC236}">
                      <a16:creationId xmlns:a16="http://schemas.microsoft.com/office/drawing/2014/main" id="{C09D1702-284B-6C6E-CA74-C44A01B92F5D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5998297" y="4821461"/>
                  <a:ext cx="30060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217" name="Tinta 216">
                  <a:extLst>
                    <a:ext uri="{FF2B5EF4-FFF2-40B4-BE49-F238E27FC236}">
                      <a16:creationId xmlns:a16="http://schemas.microsoft.com/office/drawing/2014/main" id="{4E70384C-1078-1107-899A-CCE2BC5C57B1}"/>
                    </a:ext>
                  </a:extLst>
                </p14:cNvPr>
                <p14:cNvContentPartPr/>
                <p14:nvPr/>
              </p14:nvContentPartPr>
              <p14:xfrm>
                <a:off x="6076777" y="4976621"/>
                <a:ext cx="118440" cy="10440"/>
              </p14:xfrm>
            </p:contentPart>
          </mc:Choice>
          <mc:Fallback>
            <p:pic>
              <p:nvPicPr>
                <p:cNvPr id="217" name="Tinta 216">
                  <a:extLst>
                    <a:ext uri="{FF2B5EF4-FFF2-40B4-BE49-F238E27FC236}">
                      <a16:creationId xmlns:a16="http://schemas.microsoft.com/office/drawing/2014/main" id="{4E70384C-1078-1107-899A-CCE2BC5C57B1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6059137" y="4958981"/>
                  <a:ext cx="15408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218" name="Tinta 217">
                  <a:extLst>
                    <a:ext uri="{FF2B5EF4-FFF2-40B4-BE49-F238E27FC236}">
                      <a16:creationId xmlns:a16="http://schemas.microsoft.com/office/drawing/2014/main" id="{AB60E7D0-8977-84E1-3C8D-0D1B94799D03}"/>
                    </a:ext>
                  </a:extLst>
                </p14:cNvPr>
                <p14:cNvContentPartPr/>
                <p14:nvPr/>
              </p14:nvContentPartPr>
              <p14:xfrm>
                <a:off x="6362617" y="4797701"/>
                <a:ext cx="96120" cy="265320"/>
              </p14:xfrm>
            </p:contentPart>
          </mc:Choice>
          <mc:Fallback>
            <p:pic>
              <p:nvPicPr>
                <p:cNvPr id="218" name="Tinta 217">
                  <a:extLst>
                    <a:ext uri="{FF2B5EF4-FFF2-40B4-BE49-F238E27FC236}">
                      <a16:creationId xmlns:a16="http://schemas.microsoft.com/office/drawing/2014/main" id="{AB60E7D0-8977-84E1-3C8D-0D1B94799D03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6344617" y="4780061"/>
                  <a:ext cx="13176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219" name="Tinta 218">
                  <a:extLst>
                    <a:ext uri="{FF2B5EF4-FFF2-40B4-BE49-F238E27FC236}">
                      <a16:creationId xmlns:a16="http://schemas.microsoft.com/office/drawing/2014/main" id="{4564AADE-62E1-BF08-020E-AFFCB9AFCD96}"/>
                    </a:ext>
                  </a:extLst>
                </p14:cNvPr>
                <p14:cNvContentPartPr/>
                <p14:nvPr/>
              </p14:nvContentPartPr>
              <p14:xfrm>
                <a:off x="6500497" y="4891661"/>
                <a:ext cx="107280" cy="144360"/>
              </p14:xfrm>
            </p:contentPart>
          </mc:Choice>
          <mc:Fallback>
            <p:pic>
              <p:nvPicPr>
                <p:cNvPr id="219" name="Tinta 218">
                  <a:extLst>
                    <a:ext uri="{FF2B5EF4-FFF2-40B4-BE49-F238E27FC236}">
                      <a16:creationId xmlns:a16="http://schemas.microsoft.com/office/drawing/2014/main" id="{4564AADE-62E1-BF08-020E-AFFCB9AFCD96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6482497" y="4874021"/>
                  <a:ext cx="14292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220" name="Tinta 219">
                  <a:extLst>
                    <a:ext uri="{FF2B5EF4-FFF2-40B4-BE49-F238E27FC236}">
                      <a16:creationId xmlns:a16="http://schemas.microsoft.com/office/drawing/2014/main" id="{F064D37B-1452-5591-77DA-BE257E908F11}"/>
                    </a:ext>
                  </a:extLst>
                </p14:cNvPr>
                <p14:cNvContentPartPr/>
                <p14:nvPr/>
              </p14:nvContentPartPr>
              <p14:xfrm>
                <a:off x="6506617" y="4809221"/>
                <a:ext cx="277200" cy="276480"/>
              </p14:xfrm>
            </p:contentPart>
          </mc:Choice>
          <mc:Fallback>
            <p:pic>
              <p:nvPicPr>
                <p:cNvPr id="220" name="Tinta 219">
                  <a:extLst>
                    <a:ext uri="{FF2B5EF4-FFF2-40B4-BE49-F238E27FC236}">
                      <a16:creationId xmlns:a16="http://schemas.microsoft.com/office/drawing/2014/main" id="{F064D37B-1452-5591-77DA-BE257E908F11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6488617" y="4791221"/>
                  <a:ext cx="312840" cy="31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3" name="Agrupar 222">
            <a:extLst>
              <a:ext uri="{FF2B5EF4-FFF2-40B4-BE49-F238E27FC236}">
                <a16:creationId xmlns:a16="http://schemas.microsoft.com/office/drawing/2014/main" id="{FDD067D8-F64A-8BFF-9079-F1C5AB231623}"/>
              </a:ext>
            </a:extLst>
          </p:cNvPr>
          <p:cNvGrpSpPr/>
          <p:nvPr/>
        </p:nvGrpSpPr>
        <p:grpSpPr>
          <a:xfrm>
            <a:off x="6981097" y="4910741"/>
            <a:ext cx="168120" cy="111960"/>
            <a:chOff x="6981097" y="4910741"/>
            <a:chExt cx="168120" cy="111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221" name="Tinta 220">
                  <a:extLst>
                    <a:ext uri="{FF2B5EF4-FFF2-40B4-BE49-F238E27FC236}">
                      <a16:creationId xmlns:a16="http://schemas.microsoft.com/office/drawing/2014/main" id="{1AE0E26E-42D1-4353-AA92-2C743A2C7493}"/>
                    </a:ext>
                  </a:extLst>
                </p14:cNvPr>
                <p14:cNvContentPartPr/>
                <p14:nvPr/>
              </p14:nvContentPartPr>
              <p14:xfrm>
                <a:off x="6981097" y="4978781"/>
                <a:ext cx="168120" cy="43920"/>
              </p14:xfrm>
            </p:contentPart>
          </mc:Choice>
          <mc:Fallback>
            <p:pic>
              <p:nvPicPr>
                <p:cNvPr id="221" name="Tinta 220">
                  <a:extLst>
                    <a:ext uri="{FF2B5EF4-FFF2-40B4-BE49-F238E27FC236}">
                      <a16:creationId xmlns:a16="http://schemas.microsoft.com/office/drawing/2014/main" id="{1AE0E26E-42D1-4353-AA92-2C743A2C7493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6963097" y="4961141"/>
                  <a:ext cx="20376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222" name="Tinta 221">
                  <a:extLst>
                    <a:ext uri="{FF2B5EF4-FFF2-40B4-BE49-F238E27FC236}">
                      <a16:creationId xmlns:a16="http://schemas.microsoft.com/office/drawing/2014/main" id="{E106D38C-1500-74C1-4FB6-F0B75AF65541}"/>
                    </a:ext>
                  </a:extLst>
                </p14:cNvPr>
                <p14:cNvContentPartPr/>
                <p14:nvPr/>
              </p14:nvContentPartPr>
              <p14:xfrm>
                <a:off x="7003417" y="4910741"/>
                <a:ext cx="102240" cy="4680"/>
              </p14:xfrm>
            </p:contentPart>
          </mc:Choice>
          <mc:Fallback>
            <p:pic>
              <p:nvPicPr>
                <p:cNvPr id="222" name="Tinta 221">
                  <a:extLst>
                    <a:ext uri="{FF2B5EF4-FFF2-40B4-BE49-F238E27FC236}">
                      <a16:creationId xmlns:a16="http://schemas.microsoft.com/office/drawing/2014/main" id="{E106D38C-1500-74C1-4FB6-F0B75AF65541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6985417" y="4893101"/>
                  <a:ext cx="137880" cy="40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59">
            <p14:nvContentPartPr>
              <p14:cNvPr id="227" name="Tinta 226">
                <a:extLst>
                  <a:ext uri="{FF2B5EF4-FFF2-40B4-BE49-F238E27FC236}">
                    <a16:creationId xmlns:a16="http://schemas.microsoft.com/office/drawing/2014/main" id="{4E0DB837-0022-E7E3-620F-424EF7A772CD}"/>
                  </a:ext>
                </a:extLst>
              </p14:cNvPr>
              <p14:cNvContentPartPr/>
              <p14:nvPr/>
            </p14:nvContentPartPr>
            <p14:xfrm>
              <a:off x="7373497" y="4972301"/>
              <a:ext cx="226440" cy="22680"/>
            </p14:xfrm>
          </p:contentPart>
        </mc:Choice>
        <mc:Fallback>
          <p:pic>
            <p:nvPicPr>
              <p:cNvPr id="227" name="Tinta 226">
                <a:extLst>
                  <a:ext uri="{FF2B5EF4-FFF2-40B4-BE49-F238E27FC236}">
                    <a16:creationId xmlns:a16="http://schemas.microsoft.com/office/drawing/2014/main" id="{4E0DB837-0022-E7E3-620F-424EF7A772CD}"/>
                  </a:ext>
                </a:extLst>
              </p:cNvPr>
              <p:cNvPicPr/>
              <p:nvPr/>
            </p:nvPicPr>
            <p:blipFill>
              <a:blip r:embed="rId360"/>
              <a:stretch>
                <a:fillRect/>
              </a:stretch>
            </p:blipFill>
            <p:spPr>
              <a:xfrm>
                <a:off x="7355497" y="4954301"/>
                <a:ext cx="262080" cy="5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1">
            <p14:nvContentPartPr>
              <p14:cNvPr id="228" name="Tinta 227">
                <a:extLst>
                  <a:ext uri="{FF2B5EF4-FFF2-40B4-BE49-F238E27FC236}">
                    <a16:creationId xmlns:a16="http://schemas.microsoft.com/office/drawing/2014/main" id="{B891E31B-4E2C-76B2-E19A-D7DDDC7A6015}"/>
                  </a:ext>
                </a:extLst>
              </p14:cNvPr>
              <p14:cNvContentPartPr/>
              <p14:nvPr/>
            </p14:nvContentPartPr>
            <p14:xfrm>
              <a:off x="7789297" y="4986701"/>
              <a:ext cx="688320" cy="14760"/>
            </p14:xfrm>
          </p:contentPart>
        </mc:Choice>
        <mc:Fallback>
          <p:pic>
            <p:nvPicPr>
              <p:cNvPr id="228" name="Tinta 227">
                <a:extLst>
                  <a:ext uri="{FF2B5EF4-FFF2-40B4-BE49-F238E27FC236}">
                    <a16:creationId xmlns:a16="http://schemas.microsoft.com/office/drawing/2014/main" id="{B891E31B-4E2C-76B2-E19A-D7DDDC7A6015}"/>
                  </a:ext>
                </a:extLst>
              </p:cNvPr>
              <p:cNvPicPr/>
              <p:nvPr/>
            </p:nvPicPr>
            <p:blipFill>
              <a:blip r:embed="rId362"/>
              <a:stretch>
                <a:fillRect/>
              </a:stretch>
            </p:blipFill>
            <p:spPr>
              <a:xfrm>
                <a:off x="7771657" y="4969061"/>
                <a:ext cx="723960" cy="5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3">
            <p14:nvContentPartPr>
              <p14:cNvPr id="229" name="Tinta 228">
                <a:extLst>
                  <a:ext uri="{FF2B5EF4-FFF2-40B4-BE49-F238E27FC236}">
                    <a16:creationId xmlns:a16="http://schemas.microsoft.com/office/drawing/2014/main" id="{55DEC0F9-71C5-5B5A-2947-E4F3F5AAFA72}"/>
                  </a:ext>
                </a:extLst>
              </p14:cNvPr>
              <p14:cNvContentPartPr/>
              <p14:nvPr/>
            </p14:nvContentPartPr>
            <p14:xfrm>
              <a:off x="7983337" y="4630301"/>
              <a:ext cx="154440" cy="265320"/>
            </p14:xfrm>
          </p:contentPart>
        </mc:Choice>
        <mc:Fallback>
          <p:pic>
            <p:nvPicPr>
              <p:cNvPr id="229" name="Tinta 228">
                <a:extLst>
                  <a:ext uri="{FF2B5EF4-FFF2-40B4-BE49-F238E27FC236}">
                    <a16:creationId xmlns:a16="http://schemas.microsoft.com/office/drawing/2014/main" id="{55DEC0F9-71C5-5B5A-2947-E4F3F5AAFA72}"/>
                  </a:ext>
                </a:extLst>
              </p:cNvPr>
              <p:cNvPicPr/>
              <p:nvPr/>
            </p:nvPicPr>
            <p:blipFill>
              <a:blip r:embed="rId364"/>
              <a:stretch>
                <a:fillRect/>
              </a:stretch>
            </p:blipFill>
            <p:spPr>
              <a:xfrm>
                <a:off x="7965337" y="4612301"/>
                <a:ext cx="190080" cy="300960"/>
              </a:xfrm>
              <a:prstGeom prst="rect">
                <a:avLst/>
              </a:prstGeom>
            </p:spPr>
          </p:pic>
        </mc:Fallback>
      </mc:AlternateContent>
      <p:grpSp>
        <p:nvGrpSpPr>
          <p:cNvPr id="237" name="Agrupar 236">
            <a:extLst>
              <a:ext uri="{FF2B5EF4-FFF2-40B4-BE49-F238E27FC236}">
                <a16:creationId xmlns:a16="http://schemas.microsoft.com/office/drawing/2014/main" id="{54732442-8686-BFD3-0B1E-9BBBE96C2986}"/>
              </a:ext>
            </a:extLst>
          </p:cNvPr>
          <p:cNvGrpSpPr/>
          <p:nvPr/>
        </p:nvGrpSpPr>
        <p:grpSpPr>
          <a:xfrm>
            <a:off x="7876057" y="5104061"/>
            <a:ext cx="583200" cy="315360"/>
            <a:chOff x="7876057" y="5104061"/>
            <a:chExt cx="583200" cy="315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230" name="Tinta 229">
                  <a:extLst>
                    <a:ext uri="{FF2B5EF4-FFF2-40B4-BE49-F238E27FC236}">
                      <a16:creationId xmlns:a16="http://schemas.microsoft.com/office/drawing/2014/main" id="{344296F2-0B40-6ACA-0E83-39292CDBB159}"/>
                    </a:ext>
                  </a:extLst>
                </p14:cNvPr>
                <p14:cNvContentPartPr/>
                <p14:nvPr/>
              </p14:nvContentPartPr>
              <p14:xfrm>
                <a:off x="7876057" y="5156621"/>
                <a:ext cx="356760" cy="262800"/>
              </p14:xfrm>
            </p:contentPart>
          </mc:Choice>
          <mc:Fallback>
            <p:pic>
              <p:nvPicPr>
                <p:cNvPr id="230" name="Tinta 229">
                  <a:extLst>
                    <a:ext uri="{FF2B5EF4-FFF2-40B4-BE49-F238E27FC236}">
                      <a16:creationId xmlns:a16="http://schemas.microsoft.com/office/drawing/2014/main" id="{344296F2-0B40-6ACA-0E83-39292CDBB159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7858417" y="5138981"/>
                  <a:ext cx="39240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231" name="Tinta 230">
                  <a:extLst>
                    <a:ext uri="{FF2B5EF4-FFF2-40B4-BE49-F238E27FC236}">
                      <a16:creationId xmlns:a16="http://schemas.microsoft.com/office/drawing/2014/main" id="{922DA834-5B71-6496-3607-175684606503}"/>
                    </a:ext>
                  </a:extLst>
                </p14:cNvPr>
                <p14:cNvContentPartPr/>
                <p14:nvPr/>
              </p14:nvContentPartPr>
              <p14:xfrm>
                <a:off x="8134537" y="5262821"/>
                <a:ext cx="165600" cy="131040"/>
              </p14:xfrm>
            </p:contentPart>
          </mc:Choice>
          <mc:Fallback>
            <p:pic>
              <p:nvPicPr>
                <p:cNvPr id="231" name="Tinta 230">
                  <a:extLst>
                    <a:ext uri="{FF2B5EF4-FFF2-40B4-BE49-F238E27FC236}">
                      <a16:creationId xmlns:a16="http://schemas.microsoft.com/office/drawing/2014/main" id="{922DA834-5B71-6496-3607-175684606503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8116897" y="5244821"/>
                  <a:ext cx="20124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232" name="Tinta 231">
                  <a:extLst>
                    <a:ext uri="{FF2B5EF4-FFF2-40B4-BE49-F238E27FC236}">
                      <a16:creationId xmlns:a16="http://schemas.microsoft.com/office/drawing/2014/main" id="{32D61F82-41F1-8B65-B4E7-7D64343BCC09}"/>
                    </a:ext>
                  </a:extLst>
                </p14:cNvPr>
                <p14:cNvContentPartPr/>
                <p14:nvPr/>
              </p14:nvContentPartPr>
              <p14:xfrm>
                <a:off x="8325697" y="5104061"/>
                <a:ext cx="133560" cy="152280"/>
              </p14:xfrm>
            </p:contentPart>
          </mc:Choice>
          <mc:Fallback>
            <p:pic>
              <p:nvPicPr>
                <p:cNvPr id="232" name="Tinta 231">
                  <a:extLst>
                    <a:ext uri="{FF2B5EF4-FFF2-40B4-BE49-F238E27FC236}">
                      <a16:creationId xmlns:a16="http://schemas.microsoft.com/office/drawing/2014/main" id="{32D61F82-41F1-8B65-B4E7-7D64343BCC09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8307697" y="5086421"/>
                  <a:ext cx="169200" cy="187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6" name="Agrupar 235">
            <a:extLst>
              <a:ext uri="{FF2B5EF4-FFF2-40B4-BE49-F238E27FC236}">
                <a16:creationId xmlns:a16="http://schemas.microsoft.com/office/drawing/2014/main" id="{43722281-18B0-FC90-5A34-1D89FFE46C8A}"/>
              </a:ext>
            </a:extLst>
          </p:cNvPr>
          <p:cNvGrpSpPr/>
          <p:nvPr/>
        </p:nvGrpSpPr>
        <p:grpSpPr>
          <a:xfrm>
            <a:off x="8663737" y="4805621"/>
            <a:ext cx="146880" cy="209520"/>
            <a:chOff x="8663737" y="4805621"/>
            <a:chExt cx="146880" cy="209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233" name="Tinta 232">
                  <a:extLst>
                    <a:ext uri="{FF2B5EF4-FFF2-40B4-BE49-F238E27FC236}">
                      <a16:creationId xmlns:a16="http://schemas.microsoft.com/office/drawing/2014/main" id="{F0B977EA-5C15-A265-0C19-2D5892CE92C2}"/>
                    </a:ext>
                  </a:extLst>
                </p14:cNvPr>
                <p14:cNvContentPartPr/>
                <p14:nvPr/>
              </p14:nvContentPartPr>
              <p14:xfrm>
                <a:off x="8724577" y="4805621"/>
                <a:ext cx="10440" cy="209520"/>
              </p14:xfrm>
            </p:contentPart>
          </mc:Choice>
          <mc:Fallback>
            <p:pic>
              <p:nvPicPr>
                <p:cNvPr id="233" name="Tinta 232">
                  <a:extLst>
                    <a:ext uri="{FF2B5EF4-FFF2-40B4-BE49-F238E27FC236}">
                      <a16:creationId xmlns:a16="http://schemas.microsoft.com/office/drawing/2014/main" id="{F0B977EA-5C15-A265-0C19-2D5892CE92C2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8706937" y="4787981"/>
                  <a:ext cx="4608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234" name="Tinta 233">
                  <a:extLst>
                    <a:ext uri="{FF2B5EF4-FFF2-40B4-BE49-F238E27FC236}">
                      <a16:creationId xmlns:a16="http://schemas.microsoft.com/office/drawing/2014/main" id="{0876AAEC-37E7-349F-9400-FD27168A2ADC}"/>
                    </a:ext>
                  </a:extLst>
                </p14:cNvPr>
                <p14:cNvContentPartPr/>
                <p14:nvPr/>
              </p14:nvContentPartPr>
              <p14:xfrm>
                <a:off x="8663737" y="4916501"/>
                <a:ext cx="146880" cy="2520"/>
              </p14:xfrm>
            </p:contentPart>
          </mc:Choice>
          <mc:Fallback>
            <p:pic>
              <p:nvPicPr>
                <p:cNvPr id="234" name="Tinta 233">
                  <a:extLst>
                    <a:ext uri="{FF2B5EF4-FFF2-40B4-BE49-F238E27FC236}">
                      <a16:creationId xmlns:a16="http://schemas.microsoft.com/office/drawing/2014/main" id="{0876AAEC-37E7-349F-9400-FD27168A2ADC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8646097" y="4898501"/>
                  <a:ext cx="182520" cy="38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75">
            <p14:nvContentPartPr>
              <p14:cNvPr id="235" name="Tinta 234">
                <a:extLst>
                  <a:ext uri="{FF2B5EF4-FFF2-40B4-BE49-F238E27FC236}">
                    <a16:creationId xmlns:a16="http://schemas.microsoft.com/office/drawing/2014/main" id="{776B353D-1D1B-7083-BC99-872B7FDBC8D3}"/>
                  </a:ext>
                </a:extLst>
              </p14:cNvPr>
              <p14:cNvContentPartPr/>
              <p14:nvPr/>
            </p14:nvContentPartPr>
            <p14:xfrm>
              <a:off x="9078097" y="4809221"/>
              <a:ext cx="173520" cy="221400"/>
            </p14:xfrm>
          </p:contentPart>
        </mc:Choice>
        <mc:Fallback>
          <p:pic>
            <p:nvPicPr>
              <p:cNvPr id="235" name="Tinta 234">
                <a:extLst>
                  <a:ext uri="{FF2B5EF4-FFF2-40B4-BE49-F238E27FC236}">
                    <a16:creationId xmlns:a16="http://schemas.microsoft.com/office/drawing/2014/main" id="{776B353D-1D1B-7083-BC99-872B7FDBC8D3}"/>
                  </a:ext>
                </a:extLst>
              </p:cNvPr>
              <p:cNvPicPr/>
              <p:nvPr/>
            </p:nvPicPr>
            <p:blipFill>
              <a:blip r:embed="rId376"/>
              <a:stretch>
                <a:fillRect/>
              </a:stretch>
            </p:blipFill>
            <p:spPr>
              <a:xfrm>
                <a:off x="9060097" y="4791221"/>
                <a:ext cx="209160" cy="257040"/>
              </a:xfrm>
              <a:prstGeom prst="rect">
                <a:avLst/>
              </a:prstGeom>
            </p:spPr>
          </p:pic>
        </mc:Fallback>
      </mc:AlternateContent>
      <p:grpSp>
        <p:nvGrpSpPr>
          <p:cNvPr id="273" name="Agrupar 272">
            <a:extLst>
              <a:ext uri="{FF2B5EF4-FFF2-40B4-BE49-F238E27FC236}">
                <a16:creationId xmlns:a16="http://schemas.microsoft.com/office/drawing/2014/main" id="{A15792A2-8AFD-6697-5D5D-BA8C8289B7C6}"/>
              </a:ext>
            </a:extLst>
          </p:cNvPr>
          <p:cNvGrpSpPr/>
          <p:nvPr/>
        </p:nvGrpSpPr>
        <p:grpSpPr>
          <a:xfrm>
            <a:off x="5885617" y="4217741"/>
            <a:ext cx="5536800" cy="1969200"/>
            <a:chOff x="5885617" y="4217741"/>
            <a:chExt cx="5536800" cy="1969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238" name="Tinta 237">
                  <a:extLst>
                    <a:ext uri="{FF2B5EF4-FFF2-40B4-BE49-F238E27FC236}">
                      <a16:creationId xmlns:a16="http://schemas.microsoft.com/office/drawing/2014/main" id="{D4FC3F2E-447D-D06A-0248-6152042485DA}"/>
                    </a:ext>
                  </a:extLst>
                </p14:cNvPr>
                <p14:cNvContentPartPr/>
                <p14:nvPr/>
              </p14:nvContentPartPr>
              <p14:xfrm>
                <a:off x="5885617" y="4217741"/>
                <a:ext cx="3629160" cy="1483560"/>
              </p14:xfrm>
            </p:contentPart>
          </mc:Choice>
          <mc:Fallback>
            <p:pic>
              <p:nvPicPr>
                <p:cNvPr id="238" name="Tinta 237">
                  <a:extLst>
                    <a:ext uri="{FF2B5EF4-FFF2-40B4-BE49-F238E27FC236}">
                      <a16:creationId xmlns:a16="http://schemas.microsoft.com/office/drawing/2014/main" id="{D4FC3F2E-447D-D06A-0248-6152042485DA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5867617" y="4200101"/>
                  <a:ext cx="3664800" cy="151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239" name="Tinta 238">
                  <a:extLst>
                    <a:ext uri="{FF2B5EF4-FFF2-40B4-BE49-F238E27FC236}">
                      <a16:creationId xmlns:a16="http://schemas.microsoft.com/office/drawing/2014/main" id="{27830E20-FE1F-EB33-AC74-607E7674E97C}"/>
                    </a:ext>
                  </a:extLst>
                </p14:cNvPr>
                <p14:cNvContentPartPr/>
                <p14:nvPr/>
              </p14:nvContentPartPr>
              <p14:xfrm>
                <a:off x="5993617" y="5574581"/>
                <a:ext cx="3553200" cy="159120"/>
              </p14:xfrm>
            </p:contentPart>
          </mc:Choice>
          <mc:Fallback>
            <p:pic>
              <p:nvPicPr>
                <p:cNvPr id="239" name="Tinta 238">
                  <a:extLst>
                    <a:ext uri="{FF2B5EF4-FFF2-40B4-BE49-F238E27FC236}">
                      <a16:creationId xmlns:a16="http://schemas.microsoft.com/office/drawing/2014/main" id="{27830E20-FE1F-EB33-AC74-607E7674E97C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5975977" y="5556941"/>
                  <a:ext cx="358884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241" name="Tinta 240">
                  <a:extLst>
                    <a:ext uri="{FF2B5EF4-FFF2-40B4-BE49-F238E27FC236}">
                      <a16:creationId xmlns:a16="http://schemas.microsoft.com/office/drawing/2014/main" id="{34687B30-EC88-F184-EAC3-2E95BC99DDB3}"/>
                    </a:ext>
                  </a:extLst>
                </p14:cNvPr>
                <p14:cNvContentPartPr/>
                <p14:nvPr/>
              </p14:nvContentPartPr>
              <p14:xfrm>
                <a:off x="6072097" y="5937821"/>
                <a:ext cx="115920" cy="129240"/>
              </p14:xfrm>
            </p:contentPart>
          </mc:Choice>
          <mc:Fallback>
            <p:pic>
              <p:nvPicPr>
                <p:cNvPr id="241" name="Tinta 240">
                  <a:extLst>
                    <a:ext uri="{FF2B5EF4-FFF2-40B4-BE49-F238E27FC236}">
                      <a16:creationId xmlns:a16="http://schemas.microsoft.com/office/drawing/2014/main" id="{34687B30-EC88-F184-EAC3-2E95BC99DDB3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6054097" y="5919821"/>
                  <a:ext cx="15156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242" name="Tinta 241">
                  <a:extLst>
                    <a:ext uri="{FF2B5EF4-FFF2-40B4-BE49-F238E27FC236}">
                      <a16:creationId xmlns:a16="http://schemas.microsoft.com/office/drawing/2014/main" id="{D3946A92-1DB3-0984-BBF7-B03CE0555980}"/>
                    </a:ext>
                  </a:extLst>
                </p14:cNvPr>
                <p14:cNvContentPartPr/>
                <p14:nvPr/>
              </p14:nvContentPartPr>
              <p14:xfrm>
                <a:off x="6219697" y="5959061"/>
                <a:ext cx="176760" cy="110160"/>
              </p14:xfrm>
            </p:contentPart>
          </mc:Choice>
          <mc:Fallback>
            <p:pic>
              <p:nvPicPr>
                <p:cNvPr id="242" name="Tinta 241">
                  <a:extLst>
                    <a:ext uri="{FF2B5EF4-FFF2-40B4-BE49-F238E27FC236}">
                      <a16:creationId xmlns:a16="http://schemas.microsoft.com/office/drawing/2014/main" id="{D3946A92-1DB3-0984-BBF7-B03CE0555980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6202057" y="5941421"/>
                  <a:ext cx="21240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243" name="Tinta 242">
                  <a:extLst>
                    <a:ext uri="{FF2B5EF4-FFF2-40B4-BE49-F238E27FC236}">
                      <a16:creationId xmlns:a16="http://schemas.microsoft.com/office/drawing/2014/main" id="{3169F171-1C9F-66FD-1730-495298716E2B}"/>
                    </a:ext>
                  </a:extLst>
                </p14:cNvPr>
                <p14:cNvContentPartPr/>
                <p14:nvPr/>
              </p14:nvContentPartPr>
              <p14:xfrm>
                <a:off x="6327697" y="5862941"/>
                <a:ext cx="128160" cy="217080"/>
              </p14:xfrm>
            </p:contentPart>
          </mc:Choice>
          <mc:Fallback>
            <p:pic>
              <p:nvPicPr>
                <p:cNvPr id="243" name="Tinta 242">
                  <a:extLst>
                    <a:ext uri="{FF2B5EF4-FFF2-40B4-BE49-F238E27FC236}">
                      <a16:creationId xmlns:a16="http://schemas.microsoft.com/office/drawing/2014/main" id="{3169F171-1C9F-66FD-1730-495298716E2B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6310057" y="5845301"/>
                  <a:ext cx="16380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7">
              <p14:nvContentPartPr>
                <p14:cNvPr id="244" name="Tinta 243">
                  <a:extLst>
                    <a:ext uri="{FF2B5EF4-FFF2-40B4-BE49-F238E27FC236}">
                      <a16:creationId xmlns:a16="http://schemas.microsoft.com/office/drawing/2014/main" id="{BD2E01E7-C725-38D6-CB45-FBC393547A44}"/>
                    </a:ext>
                  </a:extLst>
                </p14:cNvPr>
                <p14:cNvContentPartPr/>
                <p14:nvPr/>
              </p14:nvContentPartPr>
              <p14:xfrm>
                <a:off x="6487897" y="5987141"/>
                <a:ext cx="39960" cy="79560"/>
              </p14:xfrm>
            </p:contentPart>
          </mc:Choice>
          <mc:Fallback>
            <p:pic>
              <p:nvPicPr>
                <p:cNvPr id="244" name="Tinta 243">
                  <a:extLst>
                    <a:ext uri="{FF2B5EF4-FFF2-40B4-BE49-F238E27FC236}">
                      <a16:creationId xmlns:a16="http://schemas.microsoft.com/office/drawing/2014/main" id="{BD2E01E7-C725-38D6-CB45-FBC393547A44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6470257" y="5969141"/>
                  <a:ext cx="7560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9">
              <p14:nvContentPartPr>
                <p14:cNvPr id="245" name="Tinta 244">
                  <a:extLst>
                    <a:ext uri="{FF2B5EF4-FFF2-40B4-BE49-F238E27FC236}">
                      <a16:creationId xmlns:a16="http://schemas.microsoft.com/office/drawing/2014/main" id="{8B5E19C5-DD77-B858-3DFD-418F0968024F}"/>
                    </a:ext>
                  </a:extLst>
                </p14:cNvPr>
                <p14:cNvContentPartPr/>
                <p14:nvPr/>
              </p14:nvContentPartPr>
              <p14:xfrm>
                <a:off x="6464497" y="5902181"/>
                <a:ext cx="240120" cy="136800"/>
              </p14:xfrm>
            </p:contentPart>
          </mc:Choice>
          <mc:Fallback>
            <p:pic>
              <p:nvPicPr>
                <p:cNvPr id="245" name="Tinta 244">
                  <a:extLst>
                    <a:ext uri="{FF2B5EF4-FFF2-40B4-BE49-F238E27FC236}">
                      <a16:creationId xmlns:a16="http://schemas.microsoft.com/office/drawing/2014/main" id="{8B5E19C5-DD77-B858-3DFD-418F0968024F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6446497" y="5884181"/>
                  <a:ext cx="27576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1">
              <p14:nvContentPartPr>
                <p14:cNvPr id="246" name="Tinta 245">
                  <a:extLst>
                    <a:ext uri="{FF2B5EF4-FFF2-40B4-BE49-F238E27FC236}">
                      <a16:creationId xmlns:a16="http://schemas.microsoft.com/office/drawing/2014/main" id="{66C0590C-E9CF-0817-9EA3-A5944C5E07E0}"/>
                    </a:ext>
                  </a:extLst>
                </p14:cNvPr>
                <p14:cNvContentPartPr/>
                <p14:nvPr/>
              </p14:nvContentPartPr>
              <p14:xfrm>
                <a:off x="6790297" y="5808581"/>
                <a:ext cx="504000" cy="267120"/>
              </p14:xfrm>
            </p:contentPart>
          </mc:Choice>
          <mc:Fallback>
            <p:pic>
              <p:nvPicPr>
                <p:cNvPr id="246" name="Tinta 245">
                  <a:extLst>
                    <a:ext uri="{FF2B5EF4-FFF2-40B4-BE49-F238E27FC236}">
                      <a16:creationId xmlns:a16="http://schemas.microsoft.com/office/drawing/2014/main" id="{66C0590C-E9CF-0817-9EA3-A5944C5E07E0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6772297" y="5790941"/>
                  <a:ext cx="53964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3">
              <p14:nvContentPartPr>
                <p14:cNvPr id="247" name="Tinta 246">
                  <a:extLst>
                    <a:ext uri="{FF2B5EF4-FFF2-40B4-BE49-F238E27FC236}">
                      <a16:creationId xmlns:a16="http://schemas.microsoft.com/office/drawing/2014/main" id="{784A553F-0E67-43EB-80DD-892CC90705BF}"/>
                    </a:ext>
                  </a:extLst>
                </p14:cNvPr>
                <p14:cNvContentPartPr/>
                <p14:nvPr/>
              </p14:nvContentPartPr>
              <p14:xfrm>
                <a:off x="7313737" y="5829461"/>
                <a:ext cx="46440" cy="207000"/>
              </p14:xfrm>
            </p:contentPart>
          </mc:Choice>
          <mc:Fallback>
            <p:pic>
              <p:nvPicPr>
                <p:cNvPr id="247" name="Tinta 246">
                  <a:extLst>
                    <a:ext uri="{FF2B5EF4-FFF2-40B4-BE49-F238E27FC236}">
                      <a16:creationId xmlns:a16="http://schemas.microsoft.com/office/drawing/2014/main" id="{784A553F-0E67-43EB-80DD-892CC90705BF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7296097" y="5811821"/>
                  <a:ext cx="8208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5">
              <p14:nvContentPartPr>
                <p14:cNvPr id="248" name="Tinta 247">
                  <a:extLst>
                    <a:ext uri="{FF2B5EF4-FFF2-40B4-BE49-F238E27FC236}">
                      <a16:creationId xmlns:a16="http://schemas.microsoft.com/office/drawing/2014/main" id="{49764F40-D8CE-F4DF-95BE-7527A9E3557B}"/>
                    </a:ext>
                  </a:extLst>
                </p14:cNvPr>
                <p14:cNvContentPartPr/>
                <p14:nvPr/>
              </p14:nvContentPartPr>
              <p14:xfrm>
                <a:off x="7413097" y="5860781"/>
                <a:ext cx="108360" cy="162360"/>
              </p14:xfrm>
            </p:contentPart>
          </mc:Choice>
          <mc:Fallback>
            <p:pic>
              <p:nvPicPr>
                <p:cNvPr id="248" name="Tinta 247">
                  <a:extLst>
                    <a:ext uri="{FF2B5EF4-FFF2-40B4-BE49-F238E27FC236}">
                      <a16:creationId xmlns:a16="http://schemas.microsoft.com/office/drawing/2014/main" id="{49764F40-D8CE-F4DF-95BE-7527A9E3557B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7395457" y="5842781"/>
                  <a:ext cx="14400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7">
              <p14:nvContentPartPr>
                <p14:cNvPr id="249" name="Tinta 248">
                  <a:extLst>
                    <a:ext uri="{FF2B5EF4-FFF2-40B4-BE49-F238E27FC236}">
                      <a16:creationId xmlns:a16="http://schemas.microsoft.com/office/drawing/2014/main" id="{3624FAB5-25D4-5D1C-F6C4-532C2FEECAD1}"/>
                    </a:ext>
                  </a:extLst>
                </p14:cNvPr>
                <p14:cNvContentPartPr/>
                <p14:nvPr/>
              </p14:nvContentPartPr>
              <p14:xfrm>
                <a:off x="7546657" y="5906501"/>
                <a:ext cx="92880" cy="140400"/>
              </p14:xfrm>
            </p:contentPart>
          </mc:Choice>
          <mc:Fallback>
            <p:pic>
              <p:nvPicPr>
                <p:cNvPr id="249" name="Tinta 248">
                  <a:extLst>
                    <a:ext uri="{FF2B5EF4-FFF2-40B4-BE49-F238E27FC236}">
                      <a16:creationId xmlns:a16="http://schemas.microsoft.com/office/drawing/2014/main" id="{3624FAB5-25D4-5D1C-F6C4-532C2FEECAD1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7529017" y="5888861"/>
                  <a:ext cx="12852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9">
              <p14:nvContentPartPr>
                <p14:cNvPr id="250" name="Tinta 249">
                  <a:extLst>
                    <a:ext uri="{FF2B5EF4-FFF2-40B4-BE49-F238E27FC236}">
                      <a16:creationId xmlns:a16="http://schemas.microsoft.com/office/drawing/2014/main" id="{0285FCC4-4C0E-7001-A6A3-E34DBD29CC35}"/>
                    </a:ext>
                  </a:extLst>
                </p14:cNvPr>
                <p14:cNvContentPartPr/>
                <p14:nvPr/>
              </p14:nvContentPartPr>
              <p14:xfrm>
                <a:off x="7678417" y="5772581"/>
                <a:ext cx="164880" cy="259560"/>
              </p14:xfrm>
            </p:contentPart>
          </mc:Choice>
          <mc:Fallback>
            <p:pic>
              <p:nvPicPr>
                <p:cNvPr id="250" name="Tinta 249">
                  <a:extLst>
                    <a:ext uri="{FF2B5EF4-FFF2-40B4-BE49-F238E27FC236}">
                      <a16:creationId xmlns:a16="http://schemas.microsoft.com/office/drawing/2014/main" id="{0285FCC4-4C0E-7001-A6A3-E34DBD29CC35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7660777" y="5754941"/>
                  <a:ext cx="20052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1">
              <p14:nvContentPartPr>
                <p14:cNvPr id="251" name="Tinta 250">
                  <a:extLst>
                    <a:ext uri="{FF2B5EF4-FFF2-40B4-BE49-F238E27FC236}">
                      <a16:creationId xmlns:a16="http://schemas.microsoft.com/office/drawing/2014/main" id="{E366B72C-E7C9-A0C5-4294-1F6B4652600C}"/>
                    </a:ext>
                  </a:extLst>
                </p14:cNvPr>
                <p14:cNvContentPartPr/>
                <p14:nvPr/>
              </p14:nvContentPartPr>
              <p14:xfrm>
                <a:off x="7782097" y="5906861"/>
                <a:ext cx="155520" cy="137880"/>
              </p14:xfrm>
            </p:contentPart>
          </mc:Choice>
          <mc:Fallback>
            <p:pic>
              <p:nvPicPr>
                <p:cNvPr id="251" name="Tinta 250">
                  <a:extLst>
                    <a:ext uri="{FF2B5EF4-FFF2-40B4-BE49-F238E27FC236}">
                      <a16:creationId xmlns:a16="http://schemas.microsoft.com/office/drawing/2014/main" id="{E366B72C-E7C9-A0C5-4294-1F6B4652600C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7764097" y="5889221"/>
                  <a:ext cx="19116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3">
              <p14:nvContentPartPr>
                <p14:cNvPr id="252" name="Tinta 251">
                  <a:extLst>
                    <a:ext uri="{FF2B5EF4-FFF2-40B4-BE49-F238E27FC236}">
                      <a16:creationId xmlns:a16="http://schemas.microsoft.com/office/drawing/2014/main" id="{A197C049-3117-969B-BB30-FDEFDBC9247D}"/>
                    </a:ext>
                  </a:extLst>
                </p14:cNvPr>
                <p14:cNvContentPartPr/>
                <p14:nvPr/>
              </p14:nvContentPartPr>
              <p14:xfrm>
                <a:off x="8188897" y="5902181"/>
                <a:ext cx="284040" cy="151920"/>
              </p14:xfrm>
            </p:contentPart>
          </mc:Choice>
          <mc:Fallback>
            <p:pic>
              <p:nvPicPr>
                <p:cNvPr id="252" name="Tinta 251">
                  <a:extLst>
                    <a:ext uri="{FF2B5EF4-FFF2-40B4-BE49-F238E27FC236}">
                      <a16:creationId xmlns:a16="http://schemas.microsoft.com/office/drawing/2014/main" id="{A197C049-3117-969B-BB30-FDEFDBC9247D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8170897" y="5884181"/>
                  <a:ext cx="31968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5">
              <p14:nvContentPartPr>
                <p14:cNvPr id="253" name="Tinta 252">
                  <a:extLst>
                    <a:ext uri="{FF2B5EF4-FFF2-40B4-BE49-F238E27FC236}">
                      <a16:creationId xmlns:a16="http://schemas.microsoft.com/office/drawing/2014/main" id="{46AB330E-F48E-C060-AC61-048299AB76E6}"/>
                    </a:ext>
                  </a:extLst>
                </p14:cNvPr>
                <p14:cNvContentPartPr/>
                <p14:nvPr/>
              </p14:nvContentPartPr>
              <p14:xfrm>
                <a:off x="8809177" y="5912261"/>
                <a:ext cx="27720" cy="90720"/>
              </p14:xfrm>
            </p:contentPart>
          </mc:Choice>
          <mc:Fallback>
            <p:pic>
              <p:nvPicPr>
                <p:cNvPr id="253" name="Tinta 252">
                  <a:extLst>
                    <a:ext uri="{FF2B5EF4-FFF2-40B4-BE49-F238E27FC236}">
                      <a16:creationId xmlns:a16="http://schemas.microsoft.com/office/drawing/2014/main" id="{46AB330E-F48E-C060-AC61-048299AB76E6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8791177" y="5894261"/>
                  <a:ext cx="6336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7">
              <p14:nvContentPartPr>
                <p14:cNvPr id="254" name="Tinta 253">
                  <a:extLst>
                    <a:ext uri="{FF2B5EF4-FFF2-40B4-BE49-F238E27FC236}">
                      <a16:creationId xmlns:a16="http://schemas.microsoft.com/office/drawing/2014/main" id="{8242B8A8-E432-B810-CC81-8B71507C94C3}"/>
                    </a:ext>
                  </a:extLst>
                </p14:cNvPr>
                <p14:cNvContentPartPr/>
                <p14:nvPr/>
              </p14:nvContentPartPr>
              <p14:xfrm>
                <a:off x="8798017" y="5792741"/>
                <a:ext cx="360" cy="360"/>
              </p14:xfrm>
            </p:contentPart>
          </mc:Choice>
          <mc:Fallback>
            <p:pic>
              <p:nvPicPr>
                <p:cNvPr id="254" name="Tinta 253">
                  <a:extLst>
                    <a:ext uri="{FF2B5EF4-FFF2-40B4-BE49-F238E27FC236}">
                      <a16:creationId xmlns:a16="http://schemas.microsoft.com/office/drawing/2014/main" id="{8242B8A8-E432-B810-CC81-8B71507C94C3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8780017" y="577474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9">
              <p14:nvContentPartPr>
                <p14:cNvPr id="255" name="Tinta 254">
                  <a:extLst>
                    <a:ext uri="{FF2B5EF4-FFF2-40B4-BE49-F238E27FC236}">
                      <a16:creationId xmlns:a16="http://schemas.microsoft.com/office/drawing/2014/main" id="{F9C5BE9D-B978-AFB5-883F-6384C6A53596}"/>
                    </a:ext>
                  </a:extLst>
                </p14:cNvPr>
                <p14:cNvContentPartPr/>
                <p14:nvPr/>
              </p14:nvContentPartPr>
              <p14:xfrm>
                <a:off x="8904577" y="5755301"/>
                <a:ext cx="272160" cy="217800"/>
              </p14:xfrm>
            </p:contentPart>
          </mc:Choice>
          <mc:Fallback>
            <p:pic>
              <p:nvPicPr>
                <p:cNvPr id="255" name="Tinta 254">
                  <a:extLst>
                    <a:ext uri="{FF2B5EF4-FFF2-40B4-BE49-F238E27FC236}">
                      <a16:creationId xmlns:a16="http://schemas.microsoft.com/office/drawing/2014/main" id="{F9C5BE9D-B978-AFB5-883F-6384C6A53596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8886937" y="5737301"/>
                  <a:ext cx="30780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1">
              <p14:nvContentPartPr>
                <p14:cNvPr id="256" name="Tinta 255">
                  <a:extLst>
                    <a:ext uri="{FF2B5EF4-FFF2-40B4-BE49-F238E27FC236}">
                      <a16:creationId xmlns:a16="http://schemas.microsoft.com/office/drawing/2014/main" id="{57300B63-D663-48A7-B622-C49411E0D805}"/>
                    </a:ext>
                  </a:extLst>
                </p14:cNvPr>
                <p14:cNvContentPartPr/>
                <p14:nvPr/>
              </p14:nvContentPartPr>
              <p14:xfrm>
                <a:off x="9058657" y="5722181"/>
                <a:ext cx="148320" cy="36000"/>
              </p14:xfrm>
            </p:contentPart>
          </mc:Choice>
          <mc:Fallback>
            <p:pic>
              <p:nvPicPr>
                <p:cNvPr id="256" name="Tinta 255">
                  <a:extLst>
                    <a:ext uri="{FF2B5EF4-FFF2-40B4-BE49-F238E27FC236}">
                      <a16:creationId xmlns:a16="http://schemas.microsoft.com/office/drawing/2014/main" id="{57300B63-D663-48A7-B622-C49411E0D805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9041017" y="5704181"/>
                  <a:ext cx="18396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3">
              <p14:nvContentPartPr>
                <p14:cNvPr id="257" name="Tinta 256">
                  <a:extLst>
                    <a:ext uri="{FF2B5EF4-FFF2-40B4-BE49-F238E27FC236}">
                      <a16:creationId xmlns:a16="http://schemas.microsoft.com/office/drawing/2014/main" id="{0E1076D6-B9A7-8FDA-9501-C25A40DA89BB}"/>
                    </a:ext>
                  </a:extLst>
                </p14:cNvPr>
                <p14:cNvContentPartPr/>
                <p14:nvPr/>
              </p14:nvContentPartPr>
              <p14:xfrm>
                <a:off x="9234697" y="5866541"/>
                <a:ext cx="122400" cy="93960"/>
              </p14:xfrm>
            </p:contentPart>
          </mc:Choice>
          <mc:Fallback>
            <p:pic>
              <p:nvPicPr>
                <p:cNvPr id="257" name="Tinta 256">
                  <a:extLst>
                    <a:ext uri="{FF2B5EF4-FFF2-40B4-BE49-F238E27FC236}">
                      <a16:creationId xmlns:a16="http://schemas.microsoft.com/office/drawing/2014/main" id="{0E1076D6-B9A7-8FDA-9501-C25A40DA89BB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9217057" y="5848901"/>
                  <a:ext cx="15804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5">
              <p14:nvContentPartPr>
                <p14:cNvPr id="258" name="Tinta 257">
                  <a:extLst>
                    <a:ext uri="{FF2B5EF4-FFF2-40B4-BE49-F238E27FC236}">
                      <a16:creationId xmlns:a16="http://schemas.microsoft.com/office/drawing/2014/main" id="{00F38478-9C26-7E53-3F49-448AC0AD29B5}"/>
                    </a:ext>
                  </a:extLst>
                </p14:cNvPr>
                <p14:cNvContentPartPr/>
                <p14:nvPr/>
              </p14:nvContentPartPr>
              <p14:xfrm>
                <a:off x="9390577" y="5879861"/>
                <a:ext cx="134280" cy="307080"/>
              </p14:xfrm>
            </p:contentPart>
          </mc:Choice>
          <mc:Fallback>
            <p:pic>
              <p:nvPicPr>
                <p:cNvPr id="258" name="Tinta 257">
                  <a:extLst>
                    <a:ext uri="{FF2B5EF4-FFF2-40B4-BE49-F238E27FC236}">
                      <a16:creationId xmlns:a16="http://schemas.microsoft.com/office/drawing/2014/main" id="{00F38478-9C26-7E53-3F49-448AC0AD29B5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9372937" y="5861861"/>
                  <a:ext cx="16992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7">
              <p14:nvContentPartPr>
                <p14:cNvPr id="259" name="Tinta 258">
                  <a:extLst>
                    <a:ext uri="{FF2B5EF4-FFF2-40B4-BE49-F238E27FC236}">
                      <a16:creationId xmlns:a16="http://schemas.microsoft.com/office/drawing/2014/main" id="{16A40291-731E-65F3-AD9E-D84725466ADE}"/>
                    </a:ext>
                  </a:extLst>
                </p14:cNvPr>
                <p14:cNvContentPartPr/>
                <p14:nvPr/>
              </p14:nvContentPartPr>
              <p14:xfrm>
                <a:off x="9474817" y="5879861"/>
                <a:ext cx="360" cy="360"/>
              </p14:xfrm>
            </p:contentPart>
          </mc:Choice>
          <mc:Fallback>
            <p:pic>
              <p:nvPicPr>
                <p:cNvPr id="259" name="Tinta 258">
                  <a:extLst>
                    <a:ext uri="{FF2B5EF4-FFF2-40B4-BE49-F238E27FC236}">
                      <a16:creationId xmlns:a16="http://schemas.microsoft.com/office/drawing/2014/main" id="{16A40291-731E-65F3-AD9E-D84725466ADE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9456817" y="586186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260" name="Tinta 259">
                  <a:extLst>
                    <a:ext uri="{FF2B5EF4-FFF2-40B4-BE49-F238E27FC236}">
                      <a16:creationId xmlns:a16="http://schemas.microsoft.com/office/drawing/2014/main" id="{6B48E03A-BF54-2FB1-859A-1F91B31D3946}"/>
                    </a:ext>
                  </a:extLst>
                </p14:cNvPr>
                <p14:cNvContentPartPr/>
                <p14:nvPr/>
              </p14:nvContentPartPr>
              <p14:xfrm>
                <a:off x="9474817" y="5853941"/>
                <a:ext cx="195480" cy="115560"/>
              </p14:xfrm>
            </p:contentPart>
          </mc:Choice>
          <mc:Fallback>
            <p:pic>
              <p:nvPicPr>
                <p:cNvPr id="260" name="Tinta 259">
                  <a:extLst>
                    <a:ext uri="{FF2B5EF4-FFF2-40B4-BE49-F238E27FC236}">
                      <a16:creationId xmlns:a16="http://schemas.microsoft.com/office/drawing/2014/main" id="{6B48E03A-BF54-2FB1-859A-1F91B31D3946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9456817" y="5836301"/>
                  <a:ext cx="23112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261" name="Tinta 260">
                  <a:extLst>
                    <a:ext uri="{FF2B5EF4-FFF2-40B4-BE49-F238E27FC236}">
                      <a16:creationId xmlns:a16="http://schemas.microsoft.com/office/drawing/2014/main" id="{86D0D4C4-61F2-F638-D5FD-D4D544BA5C29}"/>
                    </a:ext>
                  </a:extLst>
                </p14:cNvPr>
                <p14:cNvContentPartPr/>
                <p14:nvPr/>
              </p14:nvContentPartPr>
              <p14:xfrm>
                <a:off x="9723217" y="5686901"/>
                <a:ext cx="79200" cy="250200"/>
              </p14:xfrm>
            </p:contentPart>
          </mc:Choice>
          <mc:Fallback>
            <p:pic>
              <p:nvPicPr>
                <p:cNvPr id="261" name="Tinta 260">
                  <a:extLst>
                    <a:ext uri="{FF2B5EF4-FFF2-40B4-BE49-F238E27FC236}">
                      <a16:creationId xmlns:a16="http://schemas.microsoft.com/office/drawing/2014/main" id="{86D0D4C4-61F2-F638-D5FD-D4D544BA5C29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9705217" y="5668901"/>
                  <a:ext cx="11484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262" name="Tinta 261">
                  <a:extLst>
                    <a:ext uri="{FF2B5EF4-FFF2-40B4-BE49-F238E27FC236}">
                      <a16:creationId xmlns:a16="http://schemas.microsoft.com/office/drawing/2014/main" id="{3A0747D7-1686-B339-0AE6-A1F2DED9A490}"/>
                    </a:ext>
                  </a:extLst>
                </p14:cNvPr>
                <p14:cNvContentPartPr/>
                <p14:nvPr/>
              </p14:nvContentPartPr>
              <p14:xfrm>
                <a:off x="9996457" y="5782661"/>
                <a:ext cx="38880" cy="160200"/>
              </p14:xfrm>
            </p:contentPart>
          </mc:Choice>
          <mc:Fallback>
            <p:pic>
              <p:nvPicPr>
                <p:cNvPr id="262" name="Tinta 261">
                  <a:extLst>
                    <a:ext uri="{FF2B5EF4-FFF2-40B4-BE49-F238E27FC236}">
                      <a16:creationId xmlns:a16="http://schemas.microsoft.com/office/drawing/2014/main" id="{3A0747D7-1686-B339-0AE6-A1F2DED9A490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9978457" y="5764661"/>
                  <a:ext cx="7452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263" name="Tinta 262">
                  <a:extLst>
                    <a:ext uri="{FF2B5EF4-FFF2-40B4-BE49-F238E27FC236}">
                      <a16:creationId xmlns:a16="http://schemas.microsoft.com/office/drawing/2014/main" id="{93B8E457-E37C-2A7F-B8E9-F2A7378C379A}"/>
                    </a:ext>
                  </a:extLst>
                </p14:cNvPr>
                <p14:cNvContentPartPr/>
                <p14:nvPr/>
              </p14:nvContentPartPr>
              <p14:xfrm>
                <a:off x="10094377" y="5849621"/>
                <a:ext cx="153000" cy="90720"/>
              </p14:xfrm>
            </p:contentPart>
          </mc:Choice>
          <mc:Fallback>
            <p:pic>
              <p:nvPicPr>
                <p:cNvPr id="263" name="Tinta 262">
                  <a:extLst>
                    <a:ext uri="{FF2B5EF4-FFF2-40B4-BE49-F238E27FC236}">
                      <a16:creationId xmlns:a16="http://schemas.microsoft.com/office/drawing/2014/main" id="{93B8E457-E37C-2A7F-B8E9-F2A7378C379A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10076737" y="5831621"/>
                  <a:ext cx="18864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264" name="Tinta 263">
                  <a:extLst>
                    <a:ext uri="{FF2B5EF4-FFF2-40B4-BE49-F238E27FC236}">
                      <a16:creationId xmlns:a16="http://schemas.microsoft.com/office/drawing/2014/main" id="{31072B77-8E4D-3E09-A53F-8518133322DE}"/>
                    </a:ext>
                  </a:extLst>
                </p14:cNvPr>
                <p14:cNvContentPartPr/>
                <p14:nvPr/>
              </p14:nvContentPartPr>
              <p14:xfrm>
                <a:off x="10209217" y="5645861"/>
                <a:ext cx="233280" cy="286920"/>
              </p14:xfrm>
            </p:contentPart>
          </mc:Choice>
          <mc:Fallback>
            <p:pic>
              <p:nvPicPr>
                <p:cNvPr id="264" name="Tinta 263">
                  <a:extLst>
                    <a:ext uri="{FF2B5EF4-FFF2-40B4-BE49-F238E27FC236}">
                      <a16:creationId xmlns:a16="http://schemas.microsoft.com/office/drawing/2014/main" id="{31072B77-8E4D-3E09-A53F-8518133322DE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10191217" y="5627861"/>
                  <a:ext cx="26892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265" name="Tinta 264">
                  <a:extLst>
                    <a:ext uri="{FF2B5EF4-FFF2-40B4-BE49-F238E27FC236}">
                      <a16:creationId xmlns:a16="http://schemas.microsoft.com/office/drawing/2014/main" id="{0796189D-3C79-0A99-BEE2-CE4AEA2C6BB8}"/>
                    </a:ext>
                  </a:extLst>
                </p14:cNvPr>
                <p14:cNvContentPartPr/>
                <p14:nvPr/>
              </p14:nvContentPartPr>
              <p14:xfrm>
                <a:off x="10465177" y="5808941"/>
                <a:ext cx="104040" cy="126360"/>
              </p14:xfrm>
            </p:contentPart>
          </mc:Choice>
          <mc:Fallback>
            <p:pic>
              <p:nvPicPr>
                <p:cNvPr id="265" name="Tinta 264">
                  <a:extLst>
                    <a:ext uri="{FF2B5EF4-FFF2-40B4-BE49-F238E27FC236}">
                      <a16:creationId xmlns:a16="http://schemas.microsoft.com/office/drawing/2014/main" id="{0796189D-3C79-0A99-BEE2-CE4AEA2C6BB8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10447177" y="5790941"/>
                  <a:ext cx="13968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266" name="Tinta 265">
                  <a:extLst>
                    <a:ext uri="{FF2B5EF4-FFF2-40B4-BE49-F238E27FC236}">
                      <a16:creationId xmlns:a16="http://schemas.microsoft.com/office/drawing/2014/main" id="{6A5DC7CC-E08F-8DAC-0E50-D63C155CD618}"/>
                    </a:ext>
                  </a:extLst>
                </p14:cNvPr>
                <p14:cNvContentPartPr/>
                <p14:nvPr/>
              </p14:nvContentPartPr>
              <p14:xfrm>
                <a:off x="10478137" y="5849621"/>
                <a:ext cx="38880" cy="32760"/>
              </p14:xfrm>
            </p:contentPart>
          </mc:Choice>
          <mc:Fallback>
            <p:pic>
              <p:nvPicPr>
                <p:cNvPr id="266" name="Tinta 265">
                  <a:extLst>
                    <a:ext uri="{FF2B5EF4-FFF2-40B4-BE49-F238E27FC236}">
                      <a16:creationId xmlns:a16="http://schemas.microsoft.com/office/drawing/2014/main" id="{6A5DC7CC-E08F-8DAC-0E50-D63C155CD618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10460497" y="5831621"/>
                  <a:ext cx="7452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267" name="Tinta 266">
                  <a:extLst>
                    <a:ext uri="{FF2B5EF4-FFF2-40B4-BE49-F238E27FC236}">
                      <a16:creationId xmlns:a16="http://schemas.microsoft.com/office/drawing/2014/main" id="{A9FD2519-6FDF-0170-9B2C-91593B3A1AC7}"/>
                    </a:ext>
                  </a:extLst>
                </p14:cNvPr>
                <p14:cNvContentPartPr/>
                <p14:nvPr/>
              </p14:nvContentPartPr>
              <p14:xfrm>
                <a:off x="10549057" y="5732261"/>
                <a:ext cx="169200" cy="299880"/>
              </p14:xfrm>
            </p:contentPart>
          </mc:Choice>
          <mc:Fallback>
            <p:pic>
              <p:nvPicPr>
                <p:cNvPr id="267" name="Tinta 266">
                  <a:extLst>
                    <a:ext uri="{FF2B5EF4-FFF2-40B4-BE49-F238E27FC236}">
                      <a16:creationId xmlns:a16="http://schemas.microsoft.com/office/drawing/2014/main" id="{A9FD2519-6FDF-0170-9B2C-91593B3A1AC7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10531057" y="5714261"/>
                  <a:ext cx="204840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4">
              <p14:nvContentPartPr>
                <p14:cNvPr id="268" name="Tinta 267">
                  <a:extLst>
                    <a:ext uri="{FF2B5EF4-FFF2-40B4-BE49-F238E27FC236}">
                      <a16:creationId xmlns:a16="http://schemas.microsoft.com/office/drawing/2014/main" id="{F23BB223-856E-D30A-AB90-D6DE55C0A975}"/>
                    </a:ext>
                  </a:extLst>
                </p14:cNvPr>
                <p14:cNvContentPartPr/>
                <p14:nvPr/>
              </p14:nvContentPartPr>
              <p14:xfrm>
                <a:off x="10705297" y="5802821"/>
                <a:ext cx="360" cy="360"/>
              </p14:xfrm>
            </p:contentPart>
          </mc:Choice>
          <mc:Fallback>
            <p:pic>
              <p:nvPicPr>
                <p:cNvPr id="268" name="Tinta 267">
                  <a:extLst>
                    <a:ext uri="{FF2B5EF4-FFF2-40B4-BE49-F238E27FC236}">
                      <a16:creationId xmlns:a16="http://schemas.microsoft.com/office/drawing/2014/main" id="{F23BB223-856E-D30A-AB90-D6DE55C0A975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10687657" y="578482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5">
              <p14:nvContentPartPr>
                <p14:cNvPr id="269" name="Tinta 268">
                  <a:extLst>
                    <a:ext uri="{FF2B5EF4-FFF2-40B4-BE49-F238E27FC236}">
                      <a16:creationId xmlns:a16="http://schemas.microsoft.com/office/drawing/2014/main" id="{432950D3-3821-DCE9-0005-6AD65F9385CF}"/>
                    </a:ext>
                  </a:extLst>
                </p14:cNvPr>
                <p14:cNvContentPartPr/>
                <p14:nvPr/>
              </p14:nvContentPartPr>
              <p14:xfrm>
                <a:off x="10763617" y="5867981"/>
                <a:ext cx="303480" cy="82800"/>
              </p14:xfrm>
            </p:contentPart>
          </mc:Choice>
          <mc:Fallback>
            <p:pic>
              <p:nvPicPr>
                <p:cNvPr id="269" name="Tinta 268">
                  <a:extLst>
                    <a:ext uri="{FF2B5EF4-FFF2-40B4-BE49-F238E27FC236}">
                      <a16:creationId xmlns:a16="http://schemas.microsoft.com/office/drawing/2014/main" id="{432950D3-3821-DCE9-0005-6AD65F9385CF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10745977" y="5849981"/>
                  <a:ext cx="33912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7">
              <p14:nvContentPartPr>
                <p14:cNvPr id="270" name="Tinta 269">
                  <a:extLst>
                    <a:ext uri="{FF2B5EF4-FFF2-40B4-BE49-F238E27FC236}">
                      <a16:creationId xmlns:a16="http://schemas.microsoft.com/office/drawing/2014/main" id="{7A169422-73A7-87F4-BCF5-7E931FA47AD7}"/>
                    </a:ext>
                  </a:extLst>
                </p14:cNvPr>
                <p14:cNvContentPartPr/>
                <p14:nvPr/>
              </p14:nvContentPartPr>
              <p14:xfrm>
                <a:off x="11018497" y="5745581"/>
                <a:ext cx="360" cy="360"/>
              </p14:xfrm>
            </p:contentPart>
          </mc:Choice>
          <mc:Fallback>
            <p:pic>
              <p:nvPicPr>
                <p:cNvPr id="270" name="Tinta 269">
                  <a:extLst>
                    <a:ext uri="{FF2B5EF4-FFF2-40B4-BE49-F238E27FC236}">
                      <a16:creationId xmlns:a16="http://schemas.microsoft.com/office/drawing/2014/main" id="{7A169422-73A7-87F4-BCF5-7E931FA47AD7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11000497" y="572794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8">
              <p14:nvContentPartPr>
                <p14:cNvPr id="271" name="Tinta 270">
                  <a:extLst>
                    <a:ext uri="{FF2B5EF4-FFF2-40B4-BE49-F238E27FC236}">
                      <a16:creationId xmlns:a16="http://schemas.microsoft.com/office/drawing/2014/main" id="{27350382-4B03-FEA9-7576-19213A223413}"/>
                    </a:ext>
                  </a:extLst>
                </p14:cNvPr>
                <p14:cNvContentPartPr/>
                <p14:nvPr/>
              </p14:nvContentPartPr>
              <p14:xfrm>
                <a:off x="11089777" y="5635781"/>
                <a:ext cx="202320" cy="299160"/>
              </p14:xfrm>
            </p:contentPart>
          </mc:Choice>
          <mc:Fallback>
            <p:pic>
              <p:nvPicPr>
                <p:cNvPr id="271" name="Tinta 270">
                  <a:extLst>
                    <a:ext uri="{FF2B5EF4-FFF2-40B4-BE49-F238E27FC236}">
                      <a16:creationId xmlns:a16="http://schemas.microsoft.com/office/drawing/2014/main" id="{27350382-4B03-FEA9-7576-19213A223413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11071777" y="5617781"/>
                  <a:ext cx="23796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0">
              <p14:nvContentPartPr>
                <p14:cNvPr id="272" name="Tinta 271">
                  <a:extLst>
                    <a:ext uri="{FF2B5EF4-FFF2-40B4-BE49-F238E27FC236}">
                      <a16:creationId xmlns:a16="http://schemas.microsoft.com/office/drawing/2014/main" id="{AB61F39F-C693-605D-682E-A84B1C62572F}"/>
                    </a:ext>
                  </a:extLst>
                </p14:cNvPr>
                <p14:cNvContentPartPr/>
                <p14:nvPr/>
              </p14:nvContentPartPr>
              <p14:xfrm>
                <a:off x="11295337" y="5827301"/>
                <a:ext cx="127080" cy="89640"/>
              </p14:xfrm>
            </p:contentPart>
          </mc:Choice>
          <mc:Fallback>
            <p:pic>
              <p:nvPicPr>
                <p:cNvPr id="272" name="Tinta 271">
                  <a:extLst>
                    <a:ext uri="{FF2B5EF4-FFF2-40B4-BE49-F238E27FC236}">
                      <a16:creationId xmlns:a16="http://schemas.microsoft.com/office/drawing/2014/main" id="{AB61F39F-C693-605D-682E-A84B1C62572F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11277337" y="5809301"/>
                  <a:ext cx="162720" cy="12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7" name="Agrupar 276">
            <a:extLst>
              <a:ext uri="{FF2B5EF4-FFF2-40B4-BE49-F238E27FC236}">
                <a16:creationId xmlns:a16="http://schemas.microsoft.com/office/drawing/2014/main" id="{E530547E-ECD9-F43C-4DA0-DB9BA9C571B8}"/>
              </a:ext>
            </a:extLst>
          </p:cNvPr>
          <p:cNvGrpSpPr/>
          <p:nvPr/>
        </p:nvGrpSpPr>
        <p:grpSpPr>
          <a:xfrm>
            <a:off x="2369857" y="5189021"/>
            <a:ext cx="3000600" cy="793080"/>
            <a:chOff x="2369857" y="5189021"/>
            <a:chExt cx="3000600" cy="793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2">
              <p14:nvContentPartPr>
                <p14:cNvPr id="274" name="Tinta 273">
                  <a:extLst>
                    <a:ext uri="{FF2B5EF4-FFF2-40B4-BE49-F238E27FC236}">
                      <a16:creationId xmlns:a16="http://schemas.microsoft.com/office/drawing/2014/main" id="{E9833DC8-72CA-0411-92DA-B9244A8CAA01}"/>
                    </a:ext>
                  </a:extLst>
                </p14:cNvPr>
                <p14:cNvContentPartPr/>
                <p14:nvPr/>
              </p14:nvContentPartPr>
              <p14:xfrm>
                <a:off x="2369857" y="5189021"/>
                <a:ext cx="2765880" cy="141840"/>
              </p14:xfrm>
            </p:contentPart>
          </mc:Choice>
          <mc:Fallback>
            <p:pic>
              <p:nvPicPr>
                <p:cNvPr id="274" name="Tinta 273">
                  <a:extLst>
                    <a:ext uri="{FF2B5EF4-FFF2-40B4-BE49-F238E27FC236}">
                      <a16:creationId xmlns:a16="http://schemas.microsoft.com/office/drawing/2014/main" id="{E9833DC8-72CA-0411-92DA-B9244A8CAA01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2352217" y="5171381"/>
                  <a:ext cx="280152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4">
              <p14:nvContentPartPr>
                <p14:cNvPr id="275" name="Tinta 274">
                  <a:extLst>
                    <a:ext uri="{FF2B5EF4-FFF2-40B4-BE49-F238E27FC236}">
                      <a16:creationId xmlns:a16="http://schemas.microsoft.com/office/drawing/2014/main" id="{E98C14B2-0A4E-3C31-9FE3-72EA30CFAB23}"/>
                    </a:ext>
                  </a:extLst>
                </p14:cNvPr>
                <p14:cNvContentPartPr/>
                <p14:nvPr/>
              </p14:nvContentPartPr>
              <p14:xfrm>
                <a:off x="4893457" y="5329781"/>
                <a:ext cx="452520" cy="523080"/>
              </p14:xfrm>
            </p:contentPart>
          </mc:Choice>
          <mc:Fallback>
            <p:pic>
              <p:nvPicPr>
                <p:cNvPr id="275" name="Tinta 274">
                  <a:extLst>
                    <a:ext uri="{FF2B5EF4-FFF2-40B4-BE49-F238E27FC236}">
                      <a16:creationId xmlns:a16="http://schemas.microsoft.com/office/drawing/2014/main" id="{E98C14B2-0A4E-3C31-9FE3-72EA30CFAB23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4875457" y="5312141"/>
                  <a:ext cx="488160" cy="55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6">
              <p14:nvContentPartPr>
                <p14:cNvPr id="276" name="Tinta 275">
                  <a:extLst>
                    <a:ext uri="{FF2B5EF4-FFF2-40B4-BE49-F238E27FC236}">
                      <a16:creationId xmlns:a16="http://schemas.microsoft.com/office/drawing/2014/main" id="{FF54601F-2C71-E686-6ACA-388482ECF8E6}"/>
                    </a:ext>
                  </a:extLst>
                </p14:cNvPr>
                <p14:cNvContentPartPr/>
                <p14:nvPr/>
              </p14:nvContentPartPr>
              <p14:xfrm>
                <a:off x="5266057" y="5815061"/>
                <a:ext cx="104400" cy="167040"/>
              </p14:xfrm>
            </p:contentPart>
          </mc:Choice>
          <mc:Fallback>
            <p:pic>
              <p:nvPicPr>
                <p:cNvPr id="276" name="Tinta 275">
                  <a:extLst>
                    <a:ext uri="{FF2B5EF4-FFF2-40B4-BE49-F238E27FC236}">
                      <a16:creationId xmlns:a16="http://schemas.microsoft.com/office/drawing/2014/main" id="{FF54601F-2C71-E686-6ACA-388482ECF8E6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5248057" y="5797061"/>
                  <a:ext cx="140040" cy="202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48">
            <p14:nvContentPartPr>
              <p14:cNvPr id="278" name="Tinta 277">
                <a:extLst>
                  <a:ext uri="{FF2B5EF4-FFF2-40B4-BE49-F238E27FC236}">
                    <a16:creationId xmlns:a16="http://schemas.microsoft.com/office/drawing/2014/main" id="{199CA762-01F2-B6FD-8FEA-C4E1212AAE19}"/>
                  </a:ext>
                </a:extLst>
              </p14:cNvPr>
              <p14:cNvContentPartPr/>
              <p14:nvPr/>
            </p14:nvContentPartPr>
            <p14:xfrm>
              <a:off x="5595817" y="5955101"/>
              <a:ext cx="374760" cy="174240"/>
            </p14:xfrm>
          </p:contentPart>
        </mc:Choice>
        <mc:Fallback>
          <p:pic>
            <p:nvPicPr>
              <p:cNvPr id="278" name="Tinta 277">
                <a:extLst>
                  <a:ext uri="{FF2B5EF4-FFF2-40B4-BE49-F238E27FC236}">
                    <a16:creationId xmlns:a16="http://schemas.microsoft.com/office/drawing/2014/main" id="{199CA762-01F2-B6FD-8FEA-C4E1212AAE19}"/>
                  </a:ext>
                </a:extLst>
              </p:cNvPr>
              <p:cNvPicPr/>
              <p:nvPr/>
            </p:nvPicPr>
            <p:blipFill>
              <a:blip r:embed="rId449"/>
              <a:stretch>
                <a:fillRect/>
              </a:stretch>
            </p:blipFill>
            <p:spPr>
              <a:xfrm>
                <a:off x="5577817" y="5937461"/>
                <a:ext cx="410400" cy="209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2876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2">
            <a:extLst>
              <a:ext uri="{FF2B5EF4-FFF2-40B4-BE49-F238E27FC236}">
                <a16:creationId xmlns:a16="http://schemas.microsoft.com/office/drawing/2014/main" id="{5A518512-2357-7BEE-7AEA-C6BD86A0BA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633" y="223582"/>
            <a:ext cx="2162175" cy="77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" name="Agrupar 15">
            <a:extLst>
              <a:ext uri="{FF2B5EF4-FFF2-40B4-BE49-F238E27FC236}">
                <a16:creationId xmlns:a16="http://schemas.microsoft.com/office/drawing/2014/main" id="{8AD6615C-0087-E2AD-FE39-F77175156028}"/>
              </a:ext>
            </a:extLst>
          </p:cNvPr>
          <p:cNvGrpSpPr/>
          <p:nvPr/>
        </p:nvGrpSpPr>
        <p:grpSpPr>
          <a:xfrm>
            <a:off x="339457" y="1238021"/>
            <a:ext cx="1230120" cy="362520"/>
            <a:chOff x="339457" y="1238021"/>
            <a:chExt cx="1230120" cy="362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3" name="Tinta 2">
                  <a:extLst>
                    <a:ext uri="{FF2B5EF4-FFF2-40B4-BE49-F238E27FC236}">
                      <a16:creationId xmlns:a16="http://schemas.microsoft.com/office/drawing/2014/main" id="{1AB12ADD-DBAE-E3D5-FD44-E88761480029}"/>
                    </a:ext>
                  </a:extLst>
                </p14:cNvPr>
                <p14:cNvContentPartPr/>
                <p14:nvPr/>
              </p14:nvContentPartPr>
              <p14:xfrm>
                <a:off x="345577" y="1269341"/>
                <a:ext cx="23040" cy="223920"/>
              </p14:xfrm>
            </p:contentPart>
          </mc:Choice>
          <mc:Fallback>
            <p:pic>
              <p:nvPicPr>
                <p:cNvPr id="3" name="Tinta 2">
                  <a:extLst>
                    <a:ext uri="{FF2B5EF4-FFF2-40B4-BE49-F238E27FC236}">
                      <a16:creationId xmlns:a16="http://schemas.microsoft.com/office/drawing/2014/main" id="{1AB12ADD-DBAE-E3D5-FD44-E88761480029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27937" y="1251701"/>
                  <a:ext cx="5868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4" name="Tinta 3">
                  <a:extLst>
                    <a:ext uri="{FF2B5EF4-FFF2-40B4-BE49-F238E27FC236}">
                      <a16:creationId xmlns:a16="http://schemas.microsoft.com/office/drawing/2014/main" id="{8BA83BCF-DB2D-6B38-E4EA-4DC9DE6A9353}"/>
                    </a:ext>
                  </a:extLst>
                </p14:cNvPr>
                <p14:cNvContentPartPr/>
                <p14:nvPr/>
              </p14:nvContentPartPr>
              <p14:xfrm>
                <a:off x="339457" y="1238021"/>
                <a:ext cx="128160" cy="251280"/>
              </p14:xfrm>
            </p:contentPart>
          </mc:Choice>
          <mc:Fallback>
            <p:pic>
              <p:nvPicPr>
                <p:cNvPr id="4" name="Tinta 3">
                  <a:extLst>
                    <a:ext uri="{FF2B5EF4-FFF2-40B4-BE49-F238E27FC236}">
                      <a16:creationId xmlns:a16="http://schemas.microsoft.com/office/drawing/2014/main" id="{8BA83BCF-DB2D-6B38-E4EA-4DC9DE6A935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21457" y="1220021"/>
                  <a:ext cx="16380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5" name="Tinta 4">
                  <a:extLst>
                    <a:ext uri="{FF2B5EF4-FFF2-40B4-BE49-F238E27FC236}">
                      <a16:creationId xmlns:a16="http://schemas.microsoft.com/office/drawing/2014/main" id="{58283228-90FF-CF0A-6FC1-2E8B16BF77DF}"/>
                    </a:ext>
                  </a:extLst>
                </p14:cNvPr>
                <p14:cNvContentPartPr/>
                <p14:nvPr/>
              </p14:nvContentPartPr>
              <p14:xfrm>
                <a:off x="513337" y="1361141"/>
                <a:ext cx="105840" cy="129240"/>
              </p14:xfrm>
            </p:contentPart>
          </mc:Choice>
          <mc:Fallback>
            <p:pic>
              <p:nvPicPr>
                <p:cNvPr id="5" name="Tinta 4">
                  <a:extLst>
                    <a:ext uri="{FF2B5EF4-FFF2-40B4-BE49-F238E27FC236}">
                      <a16:creationId xmlns:a16="http://schemas.microsoft.com/office/drawing/2014/main" id="{58283228-90FF-CF0A-6FC1-2E8B16BF77D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95337" y="1343141"/>
                  <a:ext cx="14148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6" name="Tinta 5">
                  <a:extLst>
                    <a:ext uri="{FF2B5EF4-FFF2-40B4-BE49-F238E27FC236}">
                      <a16:creationId xmlns:a16="http://schemas.microsoft.com/office/drawing/2014/main" id="{53CB2F29-B358-0749-2EA3-FBE2905CE316}"/>
                    </a:ext>
                  </a:extLst>
                </p14:cNvPr>
                <p14:cNvContentPartPr/>
                <p14:nvPr/>
              </p14:nvContentPartPr>
              <p14:xfrm>
                <a:off x="513337" y="1333061"/>
                <a:ext cx="105840" cy="100800"/>
              </p14:xfrm>
            </p:contentPart>
          </mc:Choice>
          <mc:Fallback>
            <p:pic>
              <p:nvPicPr>
                <p:cNvPr id="6" name="Tinta 5">
                  <a:extLst>
                    <a:ext uri="{FF2B5EF4-FFF2-40B4-BE49-F238E27FC236}">
                      <a16:creationId xmlns:a16="http://schemas.microsoft.com/office/drawing/2014/main" id="{53CB2F29-B358-0749-2EA3-FBE2905CE31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95337" y="1315421"/>
                  <a:ext cx="14148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7" name="Tinta 6">
                  <a:extLst>
                    <a:ext uri="{FF2B5EF4-FFF2-40B4-BE49-F238E27FC236}">
                      <a16:creationId xmlns:a16="http://schemas.microsoft.com/office/drawing/2014/main" id="{DE4ECA0E-6FFD-47ED-6022-4CA80EAE0DD2}"/>
                    </a:ext>
                  </a:extLst>
                </p14:cNvPr>
                <p14:cNvContentPartPr/>
                <p14:nvPr/>
              </p14:nvContentPartPr>
              <p14:xfrm>
                <a:off x="620617" y="1362221"/>
                <a:ext cx="99720" cy="135720"/>
              </p14:xfrm>
            </p:contentPart>
          </mc:Choice>
          <mc:Fallback>
            <p:pic>
              <p:nvPicPr>
                <p:cNvPr id="7" name="Tinta 6">
                  <a:extLst>
                    <a:ext uri="{FF2B5EF4-FFF2-40B4-BE49-F238E27FC236}">
                      <a16:creationId xmlns:a16="http://schemas.microsoft.com/office/drawing/2014/main" id="{DE4ECA0E-6FFD-47ED-6022-4CA80EAE0DD2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02977" y="1344221"/>
                  <a:ext cx="13536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8" name="Tinta 7">
                  <a:extLst>
                    <a:ext uri="{FF2B5EF4-FFF2-40B4-BE49-F238E27FC236}">
                      <a16:creationId xmlns:a16="http://schemas.microsoft.com/office/drawing/2014/main" id="{5E891B3D-EF9F-310B-DD5A-30FB41588B67}"/>
                    </a:ext>
                  </a:extLst>
                </p14:cNvPr>
                <p14:cNvContentPartPr/>
                <p14:nvPr/>
              </p14:nvContentPartPr>
              <p14:xfrm>
                <a:off x="722137" y="1373381"/>
                <a:ext cx="125280" cy="102600"/>
              </p14:xfrm>
            </p:contentPart>
          </mc:Choice>
          <mc:Fallback>
            <p:pic>
              <p:nvPicPr>
                <p:cNvPr id="8" name="Tinta 7">
                  <a:extLst>
                    <a:ext uri="{FF2B5EF4-FFF2-40B4-BE49-F238E27FC236}">
                      <a16:creationId xmlns:a16="http://schemas.microsoft.com/office/drawing/2014/main" id="{5E891B3D-EF9F-310B-DD5A-30FB41588B6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04137" y="1355381"/>
                  <a:ext cx="16092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9" name="Tinta 8">
                  <a:extLst>
                    <a:ext uri="{FF2B5EF4-FFF2-40B4-BE49-F238E27FC236}">
                      <a16:creationId xmlns:a16="http://schemas.microsoft.com/office/drawing/2014/main" id="{F1319CEB-95AE-F093-A494-D47A5E8F11D1}"/>
                    </a:ext>
                  </a:extLst>
                </p14:cNvPr>
                <p14:cNvContentPartPr/>
                <p14:nvPr/>
              </p14:nvContentPartPr>
              <p14:xfrm>
                <a:off x="888457" y="1353221"/>
                <a:ext cx="128160" cy="128160"/>
              </p14:xfrm>
            </p:contentPart>
          </mc:Choice>
          <mc:Fallback>
            <p:pic>
              <p:nvPicPr>
                <p:cNvPr id="9" name="Tinta 8">
                  <a:extLst>
                    <a:ext uri="{FF2B5EF4-FFF2-40B4-BE49-F238E27FC236}">
                      <a16:creationId xmlns:a16="http://schemas.microsoft.com/office/drawing/2014/main" id="{F1319CEB-95AE-F093-A494-D47A5E8F11D1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70457" y="1335581"/>
                  <a:ext cx="16380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0" name="Tinta 9">
                  <a:extLst>
                    <a:ext uri="{FF2B5EF4-FFF2-40B4-BE49-F238E27FC236}">
                      <a16:creationId xmlns:a16="http://schemas.microsoft.com/office/drawing/2014/main" id="{259E0285-6C25-9DF5-5AC5-303C8ED01F5D}"/>
                    </a:ext>
                  </a:extLst>
                </p14:cNvPr>
                <p14:cNvContentPartPr/>
                <p14:nvPr/>
              </p14:nvContentPartPr>
              <p14:xfrm>
                <a:off x="1011217" y="1356461"/>
                <a:ext cx="104400" cy="122400"/>
              </p14:xfrm>
            </p:contentPart>
          </mc:Choice>
          <mc:Fallback>
            <p:pic>
              <p:nvPicPr>
                <p:cNvPr id="10" name="Tinta 9">
                  <a:extLst>
                    <a:ext uri="{FF2B5EF4-FFF2-40B4-BE49-F238E27FC236}">
                      <a16:creationId xmlns:a16="http://schemas.microsoft.com/office/drawing/2014/main" id="{259E0285-6C25-9DF5-5AC5-303C8ED01F5D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93577" y="1338821"/>
                  <a:ext cx="14004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1" name="Tinta 10">
                  <a:extLst>
                    <a:ext uri="{FF2B5EF4-FFF2-40B4-BE49-F238E27FC236}">
                      <a16:creationId xmlns:a16="http://schemas.microsoft.com/office/drawing/2014/main" id="{0E8E7375-1F5A-EAF0-8EE4-20840CC061A4}"/>
                    </a:ext>
                  </a:extLst>
                </p14:cNvPr>
                <p14:cNvContentPartPr/>
                <p14:nvPr/>
              </p14:nvContentPartPr>
              <p14:xfrm>
                <a:off x="1196977" y="1376261"/>
                <a:ext cx="241920" cy="118440"/>
              </p14:xfrm>
            </p:contentPart>
          </mc:Choice>
          <mc:Fallback>
            <p:pic>
              <p:nvPicPr>
                <p:cNvPr id="11" name="Tinta 10">
                  <a:extLst>
                    <a:ext uri="{FF2B5EF4-FFF2-40B4-BE49-F238E27FC236}">
                      <a16:creationId xmlns:a16="http://schemas.microsoft.com/office/drawing/2014/main" id="{0E8E7375-1F5A-EAF0-8EE4-20840CC061A4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179337" y="1358261"/>
                  <a:ext cx="27756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2" name="Tinta 11">
                  <a:extLst>
                    <a:ext uri="{FF2B5EF4-FFF2-40B4-BE49-F238E27FC236}">
                      <a16:creationId xmlns:a16="http://schemas.microsoft.com/office/drawing/2014/main" id="{83D043BE-D19A-6BEB-1220-A54E507AF5C3}"/>
                    </a:ext>
                  </a:extLst>
                </p14:cNvPr>
                <p14:cNvContentPartPr/>
                <p14:nvPr/>
              </p14:nvContentPartPr>
              <p14:xfrm>
                <a:off x="1337737" y="1426301"/>
                <a:ext cx="94680" cy="5400"/>
              </p14:xfrm>
            </p:contentPart>
          </mc:Choice>
          <mc:Fallback>
            <p:pic>
              <p:nvPicPr>
                <p:cNvPr id="12" name="Tinta 11">
                  <a:extLst>
                    <a:ext uri="{FF2B5EF4-FFF2-40B4-BE49-F238E27FC236}">
                      <a16:creationId xmlns:a16="http://schemas.microsoft.com/office/drawing/2014/main" id="{83D043BE-D19A-6BEB-1220-A54E507AF5C3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320097" y="1408661"/>
                  <a:ext cx="13032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3" name="Tinta 12">
                  <a:extLst>
                    <a:ext uri="{FF2B5EF4-FFF2-40B4-BE49-F238E27FC236}">
                      <a16:creationId xmlns:a16="http://schemas.microsoft.com/office/drawing/2014/main" id="{0B9E6EA8-3B7E-E4A9-305A-E7AFD87232AB}"/>
                    </a:ext>
                  </a:extLst>
                </p14:cNvPr>
                <p14:cNvContentPartPr/>
                <p14:nvPr/>
              </p14:nvContentPartPr>
              <p14:xfrm>
                <a:off x="1439617" y="1388861"/>
                <a:ext cx="129960" cy="95400"/>
              </p14:xfrm>
            </p:contentPart>
          </mc:Choice>
          <mc:Fallback>
            <p:pic>
              <p:nvPicPr>
                <p:cNvPr id="13" name="Tinta 12">
                  <a:extLst>
                    <a:ext uri="{FF2B5EF4-FFF2-40B4-BE49-F238E27FC236}">
                      <a16:creationId xmlns:a16="http://schemas.microsoft.com/office/drawing/2014/main" id="{0B9E6EA8-3B7E-E4A9-305A-E7AFD87232AB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421977" y="1371221"/>
                  <a:ext cx="16560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4" name="Tinta 13">
                  <a:extLst>
                    <a:ext uri="{FF2B5EF4-FFF2-40B4-BE49-F238E27FC236}">
                      <a16:creationId xmlns:a16="http://schemas.microsoft.com/office/drawing/2014/main" id="{33F61E0A-9A0A-919A-0EEC-7167B96BAC7D}"/>
                    </a:ext>
                  </a:extLst>
                </p14:cNvPr>
                <p14:cNvContentPartPr/>
                <p14:nvPr/>
              </p14:nvContentPartPr>
              <p14:xfrm>
                <a:off x="1364017" y="1277261"/>
                <a:ext cx="72360" cy="28440"/>
              </p14:xfrm>
            </p:contentPart>
          </mc:Choice>
          <mc:Fallback>
            <p:pic>
              <p:nvPicPr>
                <p:cNvPr id="14" name="Tinta 13">
                  <a:extLst>
                    <a:ext uri="{FF2B5EF4-FFF2-40B4-BE49-F238E27FC236}">
                      <a16:creationId xmlns:a16="http://schemas.microsoft.com/office/drawing/2014/main" id="{33F61E0A-9A0A-919A-0EEC-7167B96BAC7D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346017" y="1259621"/>
                  <a:ext cx="10800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5" name="Tinta 14">
                  <a:extLst>
                    <a:ext uri="{FF2B5EF4-FFF2-40B4-BE49-F238E27FC236}">
                      <a16:creationId xmlns:a16="http://schemas.microsoft.com/office/drawing/2014/main" id="{FB7FA69C-54E8-58BF-B87C-F250B41A7347}"/>
                    </a:ext>
                  </a:extLst>
                </p14:cNvPr>
                <p14:cNvContentPartPr/>
                <p14:nvPr/>
              </p14:nvContentPartPr>
              <p14:xfrm>
                <a:off x="1195177" y="1484981"/>
                <a:ext cx="46440" cy="115560"/>
              </p14:xfrm>
            </p:contentPart>
          </mc:Choice>
          <mc:Fallback>
            <p:pic>
              <p:nvPicPr>
                <p:cNvPr id="15" name="Tinta 14">
                  <a:extLst>
                    <a:ext uri="{FF2B5EF4-FFF2-40B4-BE49-F238E27FC236}">
                      <a16:creationId xmlns:a16="http://schemas.microsoft.com/office/drawing/2014/main" id="{FB7FA69C-54E8-58BF-B87C-F250B41A7347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177177" y="1467341"/>
                  <a:ext cx="82080" cy="15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16A45239-7AA1-6A4D-79B5-1C0F813E99A1}"/>
              </a:ext>
            </a:extLst>
          </p:cNvPr>
          <p:cNvGrpSpPr/>
          <p:nvPr/>
        </p:nvGrpSpPr>
        <p:grpSpPr>
          <a:xfrm>
            <a:off x="8717017" y="108341"/>
            <a:ext cx="883440" cy="440280"/>
            <a:chOff x="8717017" y="108341"/>
            <a:chExt cx="883440" cy="440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7" name="Tinta 16">
                  <a:extLst>
                    <a:ext uri="{FF2B5EF4-FFF2-40B4-BE49-F238E27FC236}">
                      <a16:creationId xmlns:a16="http://schemas.microsoft.com/office/drawing/2014/main" id="{7E45C3E9-CCC7-C7DA-8720-EBE530041D9C}"/>
                    </a:ext>
                  </a:extLst>
                </p14:cNvPr>
                <p14:cNvContentPartPr/>
                <p14:nvPr/>
              </p14:nvContentPartPr>
              <p14:xfrm>
                <a:off x="8832577" y="129581"/>
                <a:ext cx="499680" cy="361800"/>
              </p14:xfrm>
            </p:contentPart>
          </mc:Choice>
          <mc:Fallback>
            <p:pic>
              <p:nvPicPr>
                <p:cNvPr id="17" name="Tinta 16">
                  <a:extLst>
                    <a:ext uri="{FF2B5EF4-FFF2-40B4-BE49-F238E27FC236}">
                      <a16:creationId xmlns:a16="http://schemas.microsoft.com/office/drawing/2014/main" id="{7E45C3E9-CCC7-C7DA-8720-EBE530041D9C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814937" y="111581"/>
                  <a:ext cx="535320" cy="39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8" name="Tinta 17">
                  <a:extLst>
                    <a:ext uri="{FF2B5EF4-FFF2-40B4-BE49-F238E27FC236}">
                      <a16:creationId xmlns:a16="http://schemas.microsoft.com/office/drawing/2014/main" id="{B6672DC6-7DF4-F46B-E073-4995C88C4D8E}"/>
                    </a:ext>
                  </a:extLst>
                </p14:cNvPr>
                <p14:cNvContentPartPr/>
                <p14:nvPr/>
              </p14:nvContentPartPr>
              <p14:xfrm>
                <a:off x="8737177" y="108341"/>
                <a:ext cx="87480" cy="131040"/>
              </p14:xfrm>
            </p:contentPart>
          </mc:Choice>
          <mc:Fallback>
            <p:pic>
              <p:nvPicPr>
                <p:cNvPr id="18" name="Tinta 17">
                  <a:extLst>
                    <a:ext uri="{FF2B5EF4-FFF2-40B4-BE49-F238E27FC236}">
                      <a16:creationId xmlns:a16="http://schemas.microsoft.com/office/drawing/2014/main" id="{B6672DC6-7DF4-F46B-E073-4995C88C4D8E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719177" y="90341"/>
                  <a:ext cx="12312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9" name="Tinta 18">
                  <a:extLst>
                    <a:ext uri="{FF2B5EF4-FFF2-40B4-BE49-F238E27FC236}">
                      <a16:creationId xmlns:a16="http://schemas.microsoft.com/office/drawing/2014/main" id="{347830DB-9A6A-66CE-AD80-20322ABD5D58}"/>
                    </a:ext>
                  </a:extLst>
                </p14:cNvPr>
                <p14:cNvContentPartPr/>
                <p14:nvPr/>
              </p14:nvContentPartPr>
              <p14:xfrm>
                <a:off x="8717017" y="114821"/>
                <a:ext cx="22680" cy="78480"/>
              </p14:xfrm>
            </p:contentPart>
          </mc:Choice>
          <mc:Fallback>
            <p:pic>
              <p:nvPicPr>
                <p:cNvPr id="19" name="Tinta 18">
                  <a:extLst>
                    <a:ext uri="{FF2B5EF4-FFF2-40B4-BE49-F238E27FC236}">
                      <a16:creationId xmlns:a16="http://schemas.microsoft.com/office/drawing/2014/main" id="{347830DB-9A6A-66CE-AD80-20322ABD5D58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699377" y="97181"/>
                  <a:ext cx="5832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0" name="Tinta 19">
                  <a:extLst>
                    <a:ext uri="{FF2B5EF4-FFF2-40B4-BE49-F238E27FC236}">
                      <a16:creationId xmlns:a16="http://schemas.microsoft.com/office/drawing/2014/main" id="{67068143-1FFD-34D0-20C5-C679FDF3C0FC}"/>
                    </a:ext>
                  </a:extLst>
                </p14:cNvPr>
                <p14:cNvContentPartPr/>
                <p14:nvPr/>
              </p14:nvContentPartPr>
              <p14:xfrm>
                <a:off x="8962897" y="344861"/>
                <a:ext cx="120960" cy="203760"/>
              </p14:xfrm>
            </p:contentPart>
          </mc:Choice>
          <mc:Fallback>
            <p:pic>
              <p:nvPicPr>
                <p:cNvPr id="20" name="Tinta 19">
                  <a:extLst>
                    <a:ext uri="{FF2B5EF4-FFF2-40B4-BE49-F238E27FC236}">
                      <a16:creationId xmlns:a16="http://schemas.microsoft.com/office/drawing/2014/main" id="{67068143-1FFD-34D0-20C5-C679FDF3C0FC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945257" y="327221"/>
                  <a:ext cx="15660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1" name="Tinta 20">
                  <a:extLst>
                    <a:ext uri="{FF2B5EF4-FFF2-40B4-BE49-F238E27FC236}">
                      <a16:creationId xmlns:a16="http://schemas.microsoft.com/office/drawing/2014/main" id="{9C447C70-8553-E9F4-E55E-DF738A9DF5CF}"/>
                    </a:ext>
                  </a:extLst>
                </p14:cNvPr>
                <p14:cNvContentPartPr/>
                <p14:nvPr/>
              </p14:nvContentPartPr>
              <p14:xfrm>
                <a:off x="9098257" y="228581"/>
                <a:ext cx="122040" cy="141480"/>
              </p14:xfrm>
            </p:contentPart>
          </mc:Choice>
          <mc:Fallback>
            <p:pic>
              <p:nvPicPr>
                <p:cNvPr id="21" name="Tinta 20">
                  <a:extLst>
                    <a:ext uri="{FF2B5EF4-FFF2-40B4-BE49-F238E27FC236}">
                      <a16:creationId xmlns:a16="http://schemas.microsoft.com/office/drawing/2014/main" id="{9C447C70-8553-E9F4-E55E-DF738A9DF5CF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080617" y="210941"/>
                  <a:ext cx="15768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2" name="Tinta 21">
                  <a:extLst>
                    <a:ext uri="{FF2B5EF4-FFF2-40B4-BE49-F238E27FC236}">
                      <a16:creationId xmlns:a16="http://schemas.microsoft.com/office/drawing/2014/main" id="{C95A74EF-E60D-1E5F-CEB4-E15FD2077192}"/>
                    </a:ext>
                  </a:extLst>
                </p14:cNvPr>
                <p14:cNvContentPartPr/>
                <p14:nvPr/>
              </p14:nvContentPartPr>
              <p14:xfrm>
                <a:off x="9463657" y="525221"/>
                <a:ext cx="136800" cy="3600"/>
              </p14:xfrm>
            </p:contentPart>
          </mc:Choice>
          <mc:Fallback>
            <p:pic>
              <p:nvPicPr>
                <p:cNvPr id="22" name="Tinta 21">
                  <a:extLst>
                    <a:ext uri="{FF2B5EF4-FFF2-40B4-BE49-F238E27FC236}">
                      <a16:creationId xmlns:a16="http://schemas.microsoft.com/office/drawing/2014/main" id="{C95A74EF-E60D-1E5F-CEB4-E15FD2077192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445657" y="507221"/>
                  <a:ext cx="17244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3" name="Tinta 22">
                  <a:extLst>
                    <a:ext uri="{FF2B5EF4-FFF2-40B4-BE49-F238E27FC236}">
                      <a16:creationId xmlns:a16="http://schemas.microsoft.com/office/drawing/2014/main" id="{FB6EDEA4-AED3-E820-141E-0C678227A5F1}"/>
                    </a:ext>
                  </a:extLst>
                </p14:cNvPr>
                <p14:cNvContentPartPr/>
                <p14:nvPr/>
              </p14:nvContentPartPr>
              <p14:xfrm>
                <a:off x="9433777" y="470141"/>
                <a:ext cx="117000" cy="12600"/>
              </p14:xfrm>
            </p:contentPart>
          </mc:Choice>
          <mc:Fallback>
            <p:pic>
              <p:nvPicPr>
                <p:cNvPr id="23" name="Tinta 22">
                  <a:extLst>
                    <a:ext uri="{FF2B5EF4-FFF2-40B4-BE49-F238E27FC236}">
                      <a16:creationId xmlns:a16="http://schemas.microsoft.com/office/drawing/2014/main" id="{FB6EDEA4-AED3-E820-141E-0C678227A5F1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415777" y="452501"/>
                  <a:ext cx="152640" cy="4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Agrupar 29">
            <a:extLst>
              <a:ext uri="{FF2B5EF4-FFF2-40B4-BE49-F238E27FC236}">
                <a16:creationId xmlns:a16="http://schemas.microsoft.com/office/drawing/2014/main" id="{E39A2E69-8D3F-3FD6-55EF-D737793BCC40}"/>
              </a:ext>
            </a:extLst>
          </p:cNvPr>
          <p:cNvGrpSpPr/>
          <p:nvPr/>
        </p:nvGrpSpPr>
        <p:grpSpPr>
          <a:xfrm>
            <a:off x="9840937" y="66941"/>
            <a:ext cx="381600" cy="465120"/>
            <a:chOff x="9840937" y="66941"/>
            <a:chExt cx="381600" cy="465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4" name="Tinta 23">
                  <a:extLst>
                    <a:ext uri="{FF2B5EF4-FFF2-40B4-BE49-F238E27FC236}">
                      <a16:creationId xmlns:a16="http://schemas.microsoft.com/office/drawing/2014/main" id="{9CAE1C2B-E930-4819-D59F-8C054E1FDC88}"/>
                    </a:ext>
                  </a:extLst>
                </p14:cNvPr>
                <p14:cNvContentPartPr/>
                <p14:nvPr/>
              </p14:nvContentPartPr>
              <p14:xfrm>
                <a:off x="9840937" y="375821"/>
                <a:ext cx="256320" cy="156240"/>
              </p14:xfrm>
            </p:contentPart>
          </mc:Choice>
          <mc:Fallback>
            <p:pic>
              <p:nvPicPr>
                <p:cNvPr id="24" name="Tinta 23">
                  <a:extLst>
                    <a:ext uri="{FF2B5EF4-FFF2-40B4-BE49-F238E27FC236}">
                      <a16:creationId xmlns:a16="http://schemas.microsoft.com/office/drawing/2014/main" id="{9CAE1C2B-E930-4819-D59F-8C054E1FDC88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9822937" y="357821"/>
                  <a:ext cx="29196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7" name="Tinta 26">
                  <a:extLst>
                    <a:ext uri="{FF2B5EF4-FFF2-40B4-BE49-F238E27FC236}">
                      <a16:creationId xmlns:a16="http://schemas.microsoft.com/office/drawing/2014/main" id="{207D9ADA-2923-9775-06B5-B6575052B4DB}"/>
                    </a:ext>
                  </a:extLst>
                </p14:cNvPr>
                <p14:cNvContentPartPr/>
                <p14:nvPr/>
              </p14:nvContentPartPr>
              <p14:xfrm>
                <a:off x="10034617" y="66941"/>
                <a:ext cx="174600" cy="104760"/>
              </p14:xfrm>
            </p:contentPart>
          </mc:Choice>
          <mc:Fallback>
            <p:pic>
              <p:nvPicPr>
                <p:cNvPr id="27" name="Tinta 26">
                  <a:extLst>
                    <a:ext uri="{FF2B5EF4-FFF2-40B4-BE49-F238E27FC236}">
                      <a16:creationId xmlns:a16="http://schemas.microsoft.com/office/drawing/2014/main" id="{207D9ADA-2923-9775-06B5-B6575052B4DB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0016977" y="49301"/>
                  <a:ext cx="21024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8" name="Tinta 27">
                  <a:extLst>
                    <a:ext uri="{FF2B5EF4-FFF2-40B4-BE49-F238E27FC236}">
                      <a16:creationId xmlns:a16="http://schemas.microsoft.com/office/drawing/2014/main" id="{600D78C2-9A12-9005-3B0F-ED4ED1E46BED}"/>
                    </a:ext>
                  </a:extLst>
                </p14:cNvPr>
                <p14:cNvContentPartPr/>
                <p14:nvPr/>
              </p14:nvContentPartPr>
              <p14:xfrm>
                <a:off x="10033537" y="209861"/>
                <a:ext cx="189000" cy="360"/>
              </p14:xfrm>
            </p:contentPart>
          </mc:Choice>
          <mc:Fallback>
            <p:pic>
              <p:nvPicPr>
                <p:cNvPr id="28" name="Tinta 27">
                  <a:extLst>
                    <a:ext uri="{FF2B5EF4-FFF2-40B4-BE49-F238E27FC236}">
                      <a16:creationId xmlns:a16="http://schemas.microsoft.com/office/drawing/2014/main" id="{600D78C2-9A12-9005-3B0F-ED4ED1E46BED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0015897" y="192221"/>
                  <a:ext cx="2246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29" name="Tinta 28">
                  <a:extLst>
                    <a:ext uri="{FF2B5EF4-FFF2-40B4-BE49-F238E27FC236}">
                      <a16:creationId xmlns:a16="http://schemas.microsoft.com/office/drawing/2014/main" id="{719FD07C-4175-382A-F02D-FF06B2320AE6}"/>
                    </a:ext>
                  </a:extLst>
                </p14:cNvPr>
                <p14:cNvContentPartPr/>
                <p14:nvPr/>
              </p14:nvContentPartPr>
              <p14:xfrm>
                <a:off x="10069537" y="268181"/>
                <a:ext cx="104040" cy="89640"/>
              </p14:xfrm>
            </p:contentPart>
          </mc:Choice>
          <mc:Fallback>
            <p:pic>
              <p:nvPicPr>
                <p:cNvPr id="29" name="Tinta 28">
                  <a:extLst>
                    <a:ext uri="{FF2B5EF4-FFF2-40B4-BE49-F238E27FC236}">
                      <a16:creationId xmlns:a16="http://schemas.microsoft.com/office/drawing/2014/main" id="{719FD07C-4175-382A-F02D-FF06B2320AE6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0051897" y="250181"/>
                  <a:ext cx="139680" cy="12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Agrupar 55">
            <a:extLst>
              <a:ext uri="{FF2B5EF4-FFF2-40B4-BE49-F238E27FC236}">
                <a16:creationId xmlns:a16="http://schemas.microsoft.com/office/drawing/2014/main" id="{62936312-88C1-CDFF-B694-3C8B431654B8}"/>
              </a:ext>
            </a:extLst>
          </p:cNvPr>
          <p:cNvGrpSpPr/>
          <p:nvPr/>
        </p:nvGrpSpPr>
        <p:grpSpPr>
          <a:xfrm>
            <a:off x="8874697" y="736901"/>
            <a:ext cx="1226520" cy="319680"/>
            <a:chOff x="8874697" y="736901"/>
            <a:chExt cx="1226520" cy="319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1" name="Tinta 30">
                  <a:extLst>
                    <a:ext uri="{FF2B5EF4-FFF2-40B4-BE49-F238E27FC236}">
                      <a16:creationId xmlns:a16="http://schemas.microsoft.com/office/drawing/2014/main" id="{1FEB7564-B61A-23C7-ABD9-65A8A5008341}"/>
                    </a:ext>
                  </a:extLst>
                </p14:cNvPr>
                <p14:cNvContentPartPr/>
                <p14:nvPr/>
              </p14:nvContentPartPr>
              <p14:xfrm>
                <a:off x="8874697" y="784421"/>
                <a:ext cx="14040" cy="218160"/>
              </p14:xfrm>
            </p:contentPart>
          </mc:Choice>
          <mc:Fallback>
            <p:pic>
              <p:nvPicPr>
                <p:cNvPr id="31" name="Tinta 30">
                  <a:extLst>
                    <a:ext uri="{FF2B5EF4-FFF2-40B4-BE49-F238E27FC236}">
                      <a16:creationId xmlns:a16="http://schemas.microsoft.com/office/drawing/2014/main" id="{1FEB7564-B61A-23C7-ABD9-65A8A5008341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857057" y="766421"/>
                  <a:ext cx="4968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2" name="Tinta 31">
                  <a:extLst>
                    <a:ext uri="{FF2B5EF4-FFF2-40B4-BE49-F238E27FC236}">
                      <a16:creationId xmlns:a16="http://schemas.microsoft.com/office/drawing/2014/main" id="{25483E93-EDB4-C6FD-D22E-B4A271CCDA7B}"/>
                    </a:ext>
                  </a:extLst>
                </p14:cNvPr>
                <p14:cNvContentPartPr/>
                <p14:nvPr/>
              </p14:nvContentPartPr>
              <p14:xfrm>
                <a:off x="8887297" y="736901"/>
                <a:ext cx="100800" cy="153720"/>
              </p14:xfrm>
            </p:contentPart>
          </mc:Choice>
          <mc:Fallback>
            <p:pic>
              <p:nvPicPr>
                <p:cNvPr id="32" name="Tinta 31">
                  <a:extLst>
                    <a:ext uri="{FF2B5EF4-FFF2-40B4-BE49-F238E27FC236}">
                      <a16:creationId xmlns:a16="http://schemas.microsoft.com/office/drawing/2014/main" id="{25483E93-EDB4-C6FD-D22E-B4A271CCDA7B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8869297" y="719261"/>
                  <a:ext cx="13644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3" name="Tinta 32">
                  <a:extLst>
                    <a:ext uri="{FF2B5EF4-FFF2-40B4-BE49-F238E27FC236}">
                      <a16:creationId xmlns:a16="http://schemas.microsoft.com/office/drawing/2014/main" id="{80B430C0-D830-B39F-F8EB-4FE90F37B1E1}"/>
                    </a:ext>
                  </a:extLst>
                </p14:cNvPr>
                <p14:cNvContentPartPr/>
                <p14:nvPr/>
              </p14:nvContentPartPr>
              <p14:xfrm>
                <a:off x="8980537" y="889181"/>
                <a:ext cx="221400" cy="121320"/>
              </p14:xfrm>
            </p:contentPart>
          </mc:Choice>
          <mc:Fallback>
            <p:pic>
              <p:nvPicPr>
                <p:cNvPr id="33" name="Tinta 32">
                  <a:extLst>
                    <a:ext uri="{FF2B5EF4-FFF2-40B4-BE49-F238E27FC236}">
                      <a16:creationId xmlns:a16="http://schemas.microsoft.com/office/drawing/2014/main" id="{80B430C0-D830-B39F-F8EB-4FE90F37B1E1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962537" y="871181"/>
                  <a:ext cx="25704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4" name="Tinta 33">
                  <a:extLst>
                    <a:ext uri="{FF2B5EF4-FFF2-40B4-BE49-F238E27FC236}">
                      <a16:creationId xmlns:a16="http://schemas.microsoft.com/office/drawing/2014/main" id="{DBD5D562-5CC1-1465-EC5E-F0BABCF852B9}"/>
                    </a:ext>
                  </a:extLst>
                </p14:cNvPr>
                <p14:cNvContentPartPr/>
                <p14:nvPr/>
              </p14:nvContentPartPr>
              <p14:xfrm>
                <a:off x="9201577" y="928421"/>
                <a:ext cx="24120" cy="128160"/>
              </p14:xfrm>
            </p:contentPart>
          </mc:Choice>
          <mc:Fallback>
            <p:pic>
              <p:nvPicPr>
                <p:cNvPr id="34" name="Tinta 33">
                  <a:extLst>
                    <a:ext uri="{FF2B5EF4-FFF2-40B4-BE49-F238E27FC236}">
                      <a16:creationId xmlns:a16="http://schemas.microsoft.com/office/drawing/2014/main" id="{DBD5D562-5CC1-1465-EC5E-F0BABCF852B9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9183577" y="910781"/>
                  <a:ext cx="5976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5" name="Tinta 34">
                  <a:extLst>
                    <a:ext uri="{FF2B5EF4-FFF2-40B4-BE49-F238E27FC236}">
                      <a16:creationId xmlns:a16="http://schemas.microsoft.com/office/drawing/2014/main" id="{61D0DA28-508E-8E66-2B80-76841A96B15C}"/>
                    </a:ext>
                  </a:extLst>
                </p14:cNvPr>
                <p14:cNvContentPartPr/>
                <p14:nvPr/>
              </p14:nvContentPartPr>
              <p14:xfrm>
                <a:off x="9201577" y="881261"/>
                <a:ext cx="82080" cy="88200"/>
              </p14:xfrm>
            </p:contentPart>
          </mc:Choice>
          <mc:Fallback>
            <p:pic>
              <p:nvPicPr>
                <p:cNvPr id="35" name="Tinta 34">
                  <a:extLst>
                    <a:ext uri="{FF2B5EF4-FFF2-40B4-BE49-F238E27FC236}">
                      <a16:creationId xmlns:a16="http://schemas.microsoft.com/office/drawing/2014/main" id="{61D0DA28-508E-8E66-2B80-76841A96B15C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9183577" y="863261"/>
                  <a:ext cx="11772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36" name="Tinta 35">
                  <a:extLst>
                    <a:ext uri="{FF2B5EF4-FFF2-40B4-BE49-F238E27FC236}">
                      <a16:creationId xmlns:a16="http://schemas.microsoft.com/office/drawing/2014/main" id="{EACD7D1A-AF20-7B3C-F334-C616655790BA}"/>
                    </a:ext>
                  </a:extLst>
                </p14:cNvPr>
                <p14:cNvContentPartPr/>
                <p14:nvPr/>
              </p14:nvContentPartPr>
              <p14:xfrm>
                <a:off x="9325777" y="914741"/>
                <a:ext cx="66240" cy="65520"/>
              </p14:xfrm>
            </p:contentPart>
          </mc:Choice>
          <mc:Fallback>
            <p:pic>
              <p:nvPicPr>
                <p:cNvPr id="36" name="Tinta 35">
                  <a:extLst>
                    <a:ext uri="{FF2B5EF4-FFF2-40B4-BE49-F238E27FC236}">
                      <a16:creationId xmlns:a16="http://schemas.microsoft.com/office/drawing/2014/main" id="{EACD7D1A-AF20-7B3C-F334-C616655790BA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307777" y="897101"/>
                  <a:ext cx="10188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37" name="Tinta 36">
                  <a:extLst>
                    <a:ext uri="{FF2B5EF4-FFF2-40B4-BE49-F238E27FC236}">
                      <a16:creationId xmlns:a16="http://schemas.microsoft.com/office/drawing/2014/main" id="{11EDB1E6-9AA9-E0ED-95EB-3200A931F7D3}"/>
                    </a:ext>
                  </a:extLst>
                </p14:cNvPr>
                <p14:cNvContentPartPr/>
                <p14:nvPr/>
              </p14:nvContentPartPr>
              <p14:xfrm>
                <a:off x="9470857" y="839141"/>
                <a:ext cx="17640" cy="152280"/>
              </p14:xfrm>
            </p:contentPart>
          </mc:Choice>
          <mc:Fallback>
            <p:pic>
              <p:nvPicPr>
                <p:cNvPr id="37" name="Tinta 36">
                  <a:extLst>
                    <a:ext uri="{FF2B5EF4-FFF2-40B4-BE49-F238E27FC236}">
                      <a16:creationId xmlns:a16="http://schemas.microsoft.com/office/drawing/2014/main" id="{11EDB1E6-9AA9-E0ED-95EB-3200A931F7D3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9453217" y="821501"/>
                  <a:ext cx="5328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38" name="Tinta 37">
                  <a:extLst>
                    <a:ext uri="{FF2B5EF4-FFF2-40B4-BE49-F238E27FC236}">
                      <a16:creationId xmlns:a16="http://schemas.microsoft.com/office/drawing/2014/main" id="{0AC5CD39-26DC-59E3-B527-AC177C34D7FE}"/>
                    </a:ext>
                  </a:extLst>
                </p14:cNvPr>
                <p14:cNvContentPartPr/>
                <p14:nvPr/>
              </p14:nvContentPartPr>
              <p14:xfrm>
                <a:off x="9526657" y="896021"/>
                <a:ext cx="93600" cy="108720"/>
              </p14:xfrm>
            </p:contentPart>
          </mc:Choice>
          <mc:Fallback>
            <p:pic>
              <p:nvPicPr>
                <p:cNvPr id="38" name="Tinta 37">
                  <a:extLst>
                    <a:ext uri="{FF2B5EF4-FFF2-40B4-BE49-F238E27FC236}">
                      <a16:creationId xmlns:a16="http://schemas.microsoft.com/office/drawing/2014/main" id="{0AC5CD39-26DC-59E3-B527-AC177C34D7FE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509017" y="878381"/>
                  <a:ext cx="12924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39" name="Tinta 38">
                  <a:extLst>
                    <a:ext uri="{FF2B5EF4-FFF2-40B4-BE49-F238E27FC236}">
                      <a16:creationId xmlns:a16="http://schemas.microsoft.com/office/drawing/2014/main" id="{BCC7C0FC-B1E4-66AA-273D-2B5AC6BF6BD1}"/>
                    </a:ext>
                  </a:extLst>
                </p14:cNvPr>
                <p14:cNvContentPartPr/>
                <p14:nvPr/>
              </p14:nvContentPartPr>
              <p14:xfrm>
                <a:off x="9555457" y="923021"/>
                <a:ext cx="37440" cy="55080"/>
              </p14:xfrm>
            </p:contentPart>
          </mc:Choice>
          <mc:Fallback>
            <p:pic>
              <p:nvPicPr>
                <p:cNvPr id="39" name="Tinta 38">
                  <a:extLst>
                    <a:ext uri="{FF2B5EF4-FFF2-40B4-BE49-F238E27FC236}">
                      <a16:creationId xmlns:a16="http://schemas.microsoft.com/office/drawing/2014/main" id="{BCC7C0FC-B1E4-66AA-273D-2B5AC6BF6BD1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9537457" y="905021"/>
                  <a:ext cx="7308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0" name="Tinta 39">
                  <a:extLst>
                    <a:ext uri="{FF2B5EF4-FFF2-40B4-BE49-F238E27FC236}">
                      <a16:creationId xmlns:a16="http://schemas.microsoft.com/office/drawing/2014/main" id="{AA39FAEF-6E84-6283-41C2-385DC6B2256B}"/>
                    </a:ext>
                  </a:extLst>
                </p14:cNvPr>
                <p14:cNvContentPartPr/>
                <p14:nvPr/>
              </p14:nvContentPartPr>
              <p14:xfrm>
                <a:off x="9668497" y="775781"/>
                <a:ext cx="91080" cy="224280"/>
              </p14:xfrm>
            </p:contentPart>
          </mc:Choice>
          <mc:Fallback>
            <p:pic>
              <p:nvPicPr>
                <p:cNvPr id="40" name="Tinta 39">
                  <a:extLst>
                    <a:ext uri="{FF2B5EF4-FFF2-40B4-BE49-F238E27FC236}">
                      <a16:creationId xmlns:a16="http://schemas.microsoft.com/office/drawing/2014/main" id="{AA39FAEF-6E84-6283-41C2-385DC6B2256B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9650497" y="757781"/>
                  <a:ext cx="12672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1" name="Tinta 40">
                  <a:extLst>
                    <a:ext uri="{FF2B5EF4-FFF2-40B4-BE49-F238E27FC236}">
                      <a16:creationId xmlns:a16="http://schemas.microsoft.com/office/drawing/2014/main" id="{870D46EE-BA5B-B585-2D28-42B46B3EBD11}"/>
                    </a:ext>
                  </a:extLst>
                </p14:cNvPr>
                <p14:cNvContentPartPr/>
                <p14:nvPr/>
              </p14:nvContentPartPr>
              <p14:xfrm>
                <a:off x="9789817" y="890621"/>
                <a:ext cx="67680" cy="97560"/>
              </p14:xfrm>
            </p:contentPart>
          </mc:Choice>
          <mc:Fallback>
            <p:pic>
              <p:nvPicPr>
                <p:cNvPr id="41" name="Tinta 40">
                  <a:extLst>
                    <a:ext uri="{FF2B5EF4-FFF2-40B4-BE49-F238E27FC236}">
                      <a16:creationId xmlns:a16="http://schemas.microsoft.com/office/drawing/2014/main" id="{870D46EE-BA5B-B585-2D28-42B46B3EBD11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9772177" y="872621"/>
                  <a:ext cx="10332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42" name="Tinta 41">
                  <a:extLst>
                    <a:ext uri="{FF2B5EF4-FFF2-40B4-BE49-F238E27FC236}">
                      <a16:creationId xmlns:a16="http://schemas.microsoft.com/office/drawing/2014/main" id="{77CB9A2D-B43C-BA7D-7125-A8378C4A52E7}"/>
                    </a:ext>
                  </a:extLst>
                </p14:cNvPr>
                <p14:cNvContentPartPr/>
                <p14:nvPr/>
              </p14:nvContentPartPr>
              <p14:xfrm>
                <a:off x="9890617" y="824021"/>
                <a:ext cx="210600" cy="205920"/>
              </p14:xfrm>
            </p:contentPart>
          </mc:Choice>
          <mc:Fallback>
            <p:pic>
              <p:nvPicPr>
                <p:cNvPr id="42" name="Tinta 41">
                  <a:extLst>
                    <a:ext uri="{FF2B5EF4-FFF2-40B4-BE49-F238E27FC236}">
                      <a16:creationId xmlns:a16="http://schemas.microsoft.com/office/drawing/2014/main" id="{77CB9A2D-B43C-BA7D-7125-A8378C4A52E7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9872617" y="806021"/>
                  <a:ext cx="246240" cy="241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Agrupar 54">
            <a:extLst>
              <a:ext uri="{FF2B5EF4-FFF2-40B4-BE49-F238E27FC236}">
                <a16:creationId xmlns:a16="http://schemas.microsoft.com/office/drawing/2014/main" id="{0ED3137E-FB2E-4E67-7D55-B17D74BC0602}"/>
              </a:ext>
            </a:extLst>
          </p:cNvPr>
          <p:cNvGrpSpPr/>
          <p:nvPr/>
        </p:nvGrpSpPr>
        <p:grpSpPr>
          <a:xfrm>
            <a:off x="10268977" y="792701"/>
            <a:ext cx="299160" cy="217800"/>
            <a:chOff x="10268977" y="792701"/>
            <a:chExt cx="299160" cy="217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43" name="Tinta 42">
                  <a:extLst>
                    <a:ext uri="{FF2B5EF4-FFF2-40B4-BE49-F238E27FC236}">
                      <a16:creationId xmlns:a16="http://schemas.microsoft.com/office/drawing/2014/main" id="{2D9A3B1A-C74E-94AD-D774-161FAA50F779}"/>
                    </a:ext>
                  </a:extLst>
                </p14:cNvPr>
                <p14:cNvContentPartPr/>
                <p14:nvPr/>
              </p14:nvContentPartPr>
              <p14:xfrm>
                <a:off x="10268977" y="792701"/>
                <a:ext cx="126000" cy="203760"/>
              </p14:xfrm>
            </p:contentPart>
          </mc:Choice>
          <mc:Fallback>
            <p:pic>
              <p:nvPicPr>
                <p:cNvPr id="43" name="Tinta 42">
                  <a:extLst>
                    <a:ext uri="{FF2B5EF4-FFF2-40B4-BE49-F238E27FC236}">
                      <a16:creationId xmlns:a16="http://schemas.microsoft.com/office/drawing/2014/main" id="{2D9A3B1A-C74E-94AD-D774-161FAA50F779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0251337" y="774701"/>
                  <a:ext cx="16164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44" name="Tinta 43">
                  <a:extLst>
                    <a:ext uri="{FF2B5EF4-FFF2-40B4-BE49-F238E27FC236}">
                      <a16:creationId xmlns:a16="http://schemas.microsoft.com/office/drawing/2014/main" id="{B96E421D-E9C7-BD3D-ED7F-D8C75A690F8D}"/>
                    </a:ext>
                  </a:extLst>
                </p14:cNvPr>
                <p14:cNvContentPartPr/>
                <p14:nvPr/>
              </p14:nvContentPartPr>
              <p14:xfrm>
                <a:off x="10345297" y="901781"/>
                <a:ext cx="128160" cy="67320"/>
              </p14:xfrm>
            </p:contentPart>
          </mc:Choice>
          <mc:Fallback>
            <p:pic>
              <p:nvPicPr>
                <p:cNvPr id="44" name="Tinta 43">
                  <a:extLst>
                    <a:ext uri="{FF2B5EF4-FFF2-40B4-BE49-F238E27FC236}">
                      <a16:creationId xmlns:a16="http://schemas.microsoft.com/office/drawing/2014/main" id="{B96E421D-E9C7-BD3D-ED7F-D8C75A690F8D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0327297" y="883781"/>
                  <a:ext cx="16380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45" name="Tinta 44">
                  <a:extLst>
                    <a:ext uri="{FF2B5EF4-FFF2-40B4-BE49-F238E27FC236}">
                      <a16:creationId xmlns:a16="http://schemas.microsoft.com/office/drawing/2014/main" id="{2981A3B9-2010-42FB-4CA6-BE29ACE0622D}"/>
                    </a:ext>
                  </a:extLst>
                </p14:cNvPr>
                <p14:cNvContentPartPr/>
                <p14:nvPr/>
              </p14:nvContentPartPr>
              <p14:xfrm>
                <a:off x="10500817" y="909701"/>
                <a:ext cx="67320" cy="100800"/>
              </p14:xfrm>
            </p:contentPart>
          </mc:Choice>
          <mc:Fallback>
            <p:pic>
              <p:nvPicPr>
                <p:cNvPr id="45" name="Tinta 44">
                  <a:extLst>
                    <a:ext uri="{FF2B5EF4-FFF2-40B4-BE49-F238E27FC236}">
                      <a16:creationId xmlns:a16="http://schemas.microsoft.com/office/drawing/2014/main" id="{2981A3B9-2010-42FB-4CA6-BE29ACE0622D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0483177" y="892061"/>
                  <a:ext cx="102960" cy="13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Agrupar 53">
            <a:extLst>
              <a:ext uri="{FF2B5EF4-FFF2-40B4-BE49-F238E27FC236}">
                <a16:creationId xmlns:a16="http://schemas.microsoft.com/office/drawing/2014/main" id="{A09A92AA-38FE-A025-8BDD-A30258DBA983}"/>
              </a:ext>
            </a:extLst>
          </p:cNvPr>
          <p:cNvGrpSpPr/>
          <p:nvPr/>
        </p:nvGrpSpPr>
        <p:grpSpPr>
          <a:xfrm>
            <a:off x="10736617" y="806381"/>
            <a:ext cx="804960" cy="191520"/>
            <a:chOff x="10736617" y="806381"/>
            <a:chExt cx="804960" cy="191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46" name="Tinta 45">
                  <a:extLst>
                    <a:ext uri="{FF2B5EF4-FFF2-40B4-BE49-F238E27FC236}">
                      <a16:creationId xmlns:a16="http://schemas.microsoft.com/office/drawing/2014/main" id="{0B82DFFB-ADF4-0EC9-55A3-9AD517CFCBAF}"/>
                    </a:ext>
                  </a:extLst>
                </p14:cNvPr>
                <p14:cNvContentPartPr/>
                <p14:nvPr/>
              </p14:nvContentPartPr>
              <p14:xfrm>
                <a:off x="10736617" y="851381"/>
                <a:ext cx="17640" cy="115560"/>
              </p14:xfrm>
            </p:contentPart>
          </mc:Choice>
          <mc:Fallback>
            <p:pic>
              <p:nvPicPr>
                <p:cNvPr id="46" name="Tinta 45">
                  <a:extLst>
                    <a:ext uri="{FF2B5EF4-FFF2-40B4-BE49-F238E27FC236}">
                      <a16:creationId xmlns:a16="http://schemas.microsoft.com/office/drawing/2014/main" id="{0B82DFFB-ADF4-0EC9-55A3-9AD517CFCBAF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0718617" y="833741"/>
                  <a:ext cx="5328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47" name="Tinta 46">
                  <a:extLst>
                    <a:ext uri="{FF2B5EF4-FFF2-40B4-BE49-F238E27FC236}">
                      <a16:creationId xmlns:a16="http://schemas.microsoft.com/office/drawing/2014/main" id="{EB837DF3-B739-9DC3-E708-6A88D56FED46}"/>
                    </a:ext>
                  </a:extLst>
                </p14:cNvPr>
                <p14:cNvContentPartPr/>
                <p14:nvPr/>
              </p14:nvContentPartPr>
              <p14:xfrm>
                <a:off x="10762897" y="814661"/>
                <a:ext cx="97560" cy="183240"/>
              </p14:xfrm>
            </p:contentPart>
          </mc:Choice>
          <mc:Fallback>
            <p:pic>
              <p:nvPicPr>
                <p:cNvPr id="47" name="Tinta 46">
                  <a:extLst>
                    <a:ext uri="{FF2B5EF4-FFF2-40B4-BE49-F238E27FC236}">
                      <a16:creationId xmlns:a16="http://schemas.microsoft.com/office/drawing/2014/main" id="{EB837DF3-B739-9DC3-E708-6A88D56FED46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0745257" y="796661"/>
                  <a:ext cx="13320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48" name="Tinta 47">
                  <a:extLst>
                    <a:ext uri="{FF2B5EF4-FFF2-40B4-BE49-F238E27FC236}">
                      <a16:creationId xmlns:a16="http://schemas.microsoft.com/office/drawing/2014/main" id="{0218448F-A222-F106-52C2-9164044AF72C}"/>
                    </a:ext>
                  </a:extLst>
                </p14:cNvPr>
                <p14:cNvContentPartPr/>
                <p14:nvPr/>
              </p14:nvContentPartPr>
              <p14:xfrm>
                <a:off x="10881697" y="899621"/>
                <a:ext cx="64080" cy="89640"/>
              </p14:xfrm>
            </p:contentPart>
          </mc:Choice>
          <mc:Fallback>
            <p:pic>
              <p:nvPicPr>
                <p:cNvPr id="48" name="Tinta 47">
                  <a:extLst>
                    <a:ext uri="{FF2B5EF4-FFF2-40B4-BE49-F238E27FC236}">
                      <a16:creationId xmlns:a16="http://schemas.microsoft.com/office/drawing/2014/main" id="{0218448F-A222-F106-52C2-9164044AF72C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0863697" y="881621"/>
                  <a:ext cx="9972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49" name="Tinta 48">
                  <a:extLst>
                    <a:ext uri="{FF2B5EF4-FFF2-40B4-BE49-F238E27FC236}">
                      <a16:creationId xmlns:a16="http://schemas.microsoft.com/office/drawing/2014/main" id="{B42063C1-6514-F312-F69D-1151466DE535}"/>
                    </a:ext>
                  </a:extLst>
                </p14:cNvPr>
                <p14:cNvContentPartPr/>
                <p14:nvPr/>
              </p14:nvContentPartPr>
              <p14:xfrm>
                <a:off x="10970977" y="806381"/>
                <a:ext cx="227880" cy="185760"/>
              </p14:xfrm>
            </p:contentPart>
          </mc:Choice>
          <mc:Fallback>
            <p:pic>
              <p:nvPicPr>
                <p:cNvPr id="49" name="Tinta 48">
                  <a:extLst>
                    <a:ext uri="{FF2B5EF4-FFF2-40B4-BE49-F238E27FC236}">
                      <a16:creationId xmlns:a16="http://schemas.microsoft.com/office/drawing/2014/main" id="{B42063C1-6514-F312-F69D-1151466DE535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0953337" y="788381"/>
                  <a:ext cx="26352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50" name="Tinta 49">
                  <a:extLst>
                    <a:ext uri="{FF2B5EF4-FFF2-40B4-BE49-F238E27FC236}">
                      <a16:creationId xmlns:a16="http://schemas.microsoft.com/office/drawing/2014/main" id="{70CB03C4-07C5-9CDC-6DA0-EFC81EE94FA5}"/>
                    </a:ext>
                  </a:extLst>
                </p14:cNvPr>
                <p14:cNvContentPartPr/>
                <p14:nvPr/>
              </p14:nvContentPartPr>
              <p14:xfrm>
                <a:off x="11193457" y="844901"/>
                <a:ext cx="360" cy="360"/>
              </p14:xfrm>
            </p:contentPart>
          </mc:Choice>
          <mc:Fallback>
            <p:pic>
              <p:nvPicPr>
                <p:cNvPr id="50" name="Tinta 49">
                  <a:extLst>
                    <a:ext uri="{FF2B5EF4-FFF2-40B4-BE49-F238E27FC236}">
                      <a16:creationId xmlns:a16="http://schemas.microsoft.com/office/drawing/2014/main" id="{70CB03C4-07C5-9CDC-6DA0-EFC81EE94FA5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1175817" y="82690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51" name="Tinta 50">
                  <a:extLst>
                    <a:ext uri="{FF2B5EF4-FFF2-40B4-BE49-F238E27FC236}">
                      <a16:creationId xmlns:a16="http://schemas.microsoft.com/office/drawing/2014/main" id="{35009D2A-047B-2AA9-4BC0-793DF3D5A1A4}"/>
                    </a:ext>
                  </a:extLst>
                </p14:cNvPr>
                <p14:cNvContentPartPr/>
                <p14:nvPr/>
              </p14:nvContentPartPr>
              <p14:xfrm>
                <a:off x="11238817" y="891701"/>
                <a:ext cx="86760" cy="100080"/>
              </p14:xfrm>
            </p:contentPart>
          </mc:Choice>
          <mc:Fallback>
            <p:pic>
              <p:nvPicPr>
                <p:cNvPr id="51" name="Tinta 50">
                  <a:extLst>
                    <a:ext uri="{FF2B5EF4-FFF2-40B4-BE49-F238E27FC236}">
                      <a16:creationId xmlns:a16="http://schemas.microsoft.com/office/drawing/2014/main" id="{35009D2A-047B-2AA9-4BC0-793DF3D5A1A4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1221177" y="873701"/>
                  <a:ext cx="12240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52" name="Tinta 51">
                  <a:extLst>
                    <a:ext uri="{FF2B5EF4-FFF2-40B4-BE49-F238E27FC236}">
                      <a16:creationId xmlns:a16="http://schemas.microsoft.com/office/drawing/2014/main" id="{738D1714-5584-DA9F-6A00-BA4F07ACCB32}"/>
                    </a:ext>
                  </a:extLst>
                </p14:cNvPr>
                <p14:cNvContentPartPr/>
                <p14:nvPr/>
              </p14:nvContentPartPr>
              <p14:xfrm>
                <a:off x="11339617" y="829061"/>
                <a:ext cx="141120" cy="143640"/>
              </p14:xfrm>
            </p:contentPart>
          </mc:Choice>
          <mc:Fallback>
            <p:pic>
              <p:nvPicPr>
                <p:cNvPr id="52" name="Tinta 51">
                  <a:extLst>
                    <a:ext uri="{FF2B5EF4-FFF2-40B4-BE49-F238E27FC236}">
                      <a16:creationId xmlns:a16="http://schemas.microsoft.com/office/drawing/2014/main" id="{738D1714-5584-DA9F-6A00-BA4F07ACCB32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1321617" y="811421"/>
                  <a:ext cx="17676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53" name="Tinta 52">
                  <a:extLst>
                    <a:ext uri="{FF2B5EF4-FFF2-40B4-BE49-F238E27FC236}">
                      <a16:creationId xmlns:a16="http://schemas.microsoft.com/office/drawing/2014/main" id="{F801E421-34F1-A994-AA9E-FE5221871782}"/>
                    </a:ext>
                  </a:extLst>
                </p14:cNvPr>
                <p14:cNvContentPartPr/>
                <p14:nvPr/>
              </p14:nvContentPartPr>
              <p14:xfrm>
                <a:off x="11472817" y="872261"/>
                <a:ext cx="68760" cy="99000"/>
              </p14:xfrm>
            </p:contentPart>
          </mc:Choice>
          <mc:Fallback>
            <p:pic>
              <p:nvPicPr>
                <p:cNvPr id="53" name="Tinta 52">
                  <a:extLst>
                    <a:ext uri="{FF2B5EF4-FFF2-40B4-BE49-F238E27FC236}">
                      <a16:creationId xmlns:a16="http://schemas.microsoft.com/office/drawing/2014/main" id="{F801E421-34F1-A994-AA9E-FE5221871782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1455177" y="854621"/>
                  <a:ext cx="104400" cy="134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7">
            <p14:nvContentPartPr>
              <p14:cNvPr id="57" name="Tinta 56">
                <a:extLst>
                  <a:ext uri="{FF2B5EF4-FFF2-40B4-BE49-F238E27FC236}">
                    <a16:creationId xmlns:a16="http://schemas.microsoft.com/office/drawing/2014/main" id="{5C9FB6F4-06F5-0777-898C-E91C9B18C0E1}"/>
                  </a:ext>
                </a:extLst>
              </p14:cNvPr>
              <p14:cNvContentPartPr/>
              <p14:nvPr/>
            </p14:nvContentPartPr>
            <p14:xfrm>
              <a:off x="8840137" y="1353581"/>
              <a:ext cx="513360" cy="347400"/>
            </p14:xfrm>
          </p:contentPart>
        </mc:Choice>
        <mc:Fallback>
          <p:pic>
            <p:nvPicPr>
              <p:cNvPr id="57" name="Tinta 56">
                <a:extLst>
                  <a:ext uri="{FF2B5EF4-FFF2-40B4-BE49-F238E27FC236}">
                    <a16:creationId xmlns:a16="http://schemas.microsoft.com/office/drawing/2014/main" id="{5C9FB6F4-06F5-0777-898C-E91C9B18C0E1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8822137" y="1335941"/>
                <a:ext cx="549000" cy="383040"/>
              </a:xfrm>
              <a:prstGeom prst="rect">
                <a:avLst/>
              </a:prstGeom>
            </p:spPr>
          </p:pic>
        </mc:Fallback>
      </mc:AlternateContent>
      <p:grpSp>
        <p:nvGrpSpPr>
          <p:cNvPr id="61" name="Agrupar 60">
            <a:extLst>
              <a:ext uri="{FF2B5EF4-FFF2-40B4-BE49-F238E27FC236}">
                <a16:creationId xmlns:a16="http://schemas.microsoft.com/office/drawing/2014/main" id="{8CEFF07B-EE2C-C49A-2B1C-AA22A49EFA1E}"/>
              </a:ext>
            </a:extLst>
          </p:cNvPr>
          <p:cNvGrpSpPr/>
          <p:nvPr/>
        </p:nvGrpSpPr>
        <p:grpSpPr>
          <a:xfrm>
            <a:off x="9038857" y="1469501"/>
            <a:ext cx="200520" cy="270360"/>
            <a:chOff x="9038857" y="1469501"/>
            <a:chExt cx="200520" cy="270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58" name="Tinta 57">
                  <a:extLst>
                    <a:ext uri="{FF2B5EF4-FFF2-40B4-BE49-F238E27FC236}">
                      <a16:creationId xmlns:a16="http://schemas.microsoft.com/office/drawing/2014/main" id="{EF3F2D90-5D36-D3C6-3BEC-3DB9531858FA}"/>
                    </a:ext>
                  </a:extLst>
                </p14:cNvPr>
                <p14:cNvContentPartPr/>
                <p14:nvPr/>
              </p14:nvContentPartPr>
              <p14:xfrm>
                <a:off x="9074137" y="1469501"/>
                <a:ext cx="95400" cy="270360"/>
              </p14:xfrm>
            </p:contentPart>
          </mc:Choice>
          <mc:Fallback>
            <p:pic>
              <p:nvPicPr>
                <p:cNvPr id="58" name="Tinta 57">
                  <a:extLst>
                    <a:ext uri="{FF2B5EF4-FFF2-40B4-BE49-F238E27FC236}">
                      <a16:creationId xmlns:a16="http://schemas.microsoft.com/office/drawing/2014/main" id="{EF3F2D90-5D36-D3C6-3BEC-3DB9531858FA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9056497" y="1451501"/>
                  <a:ext cx="13104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59" name="Tinta 58">
                  <a:extLst>
                    <a:ext uri="{FF2B5EF4-FFF2-40B4-BE49-F238E27FC236}">
                      <a16:creationId xmlns:a16="http://schemas.microsoft.com/office/drawing/2014/main" id="{93196FF5-50AE-A76F-EE22-513A9211AABC}"/>
                    </a:ext>
                  </a:extLst>
                </p14:cNvPr>
                <p14:cNvContentPartPr/>
                <p14:nvPr/>
              </p14:nvContentPartPr>
              <p14:xfrm>
                <a:off x="9038857" y="1578941"/>
                <a:ext cx="87120" cy="1440"/>
              </p14:xfrm>
            </p:contentPart>
          </mc:Choice>
          <mc:Fallback>
            <p:pic>
              <p:nvPicPr>
                <p:cNvPr id="59" name="Tinta 58">
                  <a:extLst>
                    <a:ext uri="{FF2B5EF4-FFF2-40B4-BE49-F238E27FC236}">
                      <a16:creationId xmlns:a16="http://schemas.microsoft.com/office/drawing/2014/main" id="{93196FF5-50AE-A76F-EE22-513A9211AABC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9020857" y="1561301"/>
                  <a:ext cx="12276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60" name="Tinta 59">
                  <a:extLst>
                    <a:ext uri="{FF2B5EF4-FFF2-40B4-BE49-F238E27FC236}">
                      <a16:creationId xmlns:a16="http://schemas.microsoft.com/office/drawing/2014/main" id="{2B411E84-0E72-E49F-8061-DD471708C648}"/>
                    </a:ext>
                  </a:extLst>
                </p14:cNvPr>
                <p14:cNvContentPartPr/>
                <p14:nvPr/>
              </p14:nvContentPartPr>
              <p14:xfrm>
                <a:off x="9170617" y="1472021"/>
                <a:ext cx="68760" cy="111960"/>
              </p14:xfrm>
            </p:contentPart>
          </mc:Choice>
          <mc:Fallback>
            <p:pic>
              <p:nvPicPr>
                <p:cNvPr id="60" name="Tinta 59">
                  <a:extLst>
                    <a:ext uri="{FF2B5EF4-FFF2-40B4-BE49-F238E27FC236}">
                      <a16:creationId xmlns:a16="http://schemas.microsoft.com/office/drawing/2014/main" id="{2B411E84-0E72-E49F-8061-DD471708C648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9152617" y="1454381"/>
                  <a:ext cx="104400" cy="14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Agrupar 64">
            <a:extLst>
              <a:ext uri="{FF2B5EF4-FFF2-40B4-BE49-F238E27FC236}">
                <a16:creationId xmlns:a16="http://schemas.microsoft.com/office/drawing/2014/main" id="{C6A8F125-69F7-A899-A614-C0188D3BB3AE}"/>
              </a:ext>
            </a:extLst>
          </p:cNvPr>
          <p:cNvGrpSpPr/>
          <p:nvPr/>
        </p:nvGrpSpPr>
        <p:grpSpPr>
          <a:xfrm>
            <a:off x="9482017" y="1626101"/>
            <a:ext cx="113400" cy="92880"/>
            <a:chOff x="9482017" y="1626101"/>
            <a:chExt cx="113400" cy="92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62" name="Tinta 61">
                  <a:extLst>
                    <a:ext uri="{FF2B5EF4-FFF2-40B4-BE49-F238E27FC236}">
                      <a16:creationId xmlns:a16="http://schemas.microsoft.com/office/drawing/2014/main" id="{2D399390-2CC2-CBB4-17EF-219A8011308C}"/>
                    </a:ext>
                  </a:extLst>
                </p14:cNvPr>
                <p14:cNvContentPartPr/>
                <p14:nvPr/>
              </p14:nvContentPartPr>
              <p14:xfrm>
                <a:off x="9482017" y="1716461"/>
                <a:ext cx="113400" cy="2520"/>
              </p14:xfrm>
            </p:contentPart>
          </mc:Choice>
          <mc:Fallback>
            <p:pic>
              <p:nvPicPr>
                <p:cNvPr id="62" name="Tinta 61">
                  <a:extLst>
                    <a:ext uri="{FF2B5EF4-FFF2-40B4-BE49-F238E27FC236}">
                      <a16:creationId xmlns:a16="http://schemas.microsoft.com/office/drawing/2014/main" id="{2D399390-2CC2-CBB4-17EF-219A8011308C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9464377" y="1698821"/>
                  <a:ext cx="14904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63" name="Tinta 62">
                  <a:extLst>
                    <a:ext uri="{FF2B5EF4-FFF2-40B4-BE49-F238E27FC236}">
                      <a16:creationId xmlns:a16="http://schemas.microsoft.com/office/drawing/2014/main" id="{2C5BC77E-279A-3BD1-81F9-6CED343BC5F1}"/>
                    </a:ext>
                  </a:extLst>
                </p14:cNvPr>
                <p14:cNvContentPartPr/>
                <p14:nvPr/>
              </p14:nvContentPartPr>
              <p14:xfrm>
                <a:off x="9502177" y="1626101"/>
                <a:ext cx="88560" cy="11520"/>
              </p14:xfrm>
            </p:contentPart>
          </mc:Choice>
          <mc:Fallback>
            <p:pic>
              <p:nvPicPr>
                <p:cNvPr id="63" name="Tinta 62">
                  <a:extLst>
                    <a:ext uri="{FF2B5EF4-FFF2-40B4-BE49-F238E27FC236}">
                      <a16:creationId xmlns:a16="http://schemas.microsoft.com/office/drawing/2014/main" id="{2C5BC77E-279A-3BD1-81F9-6CED343BC5F1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9484177" y="1608101"/>
                  <a:ext cx="124200" cy="47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Agrupar 69">
            <a:extLst>
              <a:ext uri="{FF2B5EF4-FFF2-40B4-BE49-F238E27FC236}">
                <a16:creationId xmlns:a16="http://schemas.microsoft.com/office/drawing/2014/main" id="{6B600222-D40E-BBBC-80FF-8E49F813A4E1}"/>
              </a:ext>
            </a:extLst>
          </p:cNvPr>
          <p:cNvGrpSpPr/>
          <p:nvPr/>
        </p:nvGrpSpPr>
        <p:grpSpPr>
          <a:xfrm>
            <a:off x="9820777" y="1343141"/>
            <a:ext cx="481320" cy="390960"/>
            <a:chOff x="9820777" y="1343141"/>
            <a:chExt cx="481320" cy="390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64" name="Tinta 63">
                  <a:extLst>
                    <a:ext uri="{FF2B5EF4-FFF2-40B4-BE49-F238E27FC236}">
                      <a16:creationId xmlns:a16="http://schemas.microsoft.com/office/drawing/2014/main" id="{24153C2C-7FA7-9F53-3C09-8F3B17ED8B59}"/>
                    </a:ext>
                  </a:extLst>
                </p14:cNvPr>
                <p14:cNvContentPartPr/>
                <p14:nvPr/>
              </p14:nvContentPartPr>
              <p14:xfrm>
                <a:off x="9881977" y="1343141"/>
                <a:ext cx="420120" cy="364680"/>
              </p14:xfrm>
            </p:contentPart>
          </mc:Choice>
          <mc:Fallback>
            <p:pic>
              <p:nvPicPr>
                <p:cNvPr id="64" name="Tinta 63">
                  <a:extLst>
                    <a:ext uri="{FF2B5EF4-FFF2-40B4-BE49-F238E27FC236}">
                      <a16:creationId xmlns:a16="http://schemas.microsoft.com/office/drawing/2014/main" id="{24153C2C-7FA7-9F53-3C09-8F3B17ED8B59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9864337" y="1325501"/>
                  <a:ext cx="455760" cy="40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66" name="Tinta 65">
                  <a:extLst>
                    <a:ext uri="{FF2B5EF4-FFF2-40B4-BE49-F238E27FC236}">
                      <a16:creationId xmlns:a16="http://schemas.microsoft.com/office/drawing/2014/main" id="{492054F9-A064-4B46-97AA-C18095E685A8}"/>
                    </a:ext>
                  </a:extLst>
                </p14:cNvPr>
                <p14:cNvContentPartPr/>
                <p14:nvPr/>
              </p14:nvContentPartPr>
              <p14:xfrm>
                <a:off x="9820777" y="1362221"/>
                <a:ext cx="95760" cy="124200"/>
              </p14:xfrm>
            </p:contentPart>
          </mc:Choice>
          <mc:Fallback>
            <p:pic>
              <p:nvPicPr>
                <p:cNvPr id="66" name="Tinta 65">
                  <a:extLst>
                    <a:ext uri="{FF2B5EF4-FFF2-40B4-BE49-F238E27FC236}">
                      <a16:creationId xmlns:a16="http://schemas.microsoft.com/office/drawing/2014/main" id="{492054F9-A064-4B46-97AA-C18095E685A8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9803137" y="1344581"/>
                  <a:ext cx="13140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67" name="Tinta 66">
                  <a:extLst>
                    <a:ext uri="{FF2B5EF4-FFF2-40B4-BE49-F238E27FC236}">
                      <a16:creationId xmlns:a16="http://schemas.microsoft.com/office/drawing/2014/main" id="{9644F765-30C2-D869-9C00-84167455E79F}"/>
                    </a:ext>
                  </a:extLst>
                </p14:cNvPr>
                <p14:cNvContentPartPr/>
                <p14:nvPr/>
              </p14:nvContentPartPr>
              <p14:xfrm>
                <a:off x="10108057" y="1493981"/>
                <a:ext cx="42480" cy="240120"/>
              </p14:xfrm>
            </p:contentPart>
          </mc:Choice>
          <mc:Fallback>
            <p:pic>
              <p:nvPicPr>
                <p:cNvPr id="67" name="Tinta 66">
                  <a:extLst>
                    <a:ext uri="{FF2B5EF4-FFF2-40B4-BE49-F238E27FC236}">
                      <a16:creationId xmlns:a16="http://schemas.microsoft.com/office/drawing/2014/main" id="{9644F765-30C2-D869-9C00-84167455E79F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0090057" y="1475981"/>
                  <a:ext cx="7812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68" name="Tinta 67">
                  <a:extLst>
                    <a:ext uri="{FF2B5EF4-FFF2-40B4-BE49-F238E27FC236}">
                      <a16:creationId xmlns:a16="http://schemas.microsoft.com/office/drawing/2014/main" id="{995E0489-3495-38AD-1E29-3747D8ED7A28}"/>
                    </a:ext>
                  </a:extLst>
                </p14:cNvPr>
                <p14:cNvContentPartPr/>
                <p14:nvPr/>
              </p14:nvContentPartPr>
              <p14:xfrm>
                <a:off x="10052257" y="1587941"/>
                <a:ext cx="88560" cy="4680"/>
              </p14:xfrm>
            </p:contentPart>
          </mc:Choice>
          <mc:Fallback>
            <p:pic>
              <p:nvPicPr>
                <p:cNvPr id="68" name="Tinta 67">
                  <a:extLst>
                    <a:ext uri="{FF2B5EF4-FFF2-40B4-BE49-F238E27FC236}">
                      <a16:creationId xmlns:a16="http://schemas.microsoft.com/office/drawing/2014/main" id="{995E0489-3495-38AD-1E29-3747D8ED7A28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0034257" y="1570301"/>
                  <a:ext cx="12420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69" name="Tinta 68">
                  <a:extLst>
                    <a:ext uri="{FF2B5EF4-FFF2-40B4-BE49-F238E27FC236}">
                      <a16:creationId xmlns:a16="http://schemas.microsoft.com/office/drawing/2014/main" id="{0AB66BC3-29F8-CD63-2C2A-7FDA7260ED81}"/>
                    </a:ext>
                  </a:extLst>
                </p14:cNvPr>
                <p14:cNvContentPartPr/>
                <p14:nvPr/>
              </p14:nvContentPartPr>
              <p14:xfrm>
                <a:off x="10204897" y="1430261"/>
                <a:ext cx="61560" cy="138960"/>
              </p14:xfrm>
            </p:contentPart>
          </mc:Choice>
          <mc:Fallback>
            <p:pic>
              <p:nvPicPr>
                <p:cNvPr id="69" name="Tinta 68">
                  <a:extLst>
                    <a:ext uri="{FF2B5EF4-FFF2-40B4-BE49-F238E27FC236}">
                      <a16:creationId xmlns:a16="http://schemas.microsoft.com/office/drawing/2014/main" id="{0AB66BC3-29F8-CD63-2C2A-7FDA7260ED81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0187257" y="1412621"/>
                  <a:ext cx="97200" cy="17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Agrupar 79">
            <a:extLst>
              <a:ext uri="{FF2B5EF4-FFF2-40B4-BE49-F238E27FC236}">
                <a16:creationId xmlns:a16="http://schemas.microsoft.com/office/drawing/2014/main" id="{04023E2C-9D62-8F8D-5D06-F1532AA224C6}"/>
              </a:ext>
            </a:extLst>
          </p:cNvPr>
          <p:cNvGrpSpPr/>
          <p:nvPr/>
        </p:nvGrpSpPr>
        <p:grpSpPr>
          <a:xfrm>
            <a:off x="10496857" y="1220021"/>
            <a:ext cx="577800" cy="529560"/>
            <a:chOff x="10496857" y="1220021"/>
            <a:chExt cx="577800" cy="529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71" name="Tinta 70">
                  <a:extLst>
                    <a:ext uri="{FF2B5EF4-FFF2-40B4-BE49-F238E27FC236}">
                      <a16:creationId xmlns:a16="http://schemas.microsoft.com/office/drawing/2014/main" id="{CB6CD5FB-7DF8-8DF4-C708-5E28C554297E}"/>
                    </a:ext>
                  </a:extLst>
                </p14:cNvPr>
                <p14:cNvContentPartPr/>
                <p14:nvPr/>
              </p14:nvContentPartPr>
              <p14:xfrm>
                <a:off x="10496857" y="1704221"/>
                <a:ext cx="108360" cy="1440"/>
              </p14:xfrm>
            </p:contentPart>
          </mc:Choice>
          <mc:Fallback>
            <p:pic>
              <p:nvPicPr>
                <p:cNvPr id="71" name="Tinta 70">
                  <a:extLst>
                    <a:ext uri="{FF2B5EF4-FFF2-40B4-BE49-F238E27FC236}">
                      <a16:creationId xmlns:a16="http://schemas.microsoft.com/office/drawing/2014/main" id="{CB6CD5FB-7DF8-8DF4-C708-5E28C554297E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0478857" y="1686221"/>
                  <a:ext cx="14400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72" name="Tinta 71">
                  <a:extLst>
                    <a:ext uri="{FF2B5EF4-FFF2-40B4-BE49-F238E27FC236}">
                      <a16:creationId xmlns:a16="http://schemas.microsoft.com/office/drawing/2014/main" id="{C52617F1-E0DB-168D-BBD0-4F3A2BF661B8}"/>
                    </a:ext>
                  </a:extLst>
                </p14:cNvPr>
                <p14:cNvContentPartPr/>
                <p14:nvPr/>
              </p14:nvContentPartPr>
              <p14:xfrm>
                <a:off x="10499377" y="1622501"/>
                <a:ext cx="102240" cy="21600"/>
              </p14:xfrm>
            </p:contentPart>
          </mc:Choice>
          <mc:Fallback>
            <p:pic>
              <p:nvPicPr>
                <p:cNvPr id="72" name="Tinta 71">
                  <a:extLst>
                    <a:ext uri="{FF2B5EF4-FFF2-40B4-BE49-F238E27FC236}">
                      <a16:creationId xmlns:a16="http://schemas.microsoft.com/office/drawing/2014/main" id="{C52617F1-E0DB-168D-BBD0-4F3A2BF661B8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0481377" y="1604861"/>
                  <a:ext cx="13788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74" name="Tinta 73">
                  <a:extLst>
                    <a:ext uri="{FF2B5EF4-FFF2-40B4-BE49-F238E27FC236}">
                      <a16:creationId xmlns:a16="http://schemas.microsoft.com/office/drawing/2014/main" id="{2EE576A1-9A2B-6DCF-3D5D-C630F82C2B26}"/>
                    </a:ext>
                  </a:extLst>
                </p14:cNvPr>
                <p14:cNvContentPartPr/>
                <p14:nvPr/>
              </p14:nvContentPartPr>
              <p14:xfrm>
                <a:off x="10823377" y="1455101"/>
                <a:ext cx="110880" cy="294480"/>
              </p14:xfrm>
            </p:contentPart>
          </mc:Choice>
          <mc:Fallback>
            <p:pic>
              <p:nvPicPr>
                <p:cNvPr id="74" name="Tinta 73">
                  <a:extLst>
                    <a:ext uri="{FF2B5EF4-FFF2-40B4-BE49-F238E27FC236}">
                      <a16:creationId xmlns:a16="http://schemas.microsoft.com/office/drawing/2014/main" id="{2EE576A1-9A2B-6DCF-3D5D-C630F82C2B26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0805737" y="1437101"/>
                  <a:ext cx="14652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75" name="Tinta 74">
                  <a:extLst>
                    <a:ext uri="{FF2B5EF4-FFF2-40B4-BE49-F238E27FC236}">
                      <a16:creationId xmlns:a16="http://schemas.microsoft.com/office/drawing/2014/main" id="{6FD3F882-60BE-0574-2915-439E7D3A9AE2}"/>
                    </a:ext>
                  </a:extLst>
                </p14:cNvPr>
                <p14:cNvContentPartPr/>
                <p14:nvPr/>
              </p14:nvContentPartPr>
              <p14:xfrm>
                <a:off x="10767577" y="1552301"/>
                <a:ext cx="107280" cy="9360"/>
              </p14:xfrm>
            </p:contentPart>
          </mc:Choice>
          <mc:Fallback>
            <p:pic>
              <p:nvPicPr>
                <p:cNvPr id="75" name="Tinta 74">
                  <a:extLst>
                    <a:ext uri="{FF2B5EF4-FFF2-40B4-BE49-F238E27FC236}">
                      <a16:creationId xmlns:a16="http://schemas.microsoft.com/office/drawing/2014/main" id="{6FD3F882-60BE-0574-2915-439E7D3A9AE2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0749577" y="1534301"/>
                  <a:ext cx="1429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77" name="Tinta 76">
                  <a:extLst>
                    <a:ext uri="{FF2B5EF4-FFF2-40B4-BE49-F238E27FC236}">
                      <a16:creationId xmlns:a16="http://schemas.microsoft.com/office/drawing/2014/main" id="{7EF2876E-6381-31AE-6BF9-84F189117120}"/>
                    </a:ext>
                  </a:extLst>
                </p14:cNvPr>
                <p14:cNvContentPartPr/>
                <p14:nvPr/>
              </p14:nvContentPartPr>
              <p14:xfrm>
                <a:off x="10941457" y="1220021"/>
                <a:ext cx="80280" cy="148320"/>
              </p14:xfrm>
            </p:contentPart>
          </mc:Choice>
          <mc:Fallback>
            <p:pic>
              <p:nvPicPr>
                <p:cNvPr id="77" name="Tinta 76">
                  <a:extLst>
                    <a:ext uri="{FF2B5EF4-FFF2-40B4-BE49-F238E27FC236}">
                      <a16:creationId xmlns:a16="http://schemas.microsoft.com/office/drawing/2014/main" id="{7EF2876E-6381-31AE-6BF9-84F189117120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0923457" y="1202021"/>
                  <a:ext cx="11592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78" name="Tinta 77">
                  <a:extLst>
                    <a:ext uri="{FF2B5EF4-FFF2-40B4-BE49-F238E27FC236}">
                      <a16:creationId xmlns:a16="http://schemas.microsoft.com/office/drawing/2014/main" id="{71EC4621-7976-4C3E-C362-7F1254D215F7}"/>
                    </a:ext>
                  </a:extLst>
                </p14:cNvPr>
                <p14:cNvContentPartPr/>
                <p14:nvPr/>
              </p14:nvContentPartPr>
              <p14:xfrm>
                <a:off x="10915177" y="1413341"/>
                <a:ext cx="158040" cy="11880"/>
              </p14:xfrm>
            </p:contentPart>
          </mc:Choice>
          <mc:Fallback>
            <p:pic>
              <p:nvPicPr>
                <p:cNvPr id="78" name="Tinta 77">
                  <a:extLst>
                    <a:ext uri="{FF2B5EF4-FFF2-40B4-BE49-F238E27FC236}">
                      <a16:creationId xmlns:a16="http://schemas.microsoft.com/office/drawing/2014/main" id="{71EC4621-7976-4C3E-C362-7F1254D215F7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0897537" y="1395341"/>
                  <a:ext cx="19368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79" name="Tinta 78">
                  <a:extLst>
                    <a:ext uri="{FF2B5EF4-FFF2-40B4-BE49-F238E27FC236}">
                      <a16:creationId xmlns:a16="http://schemas.microsoft.com/office/drawing/2014/main" id="{97318D43-6553-C892-04AD-60B9EA85BACB}"/>
                    </a:ext>
                  </a:extLst>
                </p14:cNvPr>
                <p14:cNvContentPartPr/>
                <p14:nvPr/>
              </p14:nvContentPartPr>
              <p14:xfrm>
                <a:off x="10943617" y="1465181"/>
                <a:ext cx="131040" cy="119880"/>
              </p14:xfrm>
            </p:contentPart>
          </mc:Choice>
          <mc:Fallback>
            <p:pic>
              <p:nvPicPr>
                <p:cNvPr id="79" name="Tinta 78">
                  <a:extLst>
                    <a:ext uri="{FF2B5EF4-FFF2-40B4-BE49-F238E27FC236}">
                      <a16:creationId xmlns:a16="http://schemas.microsoft.com/office/drawing/2014/main" id="{97318D43-6553-C892-04AD-60B9EA85BACB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0925617" y="1447181"/>
                  <a:ext cx="166680" cy="155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3">
            <p14:nvContentPartPr>
              <p14:cNvPr id="81" name="Tinta 80">
                <a:extLst>
                  <a:ext uri="{FF2B5EF4-FFF2-40B4-BE49-F238E27FC236}">
                    <a16:creationId xmlns:a16="http://schemas.microsoft.com/office/drawing/2014/main" id="{B6EDB62E-16A7-7F31-1B8A-F04AE40CFCEE}"/>
                  </a:ext>
                </a:extLst>
              </p14:cNvPr>
              <p14:cNvContentPartPr/>
              <p14:nvPr/>
            </p14:nvContentPartPr>
            <p14:xfrm>
              <a:off x="299857" y="1843901"/>
              <a:ext cx="112320" cy="623880"/>
            </p14:xfrm>
          </p:contentPart>
        </mc:Choice>
        <mc:Fallback>
          <p:pic>
            <p:nvPicPr>
              <p:cNvPr id="81" name="Tinta 80">
                <a:extLst>
                  <a:ext uri="{FF2B5EF4-FFF2-40B4-BE49-F238E27FC236}">
                    <a16:creationId xmlns:a16="http://schemas.microsoft.com/office/drawing/2014/main" id="{B6EDB62E-16A7-7F31-1B8A-F04AE40CFCEE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282217" y="1825901"/>
                <a:ext cx="147960" cy="65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5">
            <p14:nvContentPartPr>
              <p14:cNvPr id="82" name="Tinta 81">
                <a:extLst>
                  <a:ext uri="{FF2B5EF4-FFF2-40B4-BE49-F238E27FC236}">
                    <a16:creationId xmlns:a16="http://schemas.microsoft.com/office/drawing/2014/main" id="{49E9056D-DFB3-49E4-DD14-7FA83B811D1A}"/>
                  </a:ext>
                </a:extLst>
              </p14:cNvPr>
              <p14:cNvContentPartPr/>
              <p14:nvPr/>
            </p14:nvContentPartPr>
            <p14:xfrm>
              <a:off x="569137" y="1828421"/>
              <a:ext cx="149400" cy="619560"/>
            </p14:xfrm>
          </p:contentPart>
        </mc:Choice>
        <mc:Fallback>
          <p:pic>
            <p:nvPicPr>
              <p:cNvPr id="82" name="Tinta 81">
                <a:extLst>
                  <a:ext uri="{FF2B5EF4-FFF2-40B4-BE49-F238E27FC236}">
                    <a16:creationId xmlns:a16="http://schemas.microsoft.com/office/drawing/2014/main" id="{49E9056D-DFB3-49E4-DD14-7FA83B811D1A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551137" y="1810421"/>
                <a:ext cx="185040" cy="65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7">
            <p14:nvContentPartPr>
              <p14:cNvPr id="83" name="Tinta 82">
                <a:extLst>
                  <a:ext uri="{FF2B5EF4-FFF2-40B4-BE49-F238E27FC236}">
                    <a16:creationId xmlns:a16="http://schemas.microsoft.com/office/drawing/2014/main" id="{8995893C-FE7D-B742-67F4-134BB23B5E43}"/>
                  </a:ext>
                </a:extLst>
              </p14:cNvPr>
              <p14:cNvContentPartPr/>
              <p14:nvPr/>
            </p14:nvContentPartPr>
            <p14:xfrm>
              <a:off x="720697" y="1900781"/>
              <a:ext cx="133200" cy="251280"/>
            </p14:xfrm>
          </p:contentPart>
        </mc:Choice>
        <mc:Fallback>
          <p:pic>
            <p:nvPicPr>
              <p:cNvPr id="83" name="Tinta 82">
                <a:extLst>
                  <a:ext uri="{FF2B5EF4-FFF2-40B4-BE49-F238E27FC236}">
                    <a16:creationId xmlns:a16="http://schemas.microsoft.com/office/drawing/2014/main" id="{8995893C-FE7D-B742-67F4-134BB23B5E43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702697" y="1882781"/>
                <a:ext cx="168840" cy="28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9">
            <p14:nvContentPartPr>
              <p14:cNvPr id="84" name="Tinta 83">
                <a:extLst>
                  <a:ext uri="{FF2B5EF4-FFF2-40B4-BE49-F238E27FC236}">
                    <a16:creationId xmlns:a16="http://schemas.microsoft.com/office/drawing/2014/main" id="{C65CD9F5-4027-2CE8-1A67-43494DB60E75}"/>
                  </a:ext>
                </a:extLst>
              </p14:cNvPr>
              <p14:cNvContentPartPr/>
              <p14:nvPr/>
            </p14:nvContentPartPr>
            <p14:xfrm>
              <a:off x="913297" y="1914461"/>
              <a:ext cx="110880" cy="208800"/>
            </p14:xfrm>
          </p:contentPart>
        </mc:Choice>
        <mc:Fallback>
          <p:pic>
            <p:nvPicPr>
              <p:cNvPr id="84" name="Tinta 83">
                <a:extLst>
                  <a:ext uri="{FF2B5EF4-FFF2-40B4-BE49-F238E27FC236}">
                    <a16:creationId xmlns:a16="http://schemas.microsoft.com/office/drawing/2014/main" id="{C65CD9F5-4027-2CE8-1A67-43494DB60E75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895297" y="1896821"/>
                <a:ext cx="146520" cy="24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1">
            <p14:nvContentPartPr>
              <p14:cNvPr id="85" name="Tinta 84">
                <a:extLst>
                  <a:ext uri="{FF2B5EF4-FFF2-40B4-BE49-F238E27FC236}">
                    <a16:creationId xmlns:a16="http://schemas.microsoft.com/office/drawing/2014/main" id="{E385674B-F001-B045-88C3-C01C2A9F29E7}"/>
                  </a:ext>
                </a:extLst>
              </p14:cNvPr>
              <p14:cNvContentPartPr/>
              <p14:nvPr/>
            </p14:nvContentPartPr>
            <p14:xfrm>
              <a:off x="881977" y="1970261"/>
              <a:ext cx="72360" cy="4680"/>
            </p14:xfrm>
          </p:contentPart>
        </mc:Choice>
        <mc:Fallback>
          <p:pic>
            <p:nvPicPr>
              <p:cNvPr id="85" name="Tinta 84">
                <a:extLst>
                  <a:ext uri="{FF2B5EF4-FFF2-40B4-BE49-F238E27FC236}">
                    <a16:creationId xmlns:a16="http://schemas.microsoft.com/office/drawing/2014/main" id="{E385674B-F001-B045-88C3-C01C2A9F29E7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864337" y="1952261"/>
                <a:ext cx="10800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3">
            <p14:nvContentPartPr>
              <p14:cNvPr id="86" name="Tinta 85">
                <a:extLst>
                  <a:ext uri="{FF2B5EF4-FFF2-40B4-BE49-F238E27FC236}">
                    <a16:creationId xmlns:a16="http://schemas.microsoft.com/office/drawing/2014/main" id="{A83B5EF6-7E01-99A9-2BD6-50C59559576F}"/>
                  </a:ext>
                </a:extLst>
              </p14:cNvPr>
              <p14:cNvContentPartPr/>
              <p14:nvPr/>
            </p14:nvContentPartPr>
            <p14:xfrm>
              <a:off x="961537" y="1814381"/>
              <a:ext cx="117000" cy="144000"/>
            </p14:xfrm>
          </p:contentPart>
        </mc:Choice>
        <mc:Fallback>
          <p:pic>
            <p:nvPicPr>
              <p:cNvPr id="86" name="Tinta 85">
                <a:extLst>
                  <a:ext uri="{FF2B5EF4-FFF2-40B4-BE49-F238E27FC236}">
                    <a16:creationId xmlns:a16="http://schemas.microsoft.com/office/drawing/2014/main" id="{A83B5EF6-7E01-99A9-2BD6-50C59559576F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943897" y="1796381"/>
                <a:ext cx="152640" cy="17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5">
            <p14:nvContentPartPr>
              <p14:cNvPr id="87" name="Tinta 86">
                <a:extLst>
                  <a:ext uri="{FF2B5EF4-FFF2-40B4-BE49-F238E27FC236}">
                    <a16:creationId xmlns:a16="http://schemas.microsoft.com/office/drawing/2014/main" id="{E95108A6-E6E0-3AE0-ECD9-71E280FE92EF}"/>
                  </a:ext>
                </a:extLst>
              </p14:cNvPr>
              <p14:cNvContentPartPr/>
              <p14:nvPr/>
            </p14:nvContentPartPr>
            <p14:xfrm>
              <a:off x="1247017" y="1934621"/>
              <a:ext cx="7920" cy="154440"/>
            </p14:xfrm>
          </p:contentPart>
        </mc:Choice>
        <mc:Fallback>
          <p:pic>
            <p:nvPicPr>
              <p:cNvPr id="87" name="Tinta 86">
                <a:extLst>
                  <a:ext uri="{FF2B5EF4-FFF2-40B4-BE49-F238E27FC236}">
                    <a16:creationId xmlns:a16="http://schemas.microsoft.com/office/drawing/2014/main" id="{E95108A6-E6E0-3AE0-ECD9-71E280FE92EF}"/>
                  </a:ext>
                </a:extLst>
              </p:cNvPr>
              <p:cNvPicPr/>
              <p:nvPr/>
            </p:nvPicPr>
            <p:blipFill>
              <a:blip r:embed="rId146"/>
              <a:stretch>
                <a:fillRect/>
              </a:stretch>
            </p:blipFill>
            <p:spPr>
              <a:xfrm>
                <a:off x="1229377" y="1916621"/>
                <a:ext cx="43560" cy="19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7">
            <p14:nvContentPartPr>
              <p14:cNvPr id="88" name="Tinta 87">
                <a:extLst>
                  <a:ext uri="{FF2B5EF4-FFF2-40B4-BE49-F238E27FC236}">
                    <a16:creationId xmlns:a16="http://schemas.microsoft.com/office/drawing/2014/main" id="{084C2D10-3005-7E67-FF53-8BD3B8645706}"/>
                  </a:ext>
                </a:extLst>
              </p14:cNvPr>
              <p14:cNvContentPartPr/>
              <p14:nvPr/>
            </p14:nvContentPartPr>
            <p14:xfrm>
              <a:off x="1186177" y="2006981"/>
              <a:ext cx="135720" cy="4680"/>
            </p14:xfrm>
          </p:contentPart>
        </mc:Choice>
        <mc:Fallback>
          <p:pic>
            <p:nvPicPr>
              <p:cNvPr id="88" name="Tinta 87">
                <a:extLst>
                  <a:ext uri="{FF2B5EF4-FFF2-40B4-BE49-F238E27FC236}">
                    <a16:creationId xmlns:a16="http://schemas.microsoft.com/office/drawing/2014/main" id="{084C2D10-3005-7E67-FF53-8BD3B8645706}"/>
                  </a:ext>
                </a:extLst>
              </p:cNvPr>
              <p:cNvPicPr/>
              <p:nvPr/>
            </p:nvPicPr>
            <p:blipFill>
              <a:blip r:embed="rId148"/>
              <a:stretch>
                <a:fillRect/>
              </a:stretch>
            </p:blipFill>
            <p:spPr>
              <a:xfrm>
                <a:off x="1168537" y="1989341"/>
                <a:ext cx="17136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9">
            <p14:nvContentPartPr>
              <p14:cNvPr id="89" name="Tinta 88">
                <a:extLst>
                  <a:ext uri="{FF2B5EF4-FFF2-40B4-BE49-F238E27FC236}">
                    <a16:creationId xmlns:a16="http://schemas.microsoft.com/office/drawing/2014/main" id="{7333FC18-07C4-8948-5355-EB5940756FEA}"/>
                  </a:ext>
                </a:extLst>
              </p14:cNvPr>
              <p14:cNvContentPartPr/>
              <p14:nvPr/>
            </p14:nvContentPartPr>
            <p14:xfrm>
              <a:off x="1597297" y="1869461"/>
              <a:ext cx="93600" cy="154800"/>
            </p14:xfrm>
          </p:contentPart>
        </mc:Choice>
        <mc:Fallback>
          <p:pic>
            <p:nvPicPr>
              <p:cNvPr id="89" name="Tinta 88">
                <a:extLst>
                  <a:ext uri="{FF2B5EF4-FFF2-40B4-BE49-F238E27FC236}">
                    <a16:creationId xmlns:a16="http://schemas.microsoft.com/office/drawing/2014/main" id="{7333FC18-07C4-8948-5355-EB5940756FEA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1579657" y="1851821"/>
                <a:ext cx="129240" cy="19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1">
            <p14:nvContentPartPr>
              <p14:cNvPr id="90" name="Tinta 89">
                <a:extLst>
                  <a:ext uri="{FF2B5EF4-FFF2-40B4-BE49-F238E27FC236}">
                    <a16:creationId xmlns:a16="http://schemas.microsoft.com/office/drawing/2014/main" id="{2A4F7A8C-5ADF-D567-2DDB-5CBDBE575A69}"/>
                  </a:ext>
                </a:extLst>
              </p14:cNvPr>
              <p14:cNvContentPartPr/>
              <p14:nvPr/>
            </p14:nvContentPartPr>
            <p14:xfrm>
              <a:off x="1465897" y="2058461"/>
              <a:ext cx="380520" cy="10440"/>
            </p14:xfrm>
          </p:contentPart>
        </mc:Choice>
        <mc:Fallback>
          <p:pic>
            <p:nvPicPr>
              <p:cNvPr id="90" name="Tinta 89">
                <a:extLst>
                  <a:ext uri="{FF2B5EF4-FFF2-40B4-BE49-F238E27FC236}">
                    <a16:creationId xmlns:a16="http://schemas.microsoft.com/office/drawing/2014/main" id="{2A4F7A8C-5ADF-D567-2DDB-5CBDBE575A69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1447897" y="2040821"/>
                <a:ext cx="416160" cy="4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3">
            <p14:nvContentPartPr>
              <p14:cNvPr id="92" name="Tinta 91">
                <a:extLst>
                  <a:ext uri="{FF2B5EF4-FFF2-40B4-BE49-F238E27FC236}">
                    <a16:creationId xmlns:a16="http://schemas.microsoft.com/office/drawing/2014/main" id="{ECACC836-5416-8611-552D-7FEB035CB3BE}"/>
                  </a:ext>
                </a:extLst>
              </p14:cNvPr>
              <p14:cNvContentPartPr/>
              <p14:nvPr/>
            </p14:nvContentPartPr>
            <p14:xfrm>
              <a:off x="1532857" y="2188421"/>
              <a:ext cx="111960" cy="229320"/>
            </p14:xfrm>
          </p:contentPart>
        </mc:Choice>
        <mc:Fallback>
          <p:pic>
            <p:nvPicPr>
              <p:cNvPr id="92" name="Tinta 91">
                <a:extLst>
                  <a:ext uri="{FF2B5EF4-FFF2-40B4-BE49-F238E27FC236}">
                    <a16:creationId xmlns:a16="http://schemas.microsoft.com/office/drawing/2014/main" id="{ECACC836-5416-8611-552D-7FEB035CB3BE}"/>
                  </a:ext>
                </a:extLst>
              </p:cNvPr>
              <p:cNvPicPr/>
              <p:nvPr/>
            </p:nvPicPr>
            <p:blipFill>
              <a:blip r:embed="rId154"/>
              <a:stretch>
                <a:fillRect/>
              </a:stretch>
            </p:blipFill>
            <p:spPr>
              <a:xfrm>
                <a:off x="1514857" y="2170421"/>
                <a:ext cx="147600" cy="26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5">
            <p14:nvContentPartPr>
              <p14:cNvPr id="93" name="Tinta 92">
                <a:extLst>
                  <a:ext uri="{FF2B5EF4-FFF2-40B4-BE49-F238E27FC236}">
                    <a16:creationId xmlns:a16="http://schemas.microsoft.com/office/drawing/2014/main" id="{B08549CC-4EF1-3F3D-5925-DBCB4840ED50}"/>
                  </a:ext>
                </a:extLst>
              </p14:cNvPr>
              <p14:cNvContentPartPr/>
              <p14:nvPr/>
            </p14:nvContentPartPr>
            <p14:xfrm>
              <a:off x="1478137" y="2280941"/>
              <a:ext cx="109800" cy="4680"/>
            </p14:xfrm>
          </p:contentPart>
        </mc:Choice>
        <mc:Fallback>
          <p:pic>
            <p:nvPicPr>
              <p:cNvPr id="93" name="Tinta 92">
                <a:extLst>
                  <a:ext uri="{FF2B5EF4-FFF2-40B4-BE49-F238E27FC236}">
                    <a16:creationId xmlns:a16="http://schemas.microsoft.com/office/drawing/2014/main" id="{B08549CC-4EF1-3F3D-5925-DBCB4840ED50}"/>
                  </a:ext>
                </a:extLst>
              </p:cNvPr>
              <p:cNvPicPr/>
              <p:nvPr/>
            </p:nvPicPr>
            <p:blipFill>
              <a:blip r:embed="rId156"/>
              <a:stretch>
                <a:fillRect/>
              </a:stretch>
            </p:blipFill>
            <p:spPr>
              <a:xfrm>
                <a:off x="1460497" y="2262941"/>
                <a:ext cx="14544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7">
            <p14:nvContentPartPr>
              <p14:cNvPr id="94" name="Tinta 93">
                <a:extLst>
                  <a:ext uri="{FF2B5EF4-FFF2-40B4-BE49-F238E27FC236}">
                    <a16:creationId xmlns:a16="http://schemas.microsoft.com/office/drawing/2014/main" id="{2D8185ED-282D-A1B0-AACD-A6906BC97B10}"/>
                  </a:ext>
                </a:extLst>
              </p14:cNvPr>
              <p14:cNvContentPartPr/>
              <p14:nvPr/>
            </p14:nvContentPartPr>
            <p14:xfrm>
              <a:off x="1660657" y="2152421"/>
              <a:ext cx="72000" cy="89640"/>
            </p14:xfrm>
          </p:contentPart>
        </mc:Choice>
        <mc:Fallback>
          <p:pic>
            <p:nvPicPr>
              <p:cNvPr id="94" name="Tinta 93">
                <a:extLst>
                  <a:ext uri="{FF2B5EF4-FFF2-40B4-BE49-F238E27FC236}">
                    <a16:creationId xmlns:a16="http://schemas.microsoft.com/office/drawing/2014/main" id="{2D8185ED-282D-A1B0-AACD-A6906BC97B10}"/>
                  </a:ext>
                </a:extLst>
              </p:cNvPr>
              <p:cNvPicPr/>
              <p:nvPr/>
            </p:nvPicPr>
            <p:blipFill>
              <a:blip r:embed="rId158"/>
              <a:stretch>
                <a:fillRect/>
              </a:stretch>
            </p:blipFill>
            <p:spPr>
              <a:xfrm>
                <a:off x="1643017" y="2134421"/>
                <a:ext cx="107640" cy="12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9">
            <p14:nvContentPartPr>
              <p14:cNvPr id="95" name="Tinta 94">
                <a:extLst>
                  <a:ext uri="{FF2B5EF4-FFF2-40B4-BE49-F238E27FC236}">
                    <a16:creationId xmlns:a16="http://schemas.microsoft.com/office/drawing/2014/main" id="{E774778D-09A0-FAC0-377A-F3598EC56293}"/>
                  </a:ext>
                </a:extLst>
              </p14:cNvPr>
              <p14:cNvContentPartPr/>
              <p14:nvPr/>
            </p14:nvContentPartPr>
            <p14:xfrm>
              <a:off x="1729057" y="2131541"/>
              <a:ext cx="82080" cy="142920"/>
            </p14:xfrm>
          </p:contentPart>
        </mc:Choice>
        <mc:Fallback>
          <p:pic>
            <p:nvPicPr>
              <p:cNvPr id="95" name="Tinta 94">
                <a:extLst>
                  <a:ext uri="{FF2B5EF4-FFF2-40B4-BE49-F238E27FC236}">
                    <a16:creationId xmlns:a16="http://schemas.microsoft.com/office/drawing/2014/main" id="{E774778D-09A0-FAC0-377A-F3598EC56293}"/>
                  </a:ext>
                </a:extLst>
              </p:cNvPr>
              <p:cNvPicPr/>
              <p:nvPr/>
            </p:nvPicPr>
            <p:blipFill>
              <a:blip r:embed="rId160"/>
              <a:stretch>
                <a:fillRect/>
              </a:stretch>
            </p:blipFill>
            <p:spPr>
              <a:xfrm>
                <a:off x="1711057" y="2113901"/>
                <a:ext cx="117720" cy="17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1">
            <p14:nvContentPartPr>
              <p14:cNvPr id="96" name="Tinta 95">
                <a:extLst>
                  <a:ext uri="{FF2B5EF4-FFF2-40B4-BE49-F238E27FC236}">
                    <a16:creationId xmlns:a16="http://schemas.microsoft.com/office/drawing/2014/main" id="{92CB369E-7028-4346-0350-D422BB1054CC}"/>
                  </a:ext>
                </a:extLst>
              </p14:cNvPr>
              <p14:cNvContentPartPr/>
              <p14:nvPr/>
            </p14:nvContentPartPr>
            <p14:xfrm>
              <a:off x="1802497" y="2179421"/>
              <a:ext cx="88200" cy="91800"/>
            </p14:xfrm>
          </p:contentPart>
        </mc:Choice>
        <mc:Fallback>
          <p:pic>
            <p:nvPicPr>
              <p:cNvPr id="96" name="Tinta 95">
                <a:extLst>
                  <a:ext uri="{FF2B5EF4-FFF2-40B4-BE49-F238E27FC236}">
                    <a16:creationId xmlns:a16="http://schemas.microsoft.com/office/drawing/2014/main" id="{92CB369E-7028-4346-0350-D422BB1054CC}"/>
                  </a:ext>
                </a:extLst>
              </p:cNvPr>
              <p:cNvPicPr/>
              <p:nvPr/>
            </p:nvPicPr>
            <p:blipFill>
              <a:blip r:embed="rId162"/>
              <a:stretch>
                <a:fillRect/>
              </a:stretch>
            </p:blipFill>
            <p:spPr>
              <a:xfrm>
                <a:off x="1784857" y="2161781"/>
                <a:ext cx="123840" cy="12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3">
            <p14:nvContentPartPr>
              <p14:cNvPr id="98" name="Tinta 97">
                <a:extLst>
                  <a:ext uri="{FF2B5EF4-FFF2-40B4-BE49-F238E27FC236}">
                    <a16:creationId xmlns:a16="http://schemas.microsoft.com/office/drawing/2014/main" id="{B947BFB0-AFBC-674F-D45D-D51B2560D135}"/>
                  </a:ext>
                </a:extLst>
              </p14:cNvPr>
              <p14:cNvContentPartPr/>
              <p14:nvPr/>
            </p14:nvContentPartPr>
            <p14:xfrm>
              <a:off x="1924177" y="1787021"/>
              <a:ext cx="171000" cy="597240"/>
            </p14:xfrm>
          </p:contentPart>
        </mc:Choice>
        <mc:Fallback>
          <p:pic>
            <p:nvPicPr>
              <p:cNvPr id="98" name="Tinta 97">
                <a:extLst>
                  <a:ext uri="{FF2B5EF4-FFF2-40B4-BE49-F238E27FC236}">
                    <a16:creationId xmlns:a16="http://schemas.microsoft.com/office/drawing/2014/main" id="{B947BFB0-AFBC-674F-D45D-D51B2560D135}"/>
                  </a:ext>
                </a:extLst>
              </p:cNvPr>
              <p:cNvPicPr/>
              <p:nvPr/>
            </p:nvPicPr>
            <p:blipFill>
              <a:blip r:embed="rId164"/>
              <a:stretch>
                <a:fillRect/>
              </a:stretch>
            </p:blipFill>
            <p:spPr>
              <a:xfrm>
                <a:off x="1906177" y="1769021"/>
                <a:ext cx="206640" cy="63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5">
            <p14:nvContentPartPr>
              <p14:cNvPr id="99" name="Tinta 98">
                <a:extLst>
                  <a:ext uri="{FF2B5EF4-FFF2-40B4-BE49-F238E27FC236}">
                    <a16:creationId xmlns:a16="http://schemas.microsoft.com/office/drawing/2014/main" id="{D3D6A93C-BBCA-76F6-7148-200B53B79859}"/>
                  </a:ext>
                </a:extLst>
              </p14:cNvPr>
              <p14:cNvContentPartPr/>
              <p14:nvPr/>
            </p14:nvContentPartPr>
            <p14:xfrm>
              <a:off x="2151337" y="1813301"/>
              <a:ext cx="149400" cy="273960"/>
            </p14:xfrm>
          </p:contentPart>
        </mc:Choice>
        <mc:Fallback>
          <p:pic>
            <p:nvPicPr>
              <p:cNvPr id="99" name="Tinta 98">
                <a:extLst>
                  <a:ext uri="{FF2B5EF4-FFF2-40B4-BE49-F238E27FC236}">
                    <a16:creationId xmlns:a16="http://schemas.microsoft.com/office/drawing/2014/main" id="{D3D6A93C-BBCA-76F6-7148-200B53B79859}"/>
                  </a:ext>
                </a:extLst>
              </p:cNvPr>
              <p:cNvPicPr/>
              <p:nvPr/>
            </p:nvPicPr>
            <p:blipFill>
              <a:blip r:embed="rId166"/>
              <a:stretch>
                <a:fillRect/>
              </a:stretch>
            </p:blipFill>
            <p:spPr>
              <a:xfrm>
                <a:off x="2133337" y="1795301"/>
                <a:ext cx="185040" cy="30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7">
            <p14:nvContentPartPr>
              <p14:cNvPr id="100" name="Tinta 99">
                <a:extLst>
                  <a:ext uri="{FF2B5EF4-FFF2-40B4-BE49-F238E27FC236}">
                    <a16:creationId xmlns:a16="http://schemas.microsoft.com/office/drawing/2014/main" id="{3871301B-8136-0CBC-684B-E89C8A48F7AE}"/>
                  </a:ext>
                </a:extLst>
              </p14:cNvPr>
              <p14:cNvContentPartPr/>
              <p14:nvPr/>
            </p14:nvContentPartPr>
            <p14:xfrm>
              <a:off x="2353657" y="1909781"/>
              <a:ext cx="91080" cy="189360"/>
            </p14:xfrm>
          </p:contentPart>
        </mc:Choice>
        <mc:Fallback>
          <p:pic>
            <p:nvPicPr>
              <p:cNvPr id="100" name="Tinta 99">
                <a:extLst>
                  <a:ext uri="{FF2B5EF4-FFF2-40B4-BE49-F238E27FC236}">
                    <a16:creationId xmlns:a16="http://schemas.microsoft.com/office/drawing/2014/main" id="{3871301B-8136-0CBC-684B-E89C8A48F7AE}"/>
                  </a:ext>
                </a:extLst>
              </p:cNvPr>
              <p:cNvPicPr/>
              <p:nvPr/>
            </p:nvPicPr>
            <p:blipFill>
              <a:blip r:embed="rId168"/>
              <a:stretch>
                <a:fillRect/>
              </a:stretch>
            </p:blipFill>
            <p:spPr>
              <a:xfrm>
                <a:off x="2336017" y="1892141"/>
                <a:ext cx="126720" cy="22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9">
            <p14:nvContentPartPr>
              <p14:cNvPr id="101" name="Tinta 100">
                <a:extLst>
                  <a:ext uri="{FF2B5EF4-FFF2-40B4-BE49-F238E27FC236}">
                    <a16:creationId xmlns:a16="http://schemas.microsoft.com/office/drawing/2014/main" id="{4CE10453-4669-F2D3-D2E0-87C9C4E7F477}"/>
                  </a:ext>
                </a:extLst>
              </p14:cNvPr>
              <p14:cNvContentPartPr/>
              <p14:nvPr/>
            </p14:nvContentPartPr>
            <p14:xfrm>
              <a:off x="2328817" y="1969181"/>
              <a:ext cx="78480" cy="19440"/>
            </p14:xfrm>
          </p:contentPart>
        </mc:Choice>
        <mc:Fallback>
          <p:pic>
            <p:nvPicPr>
              <p:cNvPr id="101" name="Tinta 100">
                <a:extLst>
                  <a:ext uri="{FF2B5EF4-FFF2-40B4-BE49-F238E27FC236}">
                    <a16:creationId xmlns:a16="http://schemas.microsoft.com/office/drawing/2014/main" id="{4CE10453-4669-F2D3-D2E0-87C9C4E7F477}"/>
                  </a:ext>
                </a:extLst>
              </p:cNvPr>
              <p:cNvPicPr/>
              <p:nvPr/>
            </p:nvPicPr>
            <p:blipFill>
              <a:blip r:embed="rId170"/>
              <a:stretch>
                <a:fillRect/>
              </a:stretch>
            </p:blipFill>
            <p:spPr>
              <a:xfrm>
                <a:off x="2311177" y="1951181"/>
                <a:ext cx="114120" cy="5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1">
            <p14:nvContentPartPr>
              <p14:cNvPr id="102" name="Tinta 101">
                <a:extLst>
                  <a:ext uri="{FF2B5EF4-FFF2-40B4-BE49-F238E27FC236}">
                    <a16:creationId xmlns:a16="http://schemas.microsoft.com/office/drawing/2014/main" id="{83BE21A1-DD73-1C18-CB03-979A3FECB581}"/>
                  </a:ext>
                </a:extLst>
              </p14:cNvPr>
              <p14:cNvContentPartPr/>
              <p14:nvPr/>
            </p14:nvContentPartPr>
            <p14:xfrm>
              <a:off x="2619337" y="2040461"/>
              <a:ext cx="88560" cy="13680"/>
            </p14:xfrm>
          </p:contentPart>
        </mc:Choice>
        <mc:Fallback>
          <p:pic>
            <p:nvPicPr>
              <p:cNvPr id="102" name="Tinta 101">
                <a:extLst>
                  <a:ext uri="{FF2B5EF4-FFF2-40B4-BE49-F238E27FC236}">
                    <a16:creationId xmlns:a16="http://schemas.microsoft.com/office/drawing/2014/main" id="{83BE21A1-DD73-1C18-CB03-979A3FECB581}"/>
                  </a:ext>
                </a:extLst>
              </p:cNvPr>
              <p:cNvPicPr/>
              <p:nvPr/>
            </p:nvPicPr>
            <p:blipFill>
              <a:blip r:embed="rId172"/>
              <a:stretch>
                <a:fillRect/>
              </a:stretch>
            </p:blipFill>
            <p:spPr>
              <a:xfrm>
                <a:off x="2601697" y="2022821"/>
                <a:ext cx="124200" cy="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3">
            <p14:nvContentPartPr>
              <p14:cNvPr id="103" name="Tinta 102">
                <a:extLst>
                  <a:ext uri="{FF2B5EF4-FFF2-40B4-BE49-F238E27FC236}">
                    <a16:creationId xmlns:a16="http://schemas.microsoft.com/office/drawing/2014/main" id="{05010D4C-79CE-512A-D201-DF192091D934}"/>
                  </a:ext>
                </a:extLst>
              </p14:cNvPr>
              <p14:cNvContentPartPr/>
              <p14:nvPr/>
            </p14:nvContentPartPr>
            <p14:xfrm>
              <a:off x="2621857" y="1975661"/>
              <a:ext cx="71280" cy="10440"/>
            </p14:xfrm>
          </p:contentPart>
        </mc:Choice>
        <mc:Fallback>
          <p:pic>
            <p:nvPicPr>
              <p:cNvPr id="103" name="Tinta 102">
                <a:extLst>
                  <a:ext uri="{FF2B5EF4-FFF2-40B4-BE49-F238E27FC236}">
                    <a16:creationId xmlns:a16="http://schemas.microsoft.com/office/drawing/2014/main" id="{05010D4C-79CE-512A-D201-DF192091D934}"/>
                  </a:ext>
                </a:extLst>
              </p:cNvPr>
              <p:cNvPicPr/>
              <p:nvPr/>
            </p:nvPicPr>
            <p:blipFill>
              <a:blip r:embed="rId174"/>
              <a:stretch>
                <a:fillRect/>
              </a:stretch>
            </p:blipFill>
            <p:spPr>
              <a:xfrm>
                <a:off x="2604217" y="1958021"/>
                <a:ext cx="106920" cy="4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5">
            <p14:nvContentPartPr>
              <p14:cNvPr id="106" name="Tinta 105">
                <a:extLst>
                  <a:ext uri="{FF2B5EF4-FFF2-40B4-BE49-F238E27FC236}">
                    <a16:creationId xmlns:a16="http://schemas.microsoft.com/office/drawing/2014/main" id="{4AC8BC85-1454-1C50-41F6-0F900E4CBB11}"/>
                  </a:ext>
                </a:extLst>
              </p14:cNvPr>
              <p14:cNvContentPartPr/>
              <p14:nvPr/>
            </p14:nvContentPartPr>
            <p14:xfrm>
              <a:off x="2882857" y="1712141"/>
              <a:ext cx="108000" cy="752400"/>
            </p14:xfrm>
          </p:contentPart>
        </mc:Choice>
        <mc:Fallback>
          <p:pic>
            <p:nvPicPr>
              <p:cNvPr id="106" name="Tinta 105">
                <a:extLst>
                  <a:ext uri="{FF2B5EF4-FFF2-40B4-BE49-F238E27FC236}">
                    <a16:creationId xmlns:a16="http://schemas.microsoft.com/office/drawing/2014/main" id="{4AC8BC85-1454-1C50-41F6-0F900E4CBB11}"/>
                  </a:ext>
                </a:extLst>
              </p:cNvPr>
              <p:cNvPicPr/>
              <p:nvPr/>
            </p:nvPicPr>
            <p:blipFill>
              <a:blip r:embed="rId176"/>
              <a:stretch>
                <a:fillRect/>
              </a:stretch>
            </p:blipFill>
            <p:spPr>
              <a:xfrm>
                <a:off x="2864857" y="1694141"/>
                <a:ext cx="143640" cy="788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31" name="Agrupar 130">
            <a:extLst>
              <a:ext uri="{FF2B5EF4-FFF2-40B4-BE49-F238E27FC236}">
                <a16:creationId xmlns:a16="http://schemas.microsoft.com/office/drawing/2014/main" id="{91924D1B-E5A0-C1C7-0856-C3B29CA6C8EF}"/>
              </a:ext>
            </a:extLst>
          </p:cNvPr>
          <p:cNvGrpSpPr/>
          <p:nvPr/>
        </p:nvGrpSpPr>
        <p:grpSpPr>
          <a:xfrm>
            <a:off x="3161137" y="1623581"/>
            <a:ext cx="2464200" cy="717120"/>
            <a:chOff x="3161137" y="1623581"/>
            <a:chExt cx="2464200" cy="717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08" name="Tinta 107">
                  <a:extLst>
                    <a:ext uri="{FF2B5EF4-FFF2-40B4-BE49-F238E27FC236}">
                      <a16:creationId xmlns:a16="http://schemas.microsoft.com/office/drawing/2014/main" id="{B68C98C1-6671-1488-3473-5D2C564C460B}"/>
                    </a:ext>
                  </a:extLst>
                </p14:cNvPr>
                <p14:cNvContentPartPr/>
                <p14:nvPr/>
              </p14:nvContentPartPr>
              <p14:xfrm>
                <a:off x="3161137" y="1797821"/>
                <a:ext cx="187560" cy="542880"/>
              </p14:xfrm>
            </p:contentPart>
          </mc:Choice>
          <mc:Fallback>
            <p:pic>
              <p:nvPicPr>
                <p:cNvPr id="108" name="Tinta 107">
                  <a:extLst>
                    <a:ext uri="{FF2B5EF4-FFF2-40B4-BE49-F238E27FC236}">
                      <a16:creationId xmlns:a16="http://schemas.microsoft.com/office/drawing/2014/main" id="{B68C98C1-6671-1488-3473-5D2C564C460B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3143137" y="1779821"/>
                  <a:ext cx="223200" cy="57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09" name="Tinta 108">
                  <a:extLst>
                    <a:ext uri="{FF2B5EF4-FFF2-40B4-BE49-F238E27FC236}">
                      <a16:creationId xmlns:a16="http://schemas.microsoft.com/office/drawing/2014/main" id="{D4951689-44A3-20D8-C093-214D3A607711}"/>
                    </a:ext>
                  </a:extLst>
                </p14:cNvPr>
                <p14:cNvContentPartPr/>
                <p14:nvPr/>
              </p14:nvContentPartPr>
              <p14:xfrm>
                <a:off x="3365977" y="1914461"/>
                <a:ext cx="156960" cy="311760"/>
              </p14:xfrm>
            </p:contentPart>
          </mc:Choice>
          <mc:Fallback>
            <p:pic>
              <p:nvPicPr>
                <p:cNvPr id="109" name="Tinta 108">
                  <a:extLst>
                    <a:ext uri="{FF2B5EF4-FFF2-40B4-BE49-F238E27FC236}">
                      <a16:creationId xmlns:a16="http://schemas.microsoft.com/office/drawing/2014/main" id="{D4951689-44A3-20D8-C093-214D3A607711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3347977" y="1896821"/>
                  <a:ext cx="19260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10" name="Tinta 109">
                  <a:extLst>
                    <a:ext uri="{FF2B5EF4-FFF2-40B4-BE49-F238E27FC236}">
                      <a16:creationId xmlns:a16="http://schemas.microsoft.com/office/drawing/2014/main" id="{8C1BD8D7-381D-3544-358B-745C953FECF4}"/>
                    </a:ext>
                  </a:extLst>
                </p14:cNvPr>
                <p14:cNvContentPartPr/>
                <p14:nvPr/>
              </p14:nvContentPartPr>
              <p14:xfrm>
                <a:off x="3646417" y="1903301"/>
                <a:ext cx="107280" cy="271800"/>
              </p14:xfrm>
            </p:contentPart>
          </mc:Choice>
          <mc:Fallback>
            <p:pic>
              <p:nvPicPr>
                <p:cNvPr id="110" name="Tinta 109">
                  <a:extLst>
                    <a:ext uri="{FF2B5EF4-FFF2-40B4-BE49-F238E27FC236}">
                      <a16:creationId xmlns:a16="http://schemas.microsoft.com/office/drawing/2014/main" id="{8C1BD8D7-381D-3544-358B-745C953FECF4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3628777" y="1885301"/>
                  <a:ext cx="14292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11" name="Tinta 110">
                  <a:extLst>
                    <a:ext uri="{FF2B5EF4-FFF2-40B4-BE49-F238E27FC236}">
                      <a16:creationId xmlns:a16="http://schemas.microsoft.com/office/drawing/2014/main" id="{C05E61F5-8D98-DFF2-33E2-B82CAF371242}"/>
                    </a:ext>
                  </a:extLst>
                </p14:cNvPr>
                <p14:cNvContentPartPr/>
                <p14:nvPr/>
              </p14:nvContentPartPr>
              <p14:xfrm>
                <a:off x="3571897" y="1992581"/>
                <a:ext cx="146880" cy="18360"/>
              </p14:xfrm>
            </p:contentPart>
          </mc:Choice>
          <mc:Fallback>
            <p:pic>
              <p:nvPicPr>
                <p:cNvPr id="111" name="Tinta 110">
                  <a:extLst>
                    <a:ext uri="{FF2B5EF4-FFF2-40B4-BE49-F238E27FC236}">
                      <a16:creationId xmlns:a16="http://schemas.microsoft.com/office/drawing/2014/main" id="{C05E61F5-8D98-DFF2-33E2-B82CAF371242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3554257" y="1974581"/>
                  <a:ext cx="18252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12" name="Tinta 111">
                  <a:extLst>
                    <a:ext uri="{FF2B5EF4-FFF2-40B4-BE49-F238E27FC236}">
                      <a16:creationId xmlns:a16="http://schemas.microsoft.com/office/drawing/2014/main" id="{FCF40AE9-1333-496B-3663-24C065D7BDE5}"/>
                    </a:ext>
                  </a:extLst>
                </p14:cNvPr>
                <p14:cNvContentPartPr/>
                <p14:nvPr/>
              </p14:nvContentPartPr>
              <p14:xfrm>
                <a:off x="3767017" y="1784501"/>
                <a:ext cx="138240" cy="159120"/>
              </p14:xfrm>
            </p:contentPart>
          </mc:Choice>
          <mc:Fallback>
            <p:pic>
              <p:nvPicPr>
                <p:cNvPr id="112" name="Tinta 111">
                  <a:extLst>
                    <a:ext uri="{FF2B5EF4-FFF2-40B4-BE49-F238E27FC236}">
                      <a16:creationId xmlns:a16="http://schemas.microsoft.com/office/drawing/2014/main" id="{FCF40AE9-1333-496B-3663-24C065D7BDE5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3749017" y="1766861"/>
                  <a:ext cx="17388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13" name="Tinta 112">
                  <a:extLst>
                    <a:ext uri="{FF2B5EF4-FFF2-40B4-BE49-F238E27FC236}">
                      <a16:creationId xmlns:a16="http://schemas.microsoft.com/office/drawing/2014/main" id="{01187CD5-6DFB-DDE7-E2FA-4DCE91E6BC1B}"/>
                    </a:ext>
                  </a:extLst>
                </p14:cNvPr>
                <p14:cNvContentPartPr/>
                <p14:nvPr/>
              </p14:nvContentPartPr>
              <p14:xfrm>
                <a:off x="4016497" y="1952261"/>
                <a:ext cx="3960" cy="235080"/>
              </p14:xfrm>
            </p:contentPart>
          </mc:Choice>
          <mc:Fallback>
            <p:pic>
              <p:nvPicPr>
                <p:cNvPr id="113" name="Tinta 112">
                  <a:extLst>
                    <a:ext uri="{FF2B5EF4-FFF2-40B4-BE49-F238E27FC236}">
                      <a16:creationId xmlns:a16="http://schemas.microsoft.com/office/drawing/2014/main" id="{01187CD5-6DFB-DDE7-E2FA-4DCE91E6BC1B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3998857" y="1934621"/>
                  <a:ext cx="3960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14" name="Tinta 113">
                  <a:extLst>
                    <a:ext uri="{FF2B5EF4-FFF2-40B4-BE49-F238E27FC236}">
                      <a16:creationId xmlns:a16="http://schemas.microsoft.com/office/drawing/2014/main" id="{F6B77F84-1F68-C3EA-0D36-DC7015152E3B}"/>
                    </a:ext>
                  </a:extLst>
                </p14:cNvPr>
                <p14:cNvContentPartPr/>
                <p14:nvPr/>
              </p14:nvContentPartPr>
              <p14:xfrm>
                <a:off x="3963217" y="2068541"/>
                <a:ext cx="120960" cy="10440"/>
              </p14:xfrm>
            </p:contentPart>
          </mc:Choice>
          <mc:Fallback>
            <p:pic>
              <p:nvPicPr>
                <p:cNvPr id="114" name="Tinta 113">
                  <a:extLst>
                    <a:ext uri="{FF2B5EF4-FFF2-40B4-BE49-F238E27FC236}">
                      <a16:creationId xmlns:a16="http://schemas.microsoft.com/office/drawing/2014/main" id="{F6B77F84-1F68-C3EA-0D36-DC7015152E3B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3945217" y="2050901"/>
                  <a:ext cx="15660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15" name="Tinta 114">
                  <a:extLst>
                    <a:ext uri="{FF2B5EF4-FFF2-40B4-BE49-F238E27FC236}">
                      <a16:creationId xmlns:a16="http://schemas.microsoft.com/office/drawing/2014/main" id="{F828A618-6EF5-34DE-D139-7D85F91F2FCC}"/>
                    </a:ext>
                  </a:extLst>
                </p14:cNvPr>
                <p14:cNvContentPartPr/>
                <p14:nvPr/>
              </p14:nvContentPartPr>
              <p14:xfrm>
                <a:off x="4273897" y="1908701"/>
                <a:ext cx="87120" cy="237600"/>
              </p14:xfrm>
            </p:contentPart>
          </mc:Choice>
          <mc:Fallback>
            <p:pic>
              <p:nvPicPr>
                <p:cNvPr id="115" name="Tinta 114">
                  <a:extLst>
                    <a:ext uri="{FF2B5EF4-FFF2-40B4-BE49-F238E27FC236}">
                      <a16:creationId xmlns:a16="http://schemas.microsoft.com/office/drawing/2014/main" id="{F828A618-6EF5-34DE-D139-7D85F91F2FCC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4255897" y="1891061"/>
                  <a:ext cx="12276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17" name="Tinta 116">
                  <a:extLst>
                    <a:ext uri="{FF2B5EF4-FFF2-40B4-BE49-F238E27FC236}">
                      <a16:creationId xmlns:a16="http://schemas.microsoft.com/office/drawing/2014/main" id="{6E91D1C4-2368-B951-DC00-89715F716D4C}"/>
                    </a:ext>
                  </a:extLst>
                </p14:cNvPr>
                <p14:cNvContentPartPr/>
                <p14:nvPr/>
              </p14:nvContentPartPr>
              <p14:xfrm>
                <a:off x="4463617" y="2122181"/>
                <a:ext cx="360" cy="2520"/>
              </p14:xfrm>
            </p:contentPart>
          </mc:Choice>
          <mc:Fallback>
            <p:pic>
              <p:nvPicPr>
                <p:cNvPr id="117" name="Tinta 116">
                  <a:extLst>
                    <a:ext uri="{FF2B5EF4-FFF2-40B4-BE49-F238E27FC236}">
                      <a16:creationId xmlns:a16="http://schemas.microsoft.com/office/drawing/2014/main" id="{6E91D1C4-2368-B951-DC00-89715F716D4C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4445977" y="2104541"/>
                  <a:ext cx="360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18" name="Tinta 117">
                  <a:extLst>
                    <a:ext uri="{FF2B5EF4-FFF2-40B4-BE49-F238E27FC236}">
                      <a16:creationId xmlns:a16="http://schemas.microsoft.com/office/drawing/2014/main" id="{E46DF8FF-619D-F2B1-3E19-FEE94C0E4CCE}"/>
                    </a:ext>
                  </a:extLst>
                </p14:cNvPr>
                <p14:cNvContentPartPr/>
                <p14:nvPr/>
              </p14:nvContentPartPr>
              <p14:xfrm>
                <a:off x="4247617" y="1837061"/>
                <a:ext cx="51120" cy="88920"/>
              </p14:xfrm>
            </p:contentPart>
          </mc:Choice>
          <mc:Fallback>
            <p:pic>
              <p:nvPicPr>
                <p:cNvPr id="118" name="Tinta 117">
                  <a:extLst>
                    <a:ext uri="{FF2B5EF4-FFF2-40B4-BE49-F238E27FC236}">
                      <a16:creationId xmlns:a16="http://schemas.microsoft.com/office/drawing/2014/main" id="{E46DF8FF-619D-F2B1-3E19-FEE94C0E4CCE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4229617" y="1819421"/>
                  <a:ext cx="8676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19" name="Tinta 118">
                  <a:extLst>
                    <a:ext uri="{FF2B5EF4-FFF2-40B4-BE49-F238E27FC236}">
                      <a16:creationId xmlns:a16="http://schemas.microsoft.com/office/drawing/2014/main" id="{BF8E52D5-E309-9FAF-DD2B-6DC8861BBCA5}"/>
                    </a:ext>
                  </a:extLst>
                </p14:cNvPr>
                <p14:cNvContentPartPr/>
                <p14:nvPr/>
              </p14:nvContentPartPr>
              <p14:xfrm>
                <a:off x="4300897" y="1866221"/>
                <a:ext cx="10440" cy="114480"/>
              </p14:xfrm>
            </p:contentPart>
          </mc:Choice>
          <mc:Fallback>
            <p:pic>
              <p:nvPicPr>
                <p:cNvPr id="119" name="Tinta 118">
                  <a:extLst>
                    <a:ext uri="{FF2B5EF4-FFF2-40B4-BE49-F238E27FC236}">
                      <a16:creationId xmlns:a16="http://schemas.microsoft.com/office/drawing/2014/main" id="{BF8E52D5-E309-9FAF-DD2B-6DC8861BBCA5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4283257" y="1848581"/>
                  <a:ext cx="4608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20" name="Tinta 119">
                  <a:extLst>
                    <a:ext uri="{FF2B5EF4-FFF2-40B4-BE49-F238E27FC236}">
                      <a16:creationId xmlns:a16="http://schemas.microsoft.com/office/drawing/2014/main" id="{5F4D7061-7F74-225C-9940-6B7953354D6E}"/>
                    </a:ext>
                  </a:extLst>
                </p14:cNvPr>
                <p14:cNvContentPartPr/>
                <p14:nvPr/>
              </p14:nvContentPartPr>
              <p14:xfrm>
                <a:off x="4575577" y="1878461"/>
                <a:ext cx="115920" cy="264600"/>
              </p14:xfrm>
            </p:contentPart>
          </mc:Choice>
          <mc:Fallback>
            <p:pic>
              <p:nvPicPr>
                <p:cNvPr id="120" name="Tinta 119">
                  <a:extLst>
                    <a:ext uri="{FF2B5EF4-FFF2-40B4-BE49-F238E27FC236}">
                      <a16:creationId xmlns:a16="http://schemas.microsoft.com/office/drawing/2014/main" id="{5F4D7061-7F74-225C-9940-6B7953354D6E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4557577" y="1860821"/>
                  <a:ext cx="15156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21" name="Tinta 120">
                  <a:extLst>
                    <a:ext uri="{FF2B5EF4-FFF2-40B4-BE49-F238E27FC236}">
                      <a16:creationId xmlns:a16="http://schemas.microsoft.com/office/drawing/2014/main" id="{8AADFF60-329C-5275-664F-F908343BDED4}"/>
                    </a:ext>
                  </a:extLst>
                </p14:cNvPr>
                <p14:cNvContentPartPr/>
                <p14:nvPr/>
              </p14:nvContentPartPr>
              <p14:xfrm>
                <a:off x="4525897" y="1952261"/>
                <a:ext cx="123480" cy="10440"/>
              </p14:xfrm>
            </p:contentPart>
          </mc:Choice>
          <mc:Fallback>
            <p:pic>
              <p:nvPicPr>
                <p:cNvPr id="121" name="Tinta 120">
                  <a:extLst>
                    <a:ext uri="{FF2B5EF4-FFF2-40B4-BE49-F238E27FC236}">
                      <a16:creationId xmlns:a16="http://schemas.microsoft.com/office/drawing/2014/main" id="{8AADFF60-329C-5275-664F-F908343BDED4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4507897" y="1934621"/>
                  <a:ext cx="15912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23" name="Tinta 122">
                  <a:extLst>
                    <a:ext uri="{FF2B5EF4-FFF2-40B4-BE49-F238E27FC236}">
                      <a16:creationId xmlns:a16="http://schemas.microsoft.com/office/drawing/2014/main" id="{1E701915-C4EE-72E0-A1F3-2C578E5680FD}"/>
                    </a:ext>
                  </a:extLst>
                </p14:cNvPr>
                <p14:cNvContentPartPr/>
                <p14:nvPr/>
              </p14:nvContentPartPr>
              <p14:xfrm>
                <a:off x="4670977" y="1725461"/>
                <a:ext cx="98640" cy="2520"/>
              </p14:xfrm>
            </p:contentPart>
          </mc:Choice>
          <mc:Fallback>
            <p:pic>
              <p:nvPicPr>
                <p:cNvPr id="123" name="Tinta 122">
                  <a:extLst>
                    <a:ext uri="{FF2B5EF4-FFF2-40B4-BE49-F238E27FC236}">
                      <a16:creationId xmlns:a16="http://schemas.microsoft.com/office/drawing/2014/main" id="{1E701915-C4EE-72E0-A1F3-2C578E5680FD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4653337" y="1707461"/>
                  <a:ext cx="13428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24" name="Tinta 123">
                  <a:extLst>
                    <a:ext uri="{FF2B5EF4-FFF2-40B4-BE49-F238E27FC236}">
                      <a16:creationId xmlns:a16="http://schemas.microsoft.com/office/drawing/2014/main" id="{247588E5-0360-6F07-0AB2-13DB652FB50A}"/>
                    </a:ext>
                  </a:extLst>
                </p14:cNvPr>
                <p14:cNvContentPartPr/>
                <p14:nvPr/>
              </p14:nvContentPartPr>
              <p14:xfrm>
                <a:off x="4849897" y="1623581"/>
                <a:ext cx="84960" cy="117000"/>
              </p14:xfrm>
            </p:contentPart>
          </mc:Choice>
          <mc:Fallback>
            <p:pic>
              <p:nvPicPr>
                <p:cNvPr id="124" name="Tinta 123">
                  <a:extLst>
                    <a:ext uri="{FF2B5EF4-FFF2-40B4-BE49-F238E27FC236}">
                      <a16:creationId xmlns:a16="http://schemas.microsoft.com/office/drawing/2014/main" id="{247588E5-0360-6F07-0AB2-13DB652FB50A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4832257" y="1605941"/>
                  <a:ext cx="12060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25" name="Tinta 124">
                  <a:extLst>
                    <a:ext uri="{FF2B5EF4-FFF2-40B4-BE49-F238E27FC236}">
                      <a16:creationId xmlns:a16="http://schemas.microsoft.com/office/drawing/2014/main" id="{D875681E-648A-666A-4D0F-CCD14A36B9F9}"/>
                    </a:ext>
                  </a:extLst>
                </p14:cNvPr>
                <p14:cNvContentPartPr/>
                <p14:nvPr/>
              </p14:nvContentPartPr>
              <p14:xfrm>
                <a:off x="4841257" y="1761101"/>
                <a:ext cx="139320" cy="9360"/>
              </p14:xfrm>
            </p:contentPart>
          </mc:Choice>
          <mc:Fallback>
            <p:pic>
              <p:nvPicPr>
                <p:cNvPr id="125" name="Tinta 124">
                  <a:extLst>
                    <a:ext uri="{FF2B5EF4-FFF2-40B4-BE49-F238E27FC236}">
                      <a16:creationId xmlns:a16="http://schemas.microsoft.com/office/drawing/2014/main" id="{D875681E-648A-666A-4D0F-CCD14A36B9F9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4823257" y="1743461"/>
                  <a:ext cx="17496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26" name="Tinta 125">
                  <a:extLst>
                    <a:ext uri="{FF2B5EF4-FFF2-40B4-BE49-F238E27FC236}">
                      <a16:creationId xmlns:a16="http://schemas.microsoft.com/office/drawing/2014/main" id="{C2EEE12E-C0F9-2DA3-673F-C274B3C440F1}"/>
                    </a:ext>
                  </a:extLst>
                </p14:cNvPr>
                <p14:cNvContentPartPr/>
                <p14:nvPr/>
              </p14:nvContentPartPr>
              <p14:xfrm>
                <a:off x="4865017" y="1818701"/>
                <a:ext cx="108000" cy="138600"/>
              </p14:xfrm>
            </p:contentPart>
          </mc:Choice>
          <mc:Fallback>
            <p:pic>
              <p:nvPicPr>
                <p:cNvPr id="126" name="Tinta 125">
                  <a:extLst>
                    <a:ext uri="{FF2B5EF4-FFF2-40B4-BE49-F238E27FC236}">
                      <a16:creationId xmlns:a16="http://schemas.microsoft.com/office/drawing/2014/main" id="{C2EEE12E-C0F9-2DA3-673F-C274B3C440F1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4847377" y="1800701"/>
                  <a:ext cx="14364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27" name="Tinta 126">
                  <a:extLst>
                    <a:ext uri="{FF2B5EF4-FFF2-40B4-BE49-F238E27FC236}">
                      <a16:creationId xmlns:a16="http://schemas.microsoft.com/office/drawing/2014/main" id="{4E7612FF-2289-6162-630C-7EF5865D6699}"/>
                    </a:ext>
                  </a:extLst>
                </p14:cNvPr>
                <p14:cNvContentPartPr/>
                <p14:nvPr/>
              </p14:nvContentPartPr>
              <p14:xfrm>
                <a:off x="5053657" y="1709621"/>
                <a:ext cx="128520" cy="459720"/>
              </p14:xfrm>
            </p:contentPart>
          </mc:Choice>
          <mc:Fallback>
            <p:pic>
              <p:nvPicPr>
                <p:cNvPr id="127" name="Tinta 126">
                  <a:extLst>
                    <a:ext uri="{FF2B5EF4-FFF2-40B4-BE49-F238E27FC236}">
                      <a16:creationId xmlns:a16="http://schemas.microsoft.com/office/drawing/2014/main" id="{4E7612FF-2289-6162-630C-7EF5865D6699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5035657" y="1691981"/>
                  <a:ext cx="164160" cy="49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28" name="Tinta 127">
                  <a:extLst>
                    <a:ext uri="{FF2B5EF4-FFF2-40B4-BE49-F238E27FC236}">
                      <a16:creationId xmlns:a16="http://schemas.microsoft.com/office/drawing/2014/main" id="{3CE2C3B8-05D1-EAF7-A46E-E3DE904C4F4B}"/>
                    </a:ext>
                  </a:extLst>
                </p14:cNvPr>
                <p14:cNvContentPartPr/>
                <p14:nvPr/>
              </p14:nvContentPartPr>
              <p14:xfrm>
                <a:off x="5283337" y="1802861"/>
                <a:ext cx="168120" cy="348840"/>
              </p14:xfrm>
            </p:contentPart>
          </mc:Choice>
          <mc:Fallback>
            <p:pic>
              <p:nvPicPr>
                <p:cNvPr id="128" name="Tinta 127">
                  <a:extLst>
                    <a:ext uri="{FF2B5EF4-FFF2-40B4-BE49-F238E27FC236}">
                      <a16:creationId xmlns:a16="http://schemas.microsoft.com/office/drawing/2014/main" id="{3CE2C3B8-05D1-EAF7-A46E-E3DE904C4F4B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5265337" y="1785221"/>
                  <a:ext cx="203760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29" name="Tinta 128">
                  <a:extLst>
                    <a:ext uri="{FF2B5EF4-FFF2-40B4-BE49-F238E27FC236}">
                      <a16:creationId xmlns:a16="http://schemas.microsoft.com/office/drawing/2014/main" id="{3AEC35F5-F2E7-5AD3-E73D-8B96D67864B5}"/>
                    </a:ext>
                  </a:extLst>
                </p14:cNvPr>
                <p14:cNvContentPartPr/>
                <p14:nvPr/>
              </p14:nvContentPartPr>
              <p14:xfrm>
                <a:off x="5516977" y="1808261"/>
                <a:ext cx="108360" cy="276840"/>
              </p14:xfrm>
            </p:contentPart>
          </mc:Choice>
          <mc:Fallback>
            <p:pic>
              <p:nvPicPr>
                <p:cNvPr id="129" name="Tinta 128">
                  <a:extLst>
                    <a:ext uri="{FF2B5EF4-FFF2-40B4-BE49-F238E27FC236}">
                      <a16:creationId xmlns:a16="http://schemas.microsoft.com/office/drawing/2014/main" id="{3AEC35F5-F2E7-5AD3-E73D-8B96D67864B5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5498977" y="1790261"/>
                  <a:ext cx="14400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30" name="Tinta 129">
                  <a:extLst>
                    <a:ext uri="{FF2B5EF4-FFF2-40B4-BE49-F238E27FC236}">
                      <a16:creationId xmlns:a16="http://schemas.microsoft.com/office/drawing/2014/main" id="{05CD67B2-349E-7E5D-BE5D-A723FC4D9B19}"/>
                    </a:ext>
                  </a:extLst>
                </p14:cNvPr>
                <p14:cNvContentPartPr/>
                <p14:nvPr/>
              </p14:nvContentPartPr>
              <p14:xfrm>
                <a:off x="5485657" y="1927781"/>
                <a:ext cx="91080" cy="15840"/>
              </p14:xfrm>
            </p:contentPart>
          </mc:Choice>
          <mc:Fallback>
            <p:pic>
              <p:nvPicPr>
                <p:cNvPr id="130" name="Tinta 129">
                  <a:extLst>
                    <a:ext uri="{FF2B5EF4-FFF2-40B4-BE49-F238E27FC236}">
                      <a16:creationId xmlns:a16="http://schemas.microsoft.com/office/drawing/2014/main" id="{05CD67B2-349E-7E5D-BE5D-A723FC4D9B19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5468017" y="1909781"/>
                  <a:ext cx="126720" cy="5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4" name="Agrupar 133">
            <a:extLst>
              <a:ext uri="{FF2B5EF4-FFF2-40B4-BE49-F238E27FC236}">
                <a16:creationId xmlns:a16="http://schemas.microsoft.com/office/drawing/2014/main" id="{1A5BB158-3682-6745-8CA8-AB5ED7A85A26}"/>
              </a:ext>
            </a:extLst>
          </p:cNvPr>
          <p:cNvGrpSpPr/>
          <p:nvPr/>
        </p:nvGrpSpPr>
        <p:grpSpPr>
          <a:xfrm>
            <a:off x="5821177" y="2022821"/>
            <a:ext cx="117000" cy="86400"/>
            <a:chOff x="5821177" y="2022821"/>
            <a:chExt cx="117000" cy="86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32" name="Tinta 131">
                  <a:extLst>
                    <a:ext uri="{FF2B5EF4-FFF2-40B4-BE49-F238E27FC236}">
                      <a16:creationId xmlns:a16="http://schemas.microsoft.com/office/drawing/2014/main" id="{046CEE0F-8E21-A50B-5807-2BD1ED6A76E3}"/>
                    </a:ext>
                  </a:extLst>
                </p14:cNvPr>
                <p14:cNvContentPartPr/>
                <p14:nvPr/>
              </p14:nvContentPartPr>
              <p14:xfrm>
                <a:off x="5823697" y="2097701"/>
                <a:ext cx="114480" cy="11520"/>
              </p14:xfrm>
            </p:contentPart>
          </mc:Choice>
          <mc:Fallback>
            <p:pic>
              <p:nvPicPr>
                <p:cNvPr id="132" name="Tinta 131">
                  <a:extLst>
                    <a:ext uri="{FF2B5EF4-FFF2-40B4-BE49-F238E27FC236}">
                      <a16:creationId xmlns:a16="http://schemas.microsoft.com/office/drawing/2014/main" id="{046CEE0F-8E21-A50B-5807-2BD1ED6A76E3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5805697" y="2079701"/>
                  <a:ext cx="15012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33" name="Tinta 132">
                  <a:extLst>
                    <a:ext uri="{FF2B5EF4-FFF2-40B4-BE49-F238E27FC236}">
                      <a16:creationId xmlns:a16="http://schemas.microsoft.com/office/drawing/2014/main" id="{3A215588-4E70-3D4B-F7CB-5C9DB24C5A90}"/>
                    </a:ext>
                  </a:extLst>
                </p14:cNvPr>
                <p14:cNvContentPartPr/>
                <p14:nvPr/>
              </p14:nvContentPartPr>
              <p14:xfrm>
                <a:off x="5821177" y="2022821"/>
                <a:ext cx="60120" cy="6120"/>
              </p14:xfrm>
            </p:contentPart>
          </mc:Choice>
          <mc:Fallback>
            <p:pic>
              <p:nvPicPr>
                <p:cNvPr id="133" name="Tinta 132">
                  <a:extLst>
                    <a:ext uri="{FF2B5EF4-FFF2-40B4-BE49-F238E27FC236}">
                      <a16:creationId xmlns:a16="http://schemas.microsoft.com/office/drawing/2014/main" id="{3A215588-4E70-3D4B-F7CB-5C9DB24C5A90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5803177" y="2004821"/>
                  <a:ext cx="95760" cy="4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7" name="Agrupar 136">
            <a:extLst>
              <a:ext uri="{FF2B5EF4-FFF2-40B4-BE49-F238E27FC236}">
                <a16:creationId xmlns:a16="http://schemas.microsoft.com/office/drawing/2014/main" id="{5CEB61B1-FDF5-A13A-AE65-1B8DADE65466}"/>
              </a:ext>
            </a:extLst>
          </p:cNvPr>
          <p:cNvGrpSpPr/>
          <p:nvPr/>
        </p:nvGrpSpPr>
        <p:grpSpPr>
          <a:xfrm>
            <a:off x="313177" y="3410981"/>
            <a:ext cx="126000" cy="106560"/>
            <a:chOff x="313177" y="3410981"/>
            <a:chExt cx="126000" cy="106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35" name="Tinta 134">
                  <a:extLst>
                    <a:ext uri="{FF2B5EF4-FFF2-40B4-BE49-F238E27FC236}">
                      <a16:creationId xmlns:a16="http://schemas.microsoft.com/office/drawing/2014/main" id="{424505E4-8147-D27D-192C-F5532037F46D}"/>
                    </a:ext>
                  </a:extLst>
                </p14:cNvPr>
                <p14:cNvContentPartPr/>
                <p14:nvPr/>
              </p14:nvContentPartPr>
              <p14:xfrm>
                <a:off x="313177" y="3506021"/>
                <a:ext cx="122040" cy="11520"/>
              </p14:xfrm>
            </p:contentPart>
          </mc:Choice>
          <mc:Fallback>
            <p:pic>
              <p:nvPicPr>
                <p:cNvPr id="135" name="Tinta 134">
                  <a:extLst>
                    <a:ext uri="{FF2B5EF4-FFF2-40B4-BE49-F238E27FC236}">
                      <a16:creationId xmlns:a16="http://schemas.microsoft.com/office/drawing/2014/main" id="{424505E4-8147-D27D-192C-F5532037F46D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295537" y="3488021"/>
                  <a:ext cx="15768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36" name="Tinta 135">
                  <a:extLst>
                    <a:ext uri="{FF2B5EF4-FFF2-40B4-BE49-F238E27FC236}">
                      <a16:creationId xmlns:a16="http://schemas.microsoft.com/office/drawing/2014/main" id="{BF4851EC-B4E1-C9A6-6E75-CC3458994F17}"/>
                    </a:ext>
                  </a:extLst>
                </p14:cNvPr>
                <p14:cNvContentPartPr/>
                <p14:nvPr/>
              </p14:nvContentPartPr>
              <p14:xfrm>
                <a:off x="330817" y="3410981"/>
                <a:ext cx="108360" cy="360"/>
              </p14:xfrm>
            </p:contentPart>
          </mc:Choice>
          <mc:Fallback>
            <p:pic>
              <p:nvPicPr>
                <p:cNvPr id="136" name="Tinta 135">
                  <a:extLst>
                    <a:ext uri="{FF2B5EF4-FFF2-40B4-BE49-F238E27FC236}">
                      <a16:creationId xmlns:a16="http://schemas.microsoft.com/office/drawing/2014/main" id="{BF4851EC-B4E1-C9A6-6E75-CC3458994F17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312817" y="3392981"/>
                  <a:ext cx="1440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4" name="Agrupar 143">
            <a:extLst>
              <a:ext uri="{FF2B5EF4-FFF2-40B4-BE49-F238E27FC236}">
                <a16:creationId xmlns:a16="http://schemas.microsoft.com/office/drawing/2014/main" id="{CC7F5FF3-E288-0C83-0625-9D60511B29FB}"/>
              </a:ext>
            </a:extLst>
          </p:cNvPr>
          <p:cNvGrpSpPr/>
          <p:nvPr/>
        </p:nvGrpSpPr>
        <p:grpSpPr>
          <a:xfrm>
            <a:off x="3605017" y="1776941"/>
            <a:ext cx="327240" cy="401040"/>
            <a:chOff x="3605017" y="1776941"/>
            <a:chExt cx="327240" cy="401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38" name="Tinta 137">
                  <a:extLst>
                    <a:ext uri="{FF2B5EF4-FFF2-40B4-BE49-F238E27FC236}">
                      <a16:creationId xmlns:a16="http://schemas.microsoft.com/office/drawing/2014/main" id="{16B8635A-ADEE-814D-B9A5-0733F52486E9}"/>
                    </a:ext>
                  </a:extLst>
                </p14:cNvPr>
                <p14:cNvContentPartPr/>
                <p14:nvPr/>
              </p14:nvContentPartPr>
              <p14:xfrm>
                <a:off x="3655777" y="1878461"/>
                <a:ext cx="125280" cy="299520"/>
              </p14:xfrm>
            </p:contentPart>
          </mc:Choice>
          <mc:Fallback>
            <p:pic>
              <p:nvPicPr>
                <p:cNvPr id="138" name="Tinta 137">
                  <a:extLst>
                    <a:ext uri="{FF2B5EF4-FFF2-40B4-BE49-F238E27FC236}">
                      <a16:creationId xmlns:a16="http://schemas.microsoft.com/office/drawing/2014/main" id="{16B8635A-ADEE-814D-B9A5-0733F52486E9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3637777" y="1860821"/>
                  <a:ext cx="16092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39" name="Tinta 138">
                  <a:extLst>
                    <a:ext uri="{FF2B5EF4-FFF2-40B4-BE49-F238E27FC236}">
                      <a16:creationId xmlns:a16="http://schemas.microsoft.com/office/drawing/2014/main" id="{EA255641-05E7-C423-ABCE-5E9F2406BC70}"/>
                    </a:ext>
                  </a:extLst>
                </p14:cNvPr>
                <p14:cNvContentPartPr/>
                <p14:nvPr/>
              </p14:nvContentPartPr>
              <p14:xfrm>
                <a:off x="3605017" y="1982501"/>
                <a:ext cx="100080" cy="7200"/>
              </p14:xfrm>
            </p:contentPart>
          </mc:Choice>
          <mc:Fallback>
            <p:pic>
              <p:nvPicPr>
                <p:cNvPr id="139" name="Tinta 138">
                  <a:extLst>
                    <a:ext uri="{FF2B5EF4-FFF2-40B4-BE49-F238E27FC236}">
                      <a16:creationId xmlns:a16="http://schemas.microsoft.com/office/drawing/2014/main" id="{EA255641-05E7-C423-ABCE-5E9F2406BC70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3587017" y="1964861"/>
                  <a:ext cx="13572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43" name="Tinta 142">
                  <a:extLst>
                    <a:ext uri="{FF2B5EF4-FFF2-40B4-BE49-F238E27FC236}">
                      <a16:creationId xmlns:a16="http://schemas.microsoft.com/office/drawing/2014/main" id="{075F04D1-71A7-33BD-6A17-5BA085E7E0D5}"/>
                    </a:ext>
                  </a:extLst>
                </p14:cNvPr>
                <p14:cNvContentPartPr/>
                <p14:nvPr/>
              </p14:nvContentPartPr>
              <p14:xfrm>
                <a:off x="3755857" y="1776941"/>
                <a:ext cx="176400" cy="138240"/>
              </p14:xfrm>
            </p:contentPart>
          </mc:Choice>
          <mc:Fallback>
            <p:pic>
              <p:nvPicPr>
                <p:cNvPr id="143" name="Tinta 142">
                  <a:extLst>
                    <a:ext uri="{FF2B5EF4-FFF2-40B4-BE49-F238E27FC236}">
                      <a16:creationId xmlns:a16="http://schemas.microsoft.com/office/drawing/2014/main" id="{075F04D1-71A7-33BD-6A17-5BA085E7E0D5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3737857" y="1758941"/>
                  <a:ext cx="212040" cy="173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2" name="Agrupar 151">
            <a:extLst>
              <a:ext uri="{FF2B5EF4-FFF2-40B4-BE49-F238E27FC236}">
                <a16:creationId xmlns:a16="http://schemas.microsoft.com/office/drawing/2014/main" id="{7446E8C5-F7B6-68ED-710D-B458AAE9D193}"/>
              </a:ext>
            </a:extLst>
          </p:cNvPr>
          <p:cNvGrpSpPr/>
          <p:nvPr/>
        </p:nvGrpSpPr>
        <p:grpSpPr>
          <a:xfrm>
            <a:off x="4534537" y="1614941"/>
            <a:ext cx="437400" cy="504000"/>
            <a:chOff x="4534537" y="1614941"/>
            <a:chExt cx="437400" cy="504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45" name="Tinta 144">
                  <a:extLst>
                    <a:ext uri="{FF2B5EF4-FFF2-40B4-BE49-F238E27FC236}">
                      <a16:creationId xmlns:a16="http://schemas.microsoft.com/office/drawing/2014/main" id="{498FD408-E1ED-C86F-7D3A-B89A4275B187}"/>
                    </a:ext>
                  </a:extLst>
                </p14:cNvPr>
                <p14:cNvContentPartPr/>
                <p14:nvPr/>
              </p14:nvContentPartPr>
              <p14:xfrm>
                <a:off x="4556857" y="1829501"/>
                <a:ext cx="120600" cy="289440"/>
              </p14:xfrm>
            </p:contentPart>
          </mc:Choice>
          <mc:Fallback>
            <p:pic>
              <p:nvPicPr>
                <p:cNvPr id="145" name="Tinta 144">
                  <a:extLst>
                    <a:ext uri="{FF2B5EF4-FFF2-40B4-BE49-F238E27FC236}">
                      <a16:creationId xmlns:a16="http://schemas.microsoft.com/office/drawing/2014/main" id="{498FD408-E1ED-C86F-7D3A-B89A4275B187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4539217" y="1811501"/>
                  <a:ext cx="15624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46" name="Tinta 145">
                  <a:extLst>
                    <a:ext uri="{FF2B5EF4-FFF2-40B4-BE49-F238E27FC236}">
                      <a16:creationId xmlns:a16="http://schemas.microsoft.com/office/drawing/2014/main" id="{5C3FE01F-E0DF-6A60-DB8D-2F1CAA8CB832}"/>
                    </a:ext>
                  </a:extLst>
                </p14:cNvPr>
                <p14:cNvContentPartPr/>
                <p14:nvPr/>
              </p14:nvContentPartPr>
              <p14:xfrm>
                <a:off x="4534537" y="1952261"/>
                <a:ext cx="100800" cy="6120"/>
              </p14:xfrm>
            </p:contentPart>
          </mc:Choice>
          <mc:Fallback>
            <p:pic>
              <p:nvPicPr>
                <p:cNvPr id="146" name="Tinta 145">
                  <a:extLst>
                    <a:ext uri="{FF2B5EF4-FFF2-40B4-BE49-F238E27FC236}">
                      <a16:creationId xmlns:a16="http://schemas.microsoft.com/office/drawing/2014/main" id="{5C3FE01F-E0DF-6A60-DB8D-2F1CAA8CB832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4516537" y="1934621"/>
                  <a:ext cx="13644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48" name="Tinta 147">
                  <a:extLst>
                    <a:ext uri="{FF2B5EF4-FFF2-40B4-BE49-F238E27FC236}">
                      <a16:creationId xmlns:a16="http://schemas.microsoft.com/office/drawing/2014/main" id="{E891CDF0-1E3F-E961-8646-1EB5D434BAEE}"/>
                    </a:ext>
                  </a:extLst>
                </p14:cNvPr>
                <p14:cNvContentPartPr/>
                <p14:nvPr/>
              </p14:nvContentPartPr>
              <p14:xfrm>
                <a:off x="4678537" y="1704221"/>
                <a:ext cx="63720" cy="2520"/>
              </p14:xfrm>
            </p:contentPart>
          </mc:Choice>
          <mc:Fallback>
            <p:pic>
              <p:nvPicPr>
                <p:cNvPr id="148" name="Tinta 147">
                  <a:extLst>
                    <a:ext uri="{FF2B5EF4-FFF2-40B4-BE49-F238E27FC236}">
                      <a16:creationId xmlns:a16="http://schemas.microsoft.com/office/drawing/2014/main" id="{E891CDF0-1E3F-E961-8646-1EB5D434BAEE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4660537" y="1686221"/>
                  <a:ext cx="9936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49" name="Tinta 148">
                  <a:extLst>
                    <a:ext uri="{FF2B5EF4-FFF2-40B4-BE49-F238E27FC236}">
                      <a16:creationId xmlns:a16="http://schemas.microsoft.com/office/drawing/2014/main" id="{857D4E96-1474-3B31-290E-21A6F92A972C}"/>
                    </a:ext>
                  </a:extLst>
                </p14:cNvPr>
                <p14:cNvContentPartPr/>
                <p14:nvPr/>
              </p14:nvContentPartPr>
              <p14:xfrm>
                <a:off x="4850977" y="1614941"/>
                <a:ext cx="76320" cy="133200"/>
              </p14:xfrm>
            </p:contentPart>
          </mc:Choice>
          <mc:Fallback>
            <p:pic>
              <p:nvPicPr>
                <p:cNvPr id="149" name="Tinta 148">
                  <a:extLst>
                    <a:ext uri="{FF2B5EF4-FFF2-40B4-BE49-F238E27FC236}">
                      <a16:creationId xmlns:a16="http://schemas.microsoft.com/office/drawing/2014/main" id="{857D4E96-1474-3B31-290E-21A6F92A972C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4833337" y="1596941"/>
                  <a:ext cx="11196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50" name="Tinta 149">
                  <a:extLst>
                    <a:ext uri="{FF2B5EF4-FFF2-40B4-BE49-F238E27FC236}">
                      <a16:creationId xmlns:a16="http://schemas.microsoft.com/office/drawing/2014/main" id="{FA3CB8F2-340F-C165-190A-5FCC4ADB69DE}"/>
                    </a:ext>
                  </a:extLst>
                </p14:cNvPr>
                <p14:cNvContentPartPr/>
                <p14:nvPr/>
              </p14:nvContentPartPr>
              <p14:xfrm>
                <a:off x="4813897" y="1774061"/>
                <a:ext cx="144360" cy="8640"/>
              </p14:xfrm>
            </p:contentPart>
          </mc:Choice>
          <mc:Fallback>
            <p:pic>
              <p:nvPicPr>
                <p:cNvPr id="150" name="Tinta 149">
                  <a:extLst>
                    <a:ext uri="{FF2B5EF4-FFF2-40B4-BE49-F238E27FC236}">
                      <a16:creationId xmlns:a16="http://schemas.microsoft.com/office/drawing/2014/main" id="{FA3CB8F2-340F-C165-190A-5FCC4ADB69DE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4795897" y="1756061"/>
                  <a:ext cx="18000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51" name="Tinta 150">
                  <a:extLst>
                    <a:ext uri="{FF2B5EF4-FFF2-40B4-BE49-F238E27FC236}">
                      <a16:creationId xmlns:a16="http://schemas.microsoft.com/office/drawing/2014/main" id="{91C2EFFD-107F-9426-5F39-C810E5DFAE2C}"/>
                    </a:ext>
                  </a:extLst>
                </p14:cNvPr>
                <p14:cNvContentPartPr/>
                <p14:nvPr/>
              </p14:nvContentPartPr>
              <p14:xfrm>
                <a:off x="4854937" y="1824461"/>
                <a:ext cx="117000" cy="142920"/>
              </p14:xfrm>
            </p:contentPart>
          </mc:Choice>
          <mc:Fallback>
            <p:pic>
              <p:nvPicPr>
                <p:cNvPr id="151" name="Tinta 150">
                  <a:extLst>
                    <a:ext uri="{FF2B5EF4-FFF2-40B4-BE49-F238E27FC236}">
                      <a16:creationId xmlns:a16="http://schemas.microsoft.com/office/drawing/2014/main" id="{91C2EFFD-107F-9426-5F39-C810E5DFAE2C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4836937" y="1806461"/>
                  <a:ext cx="152640" cy="17856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53" name="Imagem 152">
            <a:extLst>
              <a:ext uri="{FF2B5EF4-FFF2-40B4-BE49-F238E27FC236}">
                <a16:creationId xmlns:a16="http://schemas.microsoft.com/office/drawing/2014/main" id="{38D5A0BC-B6D5-0AA0-980D-7CA8B4FEB1C5}"/>
              </a:ext>
            </a:extLst>
          </p:cNvPr>
          <p:cNvPicPr>
            <a:picLocks noChangeAspect="1"/>
          </p:cNvPicPr>
          <p:nvPr/>
        </p:nvPicPr>
        <p:blipFill>
          <a:blip r:embed="rId245"/>
          <a:stretch>
            <a:fillRect/>
          </a:stretch>
        </p:blipFill>
        <p:spPr>
          <a:xfrm>
            <a:off x="9511250" y="2652701"/>
            <a:ext cx="3147333" cy="1676545"/>
          </a:xfrm>
          <a:prstGeom prst="rect">
            <a:avLst/>
          </a:prstGeom>
        </p:spPr>
      </p:pic>
      <p:grpSp>
        <p:nvGrpSpPr>
          <p:cNvPr id="156" name="Agrupar 155">
            <a:extLst>
              <a:ext uri="{FF2B5EF4-FFF2-40B4-BE49-F238E27FC236}">
                <a16:creationId xmlns:a16="http://schemas.microsoft.com/office/drawing/2014/main" id="{444A1192-D5DA-4842-7CCA-873EB9ABD4F9}"/>
              </a:ext>
            </a:extLst>
          </p:cNvPr>
          <p:cNvGrpSpPr/>
          <p:nvPr/>
        </p:nvGrpSpPr>
        <p:grpSpPr>
          <a:xfrm>
            <a:off x="707017" y="3191741"/>
            <a:ext cx="191520" cy="329760"/>
            <a:chOff x="707017" y="3191741"/>
            <a:chExt cx="191520" cy="329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54" name="Tinta 153">
                  <a:extLst>
                    <a:ext uri="{FF2B5EF4-FFF2-40B4-BE49-F238E27FC236}">
                      <a16:creationId xmlns:a16="http://schemas.microsoft.com/office/drawing/2014/main" id="{2A08E04C-CBC8-E71A-90C3-B15D7A3A85A8}"/>
                    </a:ext>
                  </a:extLst>
                </p14:cNvPr>
                <p14:cNvContentPartPr/>
                <p14:nvPr/>
              </p14:nvContentPartPr>
              <p14:xfrm>
                <a:off x="707017" y="3191741"/>
                <a:ext cx="128160" cy="329760"/>
              </p14:xfrm>
            </p:contentPart>
          </mc:Choice>
          <mc:Fallback>
            <p:pic>
              <p:nvPicPr>
                <p:cNvPr id="154" name="Tinta 153">
                  <a:extLst>
                    <a:ext uri="{FF2B5EF4-FFF2-40B4-BE49-F238E27FC236}">
                      <a16:creationId xmlns:a16="http://schemas.microsoft.com/office/drawing/2014/main" id="{2A08E04C-CBC8-E71A-90C3-B15D7A3A85A8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689017" y="3173741"/>
                  <a:ext cx="163800" cy="3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55" name="Tinta 154">
                  <a:extLst>
                    <a:ext uri="{FF2B5EF4-FFF2-40B4-BE49-F238E27FC236}">
                      <a16:creationId xmlns:a16="http://schemas.microsoft.com/office/drawing/2014/main" id="{E4CD7773-71B3-FF74-B60E-A3DEFACF354D}"/>
                    </a:ext>
                  </a:extLst>
                </p14:cNvPr>
                <p14:cNvContentPartPr/>
                <p14:nvPr/>
              </p14:nvContentPartPr>
              <p14:xfrm>
                <a:off x="898177" y="3499181"/>
                <a:ext cx="360" cy="360"/>
              </p14:xfrm>
            </p:contentPart>
          </mc:Choice>
          <mc:Fallback>
            <p:pic>
              <p:nvPicPr>
                <p:cNvPr id="155" name="Tinta 154">
                  <a:extLst>
                    <a:ext uri="{FF2B5EF4-FFF2-40B4-BE49-F238E27FC236}">
                      <a16:creationId xmlns:a16="http://schemas.microsoft.com/office/drawing/2014/main" id="{E4CD7773-71B3-FF74-B60E-A3DEFACF354D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880537" y="348118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9" name="Agrupar 168">
            <a:extLst>
              <a:ext uri="{FF2B5EF4-FFF2-40B4-BE49-F238E27FC236}">
                <a16:creationId xmlns:a16="http://schemas.microsoft.com/office/drawing/2014/main" id="{BCAD2531-E10C-CDF0-6D78-5B4D710DFB6A}"/>
              </a:ext>
            </a:extLst>
          </p:cNvPr>
          <p:cNvGrpSpPr/>
          <p:nvPr/>
        </p:nvGrpSpPr>
        <p:grpSpPr>
          <a:xfrm>
            <a:off x="961537" y="2961701"/>
            <a:ext cx="447480" cy="609840"/>
            <a:chOff x="961537" y="2961701"/>
            <a:chExt cx="447480" cy="609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57" name="Tinta 156">
                  <a:extLst>
                    <a:ext uri="{FF2B5EF4-FFF2-40B4-BE49-F238E27FC236}">
                      <a16:creationId xmlns:a16="http://schemas.microsoft.com/office/drawing/2014/main" id="{32AFF52D-C562-5952-A9AC-CFD291EC8926}"/>
                    </a:ext>
                  </a:extLst>
                </p14:cNvPr>
                <p14:cNvContentPartPr/>
                <p14:nvPr/>
              </p14:nvContentPartPr>
              <p14:xfrm>
                <a:off x="1001137" y="3175181"/>
                <a:ext cx="120960" cy="340200"/>
              </p14:xfrm>
            </p:contentPart>
          </mc:Choice>
          <mc:Fallback>
            <p:pic>
              <p:nvPicPr>
                <p:cNvPr id="157" name="Tinta 156">
                  <a:extLst>
                    <a:ext uri="{FF2B5EF4-FFF2-40B4-BE49-F238E27FC236}">
                      <a16:creationId xmlns:a16="http://schemas.microsoft.com/office/drawing/2014/main" id="{32AFF52D-C562-5952-A9AC-CFD291EC8926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983497" y="3157181"/>
                  <a:ext cx="156600" cy="37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58" name="Tinta 157">
                  <a:extLst>
                    <a:ext uri="{FF2B5EF4-FFF2-40B4-BE49-F238E27FC236}">
                      <a16:creationId xmlns:a16="http://schemas.microsoft.com/office/drawing/2014/main" id="{60736789-40D8-AAF6-03ED-FC7D03470092}"/>
                    </a:ext>
                  </a:extLst>
                </p14:cNvPr>
                <p14:cNvContentPartPr/>
                <p14:nvPr/>
              </p14:nvContentPartPr>
              <p14:xfrm>
                <a:off x="961537" y="3300101"/>
                <a:ext cx="91080" cy="3600"/>
              </p14:xfrm>
            </p:contentPart>
          </mc:Choice>
          <mc:Fallback>
            <p:pic>
              <p:nvPicPr>
                <p:cNvPr id="158" name="Tinta 157">
                  <a:extLst>
                    <a:ext uri="{FF2B5EF4-FFF2-40B4-BE49-F238E27FC236}">
                      <a16:creationId xmlns:a16="http://schemas.microsoft.com/office/drawing/2014/main" id="{60736789-40D8-AAF6-03ED-FC7D03470092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943897" y="3282461"/>
                  <a:ext cx="12672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59" name="Tinta 158">
                  <a:extLst>
                    <a:ext uri="{FF2B5EF4-FFF2-40B4-BE49-F238E27FC236}">
                      <a16:creationId xmlns:a16="http://schemas.microsoft.com/office/drawing/2014/main" id="{2E41C579-366D-2482-8CA3-8221C0EE3C0C}"/>
                    </a:ext>
                  </a:extLst>
                </p14:cNvPr>
                <p14:cNvContentPartPr/>
                <p14:nvPr/>
              </p14:nvContentPartPr>
              <p14:xfrm>
                <a:off x="1074217" y="2963861"/>
                <a:ext cx="109800" cy="171000"/>
              </p14:xfrm>
            </p:contentPart>
          </mc:Choice>
          <mc:Fallback>
            <p:pic>
              <p:nvPicPr>
                <p:cNvPr id="159" name="Tinta 158">
                  <a:extLst>
                    <a:ext uri="{FF2B5EF4-FFF2-40B4-BE49-F238E27FC236}">
                      <a16:creationId xmlns:a16="http://schemas.microsoft.com/office/drawing/2014/main" id="{2E41C579-366D-2482-8CA3-8221C0EE3C0C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056577" y="2946221"/>
                  <a:ext cx="14544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60" name="Tinta 159">
                  <a:extLst>
                    <a:ext uri="{FF2B5EF4-FFF2-40B4-BE49-F238E27FC236}">
                      <a16:creationId xmlns:a16="http://schemas.microsoft.com/office/drawing/2014/main" id="{2F0F90C0-8DCF-AE57-4C01-6F0F5CD4E636}"/>
                    </a:ext>
                  </a:extLst>
                </p14:cNvPr>
                <p14:cNvContentPartPr/>
                <p14:nvPr/>
              </p14:nvContentPartPr>
              <p14:xfrm>
                <a:off x="1252057" y="2961701"/>
                <a:ext cx="5400" cy="151200"/>
              </p14:xfrm>
            </p:contentPart>
          </mc:Choice>
          <mc:Fallback>
            <p:pic>
              <p:nvPicPr>
                <p:cNvPr id="160" name="Tinta 159">
                  <a:extLst>
                    <a:ext uri="{FF2B5EF4-FFF2-40B4-BE49-F238E27FC236}">
                      <a16:creationId xmlns:a16="http://schemas.microsoft.com/office/drawing/2014/main" id="{2F0F90C0-8DCF-AE57-4C01-6F0F5CD4E636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234417" y="2943701"/>
                  <a:ext cx="4104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61" name="Tinta 160">
                  <a:extLst>
                    <a:ext uri="{FF2B5EF4-FFF2-40B4-BE49-F238E27FC236}">
                      <a16:creationId xmlns:a16="http://schemas.microsoft.com/office/drawing/2014/main" id="{32DF1E23-9CCC-ED5B-7AB2-65313C38AA28}"/>
                    </a:ext>
                  </a:extLst>
                </p14:cNvPr>
                <p14:cNvContentPartPr/>
                <p14:nvPr/>
              </p14:nvContentPartPr>
              <p14:xfrm>
                <a:off x="1213537" y="3031901"/>
                <a:ext cx="79920" cy="360"/>
              </p14:xfrm>
            </p:contentPart>
          </mc:Choice>
          <mc:Fallback>
            <p:pic>
              <p:nvPicPr>
                <p:cNvPr id="161" name="Tinta 160">
                  <a:extLst>
                    <a:ext uri="{FF2B5EF4-FFF2-40B4-BE49-F238E27FC236}">
                      <a16:creationId xmlns:a16="http://schemas.microsoft.com/office/drawing/2014/main" id="{32DF1E23-9CCC-ED5B-7AB2-65313C38AA28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195897" y="3014261"/>
                  <a:ext cx="1155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62" name="Tinta 161">
                  <a:extLst>
                    <a:ext uri="{FF2B5EF4-FFF2-40B4-BE49-F238E27FC236}">
                      <a16:creationId xmlns:a16="http://schemas.microsoft.com/office/drawing/2014/main" id="{5EE79822-08DC-33ED-DD08-0A1E4AEC0803}"/>
                    </a:ext>
                  </a:extLst>
                </p14:cNvPr>
                <p14:cNvContentPartPr/>
                <p14:nvPr/>
              </p14:nvContentPartPr>
              <p14:xfrm>
                <a:off x="1334137" y="2962781"/>
                <a:ext cx="74880" cy="171360"/>
              </p14:xfrm>
            </p:contentPart>
          </mc:Choice>
          <mc:Fallback>
            <p:pic>
              <p:nvPicPr>
                <p:cNvPr id="162" name="Tinta 161">
                  <a:extLst>
                    <a:ext uri="{FF2B5EF4-FFF2-40B4-BE49-F238E27FC236}">
                      <a16:creationId xmlns:a16="http://schemas.microsoft.com/office/drawing/2014/main" id="{5EE79822-08DC-33ED-DD08-0A1E4AEC0803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316137" y="2944781"/>
                  <a:ext cx="11052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63" name="Tinta 162">
                  <a:extLst>
                    <a:ext uri="{FF2B5EF4-FFF2-40B4-BE49-F238E27FC236}">
                      <a16:creationId xmlns:a16="http://schemas.microsoft.com/office/drawing/2014/main" id="{CA412BF9-5CF9-1537-4C12-83B881EDC51F}"/>
                    </a:ext>
                  </a:extLst>
                </p14:cNvPr>
                <p14:cNvContentPartPr/>
                <p14:nvPr/>
              </p14:nvContentPartPr>
              <p14:xfrm>
                <a:off x="986377" y="3561821"/>
                <a:ext cx="345600" cy="9720"/>
              </p14:xfrm>
            </p:contentPart>
          </mc:Choice>
          <mc:Fallback>
            <p:pic>
              <p:nvPicPr>
                <p:cNvPr id="163" name="Tinta 162">
                  <a:extLst>
                    <a:ext uri="{FF2B5EF4-FFF2-40B4-BE49-F238E27FC236}">
                      <a16:creationId xmlns:a16="http://schemas.microsoft.com/office/drawing/2014/main" id="{CA412BF9-5CF9-1537-4C12-83B881EDC51F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968737" y="3543821"/>
                  <a:ext cx="381240" cy="4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8" name="Agrupar 167">
            <a:extLst>
              <a:ext uri="{FF2B5EF4-FFF2-40B4-BE49-F238E27FC236}">
                <a16:creationId xmlns:a16="http://schemas.microsoft.com/office/drawing/2014/main" id="{CED53E5C-154B-0A9E-0C67-973223639C70}"/>
              </a:ext>
            </a:extLst>
          </p:cNvPr>
          <p:cNvGrpSpPr/>
          <p:nvPr/>
        </p:nvGrpSpPr>
        <p:grpSpPr>
          <a:xfrm>
            <a:off x="990337" y="3704741"/>
            <a:ext cx="441000" cy="266400"/>
            <a:chOff x="990337" y="3704741"/>
            <a:chExt cx="441000" cy="266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64" name="Tinta 163">
                  <a:extLst>
                    <a:ext uri="{FF2B5EF4-FFF2-40B4-BE49-F238E27FC236}">
                      <a16:creationId xmlns:a16="http://schemas.microsoft.com/office/drawing/2014/main" id="{2287BEDC-B8E9-1A1C-A738-854A29E306F7}"/>
                    </a:ext>
                  </a:extLst>
                </p14:cNvPr>
                <p14:cNvContentPartPr/>
                <p14:nvPr/>
              </p14:nvContentPartPr>
              <p14:xfrm>
                <a:off x="990337" y="3704741"/>
                <a:ext cx="146520" cy="266400"/>
              </p14:xfrm>
            </p:contentPart>
          </mc:Choice>
          <mc:Fallback>
            <p:pic>
              <p:nvPicPr>
                <p:cNvPr id="164" name="Tinta 163">
                  <a:extLst>
                    <a:ext uri="{FF2B5EF4-FFF2-40B4-BE49-F238E27FC236}">
                      <a16:creationId xmlns:a16="http://schemas.microsoft.com/office/drawing/2014/main" id="{2287BEDC-B8E9-1A1C-A738-854A29E306F7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972697" y="3687101"/>
                  <a:ext cx="18216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65" name="Tinta 164">
                  <a:extLst>
                    <a:ext uri="{FF2B5EF4-FFF2-40B4-BE49-F238E27FC236}">
                      <a16:creationId xmlns:a16="http://schemas.microsoft.com/office/drawing/2014/main" id="{D818C48B-6375-E6CC-B66E-7ECB99820D7A}"/>
                    </a:ext>
                  </a:extLst>
                </p14:cNvPr>
                <p14:cNvContentPartPr/>
                <p14:nvPr/>
              </p14:nvContentPartPr>
              <p14:xfrm>
                <a:off x="1222537" y="3754061"/>
                <a:ext cx="9000" cy="193680"/>
              </p14:xfrm>
            </p:contentPart>
          </mc:Choice>
          <mc:Fallback>
            <p:pic>
              <p:nvPicPr>
                <p:cNvPr id="165" name="Tinta 164">
                  <a:extLst>
                    <a:ext uri="{FF2B5EF4-FFF2-40B4-BE49-F238E27FC236}">
                      <a16:creationId xmlns:a16="http://schemas.microsoft.com/office/drawing/2014/main" id="{D818C48B-6375-E6CC-B66E-7ECB99820D7A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204537" y="3736061"/>
                  <a:ext cx="4464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66" name="Tinta 165">
                  <a:extLst>
                    <a:ext uri="{FF2B5EF4-FFF2-40B4-BE49-F238E27FC236}">
                      <a16:creationId xmlns:a16="http://schemas.microsoft.com/office/drawing/2014/main" id="{FE0D00F3-5651-3528-70F7-6CD745770F0C}"/>
                    </a:ext>
                  </a:extLst>
                </p14:cNvPr>
                <p14:cNvContentPartPr/>
                <p14:nvPr/>
              </p14:nvContentPartPr>
              <p14:xfrm>
                <a:off x="1182577" y="3842261"/>
                <a:ext cx="98640" cy="15840"/>
              </p14:xfrm>
            </p:contentPart>
          </mc:Choice>
          <mc:Fallback>
            <p:pic>
              <p:nvPicPr>
                <p:cNvPr id="166" name="Tinta 165">
                  <a:extLst>
                    <a:ext uri="{FF2B5EF4-FFF2-40B4-BE49-F238E27FC236}">
                      <a16:creationId xmlns:a16="http://schemas.microsoft.com/office/drawing/2014/main" id="{FE0D00F3-5651-3528-70F7-6CD745770F0C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164937" y="3824621"/>
                  <a:ext cx="13428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67" name="Tinta 166">
                  <a:extLst>
                    <a:ext uri="{FF2B5EF4-FFF2-40B4-BE49-F238E27FC236}">
                      <a16:creationId xmlns:a16="http://schemas.microsoft.com/office/drawing/2014/main" id="{10D78B44-6216-6656-BA5D-7B442808E66E}"/>
                    </a:ext>
                  </a:extLst>
                </p14:cNvPr>
                <p14:cNvContentPartPr/>
                <p14:nvPr/>
              </p14:nvContentPartPr>
              <p14:xfrm>
                <a:off x="1356457" y="3759461"/>
                <a:ext cx="74880" cy="197640"/>
              </p14:xfrm>
            </p:contentPart>
          </mc:Choice>
          <mc:Fallback>
            <p:pic>
              <p:nvPicPr>
                <p:cNvPr id="167" name="Tinta 166">
                  <a:extLst>
                    <a:ext uri="{FF2B5EF4-FFF2-40B4-BE49-F238E27FC236}">
                      <a16:creationId xmlns:a16="http://schemas.microsoft.com/office/drawing/2014/main" id="{10D78B44-6216-6656-BA5D-7B442808E66E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338817" y="3741821"/>
                  <a:ext cx="110520" cy="23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5" name="Agrupar 174">
            <a:extLst>
              <a:ext uri="{FF2B5EF4-FFF2-40B4-BE49-F238E27FC236}">
                <a16:creationId xmlns:a16="http://schemas.microsoft.com/office/drawing/2014/main" id="{801DEC6B-B76D-F1C0-B47B-D7AEC009AFD4}"/>
              </a:ext>
            </a:extLst>
          </p:cNvPr>
          <p:cNvGrpSpPr/>
          <p:nvPr/>
        </p:nvGrpSpPr>
        <p:grpSpPr>
          <a:xfrm>
            <a:off x="1552657" y="3257621"/>
            <a:ext cx="81000" cy="226080"/>
            <a:chOff x="1552657" y="3257621"/>
            <a:chExt cx="81000" cy="226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70" name="Tinta 169">
                  <a:extLst>
                    <a:ext uri="{FF2B5EF4-FFF2-40B4-BE49-F238E27FC236}">
                      <a16:creationId xmlns:a16="http://schemas.microsoft.com/office/drawing/2014/main" id="{4926A3FB-B800-3E51-11F1-73C2C7B592FA}"/>
                    </a:ext>
                  </a:extLst>
                </p14:cNvPr>
                <p14:cNvContentPartPr/>
                <p14:nvPr/>
              </p14:nvContentPartPr>
              <p14:xfrm>
                <a:off x="1581097" y="3257621"/>
                <a:ext cx="17640" cy="226080"/>
              </p14:xfrm>
            </p:contentPart>
          </mc:Choice>
          <mc:Fallback>
            <p:pic>
              <p:nvPicPr>
                <p:cNvPr id="170" name="Tinta 169">
                  <a:extLst>
                    <a:ext uri="{FF2B5EF4-FFF2-40B4-BE49-F238E27FC236}">
                      <a16:creationId xmlns:a16="http://schemas.microsoft.com/office/drawing/2014/main" id="{4926A3FB-B800-3E51-11F1-73C2C7B592FA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563457" y="3239981"/>
                  <a:ext cx="5328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71" name="Tinta 170">
                  <a:extLst>
                    <a:ext uri="{FF2B5EF4-FFF2-40B4-BE49-F238E27FC236}">
                      <a16:creationId xmlns:a16="http://schemas.microsoft.com/office/drawing/2014/main" id="{E25F8132-1A56-CAD4-DB10-7326444CEE68}"/>
                    </a:ext>
                  </a:extLst>
                </p14:cNvPr>
                <p14:cNvContentPartPr/>
                <p14:nvPr/>
              </p14:nvContentPartPr>
              <p14:xfrm>
                <a:off x="1552657" y="3369581"/>
                <a:ext cx="81000" cy="11520"/>
              </p14:xfrm>
            </p:contentPart>
          </mc:Choice>
          <mc:Fallback>
            <p:pic>
              <p:nvPicPr>
                <p:cNvPr id="171" name="Tinta 170">
                  <a:extLst>
                    <a:ext uri="{FF2B5EF4-FFF2-40B4-BE49-F238E27FC236}">
                      <a16:creationId xmlns:a16="http://schemas.microsoft.com/office/drawing/2014/main" id="{E25F8132-1A56-CAD4-DB10-7326444CEE68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535017" y="3351581"/>
                  <a:ext cx="116640" cy="47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4" name="Agrupar 173">
            <a:extLst>
              <a:ext uri="{FF2B5EF4-FFF2-40B4-BE49-F238E27FC236}">
                <a16:creationId xmlns:a16="http://schemas.microsoft.com/office/drawing/2014/main" id="{9247F644-1745-2DB6-FE2E-4A2B99F55F9E}"/>
              </a:ext>
            </a:extLst>
          </p:cNvPr>
          <p:cNvGrpSpPr/>
          <p:nvPr/>
        </p:nvGrpSpPr>
        <p:grpSpPr>
          <a:xfrm>
            <a:off x="1837417" y="3169061"/>
            <a:ext cx="173880" cy="319320"/>
            <a:chOff x="1837417" y="3169061"/>
            <a:chExt cx="173880" cy="319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72" name="Tinta 171">
                  <a:extLst>
                    <a:ext uri="{FF2B5EF4-FFF2-40B4-BE49-F238E27FC236}">
                      <a16:creationId xmlns:a16="http://schemas.microsoft.com/office/drawing/2014/main" id="{5DDBDCC4-AC5A-FD5B-B355-49CF4714E69F}"/>
                    </a:ext>
                  </a:extLst>
                </p14:cNvPr>
                <p14:cNvContentPartPr/>
                <p14:nvPr/>
              </p14:nvContentPartPr>
              <p14:xfrm>
                <a:off x="1837417" y="3169061"/>
                <a:ext cx="78480" cy="312480"/>
              </p14:xfrm>
            </p:contentPart>
          </mc:Choice>
          <mc:Fallback>
            <p:pic>
              <p:nvPicPr>
                <p:cNvPr id="172" name="Tinta 171">
                  <a:extLst>
                    <a:ext uri="{FF2B5EF4-FFF2-40B4-BE49-F238E27FC236}">
                      <a16:creationId xmlns:a16="http://schemas.microsoft.com/office/drawing/2014/main" id="{5DDBDCC4-AC5A-FD5B-B355-49CF4714E69F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819417" y="3151421"/>
                  <a:ext cx="114120" cy="34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73" name="Tinta 172">
                  <a:extLst>
                    <a:ext uri="{FF2B5EF4-FFF2-40B4-BE49-F238E27FC236}">
                      <a16:creationId xmlns:a16="http://schemas.microsoft.com/office/drawing/2014/main" id="{ACD68535-BF97-F14A-CDD0-759ADA6623A1}"/>
                    </a:ext>
                  </a:extLst>
                </p14:cNvPr>
                <p14:cNvContentPartPr/>
                <p14:nvPr/>
              </p14:nvContentPartPr>
              <p14:xfrm>
                <a:off x="2010937" y="3488021"/>
                <a:ext cx="360" cy="360"/>
              </p14:xfrm>
            </p:contentPart>
          </mc:Choice>
          <mc:Fallback>
            <p:pic>
              <p:nvPicPr>
                <p:cNvPr id="173" name="Tinta 172">
                  <a:extLst>
                    <a:ext uri="{FF2B5EF4-FFF2-40B4-BE49-F238E27FC236}">
                      <a16:creationId xmlns:a16="http://schemas.microsoft.com/office/drawing/2014/main" id="{ACD68535-BF97-F14A-CDD0-759ADA6623A1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993297" y="347002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7" name="Agrupar 186">
            <a:extLst>
              <a:ext uri="{FF2B5EF4-FFF2-40B4-BE49-F238E27FC236}">
                <a16:creationId xmlns:a16="http://schemas.microsoft.com/office/drawing/2014/main" id="{01BA593D-3F66-628D-4B62-C233E2FF91CA}"/>
              </a:ext>
            </a:extLst>
          </p:cNvPr>
          <p:cNvGrpSpPr/>
          <p:nvPr/>
        </p:nvGrpSpPr>
        <p:grpSpPr>
          <a:xfrm>
            <a:off x="2094097" y="2899061"/>
            <a:ext cx="582840" cy="637560"/>
            <a:chOff x="2094097" y="2899061"/>
            <a:chExt cx="582840" cy="637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76" name="Tinta 175">
                  <a:extLst>
                    <a:ext uri="{FF2B5EF4-FFF2-40B4-BE49-F238E27FC236}">
                      <a16:creationId xmlns:a16="http://schemas.microsoft.com/office/drawing/2014/main" id="{90C908E5-AECC-412D-ABF0-2958304A1D76}"/>
                    </a:ext>
                  </a:extLst>
                </p14:cNvPr>
                <p14:cNvContentPartPr/>
                <p14:nvPr/>
              </p14:nvContentPartPr>
              <p14:xfrm>
                <a:off x="2134417" y="3124781"/>
                <a:ext cx="99360" cy="326880"/>
              </p14:xfrm>
            </p:contentPart>
          </mc:Choice>
          <mc:Fallback>
            <p:pic>
              <p:nvPicPr>
                <p:cNvPr id="176" name="Tinta 175">
                  <a:extLst>
                    <a:ext uri="{FF2B5EF4-FFF2-40B4-BE49-F238E27FC236}">
                      <a16:creationId xmlns:a16="http://schemas.microsoft.com/office/drawing/2014/main" id="{90C908E5-AECC-412D-ABF0-2958304A1D76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2116417" y="3106781"/>
                  <a:ext cx="13500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77" name="Tinta 176">
                  <a:extLst>
                    <a:ext uri="{FF2B5EF4-FFF2-40B4-BE49-F238E27FC236}">
                      <a16:creationId xmlns:a16="http://schemas.microsoft.com/office/drawing/2014/main" id="{030E404B-7AD1-C26F-A448-4C4177487B05}"/>
                    </a:ext>
                  </a:extLst>
                </p14:cNvPr>
                <p14:cNvContentPartPr/>
                <p14:nvPr/>
              </p14:nvContentPartPr>
              <p14:xfrm>
                <a:off x="2094097" y="3278861"/>
                <a:ext cx="67320" cy="1440"/>
              </p14:xfrm>
            </p:contentPart>
          </mc:Choice>
          <mc:Fallback>
            <p:pic>
              <p:nvPicPr>
                <p:cNvPr id="177" name="Tinta 176">
                  <a:extLst>
                    <a:ext uri="{FF2B5EF4-FFF2-40B4-BE49-F238E27FC236}">
                      <a16:creationId xmlns:a16="http://schemas.microsoft.com/office/drawing/2014/main" id="{030E404B-7AD1-C26F-A448-4C4177487B05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2076457" y="3261221"/>
                  <a:ext cx="10296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179" name="Tinta 178">
                  <a:extLst>
                    <a:ext uri="{FF2B5EF4-FFF2-40B4-BE49-F238E27FC236}">
                      <a16:creationId xmlns:a16="http://schemas.microsoft.com/office/drawing/2014/main" id="{E5E7EB6E-B4AA-9135-19D5-B088ABFF6090}"/>
                    </a:ext>
                  </a:extLst>
                </p14:cNvPr>
                <p14:cNvContentPartPr/>
                <p14:nvPr/>
              </p14:nvContentPartPr>
              <p14:xfrm>
                <a:off x="2230897" y="3009581"/>
                <a:ext cx="79920" cy="360"/>
              </p14:xfrm>
            </p:contentPart>
          </mc:Choice>
          <mc:Fallback>
            <p:pic>
              <p:nvPicPr>
                <p:cNvPr id="179" name="Tinta 178">
                  <a:extLst>
                    <a:ext uri="{FF2B5EF4-FFF2-40B4-BE49-F238E27FC236}">
                      <a16:creationId xmlns:a16="http://schemas.microsoft.com/office/drawing/2014/main" id="{E5E7EB6E-B4AA-9135-19D5-B088ABFF6090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2212897" y="2991941"/>
                  <a:ext cx="1155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180" name="Tinta 179">
                  <a:extLst>
                    <a:ext uri="{FF2B5EF4-FFF2-40B4-BE49-F238E27FC236}">
                      <a16:creationId xmlns:a16="http://schemas.microsoft.com/office/drawing/2014/main" id="{C2ACD697-6706-AD10-9187-2DBC9F1ED749}"/>
                    </a:ext>
                  </a:extLst>
                </p14:cNvPr>
                <p14:cNvContentPartPr/>
                <p14:nvPr/>
              </p14:nvContentPartPr>
              <p14:xfrm>
                <a:off x="2369857" y="2899061"/>
                <a:ext cx="64800" cy="151560"/>
              </p14:xfrm>
            </p:contentPart>
          </mc:Choice>
          <mc:Fallback>
            <p:pic>
              <p:nvPicPr>
                <p:cNvPr id="180" name="Tinta 179">
                  <a:extLst>
                    <a:ext uri="{FF2B5EF4-FFF2-40B4-BE49-F238E27FC236}">
                      <a16:creationId xmlns:a16="http://schemas.microsoft.com/office/drawing/2014/main" id="{C2ACD697-6706-AD10-9187-2DBC9F1ED749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2352217" y="2881061"/>
                  <a:ext cx="10044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181" name="Tinta 180">
                  <a:extLst>
                    <a:ext uri="{FF2B5EF4-FFF2-40B4-BE49-F238E27FC236}">
                      <a16:creationId xmlns:a16="http://schemas.microsoft.com/office/drawing/2014/main" id="{2FF44628-EA52-528D-1FFA-B56DCD512097}"/>
                    </a:ext>
                  </a:extLst>
                </p14:cNvPr>
                <p14:cNvContentPartPr/>
                <p14:nvPr/>
              </p14:nvContentPartPr>
              <p14:xfrm>
                <a:off x="2345017" y="3089141"/>
                <a:ext cx="99720" cy="1440"/>
              </p14:xfrm>
            </p:contentPart>
          </mc:Choice>
          <mc:Fallback>
            <p:pic>
              <p:nvPicPr>
                <p:cNvPr id="181" name="Tinta 180">
                  <a:extLst>
                    <a:ext uri="{FF2B5EF4-FFF2-40B4-BE49-F238E27FC236}">
                      <a16:creationId xmlns:a16="http://schemas.microsoft.com/office/drawing/2014/main" id="{2FF44628-EA52-528D-1FFA-B56DCD512097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2327377" y="3071141"/>
                  <a:ext cx="13536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182" name="Tinta 181">
                  <a:extLst>
                    <a:ext uri="{FF2B5EF4-FFF2-40B4-BE49-F238E27FC236}">
                      <a16:creationId xmlns:a16="http://schemas.microsoft.com/office/drawing/2014/main" id="{66E041EF-AA1D-5549-00BB-CEC2F3E4F2D5}"/>
                    </a:ext>
                  </a:extLst>
                </p14:cNvPr>
                <p14:cNvContentPartPr/>
                <p14:nvPr/>
              </p14:nvContentPartPr>
              <p14:xfrm>
                <a:off x="2345017" y="3137381"/>
                <a:ext cx="127080" cy="114480"/>
              </p14:xfrm>
            </p:contentPart>
          </mc:Choice>
          <mc:Fallback>
            <p:pic>
              <p:nvPicPr>
                <p:cNvPr id="182" name="Tinta 181">
                  <a:extLst>
                    <a:ext uri="{FF2B5EF4-FFF2-40B4-BE49-F238E27FC236}">
                      <a16:creationId xmlns:a16="http://schemas.microsoft.com/office/drawing/2014/main" id="{66E041EF-AA1D-5549-00BB-CEC2F3E4F2D5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2327017" y="3119741"/>
                  <a:ext cx="16272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183" name="Tinta 182">
                  <a:extLst>
                    <a:ext uri="{FF2B5EF4-FFF2-40B4-BE49-F238E27FC236}">
                      <a16:creationId xmlns:a16="http://schemas.microsoft.com/office/drawing/2014/main" id="{79D41B17-BB1A-3D3E-6C29-04B671B70436}"/>
                    </a:ext>
                  </a:extLst>
                </p14:cNvPr>
                <p14:cNvContentPartPr/>
                <p14:nvPr/>
              </p14:nvContentPartPr>
              <p14:xfrm>
                <a:off x="2523937" y="2937941"/>
                <a:ext cx="1440" cy="136800"/>
              </p14:xfrm>
            </p:contentPart>
          </mc:Choice>
          <mc:Fallback>
            <p:pic>
              <p:nvPicPr>
                <p:cNvPr id="183" name="Tinta 182">
                  <a:extLst>
                    <a:ext uri="{FF2B5EF4-FFF2-40B4-BE49-F238E27FC236}">
                      <a16:creationId xmlns:a16="http://schemas.microsoft.com/office/drawing/2014/main" id="{79D41B17-BB1A-3D3E-6C29-04B671B70436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2505937" y="2920301"/>
                  <a:ext cx="3708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184" name="Tinta 183">
                  <a:extLst>
                    <a:ext uri="{FF2B5EF4-FFF2-40B4-BE49-F238E27FC236}">
                      <a16:creationId xmlns:a16="http://schemas.microsoft.com/office/drawing/2014/main" id="{5634BF97-F221-84B0-218A-44F472668E93}"/>
                    </a:ext>
                  </a:extLst>
                </p14:cNvPr>
                <p14:cNvContentPartPr/>
                <p14:nvPr/>
              </p14:nvContentPartPr>
              <p14:xfrm>
                <a:off x="2501617" y="3005261"/>
                <a:ext cx="63720" cy="2520"/>
              </p14:xfrm>
            </p:contentPart>
          </mc:Choice>
          <mc:Fallback>
            <p:pic>
              <p:nvPicPr>
                <p:cNvPr id="184" name="Tinta 183">
                  <a:extLst>
                    <a:ext uri="{FF2B5EF4-FFF2-40B4-BE49-F238E27FC236}">
                      <a16:creationId xmlns:a16="http://schemas.microsoft.com/office/drawing/2014/main" id="{5634BF97-F221-84B0-218A-44F472668E93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2483617" y="2987261"/>
                  <a:ext cx="9936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185" name="Tinta 184">
                  <a:extLst>
                    <a:ext uri="{FF2B5EF4-FFF2-40B4-BE49-F238E27FC236}">
                      <a16:creationId xmlns:a16="http://schemas.microsoft.com/office/drawing/2014/main" id="{9A877E2C-2588-C307-82F0-F70C4BAC1D14}"/>
                    </a:ext>
                  </a:extLst>
                </p14:cNvPr>
                <p14:cNvContentPartPr/>
                <p14:nvPr/>
              </p14:nvContentPartPr>
              <p14:xfrm>
                <a:off x="2609617" y="2905901"/>
                <a:ext cx="67320" cy="171360"/>
              </p14:xfrm>
            </p:contentPart>
          </mc:Choice>
          <mc:Fallback>
            <p:pic>
              <p:nvPicPr>
                <p:cNvPr id="185" name="Tinta 184">
                  <a:extLst>
                    <a:ext uri="{FF2B5EF4-FFF2-40B4-BE49-F238E27FC236}">
                      <a16:creationId xmlns:a16="http://schemas.microsoft.com/office/drawing/2014/main" id="{9A877E2C-2588-C307-82F0-F70C4BAC1D14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2591617" y="2887901"/>
                  <a:ext cx="10296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186" name="Tinta 185">
                  <a:extLst>
                    <a:ext uri="{FF2B5EF4-FFF2-40B4-BE49-F238E27FC236}">
                      <a16:creationId xmlns:a16="http://schemas.microsoft.com/office/drawing/2014/main" id="{3F2A08C2-823C-45EB-F0BD-75F779329D1C}"/>
                    </a:ext>
                  </a:extLst>
                </p14:cNvPr>
                <p14:cNvContentPartPr/>
                <p14:nvPr/>
              </p14:nvContentPartPr>
              <p14:xfrm>
                <a:off x="2115337" y="3516101"/>
                <a:ext cx="540720" cy="20520"/>
              </p14:xfrm>
            </p:contentPart>
          </mc:Choice>
          <mc:Fallback>
            <p:pic>
              <p:nvPicPr>
                <p:cNvPr id="186" name="Tinta 185">
                  <a:extLst>
                    <a:ext uri="{FF2B5EF4-FFF2-40B4-BE49-F238E27FC236}">
                      <a16:creationId xmlns:a16="http://schemas.microsoft.com/office/drawing/2014/main" id="{3F2A08C2-823C-45EB-F0BD-75F779329D1C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2097337" y="3498101"/>
                  <a:ext cx="576360" cy="5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5" name="Agrupar 194">
            <a:extLst>
              <a:ext uri="{FF2B5EF4-FFF2-40B4-BE49-F238E27FC236}">
                <a16:creationId xmlns:a16="http://schemas.microsoft.com/office/drawing/2014/main" id="{FE50CFA2-D0E7-8679-78CD-474A707F5EF5}"/>
              </a:ext>
            </a:extLst>
          </p:cNvPr>
          <p:cNvGrpSpPr/>
          <p:nvPr/>
        </p:nvGrpSpPr>
        <p:grpSpPr>
          <a:xfrm>
            <a:off x="2146297" y="3702581"/>
            <a:ext cx="591480" cy="442800"/>
            <a:chOff x="2146297" y="3702581"/>
            <a:chExt cx="591480" cy="44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188" name="Tinta 187">
                  <a:extLst>
                    <a:ext uri="{FF2B5EF4-FFF2-40B4-BE49-F238E27FC236}">
                      <a16:creationId xmlns:a16="http://schemas.microsoft.com/office/drawing/2014/main" id="{8169161B-CD60-3245-F2FD-CF3622311C8B}"/>
                    </a:ext>
                  </a:extLst>
                </p14:cNvPr>
                <p14:cNvContentPartPr/>
                <p14:nvPr/>
              </p14:nvContentPartPr>
              <p14:xfrm>
                <a:off x="2146297" y="3818861"/>
                <a:ext cx="83520" cy="1440"/>
              </p14:xfrm>
            </p:contentPart>
          </mc:Choice>
          <mc:Fallback>
            <p:pic>
              <p:nvPicPr>
                <p:cNvPr id="188" name="Tinta 187">
                  <a:extLst>
                    <a:ext uri="{FF2B5EF4-FFF2-40B4-BE49-F238E27FC236}">
                      <a16:creationId xmlns:a16="http://schemas.microsoft.com/office/drawing/2014/main" id="{8169161B-CD60-3245-F2FD-CF3622311C8B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2128657" y="3800861"/>
                  <a:ext cx="11916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189" name="Tinta 188">
                  <a:extLst>
                    <a:ext uri="{FF2B5EF4-FFF2-40B4-BE49-F238E27FC236}">
                      <a16:creationId xmlns:a16="http://schemas.microsoft.com/office/drawing/2014/main" id="{5EE1F78B-8300-084A-4B05-CA39E13D6CB5}"/>
                    </a:ext>
                  </a:extLst>
                </p14:cNvPr>
                <p14:cNvContentPartPr/>
                <p14:nvPr/>
              </p14:nvContentPartPr>
              <p14:xfrm>
                <a:off x="2338897" y="3702581"/>
                <a:ext cx="96120" cy="171000"/>
              </p14:xfrm>
            </p:contentPart>
          </mc:Choice>
          <mc:Fallback>
            <p:pic>
              <p:nvPicPr>
                <p:cNvPr id="189" name="Tinta 188">
                  <a:extLst>
                    <a:ext uri="{FF2B5EF4-FFF2-40B4-BE49-F238E27FC236}">
                      <a16:creationId xmlns:a16="http://schemas.microsoft.com/office/drawing/2014/main" id="{5EE1F78B-8300-084A-4B05-CA39E13D6CB5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2320897" y="3684581"/>
                  <a:ext cx="13176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190" name="Tinta 189">
                  <a:extLst>
                    <a:ext uri="{FF2B5EF4-FFF2-40B4-BE49-F238E27FC236}">
                      <a16:creationId xmlns:a16="http://schemas.microsoft.com/office/drawing/2014/main" id="{C61811B7-9C72-5116-3100-A1DA7A6D5A55}"/>
                    </a:ext>
                  </a:extLst>
                </p14:cNvPr>
                <p14:cNvContentPartPr/>
                <p14:nvPr/>
              </p14:nvContentPartPr>
              <p14:xfrm>
                <a:off x="2301457" y="3905981"/>
                <a:ext cx="158040" cy="1440"/>
              </p14:xfrm>
            </p:contentPart>
          </mc:Choice>
          <mc:Fallback>
            <p:pic>
              <p:nvPicPr>
                <p:cNvPr id="190" name="Tinta 189">
                  <a:extLst>
                    <a:ext uri="{FF2B5EF4-FFF2-40B4-BE49-F238E27FC236}">
                      <a16:creationId xmlns:a16="http://schemas.microsoft.com/office/drawing/2014/main" id="{C61811B7-9C72-5116-3100-A1DA7A6D5A55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2283817" y="3888341"/>
                  <a:ext cx="19368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191" name="Tinta 190">
                  <a:extLst>
                    <a:ext uri="{FF2B5EF4-FFF2-40B4-BE49-F238E27FC236}">
                      <a16:creationId xmlns:a16="http://schemas.microsoft.com/office/drawing/2014/main" id="{BFE09867-1608-632B-60C1-A146EA9705B9}"/>
                    </a:ext>
                  </a:extLst>
                </p14:cNvPr>
                <p14:cNvContentPartPr/>
                <p14:nvPr/>
              </p14:nvContentPartPr>
              <p14:xfrm>
                <a:off x="2342137" y="3962861"/>
                <a:ext cx="136080" cy="182520"/>
              </p14:xfrm>
            </p:contentPart>
          </mc:Choice>
          <mc:Fallback>
            <p:pic>
              <p:nvPicPr>
                <p:cNvPr id="191" name="Tinta 190">
                  <a:extLst>
                    <a:ext uri="{FF2B5EF4-FFF2-40B4-BE49-F238E27FC236}">
                      <a16:creationId xmlns:a16="http://schemas.microsoft.com/office/drawing/2014/main" id="{BFE09867-1608-632B-60C1-A146EA9705B9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2324497" y="3945221"/>
                  <a:ext cx="17172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192" name="Tinta 191">
                  <a:extLst>
                    <a:ext uri="{FF2B5EF4-FFF2-40B4-BE49-F238E27FC236}">
                      <a16:creationId xmlns:a16="http://schemas.microsoft.com/office/drawing/2014/main" id="{E32F7E62-4545-05CC-9C81-5EC8B7F1CF1D}"/>
                    </a:ext>
                  </a:extLst>
                </p14:cNvPr>
                <p14:cNvContentPartPr/>
                <p14:nvPr/>
              </p14:nvContentPartPr>
              <p14:xfrm>
                <a:off x="2558497" y="3733901"/>
                <a:ext cx="360" cy="164520"/>
              </p14:xfrm>
            </p:contentPart>
          </mc:Choice>
          <mc:Fallback>
            <p:pic>
              <p:nvPicPr>
                <p:cNvPr id="192" name="Tinta 191">
                  <a:extLst>
                    <a:ext uri="{FF2B5EF4-FFF2-40B4-BE49-F238E27FC236}">
                      <a16:creationId xmlns:a16="http://schemas.microsoft.com/office/drawing/2014/main" id="{E32F7E62-4545-05CC-9C81-5EC8B7F1CF1D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2540857" y="3715901"/>
                  <a:ext cx="3600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193" name="Tinta 192">
                  <a:extLst>
                    <a:ext uri="{FF2B5EF4-FFF2-40B4-BE49-F238E27FC236}">
                      <a16:creationId xmlns:a16="http://schemas.microsoft.com/office/drawing/2014/main" id="{C54CE3F8-D6EF-099E-3C4F-04B468DFF2F2}"/>
                    </a:ext>
                  </a:extLst>
                </p14:cNvPr>
                <p14:cNvContentPartPr/>
                <p14:nvPr/>
              </p14:nvContentPartPr>
              <p14:xfrm>
                <a:off x="2521417" y="3808781"/>
                <a:ext cx="92160" cy="3600"/>
              </p14:xfrm>
            </p:contentPart>
          </mc:Choice>
          <mc:Fallback>
            <p:pic>
              <p:nvPicPr>
                <p:cNvPr id="193" name="Tinta 192">
                  <a:extLst>
                    <a:ext uri="{FF2B5EF4-FFF2-40B4-BE49-F238E27FC236}">
                      <a16:creationId xmlns:a16="http://schemas.microsoft.com/office/drawing/2014/main" id="{C54CE3F8-D6EF-099E-3C4F-04B468DFF2F2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2503417" y="3790781"/>
                  <a:ext cx="1278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194" name="Tinta 193">
                  <a:extLst>
                    <a:ext uri="{FF2B5EF4-FFF2-40B4-BE49-F238E27FC236}">
                      <a16:creationId xmlns:a16="http://schemas.microsoft.com/office/drawing/2014/main" id="{8D12A86C-EE4B-20B2-E2AC-07ADDEEE8C02}"/>
                    </a:ext>
                  </a:extLst>
                </p14:cNvPr>
                <p14:cNvContentPartPr/>
                <p14:nvPr/>
              </p14:nvContentPartPr>
              <p14:xfrm>
                <a:off x="2654977" y="3732821"/>
                <a:ext cx="82800" cy="180720"/>
              </p14:xfrm>
            </p:contentPart>
          </mc:Choice>
          <mc:Fallback>
            <p:pic>
              <p:nvPicPr>
                <p:cNvPr id="194" name="Tinta 193">
                  <a:extLst>
                    <a:ext uri="{FF2B5EF4-FFF2-40B4-BE49-F238E27FC236}">
                      <a16:creationId xmlns:a16="http://schemas.microsoft.com/office/drawing/2014/main" id="{8D12A86C-EE4B-20B2-E2AC-07ADDEEE8C02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2637337" y="3714821"/>
                  <a:ext cx="118440" cy="21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9" name="Agrupar 198">
            <a:extLst>
              <a:ext uri="{FF2B5EF4-FFF2-40B4-BE49-F238E27FC236}">
                <a16:creationId xmlns:a16="http://schemas.microsoft.com/office/drawing/2014/main" id="{A8CC76D4-9360-8DBE-F622-5BDF7CB55772}"/>
              </a:ext>
            </a:extLst>
          </p:cNvPr>
          <p:cNvGrpSpPr/>
          <p:nvPr/>
        </p:nvGrpSpPr>
        <p:grpSpPr>
          <a:xfrm>
            <a:off x="2905177" y="3297941"/>
            <a:ext cx="118440" cy="170280"/>
            <a:chOff x="2905177" y="3297941"/>
            <a:chExt cx="118440" cy="170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196" name="Tinta 195">
                  <a:extLst>
                    <a:ext uri="{FF2B5EF4-FFF2-40B4-BE49-F238E27FC236}">
                      <a16:creationId xmlns:a16="http://schemas.microsoft.com/office/drawing/2014/main" id="{40E02CFF-1847-D103-3CFC-27B5979B360A}"/>
                    </a:ext>
                  </a:extLst>
                </p14:cNvPr>
                <p14:cNvContentPartPr/>
                <p14:nvPr/>
              </p14:nvContentPartPr>
              <p14:xfrm>
                <a:off x="2962417" y="3297941"/>
                <a:ext cx="1440" cy="170280"/>
              </p14:xfrm>
            </p:contentPart>
          </mc:Choice>
          <mc:Fallback>
            <p:pic>
              <p:nvPicPr>
                <p:cNvPr id="196" name="Tinta 195">
                  <a:extLst>
                    <a:ext uri="{FF2B5EF4-FFF2-40B4-BE49-F238E27FC236}">
                      <a16:creationId xmlns:a16="http://schemas.microsoft.com/office/drawing/2014/main" id="{40E02CFF-1847-D103-3CFC-27B5979B360A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2944417" y="3280301"/>
                  <a:ext cx="3708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197" name="Tinta 196">
                  <a:extLst>
                    <a:ext uri="{FF2B5EF4-FFF2-40B4-BE49-F238E27FC236}">
                      <a16:creationId xmlns:a16="http://schemas.microsoft.com/office/drawing/2014/main" id="{A19A227D-60CC-C3CD-BF1A-E0461B7EA9E5}"/>
                    </a:ext>
                  </a:extLst>
                </p14:cNvPr>
                <p14:cNvContentPartPr/>
                <p14:nvPr/>
              </p14:nvContentPartPr>
              <p14:xfrm>
                <a:off x="2905177" y="3360581"/>
                <a:ext cx="118440" cy="8280"/>
              </p14:xfrm>
            </p:contentPart>
          </mc:Choice>
          <mc:Fallback>
            <p:pic>
              <p:nvPicPr>
                <p:cNvPr id="197" name="Tinta 196">
                  <a:extLst>
                    <a:ext uri="{FF2B5EF4-FFF2-40B4-BE49-F238E27FC236}">
                      <a16:creationId xmlns:a16="http://schemas.microsoft.com/office/drawing/2014/main" id="{A19A227D-60CC-C3CD-BF1A-E0461B7EA9E5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2887177" y="3342581"/>
                  <a:ext cx="154080" cy="43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17">
            <p14:nvContentPartPr>
              <p14:cNvPr id="198" name="Tinta 197">
                <a:extLst>
                  <a:ext uri="{FF2B5EF4-FFF2-40B4-BE49-F238E27FC236}">
                    <a16:creationId xmlns:a16="http://schemas.microsoft.com/office/drawing/2014/main" id="{D344A943-A386-57EC-436A-4DCD07309AAE}"/>
                  </a:ext>
                </a:extLst>
              </p14:cNvPr>
              <p14:cNvContentPartPr/>
              <p14:nvPr/>
            </p14:nvContentPartPr>
            <p14:xfrm>
              <a:off x="3255457" y="3198221"/>
              <a:ext cx="210240" cy="232200"/>
            </p14:xfrm>
          </p:contentPart>
        </mc:Choice>
        <mc:Fallback>
          <p:pic>
            <p:nvPicPr>
              <p:cNvPr id="198" name="Tinta 197">
                <a:extLst>
                  <a:ext uri="{FF2B5EF4-FFF2-40B4-BE49-F238E27FC236}">
                    <a16:creationId xmlns:a16="http://schemas.microsoft.com/office/drawing/2014/main" id="{D344A943-A386-57EC-436A-4DCD07309AAE}"/>
                  </a:ext>
                </a:extLst>
              </p:cNvPr>
              <p:cNvPicPr/>
              <p:nvPr/>
            </p:nvPicPr>
            <p:blipFill>
              <a:blip r:embed="rId318"/>
              <a:stretch>
                <a:fillRect/>
              </a:stretch>
            </p:blipFill>
            <p:spPr>
              <a:xfrm>
                <a:off x="3237457" y="3180221"/>
                <a:ext cx="245880" cy="267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05" name="Agrupar 204">
            <a:extLst>
              <a:ext uri="{FF2B5EF4-FFF2-40B4-BE49-F238E27FC236}">
                <a16:creationId xmlns:a16="http://schemas.microsoft.com/office/drawing/2014/main" id="{AA2B2E5B-7FFF-5E9D-762C-32D39DAE9351}"/>
              </a:ext>
            </a:extLst>
          </p:cNvPr>
          <p:cNvGrpSpPr/>
          <p:nvPr/>
        </p:nvGrpSpPr>
        <p:grpSpPr>
          <a:xfrm>
            <a:off x="3752257" y="3266621"/>
            <a:ext cx="122040" cy="92880"/>
            <a:chOff x="3752257" y="3266621"/>
            <a:chExt cx="122040" cy="92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200" name="Tinta 199">
                  <a:extLst>
                    <a:ext uri="{FF2B5EF4-FFF2-40B4-BE49-F238E27FC236}">
                      <a16:creationId xmlns:a16="http://schemas.microsoft.com/office/drawing/2014/main" id="{E66C0672-22E4-2CF4-CF78-BD557F0FB45F}"/>
                    </a:ext>
                  </a:extLst>
                </p14:cNvPr>
                <p14:cNvContentPartPr/>
                <p14:nvPr/>
              </p14:nvContentPartPr>
              <p14:xfrm>
                <a:off x="3783217" y="3354821"/>
                <a:ext cx="91080" cy="4680"/>
              </p14:xfrm>
            </p:contentPart>
          </mc:Choice>
          <mc:Fallback>
            <p:pic>
              <p:nvPicPr>
                <p:cNvPr id="200" name="Tinta 199">
                  <a:extLst>
                    <a:ext uri="{FF2B5EF4-FFF2-40B4-BE49-F238E27FC236}">
                      <a16:creationId xmlns:a16="http://schemas.microsoft.com/office/drawing/2014/main" id="{E66C0672-22E4-2CF4-CF78-BD557F0FB45F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3765217" y="3337181"/>
                  <a:ext cx="1267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201" name="Tinta 200">
                  <a:extLst>
                    <a:ext uri="{FF2B5EF4-FFF2-40B4-BE49-F238E27FC236}">
                      <a16:creationId xmlns:a16="http://schemas.microsoft.com/office/drawing/2014/main" id="{FC4815F1-DEE5-1CA3-07AB-EA8AC55E68FA}"/>
                    </a:ext>
                  </a:extLst>
                </p14:cNvPr>
                <p14:cNvContentPartPr/>
                <p14:nvPr/>
              </p14:nvContentPartPr>
              <p14:xfrm>
                <a:off x="3752257" y="3266621"/>
                <a:ext cx="100800" cy="4680"/>
              </p14:xfrm>
            </p:contentPart>
          </mc:Choice>
          <mc:Fallback>
            <p:pic>
              <p:nvPicPr>
                <p:cNvPr id="201" name="Tinta 200">
                  <a:extLst>
                    <a:ext uri="{FF2B5EF4-FFF2-40B4-BE49-F238E27FC236}">
                      <a16:creationId xmlns:a16="http://schemas.microsoft.com/office/drawing/2014/main" id="{FC4815F1-DEE5-1CA3-07AB-EA8AC55E68FA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3734257" y="3248981"/>
                  <a:ext cx="136440" cy="4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4" name="Agrupar 203">
            <a:extLst>
              <a:ext uri="{FF2B5EF4-FFF2-40B4-BE49-F238E27FC236}">
                <a16:creationId xmlns:a16="http://schemas.microsoft.com/office/drawing/2014/main" id="{567BBDFA-2630-A9A8-2557-3345E531DC2F}"/>
              </a:ext>
            </a:extLst>
          </p:cNvPr>
          <p:cNvGrpSpPr/>
          <p:nvPr/>
        </p:nvGrpSpPr>
        <p:grpSpPr>
          <a:xfrm>
            <a:off x="4182817" y="3023981"/>
            <a:ext cx="217800" cy="345960"/>
            <a:chOff x="4182817" y="3023981"/>
            <a:chExt cx="217800" cy="345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202" name="Tinta 201">
                  <a:extLst>
                    <a:ext uri="{FF2B5EF4-FFF2-40B4-BE49-F238E27FC236}">
                      <a16:creationId xmlns:a16="http://schemas.microsoft.com/office/drawing/2014/main" id="{52A8739A-B83B-34AC-A709-E7B335E2D8ED}"/>
                    </a:ext>
                  </a:extLst>
                </p14:cNvPr>
                <p14:cNvContentPartPr/>
                <p14:nvPr/>
              </p14:nvContentPartPr>
              <p14:xfrm>
                <a:off x="4182817" y="3023981"/>
                <a:ext cx="152640" cy="345960"/>
              </p14:xfrm>
            </p:contentPart>
          </mc:Choice>
          <mc:Fallback>
            <p:pic>
              <p:nvPicPr>
                <p:cNvPr id="202" name="Tinta 201">
                  <a:extLst>
                    <a:ext uri="{FF2B5EF4-FFF2-40B4-BE49-F238E27FC236}">
                      <a16:creationId xmlns:a16="http://schemas.microsoft.com/office/drawing/2014/main" id="{52A8739A-B83B-34AC-A709-E7B335E2D8ED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4165177" y="3006341"/>
                  <a:ext cx="188280" cy="38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203" name="Tinta 202">
                  <a:extLst>
                    <a:ext uri="{FF2B5EF4-FFF2-40B4-BE49-F238E27FC236}">
                      <a16:creationId xmlns:a16="http://schemas.microsoft.com/office/drawing/2014/main" id="{AE4D1FE3-AE09-E36B-45E0-6FFAF335600A}"/>
                    </a:ext>
                  </a:extLst>
                </p14:cNvPr>
                <p14:cNvContentPartPr/>
                <p14:nvPr/>
              </p14:nvContentPartPr>
              <p14:xfrm>
                <a:off x="4400257" y="3347261"/>
                <a:ext cx="360" cy="360"/>
              </p14:xfrm>
            </p:contentPart>
          </mc:Choice>
          <mc:Fallback>
            <p:pic>
              <p:nvPicPr>
                <p:cNvPr id="203" name="Tinta 202">
                  <a:extLst>
                    <a:ext uri="{FF2B5EF4-FFF2-40B4-BE49-F238E27FC236}">
                      <a16:creationId xmlns:a16="http://schemas.microsoft.com/office/drawing/2014/main" id="{AE4D1FE3-AE09-E36B-45E0-6FFAF335600A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4382617" y="332926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2" name="Agrupar 211">
            <a:extLst>
              <a:ext uri="{FF2B5EF4-FFF2-40B4-BE49-F238E27FC236}">
                <a16:creationId xmlns:a16="http://schemas.microsoft.com/office/drawing/2014/main" id="{E7E9D73D-ACE9-AA29-92FC-1ED83C83880F}"/>
              </a:ext>
            </a:extLst>
          </p:cNvPr>
          <p:cNvGrpSpPr/>
          <p:nvPr/>
        </p:nvGrpSpPr>
        <p:grpSpPr>
          <a:xfrm>
            <a:off x="4437697" y="2876741"/>
            <a:ext cx="270720" cy="822960"/>
            <a:chOff x="4437697" y="2876741"/>
            <a:chExt cx="270720" cy="822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06" name="Tinta 205">
                  <a:extLst>
                    <a:ext uri="{FF2B5EF4-FFF2-40B4-BE49-F238E27FC236}">
                      <a16:creationId xmlns:a16="http://schemas.microsoft.com/office/drawing/2014/main" id="{D4BF5806-F5FA-40C5-33D4-45A8C6EA69D7}"/>
                    </a:ext>
                  </a:extLst>
                </p14:cNvPr>
                <p14:cNvContentPartPr/>
                <p14:nvPr/>
              </p14:nvContentPartPr>
              <p14:xfrm>
                <a:off x="4471177" y="3072221"/>
                <a:ext cx="135720" cy="312480"/>
              </p14:xfrm>
            </p:contentPart>
          </mc:Choice>
          <mc:Fallback>
            <p:pic>
              <p:nvPicPr>
                <p:cNvPr id="206" name="Tinta 205">
                  <a:extLst>
                    <a:ext uri="{FF2B5EF4-FFF2-40B4-BE49-F238E27FC236}">
                      <a16:creationId xmlns:a16="http://schemas.microsoft.com/office/drawing/2014/main" id="{D4BF5806-F5FA-40C5-33D4-45A8C6EA69D7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4453177" y="3054221"/>
                  <a:ext cx="171360" cy="34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07" name="Tinta 206">
                  <a:extLst>
                    <a:ext uri="{FF2B5EF4-FFF2-40B4-BE49-F238E27FC236}">
                      <a16:creationId xmlns:a16="http://schemas.microsoft.com/office/drawing/2014/main" id="{DA123F35-289D-B5CC-4DD8-9A706AA2A078}"/>
                    </a:ext>
                  </a:extLst>
                </p14:cNvPr>
                <p14:cNvContentPartPr/>
                <p14:nvPr/>
              </p14:nvContentPartPr>
              <p14:xfrm>
                <a:off x="4437697" y="3185261"/>
                <a:ext cx="72360" cy="3600"/>
              </p14:xfrm>
            </p:contentPart>
          </mc:Choice>
          <mc:Fallback>
            <p:pic>
              <p:nvPicPr>
                <p:cNvPr id="207" name="Tinta 206">
                  <a:extLst>
                    <a:ext uri="{FF2B5EF4-FFF2-40B4-BE49-F238E27FC236}">
                      <a16:creationId xmlns:a16="http://schemas.microsoft.com/office/drawing/2014/main" id="{DA123F35-289D-B5CC-4DD8-9A706AA2A078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4419697" y="3167261"/>
                  <a:ext cx="1080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09" name="Tinta 208">
                  <a:extLst>
                    <a:ext uri="{FF2B5EF4-FFF2-40B4-BE49-F238E27FC236}">
                      <a16:creationId xmlns:a16="http://schemas.microsoft.com/office/drawing/2014/main" id="{206539E3-584B-3311-84A1-228F825A32F6}"/>
                    </a:ext>
                  </a:extLst>
                </p14:cNvPr>
                <p14:cNvContentPartPr/>
                <p14:nvPr/>
              </p14:nvContentPartPr>
              <p14:xfrm>
                <a:off x="4574137" y="2876741"/>
                <a:ext cx="79200" cy="220680"/>
              </p14:xfrm>
            </p:contentPart>
          </mc:Choice>
          <mc:Fallback>
            <p:pic>
              <p:nvPicPr>
                <p:cNvPr id="209" name="Tinta 208">
                  <a:extLst>
                    <a:ext uri="{FF2B5EF4-FFF2-40B4-BE49-F238E27FC236}">
                      <a16:creationId xmlns:a16="http://schemas.microsoft.com/office/drawing/2014/main" id="{206539E3-584B-3311-84A1-228F825A32F6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4556497" y="2858741"/>
                  <a:ext cx="11484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10" name="Tinta 209">
                  <a:extLst>
                    <a:ext uri="{FF2B5EF4-FFF2-40B4-BE49-F238E27FC236}">
                      <a16:creationId xmlns:a16="http://schemas.microsoft.com/office/drawing/2014/main" id="{EF409034-1AF1-649C-DC78-25021FA9761B}"/>
                    </a:ext>
                  </a:extLst>
                </p14:cNvPr>
                <p14:cNvContentPartPr/>
                <p14:nvPr/>
              </p14:nvContentPartPr>
              <p14:xfrm>
                <a:off x="4469737" y="3409901"/>
                <a:ext cx="238680" cy="360"/>
              </p14:xfrm>
            </p:contentPart>
          </mc:Choice>
          <mc:Fallback>
            <p:pic>
              <p:nvPicPr>
                <p:cNvPr id="210" name="Tinta 209">
                  <a:extLst>
                    <a:ext uri="{FF2B5EF4-FFF2-40B4-BE49-F238E27FC236}">
                      <a16:creationId xmlns:a16="http://schemas.microsoft.com/office/drawing/2014/main" id="{EF409034-1AF1-649C-DC78-25021FA9761B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4452097" y="3391901"/>
                  <a:ext cx="2743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11" name="Tinta 210">
                  <a:extLst>
                    <a:ext uri="{FF2B5EF4-FFF2-40B4-BE49-F238E27FC236}">
                      <a16:creationId xmlns:a16="http://schemas.microsoft.com/office/drawing/2014/main" id="{3CC62807-9BD3-A66D-B2E7-43B4FCB6C6EE}"/>
                    </a:ext>
                  </a:extLst>
                </p14:cNvPr>
                <p14:cNvContentPartPr/>
                <p14:nvPr/>
              </p14:nvContentPartPr>
              <p14:xfrm>
                <a:off x="4571617" y="3486581"/>
                <a:ext cx="115920" cy="213120"/>
              </p14:xfrm>
            </p:contentPart>
          </mc:Choice>
          <mc:Fallback>
            <p:pic>
              <p:nvPicPr>
                <p:cNvPr id="211" name="Tinta 210">
                  <a:extLst>
                    <a:ext uri="{FF2B5EF4-FFF2-40B4-BE49-F238E27FC236}">
                      <a16:creationId xmlns:a16="http://schemas.microsoft.com/office/drawing/2014/main" id="{3CC62807-9BD3-A66D-B2E7-43B4FCB6C6EE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4553977" y="3468581"/>
                  <a:ext cx="151560" cy="248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8" name="Agrupar 217">
            <a:extLst>
              <a:ext uri="{FF2B5EF4-FFF2-40B4-BE49-F238E27FC236}">
                <a16:creationId xmlns:a16="http://schemas.microsoft.com/office/drawing/2014/main" id="{6953C883-6620-1D8B-6308-E774799EF5EB}"/>
              </a:ext>
            </a:extLst>
          </p:cNvPr>
          <p:cNvGrpSpPr/>
          <p:nvPr/>
        </p:nvGrpSpPr>
        <p:grpSpPr>
          <a:xfrm>
            <a:off x="4933057" y="3137021"/>
            <a:ext cx="110880" cy="208080"/>
            <a:chOff x="4933057" y="3137021"/>
            <a:chExt cx="110880" cy="208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13" name="Tinta 212">
                  <a:extLst>
                    <a:ext uri="{FF2B5EF4-FFF2-40B4-BE49-F238E27FC236}">
                      <a16:creationId xmlns:a16="http://schemas.microsoft.com/office/drawing/2014/main" id="{61DEC23B-9EC0-DF58-17EB-76A34CD85AC6}"/>
                    </a:ext>
                  </a:extLst>
                </p14:cNvPr>
                <p14:cNvContentPartPr/>
                <p14:nvPr/>
              </p14:nvContentPartPr>
              <p14:xfrm>
                <a:off x="4992817" y="3137021"/>
                <a:ext cx="3960" cy="208080"/>
              </p14:xfrm>
            </p:contentPart>
          </mc:Choice>
          <mc:Fallback>
            <p:pic>
              <p:nvPicPr>
                <p:cNvPr id="213" name="Tinta 212">
                  <a:extLst>
                    <a:ext uri="{FF2B5EF4-FFF2-40B4-BE49-F238E27FC236}">
                      <a16:creationId xmlns:a16="http://schemas.microsoft.com/office/drawing/2014/main" id="{61DEC23B-9EC0-DF58-17EB-76A34CD85AC6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4974817" y="3119381"/>
                  <a:ext cx="3960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14" name="Tinta 213">
                  <a:extLst>
                    <a:ext uri="{FF2B5EF4-FFF2-40B4-BE49-F238E27FC236}">
                      <a16:creationId xmlns:a16="http://schemas.microsoft.com/office/drawing/2014/main" id="{38084E3D-675A-5FA0-83B9-DA8530F8C129}"/>
                    </a:ext>
                  </a:extLst>
                </p14:cNvPr>
                <p14:cNvContentPartPr/>
                <p14:nvPr/>
              </p14:nvContentPartPr>
              <p14:xfrm>
                <a:off x="4933057" y="3225221"/>
                <a:ext cx="110880" cy="4680"/>
              </p14:xfrm>
            </p:contentPart>
          </mc:Choice>
          <mc:Fallback>
            <p:pic>
              <p:nvPicPr>
                <p:cNvPr id="214" name="Tinta 213">
                  <a:extLst>
                    <a:ext uri="{FF2B5EF4-FFF2-40B4-BE49-F238E27FC236}">
                      <a16:creationId xmlns:a16="http://schemas.microsoft.com/office/drawing/2014/main" id="{38084E3D-675A-5FA0-83B9-DA8530F8C129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4915417" y="3207581"/>
                  <a:ext cx="146520" cy="4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7" name="Agrupar 216">
            <a:extLst>
              <a:ext uri="{FF2B5EF4-FFF2-40B4-BE49-F238E27FC236}">
                <a16:creationId xmlns:a16="http://schemas.microsoft.com/office/drawing/2014/main" id="{CF227C86-3C52-C2F8-5A63-184CF08CB735}"/>
              </a:ext>
            </a:extLst>
          </p:cNvPr>
          <p:cNvGrpSpPr/>
          <p:nvPr/>
        </p:nvGrpSpPr>
        <p:grpSpPr>
          <a:xfrm>
            <a:off x="5334097" y="2980421"/>
            <a:ext cx="198000" cy="335880"/>
            <a:chOff x="5334097" y="2980421"/>
            <a:chExt cx="198000" cy="335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15" name="Tinta 214">
                  <a:extLst>
                    <a:ext uri="{FF2B5EF4-FFF2-40B4-BE49-F238E27FC236}">
                      <a16:creationId xmlns:a16="http://schemas.microsoft.com/office/drawing/2014/main" id="{A77332A0-D64A-E699-6094-7B850E63C0E5}"/>
                    </a:ext>
                  </a:extLst>
                </p14:cNvPr>
                <p14:cNvContentPartPr/>
                <p14:nvPr/>
              </p14:nvContentPartPr>
              <p14:xfrm>
                <a:off x="5334097" y="2980421"/>
                <a:ext cx="109800" cy="335880"/>
              </p14:xfrm>
            </p:contentPart>
          </mc:Choice>
          <mc:Fallback>
            <p:pic>
              <p:nvPicPr>
                <p:cNvPr id="215" name="Tinta 214">
                  <a:extLst>
                    <a:ext uri="{FF2B5EF4-FFF2-40B4-BE49-F238E27FC236}">
                      <a16:creationId xmlns:a16="http://schemas.microsoft.com/office/drawing/2014/main" id="{A77332A0-D64A-E699-6094-7B850E63C0E5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5316097" y="2962781"/>
                  <a:ext cx="145440" cy="37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16" name="Tinta 215">
                  <a:extLst>
                    <a:ext uri="{FF2B5EF4-FFF2-40B4-BE49-F238E27FC236}">
                      <a16:creationId xmlns:a16="http://schemas.microsoft.com/office/drawing/2014/main" id="{1FF9DA80-6661-94BE-3D55-5BF0A440EB94}"/>
                    </a:ext>
                  </a:extLst>
                </p14:cNvPr>
                <p14:cNvContentPartPr/>
                <p14:nvPr/>
              </p14:nvContentPartPr>
              <p14:xfrm>
                <a:off x="5531737" y="3313781"/>
                <a:ext cx="360" cy="360"/>
              </p14:xfrm>
            </p:contentPart>
          </mc:Choice>
          <mc:Fallback>
            <p:pic>
              <p:nvPicPr>
                <p:cNvPr id="216" name="Tinta 215">
                  <a:extLst>
                    <a:ext uri="{FF2B5EF4-FFF2-40B4-BE49-F238E27FC236}">
                      <a16:creationId xmlns:a16="http://schemas.microsoft.com/office/drawing/2014/main" id="{1FF9DA80-6661-94BE-3D55-5BF0A440EB94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5513737" y="329578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43">
            <p14:nvContentPartPr>
              <p14:cNvPr id="222" name="Tinta 221">
                <a:extLst>
                  <a:ext uri="{FF2B5EF4-FFF2-40B4-BE49-F238E27FC236}">
                    <a16:creationId xmlns:a16="http://schemas.microsoft.com/office/drawing/2014/main" id="{35B29D2A-23E8-4F1F-6D47-DD2043F945C5}"/>
                  </a:ext>
                </a:extLst>
              </p14:cNvPr>
              <p14:cNvContentPartPr/>
              <p14:nvPr/>
            </p14:nvContentPartPr>
            <p14:xfrm>
              <a:off x="10198777" y="4937741"/>
              <a:ext cx="360" cy="360"/>
            </p14:xfrm>
          </p:contentPart>
        </mc:Choice>
        <mc:Fallback>
          <p:pic>
            <p:nvPicPr>
              <p:cNvPr id="222" name="Tinta 221">
                <a:extLst>
                  <a:ext uri="{FF2B5EF4-FFF2-40B4-BE49-F238E27FC236}">
                    <a16:creationId xmlns:a16="http://schemas.microsoft.com/office/drawing/2014/main" id="{35B29D2A-23E8-4F1F-6D47-DD2043F945C5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10180777" y="4919741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4">
            <p14:nvContentPartPr>
              <p14:cNvPr id="219" name="Tinta 218">
                <a:extLst>
                  <a:ext uri="{FF2B5EF4-FFF2-40B4-BE49-F238E27FC236}">
                    <a16:creationId xmlns:a16="http://schemas.microsoft.com/office/drawing/2014/main" id="{578B51E0-FE93-0A7F-4193-8ECB14FA2011}"/>
                  </a:ext>
                </a:extLst>
              </p14:cNvPr>
              <p14:cNvContentPartPr/>
              <p14:nvPr/>
            </p14:nvContentPartPr>
            <p14:xfrm>
              <a:off x="5652337" y="2975021"/>
              <a:ext cx="128160" cy="342360"/>
            </p14:xfrm>
          </p:contentPart>
        </mc:Choice>
        <mc:Fallback>
          <p:pic>
            <p:nvPicPr>
              <p:cNvPr id="219" name="Tinta 218">
                <a:extLst>
                  <a:ext uri="{FF2B5EF4-FFF2-40B4-BE49-F238E27FC236}">
                    <a16:creationId xmlns:a16="http://schemas.microsoft.com/office/drawing/2014/main" id="{578B51E0-FE93-0A7F-4193-8ECB14FA2011}"/>
                  </a:ext>
                </a:extLst>
              </p:cNvPr>
              <p:cNvPicPr/>
              <p:nvPr/>
            </p:nvPicPr>
            <p:blipFill>
              <a:blip r:embed="rId345"/>
              <a:stretch>
                <a:fillRect/>
              </a:stretch>
            </p:blipFill>
            <p:spPr>
              <a:xfrm>
                <a:off x="5634337" y="2957021"/>
                <a:ext cx="163800" cy="37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6">
            <p14:nvContentPartPr>
              <p14:cNvPr id="220" name="Tinta 219">
                <a:extLst>
                  <a:ext uri="{FF2B5EF4-FFF2-40B4-BE49-F238E27FC236}">
                    <a16:creationId xmlns:a16="http://schemas.microsoft.com/office/drawing/2014/main" id="{154E5BE3-9118-CAB0-50A9-5077677E0966}"/>
                  </a:ext>
                </a:extLst>
              </p14:cNvPr>
              <p14:cNvContentPartPr/>
              <p14:nvPr/>
            </p14:nvContentPartPr>
            <p14:xfrm>
              <a:off x="5637217" y="3144941"/>
              <a:ext cx="113400" cy="30600"/>
            </p14:xfrm>
          </p:contentPart>
        </mc:Choice>
        <mc:Fallback>
          <p:pic>
            <p:nvPicPr>
              <p:cNvPr id="220" name="Tinta 219">
                <a:extLst>
                  <a:ext uri="{FF2B5EF4-FFF2-40B4-BE49-F238E27FC236}">
                    <a16:creationId xmlns:a16="http://schemas.microsoft.com/office/drawing/2014/main" id="{154E5BE3-9118-CAB0-50A9-5077677E0966}"/>
                  </a:ext>
                </a:extLst>
              </p:cNvPr>
              <p:cNvPicPr/>
              <p:nvPr/>
            </p:nvPicPr>
            <p:blipFill>
              <a:blip r:embed="rId347"/>
              <a:stretch>
                <a:fillRect/>
              </a:stretch>
            </p:blipFill>
            <p:spPr>
              <a:xfrm>
                <a:off x="5619577" y="3126941"/>
                <a:ext cx="149040" cy="6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8">
            <p14:nvContentPartPr>
              <p14:cNvPr id="256" name="Tinta 255">
                <a:extLst>
                  <a:ext uri="{FF2B5EF4-FFF2-40B4-BE49-F238E27FC236}">
                    <a16:creationId xmlns:a16="http://schemas.microsoft.com/office/drawing/2014/main" id="{AAB05A24-0884-BD13-8C1B-ED29EB40340C}"/>
                  </a:ext>
                </a:extLst>
              </p14:cNvPr>
              <p14:cNvContentPartPr/>
              <p14:nvPr/>
            </p14:nvContentPartPr>
            <p14:xfrm>
              <a:off x="5715337" y="2813021"/>
              <a:ext cx="72360" cy="4680"/>
            </p14:xfrm>
          </p:contentPart>
        </mc:Choice>
        <mc:Fallback>
          <p:pic>
            <p:nvPicPr>
              <p:cNvPr id="256" name="Tinta 255">
                <a:extLst>
                  <a:ext uri="{FF2B5EF4-FFF2-40B4-BE49-F238E27FC236}">
                    <a16:creationId xmlns:a16="http://schemas.microsoft.com/office/drawing/2014/main" id="{AAB05A24-0884-BD13-8C1B-ED29EB40340C}"/>
                  </a:ext>
                </a:extLst>
              </p:cNvPr>
              <p:cNvPicPr/>
              <p:nvPr/>
            </p:nvPicPr>
            <p:blipFill>
              <a:blip r:embed="rId349"/>
              <a:stretch>
                <a:fillRect/>
              </a:stretch>
            </p:blipFill>
            <p:spPr>
              <a:xfrm>
                <a:off x="5697697" y="2795021"/>
                <a:ext cx="10800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0">
            <p14:nvContentPartPr>
              <p14:cNvPr id="257" name="Tinta 256">
                <a:extLst>
                  <a:ext uri="{FF2B5EF4-FFF2-40B4-BE49-F238E27FC236}">
                    <a16:creationId xmlns:a16="http://schemas.microsoft.com/office/drawing/2014/main" id="{FD1A319B-9236-A407-E60C-5E98A32435EA}"/>
                  </a:ext>
                </a:extLst>
              </p14:cNvPr>
              <p14:cNvContentPartPr/>
              <p14:nvPr/>
            </p14:nvContentPartPr>
            <p14:xfrm>
              <a:off x="5865097" y="2689541"/>
              <a:ext cx="54720" cy="159480"/>
            </p14:xfrm>
          </p:contentPart>
        </mc:Choice>
        <mc:Fallback>
          <p:pic>
            <p:nvPicPr>
              <p:cNvPr id="257" name="Tinta 256">
                <a:extLst>
                  <a:ext uri="{FF2B5EF4-FFF2-40B4-BE49-F238E27FC236}">
                    <a16:creationId xmlns:a16="http://schemas.microsoft.com/office/drawing/2014/main" id="{FD1A319B-9236-A407-E60C-5E98A32435EA}"/>
                  </a:ext>
                </a:extLst>
              </p:cNvPr>
              <p:cNvPicPr/>
              <p:nvPr/>
            </p:nvPicPr>
            <p:blipFill>
              <a:blip r:embed="rId351"/>
              <a:stretch>
                <a:fillRect/>
              </a:stretch>
            </p:blipFill>
            <p:spPr>
              <a:xfrm>
                <a:off x="5847097" y="2671901"/>
                <a:ext cx="90360" cy="19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2">
            <p14:nvContentPartPr>
              <p14:cNvPr id="258" name="Tinta 257">
                <a:extLst>
                  <a:ext uri="{FF2B5EF4-FFF2-40B4-BE49-F238E27FC236}">
                    <a16:creationId xmlns:a16="http://schemas.microsoft.com/office/drawing/2014/main" id="{1FE14D10-C97F-970D-F6C1-02E3361A1190}"/>
                  </a:ext>
                </a:extLst>
              </p14:cNvPr>
              <p14:cNvContentPartPr/>
              <p14:nvPr/>
            </p14:nvContentPartPr>
            <p14:xfrm>
              <a:off x="5817217" y="2888981"/>
              <a:ext cx="134640" cy="10440"/>
            </p14:xfrm>
          </p:contentPart>
        </mc:Choice>
        <mc:Fallback>
          <p:pic>
            <p:nvPicPr>
              <p:cNvPr id="258" name="Tinta 257">
                <a:extLst>
                  <a:ext uri="{FF2B5EF4-FFF2-40B4-BE49-F238E27FC236}">
                    <a16:creationId xmlns:a16="http://schemas.microsoft.com/office/drawing/2014/main" id="{1FE14D10-C97F-970D-F6C1-02E3361A1190}"/>
                  </a:ext>
                </a:extLst>
              </p:cNvPr>
              <p:cNvPicPr/>
              <p:nvPr/>
            </p:nvPicPr>
            <p:blipFill>
              <a:blip r:embed="rId353"/>
              <a:stretch>
                <a:fillRect/>
              </a:stretch>
            </p:blipFill>
            <p:spPr>
              <a:xfrm>
                <a:off x="5799577" y="2870981"/>
                <a:ext cx="170280" cy="4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4">
            <p14:nvContentPartPr>
              <p14:cNvPr id="259" name="Tinta 258">
                <a:extLst>
                  <a:ext uri="{FF2B5EF4-FFF2-40B4-BE49-F238E27FC236}">
                    <a16:creationId xmlns:a16="http://schemas.microsoft.com/office/drawing/2014/main" id="{1206674F-0874-7880-F245-7EA6447FA1D7}"/>
                  </a:ext>
                </a:extLst>
              </p14:cNvPr>
              <p14:cNvContentPartPr/>
              <p14:nvPr/>
            </p14:nvContentPartPr>
            <p14:xfrm>
              <a:off x="5865817" y="2928941"/>
              <a:ext cx="134640" cy="159480"/>
            </p14:xfrm>
          </p:contentPart>
        </mc:Choice>
        <mc:Fallback>
          <p:pic>
            <p:nvPicPr>
              <p:cNvPr id="259" name="Tinta 258">
                <a:extLst>
                  <a:ext uri="{FF2B5EF4-FFF2-40B4-BE49-F238E27FC236}">
                    <a16:creationId xmlns:a16="http://schemas.microsoft.com/office/drawing/2014/main" id="{1206674F-0874-7880-F245-7EA6447FA1D7}"/>
                  </a:ext>
                </a:extLst>
              </p:cNvPr>
              <p:cNvPicPr/>
              <p:nvPr/>
            </p:nvPicPr>
            <p:blipFill>
              <a:blip r:embed="rId355"/>
              <a:stretch>
                <a:fillRect/>
              </a:stretch>
            </p:blipFill>
            <p:spPr>
              <a:xfrm>
                <a:off x="5847817" y="2910941"/>
                <a:ext cx="170280" cy="195120"/>
              </a:xfrm>
              <a:prstGeom prst="rect">
                <a:avLst/>
              </a:prstGeom>
            </p:spPr>
          </p:pic>
        </mc:Fallback>
      </mc:AlternateContent>
      <p:grpSp>
        <p:nvGrpSpPr>
          <p:cNvPr id="266" name="Agrupar 265">
            <a:extLst>
              <a:ext uri="{FF2B5EF4-FFF2-40B4-BE49-F238E27FC236}">
                <a16:creationId xmlns:a16="http://schemas.microsoft.com/office/drawing/2014/main" id="{D99DB83A-5D06-3860-2A21-7BB233819C17}"/>
              </a:ext>
            </a:extLst>
          </p:cNvPr>
          <p:cNvGrpSpPr/>
          <p:nvPr/>
        </p:nvGrpSpPr>
        <p:grpSpPr>
          <a:xfrm>
            <a:off x="5623537" y="3409901"/>
            <a:ext cx="438840" cy="519480"/>
            <a:chOff x="5623537" y="3409901"/>
            <a:chExt cx="438840" cy="519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60" name="Tinta 259">
                  <a:extLst>
                    <a:ext uri="{FF2B5EF4-FFF2-40B4-BE49-F238E27FC236}">
                      <a16:creationId xmlns:a16="http://schemas.microsoft.com/office/drawing/2014/main" id="{C5B096FD-AEB5-7818-7D81-14149C61B64D}"/>
                    </a:ext>
                  </a:extLst>
                </p14:cNvPr>
                <p14:cNvContentPartPr/>
                <p14:nvPr/>
              </p14:nvContentPartPr>
              <p14:xfrm>
                <a:off x="5623537" y="3409901"/>
                <a:ext cx="319680" cy="28440"/>
              </p14:xfrm>
            </p:contentPart>
          </mc:Choice>
          <mc:Fallback>
            <p:pic>
              <p:nvPicPr>
                <p:cNvPr id="260" name="Tinta 259">
                  <a:extLst>
                    <a:ext uri="{FF2B5EF4-FFF2-40B4-BE49-F238E27FC236}">
                      <a16:creationId xmlns:a16="http://schemas.microsoft.com/office/drawing/2014/main" id="{C5B096FD-AEB5-7818-7D81-14149C61B64D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5605897" y="3391901"/>
                  <a:ext cx="35532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62" name="Tinta 261">
                  <a:extLst>
                    <a:ext uri="{FF2B5EF4-FFF2-40B4-BE49-F238E27FC236}">
                      <a16:creationId xmlns:a16="http://schemas.microsoft.com/office/drawing/2014/main" id="{9C988260-9D5B-630B-577A-150BD0095A4F}"/>
                    </a:ext>
                  </a:extLst>
                </p14:cNvPr>
                <p14:cNvContentPartPr/>
                <p14:nvPr/>
              </p14:nvContentPartPr>
              <p14:xfrm>
                <a:off x="5657017" y="3644621"/>
                <a:ext cx="72360" cy="360"/>
              </p14:xfrm>
            </p:contentPart>
          </mc:Choice>
          <mc:Fallback>
            <p:pic>
              <p:nvPicPr>
                <p:cNvPr id="262" name="Tinta 261">
                  <a:extLst>
                    <a:ext uri="{FF2B5EF4-FFF2-40B4-BE49-F238E27FC236}">
                      <a16:creationId xmlns:a16="http://schemas.microsoft.com/office/drawing/2014/main" id="{9C988260-9D5B-630B-577A-150BD0095A4F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5639377" y="3626621"/>
                  <a:ext cx="108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63" name="Tinta 262">
                  <a:extLst>
                    <a:ext uri="{FF2B5EF4-FFF2-40B4-BE49-F238E27FC236}">
                      <a16:creationId xmlns:a16="http://schemas.microsoft.com/office/drawing/2014/main" id="{0DA74707-6E1D-7BC2-8FE5-63CE74C83FF9}"/>
                    </a:ext>
                  </a:extLst>
                </p14:cNvPr>
                <p14:cNvContentPartPr/>
                <p14:nvPr/>
              </p14:nvContentPartPr>
              <p14:xfrm>
                <a:off x="5817217" y="3513221"/>
                <a:ext cx="97200" cy="142920"/>
              </p14:xfrm>
            </p:contentPart>
          </mc:Choice>
          <mc:Fallback>
            <p:pic>
              <p:nvPicPr>
                <p:cNvPr id="263" name="Tinta 262">
                  <a:extLst>
                    <a:ext uri="{FF2B5EF4-FFF2-40B4-BE49-F238E27FC236}">
                      <a16:creationId xmlns:a16="http://schemas.microsoft.com/office/drawing/2014/main" id="{0DA74707-6E1D-7BC2-8FE5-63CE74C83FF9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5799577" y="3495221"/>
                  <a:ext cx="13284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64" name="Tinta 263">
                  <a:extLst>
                    <a:ext uri="{FF2B5EF4-FFF2-40B4-BE49-F238E27FC236}">
                      <a16:creationId xmlns:a16="http://schemas.microsoft.com/office/drawing/2014/main" id="{06CEFF48-96BF-6EAB-53D3-C12EE2424423}"/>
                    </a:ext>
                  </a:extLst>
                </p14:cNvPr>
                <p14:cNvContentPartPr/>
                <p14:nvPr/>
              </p14:nvContentPartPr>
              <p14:xfrm>
                <a:off x="5810017" y="3709421"/>
                <a:ext cx="160560" cy="9360"/>
              </p14:xfrm>
            </p:contentPart>
          </mc:Choice>
          <mc:Fallback>
            <p:pic>
              <p:nvPicPr>
                <p:cNvPr id="264" name="Tinta 263">
                  <a:extLst>
                    <a:ext uri="{FF2B5EF4-FFF2-40B4-BE49-F238E27FC236}">
                      <a16:creationId xmlns:a16="http://schemas.microsoft.com/office/drawing/2014/main" id="{06CEFF48-96BF-6EAB-53D3-C12EE2424423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5792017" y="3691421"/>
                  <a:ext cx="19620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65" name="Tinta 264">
                  <a:extLst>
                    <a:ext uri="{FF2B5EF4-FFF2-40B4-BE49-F238E27FC236}">
                      <a16:creationId xmlns:a16="http://schemas.microsoft.com/office/drawing/2014/main" id="{A4BFD2F3-6D99-D67A-2FC1-BD72D589B3DC}"/>
                    </a:ext>
                  </a:extLst>
                </p14:cNvPr>
                <p14:cNvContentPartPr/>
                <p14:nvPr/>
              </p14:nvContentPartPr>
              <p14:xfrm>
                <a:off x="5880577" y="3767381"/>
                <a:ext cx="181800" cy="162000"/>
              </p14:xfrm>
            </p:contentPart>
          </mc:Choice>
          <mc:Fallback>
            <p:pic>
              <p:nvPicPr>
                <p:cNvPr id="265" name="Tinta 264">
                  <a:extLst>
                    <a:ext uri="{FF2B5EF4-FFF2-40B4-BE49-F238E27FC236}">
                      <a16:creationId xmlns:a16="http://schemas.microsoft.com/office/drawing/2014/main" id="{A4BFD2F3-6D99-D67A-2FC1-BD72D589B3DC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5862937" y="3749741"/>
                  <a:ext cx="217440" cy="197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2" name="Agrupar 271">
            <a:extLst>
              <a:ext uri="{FF2B5EF4-FFF2-40B4-BE49-F238E27FC236}">
                <a16:creationId xmlns:a16="http://schemas.microsoft.com/office/drawing/2014/main" id="{A4722A58-8CDB-7221-DD71-40884A2FD73E}"/>
              </a:ext>
            </a:extLst>
          </p:cNvPr>
          <p:cNvGrpSpPr/>
          <p:nvPr/>
        </p:nvGrpSpPr>
        <p:grpSpPr>
          <a:xfrm>
            <a:off x="6073177" y="3158981"/>
            <a:ext cx="146880" cy="153720"/>
            <a:chOff x="6073177" y="3158981"/>
            <a:chExt cx="146880" cy="153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67" name="Tinta 266">
                  <a:extLst>
                    <a:ext uri="{FF2B5EF4-FFF2-40B4-BE49-F238E27FC236}">
                      <a16:creationId xmlns:a16="http://schemas.microsoft.com/office/drawing/2014/main" id="{A568C07A-7437-6B9A-1E73-4B672E909B28}"/>
                    </a:ext>
                  </a:extLst>
                </p14:cNvPr>
                <p14:cNvContentPartPr/>
                <p14:nvPr/>
              </p14:nvContentPartPr>
              <p14:xfrm>
                <a:off x="6135097" y="3158981"/>
                <a:ext cx="4320" cy="153720"/>
              </p14:xfrm>
            </p:contentPart>
          </mc:Choice>
          <mc:Fallback>
            <p:pic>
              <p:nvPicPr>
                <p:cNvPr id="267" name="Tinta 266">
                  <a:extLst>
                    <a:ext uri="{FF2B5EF4-FFF2-40B4-BE49-F238E27FC236}">
                      <a16:creationId xmlns:a16="http://schemas.microsoft.com/office/drawing/2014/main" id="{A568C07A-7437-6B9A-1E73-4B672E909B28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6117457" y="3141341"/>
                  <a:ext cx="3996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68" name="Tinta 267">
                  <a:extLst>
                    <a:ext uri="{FF2B5EF4-FFF2-40B4-BE49-F238E27FC236}">
                      <a16:creationId xmlns:a16="http://schemas.microsoft.com/office/drawing/2014/main" id="{32ECDD1A-5339-8915-7D3E-73B882314388}"/>
                    </a:ext>
                  </a:extLst>
                </p14:cNvPr>
                <p14:cNvContentPartPr/>
                <p14:nvPr/>
              </p14:nvContentPartPr>
              <p14:xfrm>
                <a:off x="6073177" y="3225221"/>
                <a:ext cx="146880" cy="8280"/>
              </p14:xfrm>
            </p:contentPart>
          </mc:Choice>
          <mc:Fallback>
            <p:pic>
              <p:nvPicPr>
                <p:cNvPr id="268" name="Tinta 267">
                  <a:extLst>
                    <a:ext uri="{FF2B5EF4-FFF2-40B4-BE49-F238E27FC236}">
                      <a16:creationId xmlns:a16="http://schemas.microsoft.com/office/drawing/2014/main" id="{32ECDD1A-5339-8915-7D3E-73B882314388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6055177" y="3207581"/>
                  <a:ext cx="182520" cy="43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70">
            <p14:nvContentPartPr>
              <p14:cNvPr id="269" name="Tinta 268">
                <a:extLst>
                  <a:ext uri="{FF2B5EF4-FFF2-40B4-BE49-F238E27FC236}">
                    <a16:creationId xmlns:a16="http://schemas.microsoft.com/office/drawing/2014/main" id="{F10D87F2-8B2E-5754-7EC4-79E90D50EFAF}"/>
                  </a:ext>
                </a:extLst>
              </p14:cNvPr>
              <p14:cNvContentPartPr/>
              <p14:nvPr/>
            </p14:nvContentPartPr>
            <p14:xfrm>
              <a:off x="6427777" y="3188141"/>
              <a:ext cx="200880" cy="178560"/>
            </p14:xfrm>
          </p:contentPart>
        </mc:Choice>
        <mc:Fallback>
          <p:pic>
            <p:nvPicPr>
              <p:cNvPr id="269" name="Tinta 268">
                <a:extLst>
                  <a:ext uri="{FF2B5EF4-FFF2-40B4-BE49-F238E27FC236}">
                    <a16:creationId xmlns:a16="http://schemas.microsoft.com/office/drawing/2014/main" id="{F10D87F2-8B2E-5754-7EC4-79E90D50EFAF}"/>
                  </a:ext>
                </a:extLst>
              </p:cNvPr>
              <p:cNvPicPr/>
              <p:nvPr/>
            </p:nvPicPr>
            <p:blipFill>
              <a:blip r:embed="rId371"/>
              <a:stretch>
                <a:fillRect/>
              </a:stretch>
            </p:blipFill>
            <p:spPr>
              <a:xfrm>
                <a:off x="6410137" y="3170501"/>
                <a:ext cx="236520" cy="21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2">
            <p14:nvContentPartPr>
              <p14:cNvPr id="270" name="Tinta 269">
                <a:extLst>
                  <a:ext uri="{FF2B5EF4-FFF2-40B4-BE49-F238E27FC236}">
                    <a16:creationId xmlns:a16="http://schemas.microsoft.com/office/drawing/2014/main" id="{9803406A-D1DC-FA92-0521-EF207F5EC986}"/>
                  </a:ext>
                </a:extLst>
              </p14:cNvPr>
              <p14:cNvContentPartPr/>
              <p14:nvPr/>
            </p14:nvContentPartPr>
            <p14:xfrm>
              <a:off x="6859417" y="3292541"/>
              <a:ext cx="109800" cy="11520"/>
            </p14:xfrm>
          </p:contentPart>
        </mc:Choice>
        <mc:Fallback>
          <p:pic>
            <p:nvPicPr>
              <p:cNvPr id="270" name="Tinta 269">
                <a:extLst>
                  <a:ext uri="{FF2B5EF4-FFF2-40B4-BE49-F238E27FC236}">
                    <a16:creationId xmlns:a16="http://schemas.microsoft.com/office/drawing/2014/main" id="{9803406A-D1DC-FA92-0521-EF207F5EC986}"/>
                  </a:ext>
                </a:extLst>
              </p:cNvPr>
              <p:cNvPicPr/>
              <p:nvPr/>
            </p:nvPicPr>
            <p:blipFill>
              <a:blip r:embed="rId373"/>
              <a:stretch>
                <a:fillRect/>
              </a:stretch>
            </p:blipFill>
            <p:spPr>
              <a:xfrm>
                <a:off x="6841417" y="3274541"/>
                <a:ext cx="14544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4">
            <p14:nvContentPartPr>
              <p14:cNvPr id="271" name="Tinta 270">
                <a:extLst>
                  <a:ext uri="{FF2B5EF4-FFF2-40B4-BE49-F238E27FC236}">
                    <a16:creationId xmlns:a16="http://schemas.microsoft.com/office/drawing/2014/main" id="{5CC7FCF3-D2E5-E163-A4C6-F2D2515F648C}"/>
                  </a:ext>
                </a:extLst>
              </p14:cNvPr>
              <p14:cNvContentPartPr/>
              <p14:nvPr/>
            </p14:nvContentPartPr>
            <p14:xfrm>
              <a:off x="6823417" y="3197501"/>
              <a:ext cx="88560" cy="2520"/>
            </p14:xfrm>
          </p:contentPart>
        </mc:Choice>
        <mc:Fallback>
          <p:pic>
            <p:nvPicPr>
              <p:cNvPr id="271" name="Tinta 270">
                <a:extLst>
                  <a:ext uri="{FF2B5EF4-FFF2-40B4-BE49-F238E27FC236}">
                    <a16:creationId xmlns:a16="http://schemas.microsoft.com/office/drawing/2014/main" id="{5CC7FCF3-D2E5-E163-A4C6-F2D2515F648C}"/>
                  </a:ext>
                </a:extLst>
              </p:cNvPr>
              <p:cNvPicPr/>
              <p:nvPr/>
            </p:nvPicPr>
            <p:blipFill>
              <a:blip r:embed="rId375"/>
              <a:stretch>
                <a:fillRect/>
              </a:stretch>
            </p:blipFill>
            <p:spPr>
              <a:xfrm>
                <a:off x="6805417" y="3179501"/>
                <a:ext cx="124200" cy="38160"/>
              </a:xfrm>
              <a:prstGeom prst="rect">
                <a:avLst/>
              </a:prstGeom>
            </p:spPr>
          </p:pic>
        </mc:Fallback>
      </mc:AlternateContent>
      <p:grpSp>
        <p:nvGrpSpPr>
          <p:cNvPr id="275" name="Agrupar 274">
            <a:extLst>
              <a:ext uri="{FF2B5EF4-FFF2-40B4-BE49-F238E27FC236}">
                <a16:creationId xmlns:a16="http://schemas.microsoft.com/office/drawing/2014/main" id="{5DFA8F27-758B-3FBE-6E59-1849D368B285}"/>
              </a:ext>
            </a:extLst>
          </p:cNvPr>
          <p:cNvGrpSpPr/>
          <p:nvPr/>
        </p:nvGrpSpPr>
        <p:grpSpPr>
          <a:xfrm>
            <a:off x="324337" y="4917581"/>
            <a:ext cx="128160" cy="100800"/>
            <a:chOff x="324337" y="4917581"/>
            <a:chExt cx="128160" cy="100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73" name="Tinta 272">
                  <a:extLst>
                    <a:ext uri="{FF2B5EF4-FFF2-40B4-BE49-F238E27FC236}">
                      <a16:creationId xmlns:a16="http://schemas.microsoft.com/office/drawing/2014/main" id="{AE8E72AE-186A-1005-FDFF-BE273C162164}"/>
                    </a:ext>
                  </a:extLst>
                </p14:cNvPr>
                <p14:cNvContentPartPr/>
                <p14:nvPr/>
              </p14:nvContentPartPr>
              <p14:xfrm>
                <a:off x="324337" y="5010101"/>
                <a:ext cx="128160" cy="8280"/>
              </p14:xfrm>
            </p:contentPart>
          </mc:Choice>
          <mc:Fallback>
            <p:pic>
              <p:nvPicPr>
                <p:cNvPr id="273" name="Tinta 272">
                  <a:extLst>
                    <a:ext uri="{FF2B5EF4-FFF2-40B4-BE49-F238E27FC236}">
                      <a16:creationId xmlns:a16="http://schemas.microsoft.com/office/drawing/2014/main" id="{AE8E72AE-186A-1005-FDFF-BE273C162164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306697" y="4992461"/>
                  <a:ext cx="16380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74" name="Tinta 273">
                  <a:extLst>
                    <a:ext uri="{FF2B5EF4-FFF2-40B4-BE49-F238E27FC236}">
                      <a16:creationId xmlns:a16="http://schemas.microsoft.com/office/drawing/2014/main" id="{E2914AE8-6D13-3FEC-F123-FAE3F5AD9AF0}"/>
                    </a:ext>
                  </a:extLst>
                </p14:cNvPr>
                <p14:cNvContentPartPr/>
                <p14:nvPr/>
              </p14:nvContentPartPr>
              <p14:xfrm>
                <a:off x="329377" y="4917581"/>
                <a:ext cx="94680" cy="2520"/>
              </p14:xfrm>
            </p:contentPart>
          </mc:Choice>
          <mc:Fallback>
            <p:pic>
              <p:nvPicPr>
                <p:cNvPr id="274" name="Tinta 273">
                  <a:extLst>
                    <a:ext uri="{FF2B5EF4-FFF2-40B4-BE49-F238E27FC236}">
                      <a16:creationId xmlns:a16="http://schemas.microsoft.com/office/drawing/2014/main" id="{E2914AE8-6D13-3FEC-F123-FAE3F5AD9AF0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311737" y="4899581"/>
                  <a:ext cx="130320" cy="3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9" name="Agrupar 278">
            <a:extLst>
              <a:ext uri="{FF2B5EF4-FFF2-40B4-BE49-F238E27FC236}">
                <a16:creationId xmlns:a16="http://schemas.microsoft.com/office/drawing/2014/main" id="{A9CB39D6-D3D2-0FF0-589F-EED4BB09DA87}"/>
              </a:ext>
            </a:extLst>
          </p:cNvPr>
          <p:cNvGrpSpPr/>
          <p:nvPr/>
        </p:nvGrpSpPr>
        <p:grpSpPr>
          <a:xfrm>
            <a:off x="4122337" y="2792861"/>
            <a:ext cx="583560" cy="884160"/>
            <a:chOff x="4122337" y="2792861"/>
            <a:chExt cx="583560" cy="884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76" name="Tinta 275">
                  <a:extLst>
                    <a:ext uri="{FF2B5EF4-FFF2-40B4-BE49-F238E27FC236}">
                      <a16:creationId xmlns:a16="http://schemas.microsoft.com/office/drawing/2014/main" id="{C44D1ADA-D7F5-8CAE-D9EA-1E875D71621D}"/>
                    </a:ext>
                  </a:extLst>
                </p14:cNvPr>
                <p14:cNvContentPartPr/>
                <p14:nvPr/>
              </p14:nvContentPartPr>
              <p14:xfrm>
                <a:off x="4122337" y="2970341"/>
                <a:ext cx="218880" cy="405000"/>
              </p14:xfrm>
            </p:contentPart>
          </mc:Choice>
          <mc:Fallback>
            <p:pic>
              <p:nvPicPr>
                <p:cNvPr id="276" name="Tinta 275">
                  <a:extLst>
                    <a:ext uri="{FF2B5EF4-FFF2-40B4-BE49-F238E27FC236}">
                      <a16:creationId xmlns:a16="http://schemas.microsoft.com/office/drawing/2014/main" id="{C44D1ADA-D7F5-8CAE-D9EA-1E875D71621D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4104337" y="2952701"/>
                  <a:ext cx="254520" cy="44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77" name="Tinta 276">
                  <a:extLst>
                    <a:ext uri="{FF2B5EF4-FFF2-40B4-BE49-F238E27FC236}">
                      <a16:creationId xmlns:a16="http://schemas.microsoft.com/office/drawing/2014/main" id="{47CF04B5-6E76-1238-8B15-F7AAA335A962}"/>
                    </a:ext>
                  </a:extLst>
                </p14:cNvPr>
                <p14:cNvContentPartPr/>
                <p14:nvPr/>
              </p14:nvContentPartPr>
              <p14:xfrm>
                <a:off x="4483417" y="3418541"/>
                <a:ext cx="222480" cy="258480"/>
              </p14:xfrm>
            </p:contentPart>
          </mc:Choice>
          <mc:Fallback>
            <p:pic>
              <p:nvPicPr>
                <p:cNvPr id="277" name="Tinta 276">
                  <a:extLst>
                    <a:ext uri="{FF2B5EF4-FFF2-40B4-BE49-F238E27FC236}">
                      <a16:creationId xmlns:a16="http://schemas.microsoft.com/office/drawing/2014/main" id="{47CF04B5-6E76-1238-8B15-F7AAA335A962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4465777" y="3400901"/>
                  <a:ext cx="25812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78" name="Tinta 277">
                  <a:extLst>
                    <a:ext uri="{FF2B5EF4-FFF2-40B4-BE49-F238E27FC236}">
                      <a16:creationId xmlns:a16="http://schemas.microsoft.com/office/drawing/2014/main" id="{B18D53A9-EA2B-3C01-EDB7-3ABF3FB620F9}"/>
                    </a:ext>
                  </a:extLst>
                </p14:cNvPr>
                <p14:cNvContentPartPr/>
                <p14:nvPr/>
              </p14:nvContentPartPr>
              <p14:xfrm>
                <a:off x="4150777" y="2792861"/>
                <a:ext cx="77400" cy="178200"/>
              </p14:xfrm>
            </p:contentPart>
          </mc:Choice>
          <mc:Fallback>
            <p:pic>
              <p:nvPicPr>
                <p:cNvPr id="278" name="Tinta 277">
                  <a:extLst>
                    <a:ext uri="{FF2B5EF4-FFF2-40B4-BE49-F238E27FC236}">
                      <a16:creationId xmlns:a16="http://schemas.microsoft.com/office/drawing/2014/main" id="{B18D53A9-EA2B-3C01-EDB7-3ABF3FB620F9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4132777" y="2774861"/>
                  <a:ext cx="113040" cy="21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5" name="Agrupar 294">
            <a:extLst>
              <a:ext uri="{FF2B5EF4-FFF2-40B4-BE49-F238E27FC236}">
                <a16:creationId xmlns:a16="http://schemas.microsoft.com/office/drawing/2014/main" id="{DA542E2D-D035-5906-664B-F4E11C865EB9}"/>
              </a:ext>
            </a:extLst>
          </p:cNvPr>
          <p:cNvGrpSpPr/>
          <p:nvPr/>
        </p:nvGrpSpPr>
        <p:grpSpPr>
          <a:xfrm>
            <a:off x="1427377" y="4821461"/>
            <a:ext cx="130680" cy="218160"/>
            <a:chOff x="1427377" y="4821461"/>
            <a:chExt cx="130680" cy="21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286" name="Tinta 285">
                  <a:extLst>
                    <a:ext uri="{FF2B5EF4-FFF2-40B4-BE49-F238E27FC236}">
                      <a16:creationId xmlns:a16="http://schemas.microsoft.com/office/drawing/2014/main" id="{26657A49-713F-36BB-AF11-A47EA0E971E0}"/>
                    </a:ext>
                  </a:extLst>
                </p14:cNvPr>
                <p14:cNvContentPartPr/>
                <p14:nvPr/>
              </p14:nvContentPartPr>
              <p14:xfrm>
                <a:off x="1455817" y="4821461"/>
                <a:ext cx="41400" cy="218160"/>
              </p14:xfrm>
            </p:contentPart>
          </mc:Choice>
          <mc:Fallback>
            <p:pic>
              <p:nvPicPr>
                <p:cNvPr id="286" name="Tinta 285">
                  <a:extLst>
                    <a:ext uri="{FF2B5EF4-FFF2-40B4-BE49-F238E27FC236}">
                      <a16:creationId xmlns:a16="http://schemas.microsoft.com/office/drawing/2014/main" id="{26657A49-713F-36BB-AF11-A47EA0E971E0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1438177" y="4803461"/>
                  <a:ext cx="7704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287" name="Tinta 286">
                  <a:extLst>
                    <a:ext uri="{FF2B5EF4-FFF2-40B4-BE49-F238E27FC236}">
                      <a16:creationId xmlns:a16="http://schemas.microsoft.com/office/drawing/2014/main" id="{D8167F7E-F206-94D1-F1AB-E2098679E0D0}"/>
                    </a:ext>
                  </a:extLst>
                </p14:cNvPr>
                <p14:cNvContentPartPr/>
                <p14:nvPr/>
              </p14:nvContentPartPr>
              <p14:xfrm>
                <a:off x="1427377" y="4930901"/>
                <a:ext cx="130680" cy="6120"/>
              </p14:xfrm>
            </p:contentPart>
          </mc:Choice>
          <mc:Fallback>
            <p:pic>
              <p:nvPicPr>
                <p:cNvPr id="287" name="Tinta 286">
                  <a:extLst>
                    <a:ext uri="{FF2B5EF4-FFF2-40B4-BE49-F238E27FC236}">
                      <a16:creationId xmlns:a16="http://schemas.microsoft.com/office/drawing/2014/main" id="{D8167F7E-F206-94D1-F1AB-E2098679E0D0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1409377" y="4912901"/>
                  <a:ext cx="166320" cy="4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4" name="Agrupar 293">
            <a:extLst>
              <a:ext uri="{FF2B5EF4-FFF2-40B4-BE49-F238E27FC236}">
                <a16:creationId xmlns:a16="http://schemas.microsoft.com/office/drawing/2014/main" id="{9D272148-43CC-7414-DA6C-1157D7E75739}"/>
              </a:ext>
            </a:extLst>
          </p:cNvPr>
          <p:cNvGrpSpPr/>
          <p:nvPr/>
        </p:nvGrpSpPr>
        <p:grpSpPr>
          <a:xfrm>
            <a:off x="1802497" y="4515101"/>
            <a:ext cx="646200" cy="511200"/>
            <a:chOff x="1802497" y="4515101"/>
            <a:chExt cx="646200" cy="511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288" name="Tinta 287">
                  <a:extLst>
                    <a:ext uri="{FF2B5EF4-FFF2-40B4-BE49-F238E27FC236}">
                      <a16:creationId xmlns:a16="http://schemas.microsoft.com/office/drawing/2014/main" id="{9AC971F3-00CB-0246-12C6-29C0C3DD8665}"/>
                    </a:ext>
                  </a:extLst>
                </p14:cNvPr>
                <p14:cNvContentPartPr/>
                <p14:nvPr/>
              </p14:nvContentPartPr>
              <p14:xfrm>
                <a:off x="1849657" y="4718501"/>
                <a:ext cx="125640" cy="307800"/>
              </p14:xfrm>
            </p:contentPart>
          </mc:Choice>
          <mc:Fallback>
            <p:pic>
              <p:nvPicPr>
                <p:cNvPr id="288" name="Tinta 287">
                  <a:extLst>
                    <a:ext uri="{FF2B5EF4-FFF2-40B4-BE49-F238E27FC236}">
                      <a16:creationId xmlns:a16="http://schemas.microsoft.com/office/drawing/2014/main" id="{9AC971F3-00CB-0246-12C6-29C0C3DD8665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1831657" y="4700861"/>
                  <a:ext cx="161280" cy="34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289" name="Tinta 288">
                  <a:extLst>
                    <a:ext uri="{FF2B5EF4-FFF2-40B4-BE49-F238E27FC236}">
                      <a16:creationId xmlns:a16="http://schemas.microsoft.com/office/drawing/2014/main" id="{22BFA54D-F21B-9F83-6D40-6CAE51F5A2E1}"/>
                    </a:ext>
                  </a:extLst>
                </p14:cNvPr>
                <p14:cNvContentPartPr/>
                <p14:nvPr/>
              </p14:nvContentPartPr>
              <p14:xfrm>
                <a:off x="1802497" y="4832621"/>
                <a:ext cx="117000" cy="8280"/>
              </p14:xfrm>
            </p:contentPart>
          </mc:Choice>
          <mc:Fallback>
            <p:pic>
              <p:nvPicPr>
                <p:cNvPr id="289" name="Tinta 288">
                  <a:extLst>
                    <a:ext uri="{FF2B5EF4-FFF2-40B4-BE49-F238E27FC236}">
                      <a16:creationId xmlns:a16="http://schemas.microsoft.com/office/drawing/2014/main" id="{22BFA54D-F21B-9F83-6D40-6CAE51F5A2E1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1784497" y="4814621"/>
                  <a:ext cx="15264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290" name="Tinta 289">
                  <a:extLst>
                    <a:ext uri="{FF2B5EF4-FFF2-40B4-BE49-F238E27FC236}">
                      <a16:creationId xmlns:a16="http://schemas.microsoft.com/office/drawing/2014/main" id="{4A0B50ED-F27B-5EB7-270E-88583562E378}"/>
                    </a:ext>
                  </a:extLst>
                </p14:cNvPr>
                <p14:cNvContentPartPr/>
                <p14:nvPr/>
              </p14:nvContentPartPr>
              <p14:xfrm>
                <a:off x="1967377" y="4607981"/>
                <a:ext cx="64800" cy="360"/>
              </p14:xfrm>
            </p:contentPart>
          </mc:Choice>
          <mc:Fallback>
            <p:pic>
              <p:nvPicPr>
                <p:cNvPr id="290" name="Tinta 289">
                  <a:extLst>
                    <a:ext uri="{FF2B5EF4-FFF2-40B4-BE49-F238E27FC236}">
                      <a16:creationId xmlns:a16="http://schemas.microsoft.com/office/drawing/2014/main" id="{4A0B50ED-F27B-5EB7-270E-88583562E378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1949737" y="4589981"/>
                  <a:ext cx="1004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291" name="Tinta 290">
                  <a:extLst>
                    <a:ext uri="{FF2B5EF4-FFF2-40B4-BE49-F238E27FC236}">
                      <a16:creationId xmlns:a16="http://schemas.microsoft.com/office/drawing/2014/main" id="{7DD16EE2-DC29-CF85-61FE-481E47A68233}"/>
                    </a:ext>
                  </a:extLst>
                </p14:cNvPr>
                <p14:cNvContentPartPr/>
                <p14:nvPr/>
              </p14:nvContentPartPr>
              <p14:xfrm>
                <a:off x="2107777" y="4515101"/>
                <a:ext cx="64800" cy="147240"/>
              </p14:xfrm>
            </p:contentPart>
          </mc:Choice>
          <mc:Fallback>
            <p:pic>
              <p:nvPicPr>
                <p:cNvPr id="291" name="Tinta 290">
                  <a:extLst>
                    <a:ext uri="{FF2B5EF4-FFF2-40B4-BE49-F238E27FC236}">
                      <a16:creationId xmlns:a16="http://schemas.microsoft.com/office/drawing/2014/main" id="{7DD16EE2-DC29-CF85-61FE-481E47A68233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2090137" y="4497461"/>
                  <a:ext cx="10044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292" name="Tinta 291">
                  <a:extLst>
                    <a:ext uri="{FF2B5EF4-FFF2-40B4-BE49-F238E27FC236}">
                      <a16:creationId xmlns:a16="http://schemas.microsoft.com/office/drawing/2014/main" id="{B03B405F-0986-771C-4FFF-8B114EBDFC7D}"/>
                    </a:ext>
                  </a:extLst>
                </p14:cNvPr>
                <p14:cNvContentPartPr/>
                <p14:nvPr/>
              </p14:nvContentPartPr>
              <p14:xfrm>
                <a:off x="2190937" y="4516181"/>
                <a:ext cx="89640" cy="226080"/>
              </p14:xfrm>
            </p:contentPart>
          </mc:Choice>
          <mc:Fallback>
            <p:pic>
              <p:nvPicPr>
                <p:cNvPr id="292" name="Tinta 291">
                  <a:extLst>
                    <a:ext uri="{FF2B5EF4-FFF2-40B4-BE49-F238E27FC236}">
                      <a16:creationId xmlns:a16="http://schemas.microsoft.com/office/drawing/2014/main" id="{B03B405F-0986-771C-4FFF-8B114EBDFC7D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2173297" y="4498541"/>
                  <a:ext cx="12528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293" name="Tinta 292">
                  <a:extLst>
                    <a:ext uri="{FF2B5EF4-FFF2-40B4-BE49-F238E27FC236}">
                      <a16:creationId xmlns:a16="http://schemas.microsoft.com/office/drawing/2014/main" id="{01E64141-E9D3-E2CF-2ED2-C69C42B1BCD7}"/>
                    </a:ext>
                  </a:extLst>
                </p14:cNvPr>
                <p14:cNvContentPartPr/>
                <p14:nvPr/>
              </p14:nvContentPartPr>
              <p14:xfrm>
                <a:off x="2314057" y="4598981"/>
                <a:ext cx="134640" cy="147240"/>
              </p14:xfrm>
            </p:contentPart>
          </mc:Choice>
          <mc:Fallback>
            <p:pic>
              <p:nvPicPr>
                <p:cNvPr id="293" name="Tinta 292">
                  <a:extLst>
                    <a:ext uri="{FF2B5EF4-FFF2-40B4-BE49-F238E27FC236}">
                      <a16:creationId xmlns:a16="http://schemas.microsoft.com/office/drawing/2014/main" id="{01E64141-E9D3-E2CF-2ED2-C69C42B1BCD7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2296057" y="4580981"/>
                  <a:ext cx="170280" cy="182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02">
            <p14:nvContentPartPr>
              <p14:cNvPr id="296" name="Tinta 295">
                <a:extLst>
                  <a:ext uri="{FF2B5EF4-FFF2-40B4-BE49-F238E27FC236}">
                    <a16:creationId xmlns:a16="http://schemas.microsoft.com/office/drawing/2014/main" id="{60FFE9FC-EDC4-43E9-95D0-473BCCDC6212}"/>
                  </a:ext>
                </a:extLst>
              </p14:cNvPr>
              <p14:cNvContentPartPr/>
              <p14:nvPr/>
            </p14:nvContentPartPr>
            <p14:xfrm>
              <a:off x="2500177" y="4985621"/>
              <a:ext cx="360" cy="7200"/>
            </p14:xfrm>
          </p:contentPart>
        </mc:Choice>
        <mc:Fallback>
          <p:pic>
            <p:nvPicPr>
              <p:cNvPr id="296" name="Tinta 295">
                <a:extLst>
                  <a:ext uri="{FF2B5EF4-FFF2-40B4-BE49-F238E27FC236}">
                    <a16:creationId xmlns:a16="http://schemas.microsoft.com/office/drawing/2014/main" id="{60FFE9FC-EDC4-43E9-95D0-473BCCDC6212}"/>
                  </a:ext>
                </a:extLst>
              </p:cNvPr>
              <p:cNvPicPr/>
              <p:nvPr/>
            </p:nvPicPr>
            <p:blipFill>
              <a:blip r:embed="rId403"/>
              <a:stretch>
                <a:fillRect/>
              </a:stretch>
            </p:blipFill>
            <p:spPr>
              <a:xfrm>
                <a:off x="2482537" y="4967981"/>
                <a:ext cx="3600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4">
            <p14:nvContentPartPr>
              <p14:cNvPr id="297" name="Tinta 296">
                <a:extLst>
                  <a:ext uri="{FF2B5EF4-FFF2-40B4-BE49-F238E27FC236}">
                    <a16:creationId xmlns:a16="http://schemas.microsoft.com/office/drawing/2014/main" id="{EABD0430-51D0-2F5D-C1E2-5B2DD6DF5149}"/>
                  </a:ext>
                </a:extLst>
              </p14:cNvPr>
              <p14:cNvContentPartPr/>
              <p14:nvPr/>
            </p14:nvContentPartPr>
            <p14:xfrm>
              <a:off x="5645857" y="3418541"/>
              <a:ext cx="353160" cy="31680"/>
            </p14:xfrm>
          </p:contentPart>
        </mc:Choice>
        <mc:Fallback>
          <p:pic>
            <p:nvPicPr>
              <p:cNvPr id="297" name="Tinta 296">
                <a:extLst>
                  <a:ext uri="{FF2B5EF4-FFF2-40B4-BE49-F238E27FC236}">
                    <a16:creationId xmlns:a16="http://schemas.microsoft.com/office/drawing/2014/main" id="{EABD0430-51D0-2F5D-C1E2-5B2DD6DF5149}"/>
                  </a:ext>
                </a:extLst>
              </p:cNvPr>
              <p:cNvPicPr/>
              <p:nvPr/>
            </p:nvPicPr>
            <p:blipFill>
              <a:blip r:embed="rId405"/>
              <a:stretch>
                <a:fillRect/>
              </a:stretch>
            </p:blipFill>
            <p:spPr>
              <a:xfrm>
                <a:off x="5628217" y="3400901"/>
                <a:ext cx="388800" cy="67320"/>
              </a:xfrm>
              <a:prstGeom prst="rect">
                <a:avLst/>
              </a:prstGeom>
            </p:spPr>
          </p:pic>
        </mc:Fallback>
      </mc:AlternateContent>
      <p:grpSp>
        <p:nvGrpSpPr>
          <p:cNvPr id="306" name="Agrupar 305">
            <a:extLst>
              <a:ext uri="{FF2B5EF4-FFF2-40B4-BE49-F238E27FC236}">
                <a16:creationId xmlns:a16="http://schemas.microsoft.com/office/drawing/2014/main" id="{F73D8795-6945-9832-04F3-555C5E06C01C}"/>
              </a:ext>
            </a:extLst>
          </p:cNvPr>
          <p:cNvGrpSpPr/>
          <p:nvPr/>
        </p:nvGrpSpPr>
        <p:grpSpPr>
          <a:xfrm>
            <a:off x="2714017" y="4457141"/>
            <a:ext cx="937440" cy="950400"/>
            <a:chOff x="2714017" y="4457141"/>
            <a:chExt cx="937440" cy="950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298" name="Tinta 297">
                  <a:extLst>
                    <a:ext uri="{FF2B5EF4-FFF2-40B4-BE49-F238E27FC236}">
                      <a16:creationId xmlns:a16="http://schemas.microsoft.com/office/drawing/2014/main" id="{782D2F3D-79AE-AFAB-3566-CE32DE22CBE0}"/>
                    </a:ext>
                  </a:extLst>
                </p14:cNvPr>
                <p14:cNvContentPartPr/>
                <p14:nvPr/>
              </p14:nvContentPartPr>
              <p14:xfrm>
                <a:off x="2714017" y="4457141"/>
                <a:ext cx="191520" cy="950400"/>
              </p14:xfrm>
            </p:contentPart>
          </mc:Choice>
          <mc:Fallback>
            <p:pic>
              <p:nvPicPr>
                <p:cNvPr id="298" name="Tinta 297">
                  <a:extLst>
                    <a:ext uri="{FF2B5EF4-FFF2-40B4-BE49-F238E27FC236}">
                      <a16:creationId xmlns:a16="http://schemas.microsoft.com/office/drawing/2014/main" id="{782D2F3D-79AE-AFAB-3566-CE32DE22CBE0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2696377" y="4439141"/>
                  <a:ext cx="227160" cy="9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299" name="Tinta 298">
                  <a:extLst>
                    <a:ext uri="{FF2B5EF4-FFF2-40B4-BE49-F238E27FC236}">
                      <a16:creationId xmlns:a16="http://schemas.microsoft.com/office/drawing/2014/main" id="{0B0AE219-6CA8-083E-2E17-4EC786395507}"/>
                    </a:ext>
                  </a:extLst>
                </p14:cNvPr>
                <p14:cNvContentPartPr/>
                <p14:nvPr/>
              </p14:nvContentPartPr>
              <p14:xfrm>
                <a:off x="2825617" y="4888421"/>
                <a:ext cx="61200" cy="8280"/>
              </p14:xfrm>
            </p:contentPart>
          </mc:Choice>
          <mc:Fallback>
            <p:pic>
              <p:nvPicPr>
                <p:cNvPr id="299" name="Tinta 298">
                  <a:extLst>
                    <a:ext uri="{FF2B5EF4-FFF2-40B4-BE49-F238E27FC236}">
                      <a16:creationId xmlns:a16="http://schemas.microsoft.com/office/drawing/2014/main" id="{0B0AE219-6CA8-083E-2E17-4EC786395507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2807977" y="4870421"/>
                  <a:ext cx="9684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301" name="Tinta 300">
                  <a:extLst>
                    <a:ext uri="{FF2B5EF4-FFF2-40B4-BE49-F238E27FC236}">
                      <a16:creationId xmlns:a16="http://schemas.microsoft.com/office/drawing/2014/main" id="{1C5CE9CC-C0E1-3D7C-6D0D-5FA6C253B9D2}"/>
                    </a:ext>
                  </a:extLst>
                </p14:cNvPr>
                <p14:cNvContentPartPr/>
                <p14:nvPr/>
              </p14:nvContentPartPr>
              <p14:xfrm>
                <a:off x="2828137" y="4872581"/>
                <a:ext cx="110880" cy="360"/>
              </p14:xfrm>
            </p:contentPart>
          </mc:Choice>
          <mc:Fallback>
            <p:pic>
              <p:nvPicPr>
                <p:cNvPr id="301" name="Tinta 300">
                  <a:extLst>
                    <a:ext uri="{FF2B5EF4-FFF2-40B4-BE49-F238E27FC236}">
                      <a16:creationId xmlns:a16="http://schemas.microsoft.com/office/drawing/2014/main" id="{1C5CE9CC-C0E1-3D7C-6D0D-5FA6C253B9D2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2810137" y="4854941"/>
                  <a:ext cx="1465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1">
              <p14:nvContentPartPr>
                <p14:cNvPr id="302" name="Tinta 301">
                  <a:extLst>
                    <a:ext uri="{FF2B5EF4-FFF2-40B4-BE49-F238E27FC236}">
                      <a16:creationId xmlns:a16="http://schemas.microsoft.com/office/drawing/2014/main" id="{1CD77AA2-19D3-E305-84A8-24884E19AAFE}"/>
                    </a:ext>
                  </a:extLst>
                </p14:cNvPr>
                <p14:cNvContentPartPr/>
                <p14:nvPr/>
              </p14:nvContentPartPr>
              <p14:xfrm>
                <a:off x="3030457" y="4869341"/>
                <a:ext cx="406440" cy="39600"/>
              </p14:xfrm>
            </p:contentPart>
          </mc:Choice>
          <mc:Fallback>
            <p:pic>
              <p:nvPicPr>
                <p:cNvPr id="302" name="Tinta 301">
                  <a:extLst>
                    <a:ext uri="{FF2B5EF4-FFF2-40B4-BE49-F238E27FC236}">
                      <a16:creationId xmlns:a16="http://schemas.microsoft.com/office/drawing/2014/main" id="{1CD77AA2-19D3-E305-84A8-24884E19AAFE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3012817" y="4851701"/>
                  <a:ext cx="44208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3">
              <p14:nvContentPartPr>
                <p14:cNvPr id="303" name="Tinta 302">
                  <a:extLst>
                    <a:ext uri="{FF2B5EF4-FFF2-40B4-BE49-F238E27FC236}">
                      <a16:creationId xmlns:a16="http://schemas.microsoft.com/office/drawing/2014/main" id="{3D28AAFA-89B5-E4BE-5905-A94788708FC1}"/>
                    </a:ext>
                  </a:extLst>
                </p14:cNvPr>
                <p14:cNvContentPartPr/>
                <p14:nvPr/>
              </p14:nvContentPartPr>
              <p14:xfrm>
                <a:off x="3172297" y="4591781"/>
                <a:ext cx="181800" cy="280440"/>
              </p14:xfrm>
            </p:contentPart>
          </mc:Choice>
          <mc:Fallback>
            <p:pic>
              <p:nvPicPr>
                <p:cNvPr id="303" name="Tinta 302">
                  <a:extLst>
                    <a:ext uri="{FF2B5EF4-FFF2-40B4-BE49-F238E27FC236}">
                      <a16:creationId xmlns:a16="http://schemas.microsoft.com/office/drawing/2014/main" id="{3D28AAFA-89B5-E4BE-5905-A94788708FC1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3154297" y="4573781"/>
                  <a:ext cx="21744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5">
              <p14:nvContentPartPr>
                <p14:cNvPr id="304" name="Tinta 303">
                  <a:extLst>
                    <a:ext uri="{FF2B5EF4-FFF2-40B4-BE49-F238E27FC236}">
                      <a16:creationId xmlns:a16="http://schemas.microsoft.com/office/drawing/2014/main" id="{4B824665-70DC-23B0-579E-B635A38DCD0B}"/>
                    </a:ext>
                  </a:extLst>
                </p14:cNvPr>
                <p14:cNvContentPartPr/>
                <p14:nvPr/>
              </p14:nvContentPartPr>
              <p14:xfrm>
                <a:off x="3227377" y="4960061"/>
                <a:ext cx="131400" cy="234360"/>
              </p14:xfrm>
            </p:contentPart>
          </mc:Choice>
          <mc:Fallback>
            <p:pic>
              <p:nvPicPr>
                <p:cNvPr id="304" name="Tinta 303">
                  <a:extLst>
                    <a:ext uri="{FF2B5EF4-FFF2-40B4-BE49-F238E27FC236}">
                      <a16:creationId xmlns:a16="http://schemas.microsoft.com/office/drawing/2014/main" id="{4B824665-70DC-23B0-579E-B635A38DCD0B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3209737" y="4942421"/>
                  <a:ext cx="16704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7">
              <p14:nvContentPartPr>
                <p14:cNvPr id="305" name="Tinta 304">
                  <a:extLst>
                    <a:ext uri="{FF2B5EF4-FFF2-40B4-BE49-F238E27FC236}">
                      <a16:creationId xmlns:a16="http://schemas.microsoft.com/office/drawing/2014/main" id="{B0CC119F-ADF1-8EB0-ED8C-9DFD17F5E06C}"/>
                    </a:ext>
                  </a:extLst>
                </p14:cNvPr>
                <p14:cNvContentPartPr/>
                <p14:nvPr/>
              </p14:nvContentPartPr>
              <p14:xfrm>
                <a:off x="3461377" y="4481621"/>
                <a:ext cx="190080" cy="920160"/>
              </p14:xfrm>
            </p:contentPart>
          </mc:Choice>
          <mc:Fallback>
            <p:pic>
              <p:nvPicPr>
                <p:cNvPr id="305" name="Tinta 304">
                  <a:extLst>
                    <a:ext uri="{FF2B5EF4-FFF2-40B4-BE49-F238E27FC236}">
                      <a16:creationId xmlns:a16="http://schemas.microsoft.com/office/drawing/2014/main" id="{B0CC119F-ADF1-8EB0-ED8C-9DFD17F5E06C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3443737" y="4463621"/>
                  <a:ext cx="225720" cy="95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0" name="Agrupar 309">
            <a:extLst>
              <a:ext uri="{FF2B5EF4-FFF2-40B4-BE49-F238E27FC236}">
                <a16:creationId xmlns:a16="http://schemas.microsoft.com/office/drawing/2014/main" id="{CCC63EBF-8C4E-A40A-4828-37E49E9F1D7F}"/>
              </a:ext>
            </a:extLst>
          </p:cNvPr>
          <p:cNvGrpSpPr/>
          <p:nvPr/>
        </p:nvGrpSpPr>
        <p:grpSpPr>
          <a:xfrm>
            <a:off x="3783217" y="4748741"/>
            <a:ext cx="145800" cy="205560"/>
            <a:chOff x="3783217" y="4748741"/>
            <a:chExt cx="145800" cy="205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9">
              <p14:nvContentPartPr>
                <p14:cNvPr id="307" name="Tinta 306">
                  <a:extLst>
                    <a:ext uri="{FF2B5EF4-FFF2-40B4-BE49-F238E27FC236}">
                      <a16:creationId xmlns:a16="http://schemas.microsoft.com/office/drawing/2014/main" id="{84FB8C9E-170B-328D-CB77-9C4E8296799E}"/>
                    </a:ext>
                  </a:extLst>
                </p14:cNvPr>
                <p14:cNvContentPartPr/>
                <p14:nvPr/>
              </p14:nvContentPartPr>
              <p14:xfrm>
                <a:off x="3832897" y="4748741"/>
                <a:ext cx="17640" cy="205560"/>
              </p14:xfrm>
            </p:contentPart>
          </mc:Choice>
          <mc:Fallback>
            <p:pic>
              <p:nvPicPr>
                <p:cNvPr id="307" name="Tinta 306">
                  <a:extLst>
                    <a:ext uri="{FF2B5EF4-FFF2-40B4-BE49-F238E27FC236}">
                      <a16:creationId xmlns:a16="http://schemas.microsoft.com/office/drawing/2014/main" id="{84FB8C9E-170B-328D-CB77-9C4E8296799E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3814897" y="4730741"/>
                  <a:ext cx="5328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1">
              <p14:nvContentPartPr>
                <p14:cNvPr id="308" name="Tinta 307">
                  <a:extLst>
                    <a:ext uri="{FF2B5EF4-FFF2-40B4-BE49-F238E27FC236}">
                      <a16:creationId xmlns:a16="http://schemas.microsoft.com/office/drawing/2014/main" id="{A8FF2534-26CF-390E-3620-62CB85D4BAFE}"/>
                    </a:ext>
                  </a:extLst>
                </p14:cNvPr>
                <p14:cNvContentPartPr/>
                <p14:nvPr/>
              </p14:nvContentPartPr>
              <p14:xfrm>
                <a:off x="3783217" y="4839101"/>
                <a:ext cx="145800" cy="2520"/>
              </p14:xfrm>
            </p:contentPart>
          </mc:Choice>
          <mc:Fallback>
            <p:pic>
              <p:nvPicPr>
                <p:cNvPr id="308" name="Tinta 307">
                  <a:extLst>
                    <a:ext uri="{FF2B5EF4-FFF2-40B4-BE49-F238E27FC236}">
                      <a16:creationId xmlns:a16="http://schemas.microsoft.com/office/drawing/2014/main" id="{A8FF2534-26CF-390E-3620-62CB85D4BAFE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3765217" y="4821461"/>
                  <a:ext cx="181440" cy="38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23">
            <p14:nvContentPartPr>
              <p14:cNvPr id="309" name="Tinta 308">
                <a:extLst>
                  <a:ext uri="{FF2B5EF4-FFF2-40B4-BE49-F238E27FC236}">
                    <a16:creationId xmlns:a16="http://schemas.microsoft.com/office/drawing/2014/main" id="{9DF14748-6FE6-90B0-D693-C2B04A1A5A7D}"/>
                  </a:ext>
                </a:extLst>
              </p14:cNvPr>
              <p14:cNvContentPartPr/>
              <p14:nvPr/>
            </p14:nvContentPartPr>
            <p14:xfrm>
              <a:off x="4177777" y="4724261"/>
              <a:ext cx="150840" cy="215640"/>
            </p14:xfrm>
          </p:contentPart>
        </mc:Choice>
        <mc:Fallback>
          <p:pic>
            <p:nvPicPr>
              <p:cNvPr id="309" name="Tinta 308">
                <a:extLst>
                  <a:ext uri="{FF2B5EF4-FFF2-40B4-BE49-F238E27FC236}">
                    <a16:creationId xmlns:a16="http://schemas.microsoft.com/office/drawing/2014/main" id="{9DF14748-6FE6-90B0-D693-C2B04A1A5A7D}"/>
                  </a:ext>
                </a:extLst>
              </p:cNvPr>
              <p:cNvPicPr/>
              <p:nvPr/>
            </p:nvPicPr>
            <p:blipFill>
              <a:blip r:embed="rId424"/>
              <a:stretch>
                <a:fillRect/>
              </a:stretch>
            </p:blipFill>
            <p:spPr>
              <a:xfrm>
                <a:off x="4160137" y="4706261"/>
                <a:ext cx="186480" cy="25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5">
            <p14:nvContentPartPr>
              <p14:cNvPr id="311" name="Tinta 310">
                <a:extLst>
                  <a:ext uri="{FF2B5EF4-FFF2-40B4-BE49-F238E27FC236}">
                    <a16:creationId xmlns:a16="http://schemas.microsoft.com/office/drawing/2014/main" id="{1F16D9F8-76E4-4E10-9B6A-6040265737A5}"/>
                  </a:ext>
                </a:extLst>
              </p14:cNvPr>
              <p14:cNvContentPartPr/>
              <p14:nvPr/>
            </p14:nvContentPartPr>
            <p14:xfrm>
              <a:off x="2467777" y="4950701"/>
              <a:ext cx="38520" cy="42120"/>
            </p14:xfrm>
          </p:contentPart>
        </mc:Choice>
        <mc:Fallback>
          <p:pic>
            <p:nvPicPr>
              <p:cNvPr id="311" name="Tinta 310">
                <a:extLst>
                  <a:ext uri="{FF2B5EF4-FFF2-40B4-BE49-F238E27FC236}">
                    <a16:creationId xmlns:a16="http://schemas.microsoft.com/office/drawing/2014/main" id="{1F16D9F8-76E4-4E10-9B6A-6040265737A5}"/>
                  </a:ext>
                </a:extLst>
              </p:cNvPr>
              <p:cNvPicPr/>
              <p:nvPr/>
            </p:nvPicPr>
            <p:blipFill>
              <a:blip r:embed="rId426"/>
              <a:stretch>
                <a:fillRect/>
              </a:stretch>
            </p:blipFill>
            <p:spPr>
              <a:xfrm>
                <a:off x="2450137" y="4933061"/>
                <a:ext cx="74160" cy="77760"/>
              </a:xfrm>
              <a:prstGeom prst="rect">
                <a:avLst/>
              </a:prstGeom>
            </p:spPr>
          </p:pic>
        </mc:Fallback>
      </mc:AlternateContent>
      <p:grpSp>
        <p:nvGrpSpPr>
          <p:cNvPr id="314" name="Agrupar 313">
            <a:extLst>
              <a:ext uri="{FF2B5EF4-FFF2-40B4-BE49-F238E27FC236}">
                <a16:creationId xmlns:a16="http://schemas.microsoft.com/office/drawing/2014/main" id="{228A6343-7F6C-778D-13BB-5A33A3B4C70B}"/>
              </a:ext>
            </a:extLst>
          </p:cNvPr>
          <p:cNvGrpSpPr/>
          <p:nvPr/>
        </p:nvGrpSpPr>
        <p:grpSpPr>
          <a:xfrm>
            <a:off x="4597897" y="4751981"/>
            <a:ext cx="115920" cy="132480"/>
            <a:chOff x="4597897" y="4751981"/>
            <a:chExt cx="115920" cy="132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7">
              <p14:nvContentPartPr>
                <p14:cNvPr id="312" name="Tinta 311">
                  <a:extLst>
                    <a:ext uri="{FF2B5EF4-FFF2-40B4-BE49-F238E27FC236}">
                      <a16:creationId xmlns:a16="http://schemas.microsoft.com/office/drawing/2014/main" id="{53DA51B0-0084-C7E1-0206-F3F420748C6F}"/>
                    </a:ext>
                  </a:extLst>
                </p14:cNvPr>
                <p14:cNvContentPartPr/>
                <p14:nvPr/>
              </p14:nvContentPartPr>
              <p14:xfrm>
                <a:off x="4604017" y="4876181"/>
                <a:ext cx="109800" cy="8280"/>
              </p14:xfrm>
            </p:contentPart>
          </mc:Choice>
          <mc:Fallback>
            <p:pic>
              <p:nvPicPr>
                <p:cNvPr id="312" name="Tinta 311">
                  <a:extLst>
                    <a:ext uri="{FF2B5EF4-FFF2-40B4-BE49-F238E27FC236}">
                      <a16:creationId xmlns:a16="http://schemas.microsoft.com/office/drawing/2014/main" id="{53DA51B0-0084-C7E1-0206-F3F420748C6F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4586377" y="4858181"/>
                  <a:ext cx="14544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9">
              <p14:nvContentPartPr>
                <p14:cNvPr id="313" name="Tinta 312">
                  <a:extLst>
                    <a:ext uri="{FF2B5EF4-FFF2-40B4-BE49-F238E27FC236}">
                      <a16:creationId xmlns:a16="http://schemas.microsoft.com/office/drawing/2014/main" id="{F1A4D859-70EC-814F-491F-CDC627FB2891}"/>
                    </a:ext>
                  </a:extLst>
                </p14:cNvPr>
                <p14:cNvContentPartPr/>
                <p14:nvPr/>
              </p14:nvContentPartPr>
              <p14:xfrm>
                <a:off x="4597897" y="4751981"/>
                <a:ext cx="82440" cy="28440"/>
              </p14:xfrm>
            </p:contentPart>
          </mc:Choice>
          <mc:Fallback>
            <p:pic>
              <p:nvPicPr>
                <p:cNvPr id="313" name="Tinta 312">
                  <a:extLst>
                    <a:ext uri="{FF2B5EF4-FFF2-40B4-BE49-F238E27FC236}">
                      <a16:creationId xmlns:a16="http://schemas.microsoft.com/office/drawing/2014/main" id="{F1A4D859-70EC-814F-491F-CDC627FB2891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4579897" y="4734341"/>
                  <a:ext cx="118080" cy="6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7" name="Agrupar 316">
            <a:extLst>
              <a:ext uri="{FF2B5EF4-FFF2-40B4-BE49-F238E27FC236}">
                <a16:creationId xmlns:a16="http://schemas.microsoft.com/office/drawing/2014/main" id="{81749760-E9D9-1AFB-6BDC-B88B9364BCF6}"/>
              </a:ext>
            </a:extLst>
          </p:cNvPr>
          <p:cNvGrpSpPr/>
          <p:nvPr/>
        </p:nvGrpSpPr>
        <p:grpSpPr>
          <a:xfrm>
            <a:off x="731857" y="4622381"/>
            <a:ext cx="430920" cy="416520"/>
            <a:chOff x="731857" y="4622381"/>
            <a:chExt cx="430920" cy="416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1">
              <p14:nvContentPartPr>
                <p14:cNvPr id="281" name="Tinta 280">
                  <a:extLst>
                    <a:ext uri="{FF2B5EF4-FFF2-40B4-BE49-F238E27FC236}">
                      <a16:creationId xmlns:a16="http://schemas.microsoft.com/office/drawing/2014/main" id="{28BF8CD0-F56E-CA50-8F4A-CE908ADA7FA2}"/>
                    </a:ext>
                  </a:extLst>
                </p14:cNvPr>
                <p14:cNvContentPartPr/>
                <p14:nvPr/>
              </p14:nvContentPartPr>
              <p14:xfrm>
                <a:off x="731857" y="4778981"/>
                <a:ext cx="130680" cy="259920"/>
              </p14:xfrm>
            </p:contentPart>
          </mc:Choice>
          <mc:Fallback>
            <p:pic>
              <p:nvPicPr>
                <p:cNvPr id="281" name="Tinta 280">
                  <a:extLst>
                    <a:ext uri="{FF2B5EF4-FFF2-40B4-BE49-F238E27FC236}">
                      <a16:creationId xmlns:a16="http://schemas.microsoft.com/office/drawing/2014/main" id="{28BF8CD0-F56E-CA50-8F4A-CE908ADA7FA2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713857" y="4760981"/>
                  <a:ext cx="16632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3">
              <p14:nvContentPartPr>
                <p14:cNvPr id="282" name="Tinta 281">
                  <a:extLst>
                    <a:ext uri="{FF2B5EF4-FFF2-40B4-BE49-F238E27FC236}">
                      <a16:creationId xmlns:a16="http://schemas.microsoft.com/office/drawing/2014/main" id="{FA10292B-2AC5-5294-25AA-E694BC1A94E9}"/>
                    </a:ext>
                  </a:extLst>
                </p14:cNvPr>
                <p14:cNvContentPartPr/>
                <p14:nvPr/>
              </p14:nvContentPartPr>
              <p14:xfrm>
                <a:off x="951457" y="4736501"/>
                <a:ext cx="161640" cy="294840"/>
              </p14:xfrm>
            </p:contentPart>
          </mc:Choice>
          <mc:Fallback>
            <p:pic>
              <p:nvPicPr>
                <p:cNvPr id="282" name="Tinta 281">
                  <a:extLst>
                    <a:ext uri="{FF2B5EF4-FFF2-40B4-BE49-F238E27FC236}">
                      <a16:creationId xmlns:a16="http://schemas.microsoft.com/office/drawing/2014/main" id="{FA10292B-2AC5-5294-25AA-E694BC1A94E9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933817" y="4718501"/>
                  <a:ext cx="19728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5">
              <p14:nvContentPartPr>
                <p14:cNvPr id="283" name="Tinta 282">
                  <a:extLst>
                    <a:ext uri="{FF2B5EF4-FFF2-40B4-BE49-F238E27FC236}">
                      <a16:creationId xmlns:a16="http://schemas.microsoft.com/office/drawing/2014/main" id="{1378BDDD-02AF-8E4C-C301-77A7EE266392}"/>
                    </a:ext>
                  </a:extLst>
                </p14:cNvPr>
                <p14:cNvContentPartPr/>
                <p14:nvPr/>
              </p14:nvContentPartPr>
              <p14:xfrm>
                <a:off x="908257" y="4870421"/>
                <a:ext cx="134640" cy="19440"/>
              </p14:xfrm>
            </p:contentPart>
          </mc:Choice>
          <mc:Fallback>
            <p:pic>
              <p:nvPicPr>
                <p:cNvPr id="283" name="Tinta 282">
                  <a:extLst>
                    <a:ext uri="{FF2B5EF4-FFF2-40B4-BE49-F238E27FC236}">
                      <a16:creationId xmlns:a16="http://schemas.microsoft.com/office/drawing/2014/main" id="{1378BDDD-02AF-8E4C-C301-77A7EE266392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890257" y="4852781"/>
                  <a:ext cx="17028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7">
              <p14:nvContentPartPr>
                <p14:cNvPr id="284" name="Tinta 283">
                  <a:extLst>
                    <a:ext uri="{FF2B5EF4-FFF2-40B4-BE49-F238E27FC236}">
                      <a16:creationId xmlns:a16="http://schemas.microsoft.com/office/drawing/2014/main" id="{1A6C6538-34E4-4666-C6CB-31DF1BF4D1E7}"/>
                    </a:ext>
                  </a:extLst>
                </p14:cNvPr>
                <p14:cNvContentPartPr/>
                <p14:nvPr/>
              </p14:nvContentPartPr>
              <p14:xfrm>
                <a:off x="1049737" y="4622381"/>
                <a:ext cx="113040" cy="165600"/>
              </p14:xfrm>
            </p:contentPart>
          </mc:Choice>
          <mc:Fallback>
            <p:pic>
              <p:nvPicPr>
                <p:cNvPr id="284" name="Tinta 283">
                  <a:extLst>
                    <a:ext uri="{FF2B5EF4-FFF2-40B4-BE49-F238E27FC236}">
                      <a16:creationId xmlns:a16="http://schemas.microsoft.com/office/drawing/2014/main" id="{1A6C6538-34E4-4666-C6CB-31DF1BF4D1E7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1031737" y="4604741"/>
                  <a:ext cx="14868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9">
              <p14:nvContentPartPr>
                <p14:cNvPr id="315" name="Tinta 314">
                  <a:extLst>
                    <a:ext uri="{FF2B5EF4-FFF2-40B4-BE49-F238E27FC236}">
                      <a16:creationId xmlns:a16="http://schemas.microsoft.com/office/drawing/2014/main" id="{EF768F5A-64F4-B1FD-EB84-90A40A5AA03D}"/>
                    </a:ext>
                  </a:extLst>
                </p14:cNvPr>
                <p14:cNvContentPartPr/>
                <p14:nvPr/>
              </p14:nvContentPartPr>
              <p14:xfrm>
                <a:off x="969097" y="4985621"/>
                <a:ext cx="360" cy="360"/>
              </p14:xfrm>
            </p:contentPart>
          </mc:Choice>
          <mc:Fallback>
            <p:pic>
              <p:nvPicPr>
                <p:cNvPr id="315" name="Tinta 314">
                  <a:extLst>
                    <a:ext uri="{FF2B5EF4-FFF2-40B4-BE49-F238E27FC236}">
                      <a16:creationId xmlns:a16="http://schemas.microsoft.com/office/drawing/2014/main" id="{EF768F5A-64F4-B1FD-EB84-90A40A5AA03D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951097" y="496798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0">
              <p14:nvContentPartPr>
                <p14:cNvPr id="316" name="Tinta 315">
                  <a:extLst>
                    <a:ext uri="{FF2B5EF4-FFF2-40B4-BE49-F238E27FC236}">
                      <a16:creationId xmlns:a16="http://schemas.microsoft.com/office/drawing/2014/main" id="{4541DD90-CD81-A0B2-C326-796A8C6077FD}"/>
                    </a:ext>
                  </a:extLst>
                </p14:cNvPr>
                <p14:cNvContentPartPr/>
                <p14:nvPr/>
              </p14:nvContentPartPr>
              <p14:xfrm>
                <a:off x="938137" y="5029181"/>
                <a:ext cx="360" cy="360"/>
              </p14:xfrm>
            </p:contentPart>
          </mc:Choice>
          <mc:Fallback>
            <p:pic>
              <p:nvPicPr>
                <p:cNvPr id="316" name="Tinta 315">
                  <a:extLst>
                    <a:ext uri="{FF2B5EF4-FFF2-40B4-BE49-F238E27FC236}">
                      <a16:creationId xmlns:a16="http://schemas.microsoft.com/office/drawing/2014/main" id="{4541DD90-CD81-A0B2-C326-796A8C6077FD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920137" y="501154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2" name="Agrupar 321">
            <a:extLst>
              <a:ext uri="{FF2B5EF4-FFF2-40B4-BE49-F238E27FC236}">
                <a16:creationId xmlns:a16="http://schemas.microsoft.com/office/drawing/2014/main" id="{DE9FDAB2-555B-1B22-D9A8-1676F26EF69A}"/>
              </a:ext>
            </a:extLst>
          </p:cNvPr>
          <p:cNvGrpSpPr/>
          <p:nvPr/>
        </p:nvGrpSpPr>
        <p:grpSpPr>
          <a:xfrm>
            <a:off x="5146897" y="4491701"/>
            <a:ext cx="420480" cy="426960"/>
            <a:chOff x="5146897" y="4491701"/>
            <a:chExt cx="420480" cy="426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1">
              <p14:nvContentPartPr>
                <p14:cNvPr id="318" name="Tinta 317">
                  <a:extLst>
                    <a:ext uri="{FF2B5EF4-FFF2-40B4-BE49-F238E27FC236}">
                      <a16:creationId xmlns:a16="http://schemas.microsoft.com/office/drawing/2014/main" id="{2F053AC1-A232-1B9A-AD2B-25FB9CC8CDA3}"/>
                    </a:ext>
                  </a:extLst>
                </p14:cNvPr>
                <p14:cNvContentPartPr/>
                <p14:nvPr/>
              </p14:nvContentPartPr>
              <p14:xfrm>
                <a:off x="5146897" y="4634261"/>
                <a:ext cx="171360" cy="284400"/>
              </p14:xfrm>
            </p:contentPart>
          </mc:Choice>
          <mc:Fallback>
            <p:pic>
              <p:nvPicPr>
                <p:cNvPr id="318" name="Tinta 317">
                  <a:extLst>
                    <a:ext uri="{FF2B5EF4-FFF2-40B4-BE49-F238E27FC236}">
                      <a16:creationId xmlns:a16="http://schemas.microsoft.com/office/drawing/2014/main" id="{2F053AC1-A232-1B9A-AD2B-25FB9CC8CDA3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5128897" y="4616621"/>
                  <a:ext cx="20700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3">
              <p14:nvContentPartPr>
                <p14:cNvPr id="319" name="Tinta 318">
                  <a:extLst>
                    <a:ext uri="{FF2B5EF4-FFF2-40B4-BE49-F238E27FC236}">
                      <a16:creationId xmlns:a16="http://schemas.microsoft.com/office/drawing/2014/main" id="{DB0CE42E-65F8-0872-C419-8BE0513CD1CC}"/>
                    </a:ext>
                  </a:extLst>
                </p14:cNvPr>
                <p14:cNvContentPartPr/>
                <p14:nvPr/>
              </p14:nvContentPartPr>
              <p14:xfrm>
                <a:off x="5391337" y="4579901"/>
                <a:ext cx="146880" cy="308880"/>
              </p14:xfrm>
            </p:contentPart>
          </mc:Choice>
          <mc:Fallback>
            <p:pic>
              <p:nvPicPr>
                <p:cNvPr id="319" name="Tinta 318">
                  <a:extLst>
                    <a:ext uri="{FF2B5EF4-FFF2-40B4-BE49-F238E27FC236}">
                      <a16:creationId xmlns:a16="http://schemas.microsoft.com/office/drawing/2014/main" id="{DB0CE42E-65F8-0872-C419-8BE0513CD1CC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5373697" y="4562261"/>
                  <a:ext cx="18252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5">
              <p14:nvContentPartPr>
                <p14:cNvPr id="320" name="Tinta 319">
                  <a:extLst>
                    <a:ext uri="{FF2B5EF4-FFF2-40B4-BE49-F238E27FC236}">
                      <a16:creationId xmlns:a16="http://schemas.microsoft.com/office/drawing/2014/main" id="{626A1B22-09D2-EC13-18B2-054B061408A5}"/>
                    </a:ext>
                  </a:extLst>
                </p14:cNvPr>
                <p14:cNvContentPartPr/>
                <p14:nvPr/>
              </p14:nvContentPartPr>
              <p14:xfrm>
                <a:off x="5372617" y="4762061"/>
                <a:ext cx="94680" cy="4680"/>
              </p14:xfrm>
            </p:contentPart>
          </mc:Choice>
          <mc:Fallback>
            <p:pic>
              <p:nvPicPr>
                <p:cNvPr id="320" name="Tinta 319">
                  <a:extLst>
                    <a:ext uri="{FF2B5EF4-FFF2-40B4-BE49-F238E27FC236}">
                      <a16:creationId xmlns:a16="http://schemas.microsoft.com/office/drawing/2014/main" id="{626A1B22-09D2-EC13-18B2-054B061408A5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5354977" y="4744421"/>
                  <a:ext cx="1303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7">
              <p14:nvContentPartPr>
                <p14:cNvPr id="321" name="Tinta 320">
                  <a:extLst>
                    <a:ext uri="{FF2B5EF4-FFF2-40B4-BE49-F238E27FC236}">
                      <a16:creationId xmlns:a16="http://schemas.microsoft.com/office/drawing/2014/main" id="{391323C7-F814-06BF-7DD0-05BA81CB612E}"/>
                    </a:ext>
                  </a:extLst>
                </p14:cNvPr>
                <p14:cNvContentPartPr/>
                <p14:nvPr/>
              </p14:nvContentPartPr>
              <p14:xfrm>
                <a:off x="5459737" y="4491701"/>
                <a:ext cx="107640" cy="160560"/>
              </p14:xfrm>
            </p:contentPart>
          </mc:Choice>
          <mc:Fallback>
            <p:pic>
              <p:nvPicPr>
                <p:cNvPr id="321" name="Tinta 320">
                  <a:extLst>
                    <a:ext uri="{FF2B5EF4-FFF2-40B4-BE49-F238E27FC236}">
                      <a16:creationId xmlns:a16="http://schemas.microsoft.com/office/drawing/2014/main" id="{391323C7-F814-06BF-7DD0-05BA81CB612E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5441737" y="4473701"/>
                  <a:ext cx="143280" cy="196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49">
            <p14:nvContentPartPr>
              <p14:cNvPr id="323" name="Tinta 322">
                <a:extLst>
                  <a:ext uri="{FF2B5EF4-FFF2-40B4-BE49-F238E27FC236}">
                    <a16:creationId xmlns:a16="http://schemas.microsoft.com/office/drawing/2014/main" id="{2228FC68-8FDB-988C-91E4-6EA73D3A43E2}"/>
                  </a:ext>
                </a:extLst>
              </p14:cNvPr>
              <p14:cNvContentPartPr/>
              <p14:nvPr/>
            </p14:nvContentPartPr>
            <p14:xfrm>
              <a:off x="5811097" y="4741901"/>
              <a:ext cx="138240" cy="15840"/>
            </p14:xfrm>
          </p:contentPart>
        </mc:Choice>
        <mc:Fallback>
          <p:pic>
            <p:nvPicPr>
              <p:cNvPr id="323" name="Tinta 322">
                <a:extLst>
                  <a:ext uri="{FF2B5EF4-FFF2-40B4-BE49-F238E27FC236}">
                    <a16:creationId xmlns:a16="http://schemas.microsoft.com/office/drawing/2014/main" id="{2228FC68-8FDB-988C-91E4-6EA73D3A43E2}"/>
                  </a:ext>
                </a:extLst>
              </p:cNvPr>
              <p:cNvPicPr/>
              <p:nvPr/>
            </p:nvPicPr>
            <p:blipFill>
              <a:blip r:embed="rId450"/>
              <a:stretch>
                <a:fillRect/>
              </a:stretch>
            </p:blipFill>
            <p:spPr>
              <a:xfrm>
                <a:off x="5793457" y="4724261"/>
                <a:ext cx="173880" cy="51480"/>
              </a:xfrm>
              <a:prstGeom prst="rect">
                <a:avLst/>
              </a:prstGeom>
            </p:spPr>
          </p:pic>
        </mc:Fallback>
      </mc:AlternateContent>
      <p:grpSp>
        <p:nvGrpSpPr>
          <p:cNvPr id="344" name="Agrupar 343">
            <a:extLst>
              <a:ext uri="{FF2B5EF4-FFF2-40B4-BE49-F238E27FC236}">
                <a16:creationId xmlns:a16="http://schemas.microsoft.com/office/drawing/2014/main" id="{512D60E6-ED02-FECC-FF38-2A92F3992FE0}"/>
              </a:ext>
            </a:extLst>
          </p:cNvPr>
          <p:cNvGrpSpPr/>
          <p:nvPr/>
        </p:nvGrpSpPr>
        <p:grpSpPr>
          <a:xfrm>
            <a:off x="6190897" y="4195421"/>
            <a:ext cx="892440" cy="646200"/>
            <a:chOff x="6190897" y="4195421"/>
            <a:chExt cx="892440" cy="646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1">
              <p14:nvContentPartPr>
                <p14:cNvPr id="324" name="Tinta 323">
                  <a:extLst>
                    <a:ext uri="{FF2B5EF4-FFF2-40B4-BE49-F238E27FC236}">
                      <a16:creationId xmlns:a16="http://schemas.microsoft.com/office/drawing/2014/main" id="{BED65465-E66E-7551-187B-F2B2CEE5DA8E}"/>
                    </a:ext>
                  </a:extLst>
                </p14:cNvPr>
                <p14:cNvContentPartPr/>
                <p14:nvPr/>
              </p14:nvContentPartPr>
              <p14:xfrm>
                <a:off x="6190897" y="4576301"/>
                <a:ext cx="195480" cy="265320"/>
              </p14:xfrm>
            </p:contentPart>
          </mc:Choice>
          <mc:Fallback>
            <p:pic>
              <p:nvPicPr>
                <p:cNvPr id="324" name="Tinta 323">
                  <a:extLst>
                    <a:ext uri="{FF2B5EF4-FFF2-40B4-BE49-F238E27FC236}">
                      <a16:creationId xmlns:a16="http://schemas.microsoft.com/office/drawing/2014/main" id="{BED65465-E66E-7551-187B-F2B2CEE5DA8E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6173257" y="4558661"/>
                  <a:ext cx="23112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3">
              <p14:nvContentPartPr>
                <p14:cNvPr id="325" name="Tinta 324">
                  <a:extLst>
                    <a:ext uri="{FF2B5EF4-FFF2-40B4-BE49-F238E27FC236}">
                      <a16:creationId xmlns:a16="http://schemas.microsoft.com/office/drawing/2014/main" id="{267EFBB1-F62A-AFB7-AFE8-31A013C45EDC}"/>
                    </a:ext>
                  </a:extLst>
                </p14:cNvPr>
                <p14:cNvContentPartPr/>
                <p14:nvPr/>
              </p14:nvContentPartPr>
              <p14:xfrm>
                <a:off x="6437137" y="4838021"/>
                <a:ext cx="360" cy="360"/>
              </p14:xfrm>
            </p:contentPart>
          </mc:Choice>
          <mc:Fallback>
            <p:pic>
              <p:nvPicPr>
                <p:cNvPr id="325" name="Tinta 324">
                  <a:extLst>
                    <a:ext uri="{FF2B5EF4-FFF2-40B4-BE49-F238E27FC236}">
                      <a16:creationId xmlns:a16="http://schemas.microsoft.com/office/drawing/2014/main" id="{267EFBB1-F62A-AFB7-AFE8-31A013C45EDC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6419137" y="482038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4">
              <p14:nvContentPartPr>
                <p14:cNvPr id="327" name="Tinta 326">
                  <a:extLst>
                    <a:ext uri="{FF2B5EF4-FFF2-40B4-BE49-F238E27FC236}">
                      <a16:creationId xmlns:a16="http://schemas.microsoft.com/office/drawing/2014/main" id="{1F51972C-7C3D-DB74-A4E0-B42E0D03A635}"/>
                    </a:ext>
                  </a:extLst>
                </p14:cNvPr>
                <p14:cNvContentPartPr/>
                <p14:nvPr/>
              </p14:nvContentPartPr>
              <p14:xfrm>
                <a:off x="6478177" y="4521941"/>
                <a:ext cx="110880" cy="311760"/>
              </p14:xfrm>
            </p:contentPart>
          </mc:Choice>
          <mc:Fallback>
            <p:pic>
              <p:nvPicPr>
                <p:cNvPr id="327" name="Tinta 326">
                  <a:extLst>
                    <a:ext uri="{FF2B5EF4-FFF2-40B4-BE49-F238E27FC236}">
                      <a16:creationId xmlns:a16="http://schemas.microsoft.com/office/drawing/2014/main" id="{1F51972C-7C3D-DB74-A4E0-B42E0D03A635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6460177" y="4503941"/>
                  <a:ext cx="14652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6">
              <p14:nvContentPartPr>
                <p14:cNvPr id="328" name="Tinta 327">
                  <a:extLst>
                    <a:ext uri="{FF2B5EF4-FFF2-40B4-BE49-F238E27FC236}">
                      <a16:creationId xmlns:a16="http://schemas.microsoft.com/office/drawing/2014/main" id="{0B2560B7-DDCF-C594-1307-58BBB262E890}"/>
                    </a:ext>
                  </a:extLst>
                </p14:cNvPr>
                <p14:cNvContentPartPr/>
                <p14:nvPr/>
              </p14:nvContentPartPr>
              <p14:xfrm>
                <a:off x="6415897" y="4665941"/>
                <a:ext cx="93600" cy="4680"/>
              </p14:xfrm>
            </p:contentPart>
          </mc:Choice>
          <mc:Fallback>
            <p:pic>
              <p:nvPicPr>
                <p:cNvPr id="328" name="Tinta 327">
                  <a:extLst>
                    <a:ext uri="{FF2B5EF4-FFF2-40B4-BE49-F238E27FC236}">
                      <a16:creationId xmlns:a16="http://schemas.microsoft.com/office/drawing/2014/main" id="{0B2560B7-DDCF-C594-1307-58BBB262E890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6398257" y="4648301"/>
                  <a:ext cx="1292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8">
              <p14:nvContentPartPr>
                <p14:cNvPr id="335" name="Tinta 334">
                  <a:extLst>
                    <a:ext uri="{FF2B5EF4-FFF2-40B4-BE49-F238E27FC236}">
                      <a16:creationId xmlns:a16="http://schemas.microsoft.com/office/drawing/2014/main" id="{FBEC138A-2E5C-BDE0-FEE0-4F54BE013B27}"/>
                    </a:ext>
                  </a:extLst>
                </p14:cNvPr>
                <p14:cNvContentPartPr/>
                <p14:nvPr/>
              </p14:nvContentPartPr>
              <p14:xfrm>
                <a:off x="6517777" y="4345181"/>
                <a:ext cx="69840" cy="3600"/>
              </p14:xfrm>
            </p:contentPart>
          </mc:Choice>
          <mc:Fallback>
            <p:pic>
              <p:nvPicPr>
                <p:cNvPr id="335" name="Tinta 334">
                  <a:extLst>
                    <a:ext uri="{FF2B5EF4-FFF2-40B4-BE49-F238E27FC236}">
                      <a16:creationId xmlns:a16="http://schemas.microsoft.com/office/drawing/2014/main" id="{FBEC138A-2E5C-BDE0-FEE0-4F54BE013B27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6499777" y="4327541"/>
                  <a:ext cx="10548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0">
              <p14:nvContentPartPr>
                <p14:cNvPr id="336" name="Tinta 335">
                  <a:extLst>
                    <a:ext uri="{FF2B5EF4-FFF2-40B4-BE49-F238E27FC236}">
                      <a16:creationId xmlns:a16="http://schemas.microsoft.com/office/drawing/2014/main" id="{D41DE032-1D25-E1DE-D209-2D7132C7BF0A}"/>
                    </a:ext>
                  </a:extLst>
                </p14:cNvPr>
                <p14:cNvContentPartPr/>
                <p14:nvPr/>
              </p14:nvContentPartPr>
              <p14:xfrm>
                <a:off x="6684817" y="4195421"/>
                <a:ext cx="64440" cy="136800"/>
              </p14:xfrm>
            </p:contentPart>
          </mc:Choice>
          <mc:Fallback>
            <p:pic>
              <p:nvPicPr>
                <p:cNvPr id="336" name="Tinta 335">
                  <a:extLst>
                    <a:ext uri="{FF2B5EF4-FFF2-40B4-BE49-F238E27FC236}">
                      <a16:creationId xmlns:a16="http://schemas.microsoft.com/office/drawing/2014/main" id="{D41DE032-1D25-E1DE-D209-2D7132C7BF0A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6666817" y="4177781"/>
                  <a:ext cx="10008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2">
              <p14:nvContentPartPr>
                <p14:cNvPr id="337" name="Tinta 336">
                  <a:extLst>
                    <a:ext uri="{FF2B5EF4-FFF2-40B4-BE49-F238E27FC236}">
                      <a16:creationId xmlns:a16="http://schemas.microsoft.com/office/drawing/2014/main" id="{0A469C5E-C2D9-C9BE-9826-E911642F51C0}"/>
                    </a:ext>
                  </a:extLst>
                </p14:cNvPr>
                <p14:cNvContentPartPr/>
                <p14:nvPr/>
              </p14:nvContentPartPr>
              <p14:xfrm>
                <a:off x="6669337" y="4365341"/>
                <a:ext cx="103320" cy="15840"/>
              </p14:xfrm>
            </p:contentPart>
          </mc:Choice>
          <mc:Fallback>
            <p:pic>
              <p:nvPicPr>
                <p:cNvPr id="337" name="Tinta 336">
                  <a:extLst>
                    <a:ext uri="{FF2B5EF4-FFF2-40B4-BE49-F238E27FC236}">
                      <a16:creationId xmlns:a16="http://schemas.microsoft.com/office/drawing/2014/main" id="{0A469C5E-C2D9-C9BE-9826-E911642F51C0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6651337" y="4347701"/>
                  <a:ext cx="13896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4">
              <p14:nvContentPartPr>
                <p14:cNvPr id="339" name="Tinta 338">
                  <a:extLst>
                    <a:ext uri="{FF2B5EF4-FFF2-40B4-BE49-F238E27FC236}">
                      <a16:creationId xmlns:a16="http://schemas.microsoft.com/office/drawing/2014/main" id="{8E388E4F-C147-AB96-E8A0-50B5193E2929}"/>
                    </a:ext>
                  </a:extLst>
                </p14:cNvPr>
                <p14:cNvContentPartPr/>
                <p14:nvPr/>
              </p14:nvContentPartPr>
              <p14:xfrm>
                <a:off x="6693457" y="4427261"/>
                <a:ext cx="145080" cy="115560"/>
              </p14:xfrm>
            </p:contentPart>
          </mc:Choice>
          <mc:Fallback>
            <p:pic>
              <p:nvPicPr>
                <p:cNvPr id="339" name="Tinta 338">
                  <a:extLst>
                    <a:ext uri="{FF2B5EF4-FFF2-40B4-BE49-F238E27FC236}">
                      <a16:creationId xmlns:a16="http://schemas.microsoft.com/office/drawing/2014/main" id="{8E388E4F-C147-AB96-E8A0-50B5193E2929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6675817" y="4409621"/>
                  <a:ext cx="18072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6">
              <p14:nvContentPartPr>
                <p14:cNvPr id="340" name="Tinta 339">
                  <a:extLst>
                    <a:ext uri="{FF2B5EF4-FFF2-40B4-BE49-F238E27FC236}">
                      <a16:creationId xmlns:a16="http://schemas.microsoft.com/office/drawing/2014/main" id="{46256E87-5C61-36B4-C866-331543F448AA}"/>
                    </a:ext>
                  </a:extLst>
                </p14:cNvPr>
                <p14:cNvContentPartPr/>
                <p14:nvPr/>
              </p14:nvContentPartPr>
              <p14:xfrm>
                <a:off x="6988297" y="4650461"/>
                <a:ext cx="20160" cy="175680"/>
              </p14:xfrm>
            </p:contentPart>
          </mc:Choice>
          <mc:Fallback>
            <p:pic>
              <p:nvPicPr>
                <p:cNvPr id="340" name="Tinta 339">
                  <a:extLst>
                    <a:ext uri="{FF2B5EF4-FFF2-40B4-BE49-F238E27FC236}">
                      <a16:creationId xmlns:a16="http://schemas.microsoft.com/office/drawing/2014/main" id="{46256E87-5C61-36B4-C866-331543F448AA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6970657" y="4632461"/>
                  <a:ext cx="5580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8">
              <p14:nvContentPartPr>
                <p14:cNvPr id="341" name="Tinta 340">
                  <a:extLst>
                    <a:ext uri="{FF2B5EF4-FFF2-40B4-BE49-F238E27FC236}">
                      <a16:creationId xmlns:a16="http://schemas.microsoft.com/office/drawing/2014/main" id="{C3522822-2B45-9532-570F-C421AB4882F6}"/>
                    </a:ext>
                  </a:extLst>
                </p14:cNvPr>
                <p14:cNvContentPartPr/>
                <p14:nvPr/>
              </p14:nvContentPartPr>
              <p14:xfrm>
                <a:off x="6959857" y="4730741"/>
                <a:ext cx="123480" cy="8280"/>
              </p14:xfrm>
            </p:contentPart>
          </mc:Choice>
          <mc:Fallback>
            <p:pic>
              <p:nvPicPr>
                <p:cNvPr id="341" name="Tinta 340">
                  <a:extLst>
                    <a:ext uri="{FF2B5EF4-FFF2-40B4-BE49-F238E27FC236}">
                      <a16:creationId xmlns:a16="http://schemas.microsoft.com/office/drawing/2014/main" id="{C3522822-2B45-9532-570F-C421AB4882F6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6942217" y="4713101"/>
                  <a:ext cx="159120" cy="43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70">
            <p14:nvContentPartPr>
              <p14:cNvPr id="342" name="Tinta 341">
                <a:extLst>
                  <a:ext uri="{FF2B5EF4-FFF2-40B4-BE49-F238E27FC236}">
                    <a16:creationId xmlns:a16="http://schemas.microsoft.com/office/drawing/2014/main" id="{22208ED8-A277-03F0-BD9B-802C5748D549}"/>
                  </a:ext>
                </a:extLst>
              </p14:cNvPr>
              <p14:cNvContentPartPr/>
              <p14:nvPr/>
            </p14:nvContentPartPr>
            <p14:xfrm>
              <a:off x="7347217" y="4635341"/>
              <a:ext cx="226440" cy="222120"/>
            </p14:xfrm>
          </p:contentPart>
        </mc:Choice>
        <mc:Fallback>
          <p:pic>
            <p:nvPicPr>
              <p:cNvPr id="342" name="Tinta 341">
                <a:extLst>
                  <a:ext uri="{FF2B5EF4-FFF2-40B4-BE49-F238E27FC236}">
                    <a16:creationId xmlns:a16="http://schemas.microsoft.com/office/drawing/2014/main" id="{22208ED8-A277-03F0-BD9B-802C5748D549}"/>
                  </a:ext>
                </a:extLst>
              </p:cNvPr>
              <p:cNvPicPr/>
              <p:nvPr/>
            </p:nvPicPr>
            <p:blipFill>
              <a:blip r:embed="rId471"/>
              <a:stretch>
                <a:fillRect/>
              </a:stretch>
            </p:blipFill>
            <p:spPr>
              <a:xfrm>
                <a:off x="7329217" y="4617341"/>
                <a:ext cx="262080" cy="257760"/>
              </a:xfrm>
              <a:prstGeom prst="rect">
                <a:avLst/>
              </a:prstGeom>
            </p:spPr>
          </p:pic>
        </mc:Fallback>
      </mc:AlternateContent>
      <p:grpSp>
        <p:nvGrpSpPr>
          <p:cNvPr id="347" name="Agrupar 346">
            <a:extLst>
              <a:ext uri="{FF2B5EF4-FFF2-40B4-BE49-F238E27FC236}">
                <a16:creationId xmlns:a16="http://schemas.microsoft.com/office/drawing/2014/main" id="{87E09DB2-9A08-250B-9BC0-5AEF01F88F97}"/>
              </a:ext>
            </a:extLst>
          </p:cNvPr>
          <p:cNvGrpSpPr/>
          <p:nvPr/>
        </p:nvGrpSpPr>
        <p:grpSpPr>
          <a:xfrm>
            <a:off x="4878337" y="4025501"/>
            <a:ext cx="3088800" cy="1041120"/>
            <a:chOff x="4878337" y="4025501"/>
            <a:chExt cx="3088800" cy="1041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2">
              <p14:nvContentPartPr>
                <p14:cNvPr id="345" name="Tinta 344">
                  <a:extLst>
                    <a:ext uri="{FF2B5EF4-FFF2-40B4-BE49-F238E27FC236}">
                      <a16:creationId xmlns:a16="http://schemas.microsoft.com/office/drawing/2014/main" id="{39561692-9AFF-50F6-21F4-B95BE6276551}"/>
                    </a:ext>
                  </a:extLst>
                </p14:cNvPr>
                <p14:cNvContentPartPr/>
                <p14:nvPr/>
              </p14:nvContentPartPr>
              <p14:xfrm>
                <a:off x="4878337" y="4025501"/>
                <a:ext cx="3088800" cy="992880"/>
              </p14:xfrm>
            </p:contentPart>
          </mc:Choice>
          <mc:Fallback>
            <p:pic>
              <p:nvPicPr>
                <p:cNvPr id="345" name="Tinta 344">
                  <a:extLst>
                    <a:ext uri="{FF2B5EF4-FFF2-40B4-BE49-F238E27FC236}">
                      <a16:creationId xmlns:a16="http://schemas.microsoft.com/office/drawing/2014/main" id="{39561692-9AFF-50F6-21F4-B95BE6276551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4860697" y="4007501"/>
                  <a:ext cx="3124440" cy="10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4">
              <p14:nvContentPartPr>
                <p14:cNvPr id="346" name="Tinta 345">
                  <a:extLst>
                    <a:ext uri="{FF2B5EF4-FFF2-40B4-BE49-F238E27FC236}">
                      <a16:creationId xmlns:a16="http://schemas.microsoft.com/office/drawing/2014/main" id="{18CA34BD-29F1-5366-5837-FD2535320E97}"/>
                    </a:ext>
                  </a:extLst>
                </p14:cNvPr>
                <p14:cNvContentPartPr/>
                <p14:nvPr/>
              </p14:nvContentPartPr>
              <p14:xfrm>
                <a:off x="4975177" y="4957541"/>
                <a:ext cx="2941200" cy="109080"/>
              </p14:xfrm>
            </p:contentPart>
          </mc:Choice>
          <mc:Fallback>
            <p:pic>
              <p:nvPicPr>
                <p:cNvPr id="346" name="Tinta 345">
                  <a:extLst>
                    <a:ext uri="{FF2B5EF4-FFF2-40B4-BE49-F238E27FC236}">
                      <a16:creationId xmlns:a16="http://schemas.microsoft.com/office/drawing/2014/main" id="{18CA34BD-29F1-5366-5837-FD2535320E97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4957537" y="4939901"/>
                  <a:ext cx="2976840" cy="14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0" name="Agrupar 349">
            <a:extLst>
              <a:ext uri="{FF2B5EF4-FFF2-40B4-BE49-F238E27FC236}">
                <a16:creationId xmlns:a16="http://schemas.microsoft.com/office/drawing/2014/main" id="{A7E6F642-468F-F635-E491-4C73B96F43D0}"/>
              </a:ext>
            </a:extLst>
          </p:cNvPr>
          <p:cNvGrpSpPr/>
          <p:nvPr/>
        </p:nvGrpSpPr>
        <p:grpSpPr>
          <a:xfrm>
            <a:off x="8149657" y="4750901"/>
            <a:ext cx="104760" cy="117720"/>
            <a:chOff x="8149657" y="4750901"/>
            <a:chExt cx="104760" cy="117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6">
              <p14:nvContentPartPr>
                <p14:cNvPr id="348" name="Tinta 347">
                  <a:extLst>
                    <a:ext uri="{FF2B5EF4-FFF2-40B4-BE49-F238E27FC236}">
                      <a16:creationId xmlns:a16="http://schemas.microsoft.com/office/drawing/2014/main" id="{B806FFDA-BE27-909E-4C1B-9C2441B7A26A}"/>
                    </a:ext>
                  </a:extLst>
                </p14:cNvPr>
                <p14:cNvContentPartPr/>
                <p14:nvPr/>
              </p14:nvContentPartPr>
              <p14:xfrm>
                <a:off x="8152177" y="4856021"/>
                <a:ext cx="102240" cy="12600"/>
              </p14:xfrm>
            </p:contentPart>
          </mc:Choice>
          <mc:Fallback>
            <p:pic>
              <p:nvPicPr>
                <p:cNvPr id="348" name="Tinta 347">
                  <a:extLst>
                    <a:ext uri="{FF2B5EF4-FFF2-40B4-BE49-F238E27FC236}">
                      <a16:creationId xmlns:a16="http://schemas.microsoft.com/office/drawing/2014/main" id="{B806FFDA-BE27-909E-4C1B-9C2441B7A26A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8134177" y="4838021"/>
                  <a:ext cx="13788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8">
              <p14:nvContentPartPr>
                <p14:cNvPr id="349" name="Tinta 348">
                  <a:extLst>
                    <a:ext uri="{FF2B5EF4-FFF2-40B4-BE49-F238E27FC236}">
                      <a16:creationId xmlns:a16="http://schemas.microsoft.com/office/drawing/2014/main" id="{2D6C6219-1E59-7AD0-3C4A-FA1F7C273813}"/>
                    </a:ext>
                  </a:extLst>
                </p14:cNvPr>
                <p14:cNvContentPartPr/>
                <p14:nvPr/>
              </p14:nvContentPartPr>
              <p14:xfrm>
                <a:off x="8149657" y="4750901"/>
                <a:ext cx="67320" cy="28440"/>
              </p14:xfrm>
            </p:contentPart>
          </mc:Choice>
          <mc:Fallback>
            <p:pic>
              <p:nvPicPr>
                <p:cNvPr id="349" name="Tinta 348">
                  <a:extLst>
                    <a:ext uri="{FF2B5EF4-FFF2-40B4-BE49-F238E27FC236}">
                      <a16:creationId xmlns:a16="http://schemas.microsoft.com/office/drawing/2014/main" id="{2D6C6219-1E59-7AD0-3C4A-FA1F7C273813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8131657" y="4733261"/>
                  <a:ext cx="102960" cy="6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0" name="Agrupar 369">
            <a:extLst>
              <a:ext uri="{FF2B5EF4-FFF2-40B4-BE49-F238E27FC236}">
                <a16:creationId xmlns:a16="http://schemas.microsoft.com/office/drawing/2014/main" id="{BCFCDDE9-1BB7-DA27-8A91-50BA94CF6B0B}"/>
              </a:ext>
            </a:extLst>
          </p:cNvPr>
          <p:cNvGrpSpPr/>
          <p:nvPr/>
        </p:nvGrpSpPr>
        <p:grpSpPr>
          <a:xfrm>
            <a:off x="4744417" y="5959061"/>
            <a:ext cx="104760" cy="97560"/>
            <a:chOff x="4744417" y="5959061"/>
            <a:chExt cx="104760" cy="97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0">
              <p14:nvContentPartPr>
                <p14:cNvPr id="351" name="Tinta 350">
                  <a:extLst>
                    <a:ext uri="{FF2B5EF4-FFF2-40B4-BE49-F238E27FC236}">
                      <a16:creationId xmlns:a16="http://schemas.microsoft.com/office/drawing/2014/main" id="{CDF0DF86-BC0D-DC31-298B-534B4A7996F8}"/>
                    </a:ext>
                  </a:extLst>
                </p14:cNvPr>
                <p14:cNvContentPartPr/>
                <p14:nvPr/>
              </p14:nvContentPartPr>
              <p14:xfrm>
                <a:off x="4750537" y="6056261"/>
                <a:ext cx="98640" cy="360"/>
              </p14:xfrm>
            </p:contentPart>
          </mc:Choice>
          <mc:Fallback>
            <p:pic>
              <p:nvPicPr>
                <p:cNvPr id="351" name="Tinta 350">
                  <a:extLst>
                    <a:ext uri="{FF2B5EF4-FFF2-40B4-BE49-F238E27FC236}">
                      <a16:creationId xmlns:a16="http://schemas.microsoft.com/office/drawing/2014/main" id="{CDF0DF86-BC0D-DC31-298B-534B4A7996F8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4732897" y="6038621"/>
                  <a:ext cx="1342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2">
              <p14:nvContentPartPr>
                <p14:cNvPr id="352" name="Tinta 351">
                  <a:extLst>
                    <a:ext uri="{FF2B5EF4-FFF2-40B4-BE49-F238E27FC236}">
                      <a16:creationId xmlns:a16="http://schemas.microsoft.com/office/drawing/2014/main" id="{2877C6B3-A0A8-AC8F-4A09-96941DEDD2D8}"/>
                    </a:ext>
                  </a:extLst>
                </p14:cNvPr>
                <p14:cNvContentPartPr/>
                <p14:nvPr/>
              </p14:nvContentPartPr>
              <p14:xfrm>
                <a:off x="4744417" y="5959061"/>
                <a:ext cx="93600" cy="6120"/>
              </p14:xfrm>
            </p:contentPart>
          </mc:Choice>
          <mc:Fallback>
            <p:pic>
              <p:nvPicPr>
                <p:cNvPr id="352" name="Tinta 351">
                  <a:extLst>
                    <a:ext uri="{FF2B5EF4-FFF2-40B4-BE49-F238E27FC236}">
                      <a16:creationId xmlns:a16="http://schemas.microsoft.com/office/drawing/2014/main" id="{2877C6B3-A0A8-AC8F-4A09-96941DEDD2D8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4726417" y="5941421"/>
                  <a:ext cx="129240" cy="4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9" name="Agrupar 368">
            <a:extLst>
              <a:ext uri="{FF2B5EF4-FFF2-40B4-BE49-F238E27FC236}">
                <a16:creationId xmlns:a16="http://schemas.microsoft.com/office/drawing/2014/main" id="{D278EB64-6C35-03D5-F114-E4A259FE9D6A}"/>
              </a:ext>
            </a:extLst>
          </p:cNvPr>
          <p:cNvGrpSpPr/>
          <p:nvPr/>
        </p:nvGrpSpPr>
        <p:grpSpPr>
          <a:xfrm>
            <a:off x="5126737" y="5631821"/>
            <a:ext cx="2259360" cy="961200"/>
            <a:chOff x="5126737" y="5631821"/>
            <a:chExt cx="2259360" cy="961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4">
              <p14:nvContentPartPr>
                <p14:cNvPr id="353" name="Tinta 352">
                  <a:extLst>
                    <a:ext uri="{FF2B5EF4-FFF2-40B4-BE49-F238E27FC236}">
                      <a16:creationId xmlns:a16="http://schemas.microsoft.com/office/drawing/2014/main" id="{FBC189AF-22A4-FCF9-0D78-2A5E429573DD}"/>
                    </a:ext>
                  </a:extLst>
                </p14:cNvPr>
                <p14:cNvContentPartPr/>
                <p14:nvPr/>
              </p14:nvContentPartPr>
              <p14:xfrm>
                <a:off x="5126737" y="5795981"/>
                <a:ext cx="130680" cy="244080"/>
              </p14:xfrm>
            </p:contentPart>
          </mc:Choice>
          <mc:Fallback>
            <p:pic>
              <p:nvPicPr>
                <p:cNvPr id="353" name="Tinta 352">
                  <a:extLst>
                    <a:ext uri="{FF2B5EF4-FFF2-40B4-BE49-F238E27FC236}">
                      <a16:creationId xmlns:a16="http://schemas.microsoft.com/office/drawing/2014/main" id="{FBC189AF-22A4-FCF9-0D78-2A5E429573DD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5109097" y="5777981"/>
                  <a:ext cx="16632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6">
              <p14:nvContentPartPr>
                <p14:cNvPr id="354" name="Tinta 353">
                  <a:extLst>
                    <a:ext uri="{FF2B5EF4-FFF2-40B4-BE49-F238E27FC236}">
                      <a16:creationId xmlns:a16="http://schemas.microsoft.com/office/drawing/2014/main" id="{52A2E566-D68F-B0E3-D396-C41A879F5CBF}"/>
                    </a:ext>
                  </a:extLst>
                </p14:cNvPr>
                <p14:cNvContentPartPr/>
                <p14:nvPr/>
              </p14:nvContentPartPr>
              <p14:xfrm>
                <a:off x="5358937" y="5780141"/>
                <a:ext cx="125640" cy="245160"/>
              </p14:xfrm>
            </p:contentPart>
          </mc:Choice>
          <mc:Fallback>
            <p:pic>
              <p:nvPicPr>
                <p:cNvPr id="354" name="Tinta 353">
                  <a:extLst>
                    <a:ext uri="{FF2B5EF4-FFF2-40B4-BE49-F238E27FC236}">
                      <a16:creationId xmlns:a16="http://schemas.microsoft.com/office/drawing/2014/main" id="{52A2E566-D68F-B0E3-D396-C41A879F5CBF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5341297" y="5762501"/>
                  <a:ext cx="16128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8">
              <p14:nvContentPartPr>
                <p14:cNvPr id="355" name="Tinta 354">
                  <a:extLst>
                    <a:ext uri="{FF2B5EF4-FFF2-40B4-BE49-F238E27FC236}">
                      <a16:creationId xmlns:a16="http://schemas.microsoft.com/office/drawing/2014/main" id="{B659C32D-225B-B9D4-203B-02F772CF7C33}"/>
                    </a:ext>
                  </a:extLst>
                </p14:cNvPr>
                <p14:cNvContentPartPr/>
                <p14:nvPr/>
              </p14:nvContentPartPr>
              <p14:xfrm>
                <a:off x="5300617" y="5869781"/>
                <a:ext cx="146880" cy="10440"/>
              </p14:xfrm>
            </p:contentPart>
          </mc:Choice>
          <mc:Fallback>
            <p:pic>
              <p:nvPicPr>
                <p:cNvPr id="355" name="Tinta 354">
                  <a:extLst>
                    <a:ext uri="{FF2B5EF4-FFF2-40B4-BE49-F238E27FC236}">
                      <a16:creationId xmlns:a16="http://schemas.microsoft.com/office/drawing/2014/main" id="{B659C32D-225B-B9D4-203B-02F772CF7C33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5282977" y="5851781"/>
                  <a:ext cx="18252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0">
              <p14:nvContentPartPr>
                <p14:cNvPr id="356" name="Tinta 355">
                  <a:extLst>
                    <a:ext uri="{FF2B5EF4-FFF2-40B4-BE49-F238E27FC236}">
                      <a16:creationId xmlns:a16="http://schemas.microsoft.com/office/drawing/2014/main" id="{47790CD1-D27C-A753-3FE0-085710202C59}"/>
                    </a:ext>
                  </a:extLst>
                </p14:cNvPr>
                <p14:cNvContentPartPr/>
                <p14:nvPr/>
              </p14:nvContentPartPr>
              <p14:xfrm>
                <a:off x="5443537" y="5631821"/>
                <a:ext cx="115200" cy="173520"/>
              </p14:xfrm>
            </p:contentPart>
          </mc:Choice>
          <mc:Fallback>
            <p:pic>
              <p:nvPicPr>
                <p:cNvPr id="356" name="Tinta 355">
                  <a:extLst>
                    <a:ext uri="{FF2B5EF4-FFF2-40B4-BE49-F238E27FC236}">
                      <a16:creationId xmlns:a16="http://schemas.microsoft.com/office/drawing/2014/main" id="{47790CD1-D27C-A753-3FE0-085710202C59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5425537" y="5613821"/>
                  <a:ext cx="15084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2">
              <p14:nvContentPartPr>
                <p14:cNvPr id="357" name="Tinta 356">
                  <a:extLst>
                    <a:ext uri="{FF2B5EF4-FFF2-40B4-BE49-F238E27FC236}">
                      <a16:creationId xmlns:a16="http://schemas.microsoft.com/office/drawing/2014/main" id="{26C6CE6C-A8C3-950D-59C3-EFE7E05D5083}"/>
                    </a:ext>
                  </a:extLst>
                </p14:cNvPr>
                <p14:cNvContentPartPr/>
                <p14:nvPr/>
              </p14:nvContentPartPr>
              <p14:xfrm>
                <a:off x="5767537" y="6004781"/>
                <a:ext cx="125640" cy="1440"/>
              </p14:xfrm>
            </p:contentPart>
          </mc:Choice>
          <mc:Fallback>
            <p:pic>
              <p:nvPicPr>
                <p:cNvPr id="357" name="Tinta 356">
                  <a:extLst>
                    <a:ext uri="{FF2B5EF4-FFF2-40B4-BE49-F238E27FC236}">
                      <a16:creationId xmlns:a16="http://schemas.microsoft.com/office/drawing/2014/main" id="{26C6CE6C-A8C3-950D-59C3-EFE7E05D5083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5749897" y="5987141"/>
                  <a:ext cx="16128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4">
              <p14:nvContentPartPr>
                <p14:cNvPr id="358" name="Tinta 357">
                  <a:extLst>
                    <a:ext uri="{FF2B5EF4-FFF2-40B4-BE49-F238E27FC236}">
                      <a16:creationId xmlns:a16="http://schemas.microsoft.com/office/drawing/2014/main" id="{94BBA5D3-7269-A739-A0F3-601777908F72}"/>
                    </a:ext>
                  </a:extLst>
                </p14:cNvPr>
                <p14:cNvContentPartPr/>
                <p14:nvPr/>
              </p14:nvContentPartPr>
              <p14:xfrm>
                <a:off x="6240937" y="5741981"/>
                <a:ext cx="188640" cy="247320"/>
              </p14:xfrm>
            </p:contentPart>
          </mc:Choice>
          <mc:Fallback>
            <p:pic>
              <p:nvPicPr>
                <p:cNvPr id="358" name="Tinta 357">
                  <a:extLst>
                    <a:ext uri="{FF2B5EF4-FFF2-40B4-BE49-F238E27FC236}">
                      <a16:creationId xmlns:a16="http://schemas.microsoft.com/office/drawing/2014/main" id="{94BBA5D3-7269-A739-A0F3-601777908F72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6222937" y="5723981"/>
                  <a:ext cx="22428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6">
              <p14:nvContentPartPr>
                <p14:cNvPr id="359" name="Tinta 358">
                  <a:extLst>
                    <a:ext uri="{FF2B5EF4-FFF2-40B4-BE49-F238E27FC236}">
                      <a16:creationId xmlns:a16="http://schemas.microsoft.com/office/drawing/2014/main" id="{2DE457B2-D7D9-8191-CA10-9CFAC47877EA}"/>
                    </a:ext>
                  </a:extLst>
                </p14:cNvPr>
                <p14:cNvContentPartPr/>
                <p14:nvPr/>
              </p14:nvContentPartPr>
              <p14:xfrm>
                <a:off x="6141577" y="6009461"/>
                <a:ext cx="493560" cy="24840"/>
              </p14:xfrm>
            </p:contentPart>
          </mc:Choice>
          <mc:Fallback>
            <p:pic>
              <p:nvPicPr>
                <p:cNvPr id="359" name="Tinta 358">
                  <a:extLst>
                    <a:ext uri="{FF2B5EF4-FFF2-40B4-BE49-F238E27FC236}">
                      <a16:creationId xmlns:a16="http://schemas.microsoft.com/office/drawing/2014/main" id="{2DE457B2-D7D9-8191-CA10-9CFAC47877EA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6123577" y="5991461"/>
                  <a:ext cx="52920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8">
              <p14:nvContentPartPr>
                <p14:cNvPr id="360" name="Tinta 359">
                  <a:extLst>
                    <a:ext uri="{FF2B5EF4-FFF2-40B4-BE49-F238E27FC236}">
                      <a16:creationId xmlns:a16="http://schemas.microsoft.com/office/drawing/2014/main" id="{07B161CC-229D-240F-6C61-1304FA2A1B85}"/>
                    </a:ext>
                  </a:extLst>
                </p14:cNvPr>
                <p14:cNvContentPartPr/>
                <p14:nvPr/>
              </p14:nvContentPartPr>
              <p14:xfrm>
                <a:off x="6242017" y="6270821"/>
                <a:ext cx="171720" cy="322200"/>
              </p14:xfrm>
            </p:contentPart>
          </mc:Choice>
          <mc:Fallback>
            <p:pic>
              <p:nvPicPr>
                <p:cNvPr id="360" name="Tinta 359">
                  <a:extLst>
                    <a:ext uri="{FF2B5EF4-FFF2-40B4-BE49-F238E27FC236}">
                      <a16:creationId xmlns:a16="http://schemas.microsoft.com/office/drawing/2014/main" id="{07B161CC-229D-240F-6C61-1304FA2A1B85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6224377" y="6253181"/>
                  <a:ext cx="20736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0">
              <p14:nvContentPartPr>
                <p14:cNvPr id="361" name="Tinta 360">
                  <a:extLst>
                    <a:ext uri="{FF2B5EF4-FFF2-40B4-BE49-F238E27FC236}">
                      <a16:creationId xmlns:a16="http://schemas.microsoft.com/office/drawing/2014/main" id="{D208830C-AB7E-7222-3FC3-498939DDD68A}"/>
                    </a:ext>
                  </a:extLst>
                </p14:cNvPr>
                <p14:cNvContentPartPr/>
                <p14:nvPr/>
              </p14:nvContentPartPr>
              <p14:xfrm>
                <a:off x="6180097" y="6392861"/>
                <a:ext cx="109800" cy="4680"/>
              </p14:xfrm>
            </p:contentPart>
          </mc:Choice>
          <mc:Fallback>
            <p:pic>
              <p:nvPicPr>
                <p:cNvPr id="361" name="Tinta 360">
                  <a:extLst>
                    <a:ext uri="{FF2B5EF4-FFF2-40B4-BE49-F238E27FC236}">
                      <a16:creationId xmlns:a16="http://schemas.microsoft.com/office/drawing/2014/main" id="{D208830C-AB7E-7222-3FC3-498939DDD68A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6162097" y="6374861"/>
                  <a:ext cx="1454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2">
              <p14:nvContentPartPr>
                <p14:cNvPr id="362" name="Tinta 361">
                  <a:extLst>
                    <a:ext uri="{FF2B5EF4-FFF2-40B4-BE49-F238E27FC236}">
                      <a16:creationId xmlns:a16="http://schemas.microsoft.com/office/drawing/2014/main" id="{3E28FF08-5AFD-44AF-F413-453407ED4869}"/>
                    </a:ext>
                  </a:extLst>
                </p14:cNvPr>
                <p14:cNvContentPartPr/>
                <p14:nvPr/>
              </p14:nvContentPartPr>
              <p14:xfrm>
                <a:off x="6365857" y="6123581"/>
                <a:ext cx="63720" cy="149400"/>
              </p14:xfrm>
            </p:contentPart>
          </mc:Choice>
          <mc:Fallback>
            <p:pic>
              <p:nvPicPr>
                <p:cNvPr id="362" name="Tinta 361">
                  <a:extLst>
                    <a:ext uri="{FF2B5EF4-FFF2-40B4-BE49-F238E27FC236}">
                      <a16:creationId xmlns:a16="http://schemas.microsoft.com/office/drawing/2014/main" id="{3E28FF08-5AFD-44AF-F413-453407ED4869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6347857" y="6105581"/>
                  <a:ext cx="9936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4">
              <p14:nvContentPartPr>
                <p14:cNvPr id="363" name="Tinta 362">
                  <a:extLst>
                    <a:ext uri="{FF2B5EF4-FFF2-40B4-BE49-F238E27FC236}">
                      <a16:creationId xmlns:a16="http://schemas.microsoft.com/office/drawing/2014/main" id="{01A00BE3-24D7-49FC-BE4B-ECCB0D37AAE4}"/>
                    </a:ext>
                  </a:extLst>
                </p14:cNvPr>
                <p14:cNvContentPartPr/>
                <p14:nvPr/>
              </p14:nvContentPartPr>
              <p14:xfrm>
                <a:off x="6471697" y="6145901"/>
                <a:ext cx="67320" cy="175680"/>
              </p14:xfrm>
            </p:contentPart>
          </mc:Choice>
          <mc:Fallback>
            <p:pic>
              <p:nvPicPr>
                <p:cNvPr id="363" name="Tinta 362">
                  <a:extLst>
                    <a:ext uri="{FF2B5EF4-FFF2-40B4-BE49-F238E27FC236}">
                      <a16:creationId xmlns:a16="http://schemas.microsoft.com/office/drawing/2014/main" id="{01A00BE3-24D7-49FC-BE4B-ECCB0D37AAE4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6454057" y="6127901"/>
                  <a:ext cx="10296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6">
              <p14:nvContentPartPr>
                <p14:cNvPr id="364" name="Tinta 363">
                  <a:extLst>
                    <a:ext uri="{FF2B5EF4-FFF2-40B4-BE49-F238E27FC236}">
                      <a16:creationId xmlns:a16="http://schemas.microsoft.com/office/drawing/2014/main" id="{6C115CA7-9295-2975-09AD-9C17A1407B1E}"/>
                    </a:ext>
                  </a:extLst>
                </p14:cNvPr>
                <p14:cNvContentPartPr/>
                <p14:nvPr/>
              </p14:nvContentPartPr>
              <p14:xfrm>
                <a:off x="6575017" y="6185501"/>
                <a:ext cx="138240" cy="147240"/>
              </p14:xfrm>
            </p:contentPart>
          </mc:Choice>
          <mc:Fallback>
            <p:pic>
              <p:nvPicPr>
                <p:cNvPr id="364" name="Tinta 363">
                  <a:extLst>
                    <a:ext uri="{FF2B5EF4-FFF2-40B4-BE49-F238E27FC236}">
                      <a16:creationId xmlns:a16="http://schemas.microsoft.com/office/drawing/2014/main" id="{6C115CA7-9295-2975-09AD-9C17A1407B1E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6557017" y="6167501"/>
                  <a:ext cx="17388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8">
              <p14:nvContentPartPr>
                <p14:cNvPr id="365" name="Tinta 364">
                  <a:extLst>
                    <a:ext uri="{FF2B5EF4-FFF2-40B4-BE49-F238E27FC236}">
                      <a16:creationId xmlns:a16="http://schemas.microsoft.com/office/drawing/2014/main" id="{1CDD3E1C-5DC9-5418-10E2-87C1E2DDA0AA}"/>
                    </a:ext>
                  </a:extLst>
                </p14:cNvPr>
                <p14:cNvContentPartPr/>
                <p14:nvPr/>
              </p14:nvContentPartPr>
              <p14:xfrm>
                <a:off x="6891457" y="5801741"/>
                <a:ext cx="27720" cy="200520"/>
              </p14:xfrm>
            </p:contentPart>
          </mc:Choice>
          <mc:Fallback>
            <p:pic>
              <p:nvPicPr>
                <p:cNvPr id="365" name="Tinta 364">
                  <a:extLst>
                    <a:ext uri="{FF2B5EF4-FFF2-40B4-BE49-F238E27FC236}">
                      <a16:creationId xmlns:a16="http://schemas.microsoft.com/office/drawing/2014/main" id="{1CDD3E1C-5DC9-5418-10E2-87C1E2DDA0AA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6873817" y="5784101"/>
                  <a:ext cx="6336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0">
              <p14:nvContentPartPr>
                <p14:cNvPr id="366" name="Tinta 365">
                  <a:extLst>
                    <a:ext uri="{FF2B5EF4-FFF2-40B4-BE49-F238E27FC236}">
                      <a16:creationId xmlns:a16="http://schemas.microsoft.com/office/drawing/2014/main" id="{3C4ECDE6-6663-DE65-1366-4A8861CD412E}"/>
                    </a:ext>
                  </a:extLst>
                </p14:cNvPr>
                <p14:cNvContentPartPr/>
                <p14:nvPr/>
              </p14:nvContentPartPr>
              <p14:xfrm>
                <a:off x="6838177" y="5892101"/>
                <a:ext cx="160560" cy="18360"/>
              </p14:xfrm>
            </p:contentPart>
          </mc:Choice>
          <mc:Fallback>
            <p:pic>
              <p:nvPicPr>
                <p:cNvPr id="366" name="Tinta 365">
                  <a:extLst>
                    <a:ext uri="{FF2B5EF4-FFF2-40B4-BE49-F238E27FC236}">
                      <a16:creationId xmlns:a16="http://schemas.microsoft.com/office/drawing/2014/main" id="{3C4ECDE6-6663-DE65-1366-4A8861CD412E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6820177" y="5874101"/>
                  <a:ext cx="19620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2">
              <p14:nvContentPartPr>
                <p14:cNvPr id="367" name="Tinta 366">
                  <a:extLst>
                    <a:ext uri="{FF2B5EF4-FFF2-40B4-BE49-F238E27FC236}">
                      <a16:creationId xmlns:a16="http://schemas.microsoft.com/office/drawing/2014/main" id="{ACCE420E-BC86-5057-286B-513FFFF840C9}"/>
                    </a:ext>
                  </a:extLst>
                </p14:cNvPr>
                <p14:cNvContentPartPr/>
                <p14:nvPr/>
              </p14:nvContentPartPr>
              <p14:xfrm>
                <a:off x="7209337" y="5794541"/>
                <a:ext cx="176760" cy="218880"/>
              </p14:xfrm>
            </p:contentPart>
          </mc:Choice>
          <mc:Fallback>
            <p:pic>
              <p:nvPicPr>
                <p:cNvPr id="367" name="Tinta 366">
                  <a:extLst>
                    <a:ext uri="{FF2B5EF4-FFF2-40B4-BE49-F238E27FC236}">
                      <a16:creationId xmlns:a16="http://schemas.microsoft.com/office/drawing/2014/main" id="{ACCE420E-BC86-5057-286B-513FFFF840C9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7191697" y="5776541"/>
                  <a:ext cx="212400" cy="254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3" name="Agrupar 372">
            <a:extLst>
              <a:ext uri="{FF2B5EF4-FFF2-40B4-BE49-F238E27FC236}">
                <a16:creationId xmlns:a16="http://schemas.microsoft.com/office/drawing/2014/main" id="{F68311DE-3E73-C0AA-65CE-893C088F3D65}"/>
              </a:ext>
            </a:extLst>
          </p:cNvPr>
          <p:cNvGrpSpPr/>
          <p:nvPr/>
        </p:nvGrpSpPr>
        <p:grpSpPr>
          <a:xfrm>
            <a:off x="4951417" y="5446061"/>
            <a:ext cx="2676960" cy="1279080"/>
            <a:chOff x="4951417" y="5446061"/>
            <a:chExt cx="2676960" cy="1279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4">
              <p14:nvContentPartPr>
                <p14:cNvPr id="371" name="Tinta 370">
                  <a:extLst>
                    <a:ext uri="{FF2B5EF4-FFF2-40B4-BE49-F238E27FC236}">
                      <a16:creationId xmlns:a16="http://schemas.microsoft.com/office/drawing/2014/main" id="{012EF1E2-C0FB-B0EE-7385-90F8E34E1A97}"/>
                    </a:ext>
                  </a:extLst>
                </p14:cNvPr>
                <p14:cNvContentPartPr/>
                <p14:nvPr/>
              </p14:nvContentPartPr>
              <p14:xfrm>
                <a:off x="4951417" y="5446061"/>
                <a:ext cx="2669040" cy="1261080"/>
              </p14:xfrm>
            </p:contentPart>
          </mc:Choice>
          <mc:Fallback>
            <p:pic>
              <p:nvPicPr>
                <p:cNvPr id="371" name="Tinta 370">
                  <a:extLst>
                    <a:ext uri="{FF2B5EF4-FFF2-40B4-BE49-F238E27FC236}">
                      <a16:creationId xmlns:a16="http://schemas.microsoft.com/office/drawing/2014/main" id="{012EF1E2-C0FB-B0EE-7385-90F8E34E1A97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4933777" y="5428061"/>
                  <a:ext cx="2704680" cy="129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6">
              <p14:nvContentPartPr>
                <p14:cNvPr id="372" name="Tinta 371">
                  <a:extLst>
                    <a:ext uri="{FF2B5EF4-FFF2-40B4-BE49-F238E27FC236}">
                      <a16:creationId xmlns:a16="http://schemas.microsoft.com/office/drawing/2014/main" id="{1E20C6EA-288B-2C0D-3738-ECE1B6BEE8ED}"/>
                    </a:ext>
                  </a:extLst>
                </p14:cNvPr>
                <p14:cNvContentPartPr/>
                <p14:nvPr/>
              </p14:nvContentPartPr>
              <p14:xfrm>
                <a:off x="5034937" y="6655661"/>
                <a:ext cx="2593440" cy="69480"/>
              </p14:xfrm>
            </p:contentPart>
          </mc:Choice>
          <mc:Fallback>
            <p:pic>
              <p:nvPicPr>
                <p:cNvPr id="372" name="Tinta 371">
                  <a:extLst>
                    <a:ext uri="{FF2B5EF4-FFF2-40B4-BE49-F238E27FC236}">
                      <a16:creationId xmlns:a16="http://schemas.microsoft.com/office/drawing/2014/main" id="{1E20C6EA-288B-2C0D-3738-ECE1B6BEE8ED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5017297" y="6638021"/>
                  <a:ext cx="2629080" cy="105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9" name="Agrupar 378">
            <a:extLst>
              <a:ext uri="{FF2B5EF4-FFF2-40B4-BE49-F238E27FC236}">
                <a16:creationId xmlns:a16="http://schemas.microsoft.com/office/drawing/2014/main" id="{D41CEA14-372B-F611-3FB9-D00B23F602DC}"/>
              </a:ext>
            </a:extLst>
          </p:cNvPr>
          <p:cNvGrpSpPr/>
          <p:nvPr/>
        </p:nvGrpSpPr>
        <p:grpSpPr>
          <a:xfrm>
            <a:off x="9366457" y="581021"/>
            <a:ext cx="514800" cy="198000"/>
            <a:chOff x="9366457" y="581021"/>
            <a:chExt cx="514800" cy="198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8">
              <p14:nvContentPartPr>
                <p14:cNvPr id="377" name="Tinta 376">
                  <a:extLst>
                    <a:ext uri="{FF2B5EF4-FFF2-40B4-BE49-F238E27FC236}">
                      <a16:creationId xmlns:a16="http://schemas.microsoft.com/office/drawing/2014/main" id="{2CB4D8D4-D709-9C9C-E327-BAAC09816820}"/>
                    </a:ext>
                  </a:extLst>
                </p14:cNvPr>
                <p14:cNvContentPartPr/>
                <p14:nvPr/>
              </p14:nvContentPartPr>
              <p14:xfrm>
                <a:off x="9379057" y="581021"/>
                <a:ext cx="502200" cy="145800"/>
              </p14:xfrm>
            </p:contentPart>
          </mc:Choice>
          <mc:Fallback>
            <p:pic>
              <p:nvPicPr>
                <p:cNvPr id="377" name="Tinta 376">
                  <a:extLst>
                    <a:ext uri="{FF2B5EF4-FFF2-40B4-BE49-F238E27FC236}">
                      <a16:creationId xmlns:a16="http://schemas.microsoft.com/office/drawing/2014/main" id="{2CB4D8D4-D709-9C9C-E327-BAAC09816820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9361417" y="563021"/>
                  <a:ext cx="53784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0">
              <p14:nvContentPartPr>
                <p14:cNvPr id="378" name="Tinta 377">
                  <a:extLst>
                    <a:ext uri="{FF2B5EF4-FFF2-40B4-BE49-F238E27FC236}">
                      <a16:creationId xmlns:a16="http://schemas.microsoft.com/office/drawing/2014/main" id="{A45B6799-CB48-4B2E-7053-EE717702DE09}"/>
                    </a:ext>
                  </a:extLst>
                </p14:cNvPr>
                <p14:cNvContentPartPr/>
                <p14:nvPr/>
              </p14:nvContentPartPr>
              <p14:xfrm>
                <a:off x="9366457" y="672461"/>
                <a:ext cx="73800" cy="106560"/>
              </p14:xfrm>
            </p:contentPart>
          </mc:Choice>
          <mc:Fallback>
            <p:pic>
              <p:nvPicPr>
                <p:cNvPr id="378" name="Tinta 377">
                  <a:extLst>
                    <a:ext uri="{FF2B5EF4-FFF2-40B4-BE49-F238E27FC236}">
                      <a16:creationId xmlns:a16="http://schemas.microsoft.com/office/drawing/2014/main" id="{A45B6799-CB48-4B2E-7053-EE717702DE09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9348457" y="654821"/>
                  <a:ext cx="109440" cy="142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22">
            <p14:nvContentPartPr>
              <p14:cNvPr id="374" name="Tinta 373">
                <a:extLst>
                  <a:ext uri="{FF2B5EF4-FFF2-40B4-BE49-F238E27FC236}">
                    <a16:creationId xmlns:a16="http://schemas.microsoft.com/office/drawing/2014/main" id="{D844DE11-832B-B937-409A-A7FA2E5846B4}"/>
                  </a:ext>
                </a:extLst>
              </p14:cNvPr>
              <p14:cNvContentPartPr/>
              <p14:nvPr/>
            </p14:nvContentPartPr>
            <p14:xfrm>
              <a:off x="7801897" y="5979221"/>
              <a:ext cx="124560" cy="14760"/>
            </p14:xfrm>
          </p:contentPart>
        </mc:Choice>
        <mc:Fallback>
          <p:pic>
            <p:nvPicPr>
              <p:cNvPr id="374" name="Tinta 373">
                <a:extLst>
                  <a:ext uri="{FF2B5EF4-FFF2-40B4-BE49-F238E27FC236}">
                    <a16:creationId xmlns:a16="http://schemas.microsoft.com/office/drawing/2014/main" id="{D844DE11-832B-B937-409A-A7FA2E5846B4}"/>
                  </a:ext>
                </a:extLst>
              </p:cNvPr>
              <p:cNvPicPr/>
              <p:nvPr/>
            </p:nvPicPr>
            <p:blipFill>
              <a:blip r:embed="rId523"/>
              <a:stretch>
                <a:fillRect/>
              </a:stretch>
            </p:blipFill>
            <p:spPr>
              <a:xfrm>
                <a:off x="7783897" y="5961581"/>
                <a:ext cx="160200" cy="5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4">
            <p14:nvContentPartPr>
              <p14:cNvPr id="375" name="Tinta 374">
                <a:extLst>
                  <a:ext uri="{FF2B5EF4-FFF2-40B4-BE49-F238E27FC236}">
                    <a16:creationId xmlns:a16="http://schemas.microsoft.com/office/drawing/2014/main" id="{7EB6A23F-2174-CB70-F464-2EE1CB7E3109}"/>
                  </a:ext>
                </a:extLst>
              </p14:cNvPr>
              <p14:cNvContentPartPr/>
              <p14:nvPr/>
            </p14:nvContentPartPr>
            <p14:xfrm>
              <a:off x="7773457" y="5887421"/>
              <a:ext cx="132120" cy="10440"/>
            </p14:xfrm>
          </p:contentPart>
        </mc:Choice>
        <mc:Fallback>
          <p:pic>
            <p:nvPicPr>
              <p:cNvPr id="375" name="Tinta 374">
                <a:extLst>
                  <a:ext uri="{FF2B5EF4-FFF2-40B4-BE49-F238E27FC236}">
                    <a16:creationId xmlns:a16="http://schemas.microsoft.com/office/drawing/2014/main" id="{7EB6A23F-2174-CB70-F464-2EE1CB7E3109}"/>
                  </a:ext>
                </a:extLst>
              </p:cNvPr>
              <p:cNvPicPr/>
              <p:nvPr/>
            </p:nvPicPr>
            <p:blipFill>
              <a:blip r:embed="rId525"/>
              <a:stretch>
                <a:fillRect/>
              </a:stretch>
            </p:blipFill>
            <p:spPr>
              <a:xfrm>
                <a:off x="7755457" y="5869781"/>
                <a:ext cx="167760" cy="46080"/>
              </a:xfrm>
              <a:prstGeom prst="rect">
                <a:avLst/>
              </a:prstGeom>
            </p:spPr>
          </p:pic>
        </mc:Fallback>
      </mc:AlternateContent>
      <p:grpSp>
        <p:nvGrpSpPr>
          <p:cNvPr id="396" name="Agrupar 395">
            <a:extLst>
              <a:ext uri="{FF2B5EF4-FFF2-40B4-BE49-F238E27FC236}">
                <a16:creationId xmlns:a16="http://schemas.microsoft.com/office/drawing/2014/main" id="{A6F93D01-A0DB-4C12-0C14-6969DE949FB4}"/>
              </a:ext>
            </a:extLst>
          </p:cNvPr>
          <p:cNvGrpSpPr/>
          <p:nvPr/>
        </p:nvGrpSpPr>
        <p:grpSpPr>
          <a:xfrm>
            <a:off x="8149657" y="5541101"/>
            <a:ext cx="1381320" cy="675360"/>
            <a:chOff x="8149657" y="5541101"/>
            <a:chExt cx="1381320" cy="675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6">
              <p14:nvContentPartPr>
                <p14:cNvPr id="384" name="Tinta 383">
                  <a:extLst>
                    <a:ext uri="{FF2B5EF4-FFF2-40B4-BE49-F238E27FC236}">
                      <a16:creationId xmlns:a16="http://schemas.microsoft.com/office/drawing/2014/main" id="{F2603D1F-3B77-747D-C2C7-8AA995F05040}"/>
                    </a:ext>
                  </a:extLst>
                </p14:cNvPr>
                <p14:cNvContentPartPr/>
                <p14:nvPr/>
              </p14:nvContentPartPr>
              <p14:xfrm>
                <a:off x="8149657" y="5675381"/>
                <a:ext cx="168120" cy="262080"/>
              </p14:xfrm>
            </p:contentPart>
          </mc:Choice>
          <mc:Fallback>
            <p:pic>
              <p:nvPicPr>
                <p:cNvPr id="384" name="Tinta 383">
                  <a:extLst>
                    <a:ext uri="{FF2B5EF4-FFF2-40B4-BE49-F238E27FC236}">
                      <a16:creationId xmlns:a16="http://schemas.microsoft.com/office/drawing/2014/main" id="{F2603D1F-3B77-747D-C2C7-8AA995F05040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8131657" y="5657381"/>
                  <a:ext cx="20376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8">
              <p14:nvContentPartPr>
                <p14:cNvPr id="385" name="Tinta 384">
                  <a:extLst>
                    <a:ext uri="{FF2B5EF4-FFF2-40B4-BE49-F238E27FC236}">
                      <a16:creationId xmlns:a16="http://schemas.microsoft.com/office/drawing/2014/main" id="{D372CF55-27FA-F736-D05A-EDF8703EAF68}"/>
                    </a:ext>
                  </a:extLst>
                </p14:cNvPr>
                <p14:cNvContentPartPr/>
                <p14:nvPr/>
              </p14:nvContentPartPr>
              <p14:xfrm>
                <a:off x="8404177" y="5636141"/>
                <a:ext cx="181800" cy="297360"/>
              </p14:xfrm>
            </p:contentPart>
          </mc:Choice>
          <mc:Fallback>
            <p:pic>
              <p:nvPicPr>
                <p:cNvPr id="385" name="Tinta 384">
                  <a:extLst>
                    <a:ext uri="{FF2B5EF4-FFF2-40B4-BE49-F238E27FC236}">
                      <a16:creationId xmlns:a16="http://schemas.microsoft.com/office/drawing/2014/main" id="{D372CF55-27FA-F736-D05A-EDF8703EAF68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8386537" y="5618141"/>
                  <a:ext cx="21744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0">
              <p14:nvContentPartPr>
                <p14:cNvPr id="386" name="Tinta 385">
                  <a:extLst>
                    <a:ext uri="{FF2B5EF4-FFF2-40B4-BE49-F238E27FC236}">
                      <a16:creationId xmlns:a16="http://schemas.microsoft.com/office/drawing/2014/main" id="{D5D45962-0F53-3FB8-71DE-6CC9B36DFFEC}"/>
                    </a:ext>
                  </a:extLst>
                </p14:cNvPr>
                <p14:cNvContentPartPr/>
                <p14:nvPr/>
              </p14:nvContentPartPr>
              <p14:xfrm>
                <a:off x="8367097" y="5775821"/>
                <a:ext cx="135720" cy="14760"/>
              </p14:xfrm>
            </p:contentPart>
          </mc:Choice>
          <mc:Fallback>
            <p:pic>
              <p:nvPicPr>
                <p:cNvPr id="386" name="Tinta 385">
                  <a:extLst>
                    <a:ext uri="{FF2B5EF4-FFF2-40B4-BE49-F238E27FC236}">
                      <a16:creationId xmlns:a16="http://schemas.microsoft.com/office/drawing/2014/main" id="{D5D45962-0F53-3FB8-71DE-6CC9B36DFFEC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8349097" y="5758181"/>
                  <a:ext cx="17136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2">
              <p14:nvContentPartPr>
                <p14:cNvPr id="387" name="Tinta 386">
                  <a:extLst>
                    <a:ext uri="{FF2B5EF4-FFF2-40B4-BE49-F238E27FC236}">
                      <a16:creationId xmlns:a16="http://schemas.microsoft.com/office/drawing/2014/main" id="{E0825F74-8FF9-F82E-3F2C-836EB8E0ED82}"/>
                    </a:ext>
                  </a:extLst>
                </p14:cNvPr>
                <p14:cNvContentPartPr/>
                <p14:nvPr/>
              </p14:nvContentPartPr>
              <p14:xfrm>
                <a:off x="8525857" y="5541101"/>
                <a:ext cx="113040" cy="147960"/>
              </p14:xfrm>
            </p:contentPart>
          </mc:Choice>
          <mc:Fallback>
            <p:pic>
              <p:nvPicPr>
                <p:cNvPr id="387" name="Tinta 386">
                  <a:extLst>
                    <a:ext uri="{FF2B5EF4-FFF2-40B4-BE49-F238E27FC236}">
                      <a16:creationId xmlns:a16="http://schemas.microsoft.com/office/drawing/2014/main" id="{E0825F74-8FF9-F82E-3F2C-836EB8E0ED82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8508217" y="5523461"/>
                  <a:ext cx="14868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4">
              <p14:nvContentPartPr>
                <p14:cNvPr id="388" name="Tinta 387">
                  <a:extLst>
                    <a:ext uri="{FF2B5EF4-FFF2-40B4-BE49-F238E27FC236}">
                      <a16:creationId xmlns:a16="http://schemas.microsoft.com/office/drawing/2014/main" id="{1991265D-F903-9FF1-BD76-4566C64DF9EE}"/>
                    </a:ext>
                  </a:extLst>
                </p14:cNvPr>
                <p14:cNvContentPartPr/>
                <p14:nvPr/>
              </p14:nvContentPartPr>
              <p14:xfrm>
                <a:off x="8798017" y="5849621"/>
                <a:ext cx="139320" cy="3600"/>
              </p14:xfrm>
            </p:contentPart>
          </mc:Choice>
          <mc:Fallback>
            <p:pic>
              <p:nvPicPr>
                <p:cNvPr id="388" name="Tinta 387">
                  <a:extLst>
                    <a:ext uri="{FF2B5EF4-FFF2-40B4-BE49-F238E27FC236}">
                      <a16:creationId xmlns:a16="http://schemas.microsoft.com/office/drawing/2014/main" id="{1991265D-F903-9FF1-BD76-4566C64DF9EE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8780017" y="5831621"/>
                  <a:ext cx="17496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6">
              <p14:nvContentPartPr>
                <p14:cNvPr id="390" name="Tinta 389">
                  <a:extLst>
                    <a:ext uri="{FF2B5EF4-FFF2-40B4-BE49-F238E27FC236}">
                      <a16:creationId xmlns:a16="http://schemas.microsoft.com/office/drawing/2014/main" id="{4799C739-B4A0-03DE-B09B-D0330C0A2EBA}"/>
                    </a:ext>
                  </a:extLst>
                </p14:cNvPr>
                <p14:cNvContentPartPr/>
                <p14:nvPr/>
              </p14:nvContentPartPr>
              <p14:xfrm>
                <a:off x="9182857" y="5626061"/>
                <a:ext cx="174240" cy="201600"/>
              </p14:xfrm>
            </p:contentPart>
          </mc:Choice>
          <mc:Fallback>
            <p:pic>
              <p:nvPicPr>
                <p:cNvPr id="390" name="Tinta 389">
                  <a:extLst>
                    <a:ext uri="{FF2B5EF4-FFF2-40B4-BE49-F238E27FC236}">
                      <a16:creationId xmlns:a16="http://schemas.microsoft.com/office/drawing/2014/main" id="{4799C739-B4A0-03DE-B09B-D0330C0A2EBA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9165217" y="5608061"/>
                  <a:ext cx="20988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8">
              <p14:nvContentPartPr>
                <p14:cNvPr id="391" name="Tinta 390">
                  <a:extLst>
                    <a:ext uri="{FF2B5EF4-FFF2-40B4-BE49-F238E27FC236}">
                      <a16:creationId xmlns:a16="http://schemas.microsoft.com/office/drawing/2014/main" id="{F63CFB71-183F-1AE5-49F4-C190BB012B37}"/>
                    </a:ext>
                  </a:extLst>
                </p14:cNvPr>
                <p14:cNvContentPartPr/>
                <p14:nvPr/>
              </p14:nvContentPartPr>
              <p14:xfrm>
                <a:off x="9132097" y="5860781"/>
                <a:ext cx="398880" cy="11520"/>
              </p14:xfrm>
            </p:contentPart>
          </mc:Choice>
          <mc:Fallback>
            <p:pic>
              <p:nvPicPr>
                <p:cNvPr id="391" name="Tinta 390">
                  <a:extLst>
                    <a:ext uri="{FF2B5EF4-FFF2-40B4-BE49-F238E27FC236}">
                      <a16:creationId xmlns:a16="http://schemas.microsoft.com/office/drawing/2014/main" id="{F63CFB71-183F-1AE5-49F4-C190BB012B37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9114097" y="5842781"/>
                  <a:ext cx="43452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0">
              <p14:nvContentPartPr>
                <p14:cNvPr id="394" name="Tinta 393">
                  <a:extLst>
                    <a:ext uri="{FF2B5EF4-FFF2-40B4-BE49-F238E27FC236}">
                      <a16:creationId xmlns:a16="http://schemas.microsoft.com/office/drawing/2014/main" id="{CD73A1EB-3E90-EDCA-9267-3D0EF802DAFD}"/>
                    </a:ext>
                  </a:extLst>
                </p14:cNvPr>
                <p14:cNvContentPartPr/>
                <p14:nvPr/>
              </p14:nvContentPartPr>
              <p14:xfrm>
                <a:off x="9348097" y="6019541"/>
                <a:ext cx="152280" cy="196920"/>
              </p14:xfrm>
            </p:contentPart>
          </mc:Choice>
          <mc:Fallback>
            <p:pic>
              <p:nvPicPr>
                <p:cNvPr id="394" name="Tinta 393">
                  <a:extLst>
                    <a:ext uri="{FF2B5EF4-FFF2-40B4-BE49-F238E27FC236}">
                      <a16:creationId xmlns:a16="http://schemas.microsoft.com/office/drawing/2014/main" id="{CD73A1EB-3E90-EDCA-9267-3D0EF802DAFD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9330097" y="6001541"/>
                  <a:ext cx="18792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2">
              <p14:nvContentPartPr>
                <p14:cNvPr id="395" name="Tinta 394">
                  <a:extLst>
                    <a:ext uri="{FF2B5EF4-FFF2-40B4-BE49-F238E27FC236}">
                      <a16:creationId xmlns:a16="http://schemas.microsoft.com/office/drawing/2014/main" id="{8563F26A-FF91-578D-F69B-C8C87347F639}"/>
                    </a:ext>
                  </a:extLst>
                </p14:cNvPr>
                <p14:cNvContentPartPr/>
                <p14:nvPr/>
              </p14:nvContentPartPr>
              <p14:xfrm>
                <a:off x="9321817" y="6083261"/>
                <a:ext cx="134640" cy="360"/>
              </p14:xfrm>
            </p:contentPart>
          </mc:Choice>
          <mc:Fallback>
            <p:pic>
              <p:nvPicPr>
                <p:cNvPr id="395" name="Tinta 394">
                  <a:extLst>
                    <a:ext uri="{FF2B5EF4-FFF2-40B4-BE49-F238E27FC236}">
                      <a16:creationId xmlns:a16="http://schemas.microsoft.com/office/drawing/2014/main" id="{8563F26A-FF91-578D-F69B-C8C87347F639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9304177" y="6065261"/>
                  <a:ext cx="17028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8" name="Agrupar 417">
            <a:extLst>
              <a:ext uri="{FF2B5EF4-FFF2-40B4-BE49-F238E27FC236}">
                <a16:creationId xmlns:a16="http://schemas.microsoft.com/office/drawing/2014/main" id="{AAF6381C-EBE8-E2C8-FCEA-9AC54F6C36AA}"/>
              </a:ext>
            </a:extLst>
          </p:cNvPr>
          <p:cNvGrpSpPr/>
          <p:nvPr/>
        </p:nvGrpSpPr>
        <p:grpSpPr>
          <a:xfrm>
            <a:off x="4089937" y="8621"/>
            <a:ext cx="1670400" cy="428760"/>
            <a:chOff x="4089937" y="8621"/>
            <a:chExt cx="1670400" cy="428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4">
              <p14:nvContentPartPr>
                <p14:cNvPr id="397" name="Tinta 396">
                  <a:extLst>
                    <a:ext uri="{FF2B5EF4-FFF2-40B4-BE49-F238E27FC236}">
                      <a16:creationId xmlns:a16="http://schemas.microsoft.com/office/drawing/2014/main" id="{7DEC1ED9-53A6-3A52-E5A3-B136D1C0B01D}"/>
                    </a:ext>
                  </a:extLst>
                </p14:cNvPr>
                <p14:cNvContentPartPr/>
                <p14:nvPr/>
              </p14:nvContentPartPr>
              <p14:xfrm>
                <a:off x="4117297" y="130661"/>
                <a:ext cx="144000" cy="306720"/>
              </p14:xfrm>
            </p:contentPart>
          </mc:Choice>
          <mc:Fallback>
            <p:pic>
              <p:nvPicPr>
                <p:cNvPr id="397" name="Tinta 396">
                  <a:extLst>
                    <a:ext uri="{FF2B5EF4-FFF2-40B4-BE49-F238E27FC236}">
                      <a16:creationId xmlns:a16="http://schemas.microsoft.com/office/drawing/2014/main" id="{7DEC1ED9-53A6-3A52-E5A3-B136D1C0B01D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4099297" y="112661"/>
                  <a:ext cx="179640" cy="3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6">
              <p14:nvContentPartPr>
                <p14:cNvPr id="398" name="Tinta 397">
                  <a:extLst>
                    <a:ext uri="{FF2B5EF4-FFF2-40B4-BE49-F238E27FC236}">
                      <a16:creationId xmlns:a16="http://schemas.microsoft.com/office/drawing/2014/main" id="{B762ECF7-D08E-7179-1089-CB53D9AD7ED0}"/>
                    </a:ext>
                  </a:extLst>
                </p14:cNvPr>
                <p14:cNvContentPartPr/>
                <p14:nvPr/>
              </p14:nvContentPartPr>
              <p14:xfrm>
                <a:off x="4089937" y="234341"/>
                <a:ext cx="97200" cy="6120"/>
              </p14:xfrm>
            </p:contentPart>
          </mc:Choice>
          <mc:Fallback>
            <p:pic>
              <p:nvPicPr>
                <p:cNvPr id="398" name="Tinta 397">
                  <a:extLst>
                    <a:ext uri="{FF2B5EF4-FFF2-40B4-BE49-F238E27FC236}">
                      <a16:creationId xmlns:a16="http://schemas.microsoft.com/office/drawing/2014/main" id="{B762ECF7-D08E-7179-1089-CB53D9AD7ED0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4071937" y="216701"/>
                  <a:ext cx="13284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8">
              <p14:nvContentPartPr>
                <p14:cNvPr id="399" name="Tinta 398">
                  <a:extLst>
                    <a:ext uri="{FF2B5EF4-FFF2-40B4-BE49-F238E27FC236}">
                      <a16:creationId xmlns:a16="http://schemas.microsoft.com/office/drawing/2014/main" id="{084EBDC1-529B-E77E-DCDF-708296C6D991}"/>
                    </a:ext>
                  </a:extLst>
                </p14:cNvPr>
                <p14:cNvContentPartPr/>
                <p14:nvPr/>
              </p14:nvContentPartPr>
              <p14:xfrm>
                <a:off x="4259857" y="20141"/>
                <a:ext cx="41400" cy="157680"/>
              </p14:xfrm>
            </p:contentPart>
          </mc:Choice>
          <mc:Fallback>
            <p:pic>
              <p:nvPicPr>
                <p:cNvPr id="399" name="Tinta 398">
                  <a:extLst>
                    <a:ext uri="{FF2B5EF4-FFF2-40B4-BE49-F238E27FC236}">
                      <a16:creationId xmlns:a16="http://schemas.microsoft.com/office/drawing/2014/main" id="{084EBDC1-529B-E77E-DCDF-708296C6D991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4242217" y="2141"/>
                  <a:ext cx="7704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0">
              <p14:nvContentPartPr>
                <p14:cNvPr id="400" name="Tinta 399">
                  <a:extLst>
                    <a:ext uri="{FF2B5EF4-FFF2-40B4-BE49-F238E27FC236}">
                      <a16:creationId xmlns:a16="http://schemas.microsoft.com/office/drawing/2014/main" id="{8E1C4458-E054-0762-F0C9-A13D6E8BF03D}"/>
                    </a:ext>
                  </a:extLst>
                </p14:cNvPr>
                <p14:cNvContentPartPr/>
                <p14:nvPr/>
              </p14:nvContentPartPr>
              <p14:xfrm>
                <a:off x="4333297" y="8621"/>
                <a:ext cx="52560" cy="226080"/>
              </p14:xfrm>
            </p:contentPart>
          </mc:Choice>
          <mc:Fallback>
            <p:pic>
              <p:nvPicPr>
                <p:cNvPr id="400" name="Tinta 399">
                  <a:extLst>
                    <a:ext uri="{FF2B5EF4-FFF2-40B4-BE49-F238E27FC236}">
                      <a16:creationId xmlns:a16="http://schemas.microsoft.com/office/drawing/2014/main" id="{8E1C4458-E054-0762-F0C9-A13D6E8BF03D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4315297" y="-9019"/>
                  <a:ext cx="8820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2">
              <p14:nvContentPartPr>
                <p14:cNvPr id="401" name="Tinta 400">
                  <a:extLst>
                    <a:ext uri="{FF2B5EF4-FFF2-40B4-BE49-F238E27FC236}">
                      <a16:creationId xmlns:a16="http://schemas.microsoft.com/office/drawing/2014/main" id="{FA35AD62-7A9D-B627-6114-D42C0DF2C2D4}"/>
                    </a:ext>
                  </a:extLst>
                </p14:cNvPr>
                <p14:cNvContentPartPr/>
                <p14:nvPr/>
              </p14:nvContentPartPr>
              <p14:xfrm>
                <a:off x="4426537" y="77268"/>
                <a:ext cx="99720" cy="147960"/>
              </p14:xfrm>
            </p:contentPart>
          </mc:Choice>
          <mc:Fallback>
            <p:pic>
              <p:nvPicPr>
                <p:cNvPr id="401" name="Tinta 400">
                  <a:extLst>
                    <a:ext uri="{FF2B5EF4-FFF2-40B4-BE49-F238E27FC236}">
                      <a16:creationId xmlns:a16="http://schemas.microsoft.com/office/drawing/2014/main" id="{FA35AD62-7A9D-B627-6114-D42C0DF2C2D4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4408537" y="59268"/>
                  <a:ext cx="13536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4">
              <p14:nvContentPartPr>
                <p14:cNvPr id="402" name="Tinta 401">
                  <a:extLst>
                    <a:ext uri="{FF2B5EF4-FFF2-40B4-BE49-F238E27FC236}">
                      <a16:creationId xmlns:a16="http://schemas.microsoft.com/office/drawing/2014/main" id="{C47DC828-4DBD-BAEC-ED88-E2781C36CEE0}"/>
                    </a:ext>
                  </a:extLst>
                </p14:cNvPr>
                <p14:cNvContentPartPr/>
                <p14:nvPr/>
              </p14:nvContentPartPr>
              <p14:xfrm>
                <a:off x="4633897" y="410268"/>
                <a:ext cx="93600" cy="11520"/>
              </p14:xfrm>
            </p:contentPart>
          </mc:Choice>
          <mc:Fallback>
            <p:pic>
              <p:nvPicPr>
                <p:cNvPr id="402" name="Tinta 401">
                  <a:extLst>
                    <a:ext uri="{FF2B5EF4-FFF2-40B4-BE49-F238E27FC236}">
                      <a16:creationId xmlns:a16="http://schemas.microsoft.com/office/drawing/2014/main" id="{C47DC828-4DBD-BAEC-ED88-E2781C36CEE0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4615897" y="392268"/>
                  <a:ext cx="12924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6">
              <p14:nvContentPartPr>
                <p14:cNvPr id="403" name="Tinta 402">
                  <a:extLst>
                    <a:ext uri="{FF2B5EF4-FFF2-40B4-BE49-F238E27FC236}">
                      <a16:creationId xmlns:a16="http://schemas.microsoft.com/office/drawing/2014/main" id="{64FD78F5-93CE-E12E-3DE1-DF066F486924}"/>
                    </a:ext>
                  </a:extLst>
                </p14:cNvPr>
                <p14:cNvContentPartPr/>
                <p14:nvPr/>
              </p14:nvContentPartPr>
              <p14:xfrm>
                <a:off x="4605097" y="335388"/>
                <a:ext cx="88560" cy="13680"/>
              </p14:xfrm>
            </p:contentPart>
          </mc:Choice>
          <mc:Fallback>
            <p:pic>
              <p:nvPicPr>
                <p:cNvPr id="403" name="Tinta 402">
                  <a:extLst>
                    <a:ext uri="{FF2B5EF4-FFF2-40B4-BE49-F238E27FC236}">
                      <a16:creationId xmlns:a16="http://schemas.microsoft.com/office/drawing/2014/main" id="{64FD78F5-93CE-E12E-3DE1-DF066F486924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4587457" y="317388"/>
                  <a:ext cx="12420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8">
              <p14:nvContentPartPr>
                <p14:cNvPr id="404" name="Tinta 403">
                  <a:extLst>
                    <a:ext uri="{FF2B5EF4-FFF2-40B4-BE49-F238E27FC236}">
                      <a16:creationId xmlns:a16="http://schemas.microsoft.com/office/drawing/2014/main" id="{FE64331B-AFE7-4A47-FA56-5650ACDDD2D9}"/>
                    </a:ext>
                  </a:extLst>
                </p14:cNvPr>
                <p14:cNvContentPartPr/>
                <p14:nvPr/>
              </p14:nvContentPartPr>
              <p14:xfrm>
                <a:off x="4956817" y="52428"/>
                <a:ext cx="560520" cy="377280"/>
              </p14:xfrm>
            </p:contentPart>
          </mc:Choice>
          <mc:Fallback>
            <p:pic>
              <p:nvPicPr>
                <p:cNvPr id="404" name="Tinta 403">
                  <a:extLst>
                    <a:ext uri="{FF2B5EF4-FFF2-40B4-BE49-F238E27FC236}">
                      <a16:creationId xmlns:a16="http://schemas.microsoft.com/office/drawing/2014/main" id="{FE64331B-AFE7-4A47-FA56-5650ACDDD2D9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4938817" y="34788"/>
                  <a:ext cx="596160" cy="41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0">
              <p14:nvContentPartPr>
                <p14:cNvPr id="407" name="Tinta 406">
                  <a:extLst>
                    <a:ext uri="{FF2B5EF4-FFF2-40B4-BE49-F238E27FC236}">
                      <a16:creationId xmlns:a16="http://schemas.microsoft.com/office/drawing/2014/main" id="{CE76312A-F9F0-0D06-3B04-C84D2B4116C1}"/>
                    </a:ext>
                  </a:extLst>
                </p14:cNvPr>
                <p14:cNvContentPartPr/>
                <p14:nvPr/>
              </p14:nvContentPartPr>
              <p14:xfrm>
                <a:off x="4894177" y="24708"/>
                <a:ext cx="136080" cy="159120"/>
              </p14:xfrm>
            </p:contentPart>
          </mc:Choice>
          <mc:Fallback>
            <p:pic>
              <p:nvPicPr>
                <p:cNvPr id="407" name="Tinta 406">
                  <a:extLst>
                    <a:ext uri="{FF2B5EF4-FFF2-40B4-BE49-F238E27FC236}">
                      <a16:creationId xmlns:a16="http://schemas.microsoft.com/office/drawing/2014/main" id="{CE76312A-F9F0-0D06-3B04-C84D2B4116C1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4876537" y="6708"/>
                  <a:ext cx="17172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2">
              <p14:nvContentPartPr>
                <p14:cNvPr id="408" name="Tinta 407">
                  <a:extLst>
                    <a:ext uri="{FF2B5EF4-FFF2-40B4-BE49-F238E27FC236}">
                      <a16:creationId xmlns:a16="http://schemas.microsoft.com/office/drawing/2014/main" id="{7199E8CF-A568-9130-86BE-D87200D5E7A3}"/>
                    </a:ext>
                  </a:extLst>
                </p14:cNvPr>
                <p14:cNvContentPartPr/>
                <p14:nvPr/>
              </p14:nvContentPartPr>
              <p14:xfrm>
                <a:off x="5239777" y="211908"/>
                <a:ext cx="125640" cy="225360"/>
              </p14:xfrm>
            </p:contentPart>
          </mc:Choice>
          <mc:Fallback>
            <p:pic>
              <p:nvPicPr>
                <p:cNvPr id="408" name="Tinta 407">
                  <a:extLst>
                    <a:ext uri="{FF2B5EF4-FFF2-40B4-BE49-F238E27FC236}">
                      <a16:creationId xmlns:a16="http://schemas.microsoft.com/office/drawing/2014/main" id="{7199E8CF-A568-9130-86BE-D87200D5E7A3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5222137" y="194268"/>
                  <a:ext cx="16128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4">
              <p14:nvContentPartPr>
                <p14:cNvPr id="409" name="Tinta 408">
                  <a:extLst>
                    <a:ext uri="{FF2B5EF4-FFF2-40B4-BE49-F238E27FC236}">
                      <a16:creationId xmlns:a16="http://schemas.microsoft.com/office/drawing/2014/main" id="{40C90DBB-2507-AD7F-C25A-93A0A28184D5}"/>
                    </a:ext>
                  </a:extLst>
                </p14:cNvPr>
                <p14:cNvContentPartPr/>
                <p14:nvPr/>
              </p14:nvContentPartPr>
              <p14:xfrm>
                <a:off x="5213857" y="301908"/>
                <a:ext cx="87120" cy="14760"/>
              </p14:xfrm>
            </p:contentPart>
          </mc:Choice>
          <mc:Fallback>
            <p:pic>
              <p:nvPicPr>
                <p:cNvPr id="409" name="Tinta 408">
                  <a:extLst>
                    <a:ext uri="{FF2B5EF4-FFF2-40B4-BE49-F238E27FC236}">
                      <a16:creationId xmlns:a16="http://schemas.microsoft.com/office/drawing/2014/main" id="{40C90DBB-2507-AD7F-C25A-93A0A28184D5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5195857" y="283908"/>
                  <a:ext cx="12276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6">
              <p14:nvContentPartPr>
                <p14:cNvPr id="410" name="Tinta 409">
                  <a:extLst>
                    <a:ext uri="{FF2B5EF4-FFF2-40B4-BE49-F238E27FC236}">
                      <a16:creationId xmlns:a16="http://schemas.microsoft.com/office/drawing/2014/main" id="{7DE4ACAB-4526-282F-87E0-5A3DFA5C3A17}"/>
                    </a:ext>
                  </a:extLst>
                </p14:cNvPr>
                <p14:cNvContentPartPr/>
                <p14:nvPr/>
              </p14:nvContentPartPr>
              <p14:xfrm>
                <a:off x="5369017" y="134868"/>
                <a:ext cx="60480" cy="134640"/>
              </p14:xfrm>
            </p:contentPart>
          </mc:Choice>
          <mc:Fallback>
            <p:pic>
              <p:nvPicPr>
                <p:cNvPr id="410" name="Tinta 409">
                  <a:extLst>
                    <a:ext uri="{FF2B5EF4-FFF2-40B4-BE49-F238E27FC236}">
                      <a16:creationId xmlns:a16="http://schemas.microsoft.com/office/drawing/2014/main" id="{7DE4ACAB-4526-282F-87E0-5A3DFA5C3A17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5351377" y="117228"/>
                  <a:ext cx="9612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8">
              <p14:nvContentPartPr>
                <p14:cNvPr id="411" name="Tinta 410">
                  <a:extLst>
                    <a:ext uri="{FF2B5EF4-FFF2-40B4-BE49-F238E27FC236}">
                      <a16:creationId xmlns:a16="http://schemas.microsoft.com/office/drawing/2014/main" id="{BE2659D1-01C6-4A3D-CADA-6FD4AD319BA9}"/>
                    </a:ext>
                  </a:extLst>
                </p14:cNvPr>
                <p14:cNvContentPartPr/>
                <p14:nvPr/>
              </p14:nvContentPartPr>
              <p14:xfrm>
                <a:off x="5643337" y="425748"/>
                <a:ext cx="117000" cy="360"/>
              </p14:xfrm>
            </p:contentPart>
          </mc:Choice>
          <mc:Fallback>
            <p:pic>
              <p:nvPicPr>
                <p:cNvPr id="411" name="Tinta 410">
                  <a:extLst>
                    <a:ext uri="{FF2B5EF4-FFF2-40B4-BE49-F238E27FC236}">
                      <a16:creationId xmlns:a16="http://schemas.microsoft.com/office/drawing/2014/main" id="{BE2659D1-01C6-4A3D-CADA-6FD4AD319BA9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5625697" y="408108"/>
                  <a:ext cx="1526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0">
              <p14:nvContentPartPr>
                <p14:cNvPr id="412" name="Tinta 411">
                  <a:extLst>
                    <a:ext uri="{FF2B5EF4-FFF2-40B4-BE49-F238E27FC236}">
                      <a16:creationId xmlns:a16="http://schemas.microsoft.com/office/drawing/2014/main" id="{52518C8F-BFF0-7E0B-AA35-D34B18AA4CF4}"/>
                    </a:ext>
                  </a:extLst>
                </p14:cNvPr>
                <p14:cNvContentPartPr/>
                <p14:nvPr/>
              </p14:nvContentPartPr>
              <p14:xfrm>
                <a:off x="5664577" y="339708"/>
                <a:ext cx="82440" cy="11520"/>
              </p14:xfrm>
            </p:contentPart>
          </mc:Choice>
          <mc:Fallback>
            <p:pic>
              <p:nvPicPr>
                <p:cNvPr id="412" name="Tinta 411">
                  <a:extLst>
                    <a:ext uri="{FF2B5EF4-FFF2-40B4-BE49-F238E27FC236}">
                      <a16:creationId xmlns:a16="http://schemas.microsoft.com/office/drawing/2014/main" id="{52518C8F-BFF0-7E0B-AA35-D34B18AA4CF4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5646937" y="322068"/>
                  <a:ext cx="118080" cy="47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6" name="Agrupar 415">
            <a:extLst>
              <a:ext uri="{FF2B5EF4-FFF2-40B4-BE49-F238E27FC236}">
                <a16:creationId xmlns:a16="http://schemas.microsoft.com/office/drawing/2014/main" id="{2B660554-CCC2-12E4-D513-DB19BE50F0C6}"/>
              </a:ext>
            </a:extLst>
          </p:cNvPr>
          <p:cNvGrpSpPr/>
          <p:nvPr/>
        </p:nvGrpSpPr>
        <p:grpSpPr>
          <a:xfrm>
            <a:off x="5987497" y="92748"/>
            <a:ext cx="416520" cy="331200"/>
            <a:chOff x="5987497" y="92748"/>
            <a:chExt cx="416520" cy="331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72">
              <p14:nvContentPartPr>
                <p14:cNvPr id="413" name="Tinta 412">
                  <a:extLst>
                    <a:ext uri="{FF2B5EF4-FFF2-40B4-BE49-F238E27FC236}">
                      <a16:creationId xmlns:a16="http://schemas.microsoft.com/office/drawing/2014/main" id="{D096730F-FCBB-D299-15B0-4A0D62BAE2A2}"/>
                    </a:ext>
                  </a:extLst>
                </p14:cNvPr>
                <p14:cNvContentPartPr/>
                <p14:nvPr/>
              </p14:nvContentPartPr>
              <p14:xfrm>
                <a:off x="5987497" y="92748"/>
                <a:ext cx="416520" cy="290160"/>
              </p14:xfrm>
            </p:contentPart>
          </mc:Choice>
          <mc:Fallback>
            <p:pic>
              <p:nvPicPr>
                <p:cNvPr id="413" name="Tinta 412">
                  <a:extLst>
                    <a:ext uri="{FF2B5EF4-FFF2-40B4-BE49-F238E27FC236}">
                      <a16:creationId xmlns:a16="http://schemas.microsoft.com/office/drawing/2014/main" id="{D096730F-FCBB-D299-15B0-4A0D62BAE2A2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5969497" y="75108"/>
                  <a:ext cx="45216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4">
              <p14:nvContentPartPr>
                <p14:cNvPr id="414" name="Tinta 413">
                  <a:extLst>
                    <a:ext uri="{FF2B5EF4-FFF2-40B4-BE49-F238E27FC236}">
                      <a16:creationId xmlns:a16="http://schemas.microsoft.com/office/drawing/2014/main" id="{0D152AB8-58F1-6916-DDD1-379B0ABBCB55}"/>
                    </a:ext>
                  </a:extLst>
                </p14:cNvPr>
                <p14:cNvContentPartPr/>
                <p14:nvPr/>
              </p14:nvContentPartPr>
              <p14:xfrm>
                <a:off x="6233377" y="216948"/>
                <a:ext cx="115920" cy="207000"/>
              </p14:xfrm>
            </p:contentPart>
          </mc:Choice>
          <mc:Fallback>
            <p:pic>
              <p:nvPicPr>
                <p:cNvPr id="414" name="Tinta 413">
                  <a:extLst>
                    <a:ext uri="{FF2B5EF4-FFF2-40B4-BE49-F238E27FC236}">
                      <a16:creationId xmlns:a16="http://schemas.microsoft.com/office/drawing/2014/main" id="{0D152AB8-58F1-6916-DDD1-379B0ABBCB55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6215377" y="198948"/>
                  <a:ext cx="15156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6">
              <p14:nvContentPartPr>
                <p14:cNvPr id="415" name="Tinta 414">
                  <a:extLst>
                    <a:ext uri="{FF2B5EF4-FFF2-40B4-BE49-F238E27FC236}">
                      <a16:creationId xmlns:a16="http://schemas.microsoft.com/office/drawing/2014/main" id="{99739340-37F6-465D-46CD-FD367E91A244}"/>
                    </a:ext>
                  </a:extLst>
                </p14:cNvPr>
                <p14:cNvContentPartPr/>
                <p14:nvPr/>
              </p14:nvContentPartPr>
              <p14:xfrm>
                <a:off x="6212137" y="304068"/>
                <a:ext cx="84960" cy="7200"/>
              </p14:xfrm>
            </p:contentPart>
          </mc:Choice>
          <mc:Fallback>
            <p:pic>
              <p:nvPicPr>
                <p:cNvPr id="415" name="Tinta 414">
                  <a:extLst>
                    <a:ext uri="{FF2B5EF4-FFF2-40B4-BE49-F238E27FC236}">
                      <a16:creationId xmlns:a16="http://schemas.microsoft.com/office/drawing/2014/main" id="{99739340-37F6-465D-46CD-FD367E91A244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6194497" y="286068"/>
                  <a:ext cx="120600" cy="4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2" name="Agrupar 421">
            <a:extLst>
              <a:ext uri="{FF2B5EF4-FFF2-40B4-BE49-F238E27FC236}">
                <a16:creationId xmlns:a16="http://schemas.microsoft.com/office/drawing/2014/main" id="{D33B242D-1C67-FEEC-42EC-2782CBB10537}"/>
              </a:ext>
            </a:extLst>
          </p:cNvPr>
          <p:cNvGrpSpPr/>
          <p:nvPr/>
        </p:nvGrpSpPr>
        <p:grpSpPr>
          <a:xfrm>
            <a:off x="9679657" y="5646468"/>
            <a:ext cx="117000" cy="179280"/>
            <a:chOff x="9679657" y="5646468"/>
            <a:chExt cx="117000" cy="179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78">
              <p14:nvContentPartPr>
                <p14:cNvPr id="419" name="Tinta 418">
                  <a:extLst>
                    <a:ext uri="{FF2B5EF4-FFF2-40B4-BE49-F238E27FC236}">
                      <a16:creationId xmlns:a16="http://schemas.microsoft.com/office/drawing/2014/main" id="{4EC4E96B-14AC-2441-57C7-9E63F269254E}"/>
                    </a:ext>
                  </a:extLst>
                </p14:cNvPr>
                <p14:cNvContentPartPr/>
                <p14:nvPr/>
              </p14:nvContentPartPr>
              <p14:xfrm>
                <a:off x="9700897" y="5646468"/>
                <a:ext cx="37440" cy="179280"/>
              </p14:xfrm>
            </p:contentPart>
          </mc:Choice>
          <mc:Fallback>
            <p:pic>
              <p:nvPicPr>
                <p:cNvPr id="419" name="Tinta 418">
                  <a:extLst>
                    <a:ext uri="{FF2B5EF4-FFF2-40B4-BE49-F238E27FC236}">
                      <a16:creationId xmlns:a16="http://schemas.microsoft.com/office/drawing/2014/main" id="{4EC4E96B-14AC-2441-57C7-9E63F269254E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9682897" y="5628468"/>
                  <a:ext cx="7308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0">
              <p14:nvContentPartPr>
                <p14:cNvPr id="420" name="Tinta 419">
                  <a:extLst>
                    <a:ext uri="{FF2B5EF4-FFF2-40B4-BE49-F238E27FC236}">
                      <a16:creationId xmlns:a16="http://schemas.microsoft.com/office/drawing/2014/main" id="{E1B79EF5-CA6E-97CE-A350-78835829975F}"/>
                    </a:ext>
                  </a:extLst>
                </p14:cNvPr>
                <p14:cNvContentPartPr/>
                <p14:nvPr/>
              </p14:nvContentPartPr>
              <p14:xfrm>
                <a:off x="9679657" y="5715588"/>
                <a:ext cx="117000" cy="3600"/>
              </p14:xfrm>
            </p:contentPart>
          </mc:Choice>
          <mc:Fallback>
            <p:pic>
              <p:nvPicPr>
                <p:cNvPr id="420" name="Tinta 419">
                  <a:extLst>
                    <a:ext uri="{FF2B5EF4-FFF2-40B4-BE49-F238E27FC236}">
                      <a16:creationId xmlns:a16="http://schemas.microsoft.com/office/drawing/2014/main" id="{E1B79EF5-CA6E-97CE-A350-78835829975F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9661657" y="5697948"/>
                  <a:ext cx="152640" cy="39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82">
            <p14:nvContentPartPr>
              <p14:cNvPr id="421" name="Tinta 420">
                <a:extLst>
                  <a:ext uri="{FF2B5EF4-FFF2-40B4-BE49-F238E27FC236}">
                    <a16:creationId xmlns:a16="http://schemas.microsoft.com/office/drawing/2014/main" id="{82444233-8DE4-AF0B-F7E2-DFA470C57085}"/>
                  </a:ext>
                </a:extLst>
              </p14:cNvPr>
              <p14:cNvContentPartPr/>
              <p14:nvPr/>
            </p14:nvContentPartPr>
            <p14:xfrm>
              <a:off x="10091497" y="5613348"/>
              <a:ext cx="199440" cy="169920"/>
            </p14:xfrm>
          </p:contentPart>
        </mc:Choice>
        <mc:Fallback>
          <p:pic>
            <p:nvPicPr>
              <p:cNvPr id="421" name="Tinta 420">
                <a:extLst>
                  <a:ext uri="{FF2B5EF4-FFF2-40B4-BE49-F238E27FC236}">
                    <a16:creationId xmlns:a16="http://schemas.microsoft.com/office/drawing/2014/main" id="{82444233-8DE4-AF0B-F7E2-DFA470C57085}"/>
                  </a:ext>
                </a:extLst>
              </p:cNvPr>
              <p:cNvPicPr/>
              <p:nvPr/>
            </p:nvPicPr>
            <p:blipFill>
              <a:blip r:embed="rId583"/>
              <a:stretch>
                <a:fillRect/>
              </a:stretch>
            </p:blipFill>
            <p:spPr>
              <a:xfrm>
                <a:off x="10073857" y="5595708"/>
                <a:ext cx="235080" cy="205560"/>
              </a:xfrm>
              <a:prstGeom prst="rect">
                <a:avLst/>
              </a:prstGeom>
            </p:spPr>
          </p:pic>
        </mc:Fallback>
      </mc:AlternateContent>
      <p:grpSp>
        <p:nvGrpSpPr>
          <p:cNvPr id="425" name="Agrupar 424">
            <a:extLst>
              <a:ext uri="{FF2B5EF4-FFF2-40B4-BE49-F238E27FC236}">
                <a16:creationId xmlns:a16="http://schemas.microsoft.com/office/drawing/2014/main" id="{A75946C4-1FF3-8123-26B8-E55A62CB82AD}"/>
              </a:ext>
            </a:extLst>
          </p:cNvPr>
          <p:cNvGrpSpPr/>
          <p:nvPr/>
        </p:nvGrpSpPr>
        <p:grpSpPr>
          <a:xfrm>
            <a:off x="8010337" y="5384028"/>
            <a:ext cx="2476800" cy="1050840"/>
            <a:chOff x="8010337" y="5384028"/>
            <a:chExt cx="2476800" cy="1050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4">
              <p14:nvContentPartPr>
                <p14:cNvPr id="423" name="Tinta 422">
                  <a:extLst>
                    <a:ext uri="{FF2B5EF4-FFF2-40B4-BE49-F238E27FC236}">
                      <a16:creationId xmlns:a16="http://schemas.microsoft.com/office/drawing/2014/main" id="{F12B2309-D651-3C71-E744-C83021073C49}"/>
                    </a:ext>
                  </a:extLst>
                </p14:cNvPr>
                <p14:cNvContentPartPr/>
                <p14:nvPr/>
              </p14:nvContentPartPr>
              <p14:xfrm>
                <a:off x="8010337" y="5384028"/>
                <a:ext cx="2476800" cy="1036080"/>
              </p14:xfrm>
            </p:contentPart>
          </mc:Choice>
          <mc:Fallback>
            <p:pic>
              <p:nvPicPr>
                <p:cNvPr id="423" name="Tinta 422">
                  <a:extLst>
                    <a:ext uri="{FF2B5EF4-FFF2-40B4-BE49-F238E27FC236}">
                      <a16:creationId xmlns:a16="http://schemas.microsoft.com/office/drawing/2014/main" id="{F12B2309-D651-3C71-E744-C83021073C49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7992697" y="5366388"/>
                  <a:ext cx="2512440" cy="10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6">
              <p14:nvContentPartPr>
                <p14:cNvPr id="424" name="Tinta 423">
                  <a:extLst>
                    <a:ext uri="{FF2B5EF4-FFF2-40B4-BE49-F238E27FC236}">
                      <a16:creationId xmlns:a16="http://schemas.microsoft.com/office/drawing/2014/main" id="{70D23BBA-1779-8066-BC78-9615C819C510}"/>
                    </a:ext>
                  </a:extLst>
                </p14:cNvPr>
                <p14:cNvContentPartPr/>
                <p14:nvPr/>
              </p14:nvContentPartPr>
              <p14:xfrm>
                <a:off x="8128417" y="6324708"/>
                <a:ext cx="2314080" cy="110160"/>
              </p14:xfrm>
            </p:contentPart>
          </mc:Choice>
          <mc:Fallback>
            <p:pic>
              <p:nvPicPr>
                <p:cNvPr id="424" name="Tinta 423">
                  <a:extLst>
                    <a:ext uri="{FF2B5EF4-FFF2-40B4-BE49-F238E27FC236}">
                      <a16:creationId xmlns:a16="http://schemas.microsoft.com/office/drawing/2014/main" id="{70D23BBA-1779-8066-BC78-9615C819C510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8110777" y="6307068"/>
                  <a:ext cx="2349720" cy="145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88">
            <p14:nvContentPartPr>
              <p14:cNvPr id="426" name="Tinta 425">
                <a:extLst>
                  <a:ext uri="{FF2B5EF4-FFF2-40B4-BE49-F238E27FC236}">
                    <a16:creationId xmlns:a16="http://schemas.microsoft.com/office/drawing/2014/main" id="{535CFA48-1739-3540-6972-5F5193E6C181}"/>
                  </a:ext>
                </a:extLst>
              </p14:cNvPr>
              <p14:cNvContentPartPr/>
              <p14:nvPr/>
            </p14:nvContentPartPr>
            <p14:xfrm>
              <a:off x="5605067" y="3413912"/>
              <a:ext cx="438120" cy="48960"/>
            </p14:xfrm>
          </p:contentPart>
        </mc:Choice>
        <mc:Fallback>
          <p:pic>
            <p:nvPicPr>
              <p:cNvPr id="426" name="Tinta 425">
                <a:extLst>
                  <a:ext uri="{FF2B5EF4-FFF2-40B4-BE49-F238E27FC236}">
                    <a16:creationId xmlns:a16="http://schemas.microsoft.com/office/drawing/2014/main" id="{535CFA48-1739-3540-6972-5F5193E6C181}"/>
                  </a:ext>
                </a:extLst>
              </p:cNvPr>
              <p:cNvPicPr/>
              <p:nvPr/>
            </p:nvPicPr>
            <p:blipFill>
              <a:blip r:embed="rId589"/>
              <a:stretch>
                <a:fillRect/>
              </a:stretch>
            </p:blipFill>
            <p:spPr>
              <a:xfrm>
                <a:off x="5587427" y="3395912"/>
                <a:ext cx="473760" cy="8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0">
            <p14:nvContentPartPr>
              <p14:cNvPr id="427" name="Tinta 426">
                <a:extLst>
                  <a:ext uri="{FF2B5EF4-FFF2-40B4-BE49-F238E27FC236}">
                    <a16:creationId xmlns:a16="http://schemas.microsoft.com/office/drawing/2014/main" id="{3C249A3D-2BE7-9528-ABDC-6FF2CE4CA5C8}"/>
                  </a:ext>
                </a:extLst>
              </p14:cNvPr>
              <p14:cNvContentPartPr/>
              <p14:nvPr/>
            </p14:nvContentPartPr>
            <p14:xfrm>
              <a:off x="2415827" y="4902512"/>
              <a:ext cx="122040" cy="95040"/>
            </p14:xfrm>
          </p:contentPart>
        </mc:Choice>
        <mc:Fallback>
          <p:pic>
            <p:nvPicPr>
              <p:cNvPr id="427" name="Tinta 426">
                <a:extLst>
                  <a:ext uri="{FF2B5EF4-FFF2-40B4-BE49-F238E27FC236}">
                    <a16:creationId xmlns:a16="http://schemas.microsoft.com/office/drawing/2014/main" id="{3C249A3D-2BE7-9528-ABDC-6FF2CE4CA5C8}"/>
                  </a:ext>
                </a:extLst>
              </p:cNvPr>
              <p:cNvPicPr/>
              <p:nvPr/>
            </p:nvPicPr>
            <p:blipFill>
              <a:blip r:embed="rId591"/>
              <a:stretch>
                <a:fillRect/>
              </a:stretch>
            </p:blipFill>
            <p:spPr>
              <a:xfrm>
                <a:off x="2398187" y="4884512"/>
                <a:ext cx="157680" cy="130680"/>
              </a:xfrm>
              <a:prstGeom prst="rect">
                <a:avLst/>
              </a:prstGeom>
            </p:spPr>
          </p:pic>
        </mc:Fallback>
      </mc:AlternateContent>
      <p:grpSp>
        <p:nvGrpSpPr>
          <p:cNvPr id="431" name="Agrupar 430">
            <a:extLst>
              <a:ext uri="{FF2B5EF4-FFF2-40B4-BE49-F238E27FC236}">
                <a16:creationId xmlns:a16="http://schemas.microsoft.com/office/drawing/2014/main" id="{E57D4944-FC68-4300-BF72-AD64BA8FFB9C}"/>
              </a:ext>
            </a:extLst>
          </p:cNvPr>
          <p:cNvGrpSpPr/>
          <p:nvPr/>
        </p:nvGrpSpPr>
        <p:grpSpPr>
          <a:xfrm>
            <a:off x="3676907" y="-105448"/>
            <a:ext cx="3416760" cy="999720"/>
            <a:chOff x="3676907" y="-105448"/>
            <a:chExt cx="3416760" cy="999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92">
              <p14:nvContentPartPr>
                <p14:cNvPr id="428" name="Tinta 427">
                  <a:extLst>
                    <a:ext uri="{FF2B5EF4-FFF2-40B4-BE49-F238E27FC236}">
                      <a16:creationId xmlns:a16="http://schemas.microsoft.com/office/drawing/2014/main" id="{0B614012-3947-1BF4-B142-AA24F7BD2CE3}"/>
                    </a:ext>
                  </a:extLst>
                </p14:cNvPr>
                <p14:cNvContentPartPr/>
                <p14:nvPr/>
              </p14:nvContentPartPr>
              <p14:xfrm>
                <a:off x="3676907" y="-105448"/>
                <a:ext cx="3033000" cy="999720"/>
              </p14:xfrm>
            </p:contentPart>
          </mc:Choice>
          <mc:Fallback>
            <p:pic>
              <p:nvPicPr>
                <p:cNvPr id="428" name="Tinta 427">
                  <a:extLst>
                    <a:ext uri="{FF2B5EF4-FFF2-40B4-BE49-F238E27FC236}">
                      <a16:creationId xmlns:a16="http://schemas.microsoft.com/office/drawing/2014/main" id="{0B614012-3947-1BF4-B142-AA24F7BD2CE3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3659267" y="-123448"/>
                  <a:ext cx="3068640" cy="10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4">
              <p14:nvContentPartPr>
                <p14:cNvPr id="429" name="Tinta 428">
                  <a:extLst>
                    <a:ext uri="{FF2B5EF4-FFF2-40B4-BE49-F238E27FC236}">
                      <a16:creationId xmlns:a16="http://schemas.microsoft.com/office/drawing/2014/main" id="{3BA3DC68-0A94-B59D-A722-D6566AC9E0EA}"/>
                    </a:ext>
                  </a:extLst>
                </p14:cNvPr>
                <p14:cNvContentPartPr/>
                <p14:nvPr/>
              </p14:nvContentPartPr>
              <p14:xfrm>
                <a:off x="6802427" y="311432"/>
                <a:ext cx="163080" cy="128160"/>
              </p14:xfrm>
            </p:contentPart>
          </mc:Choice>
          <mc:Fallback>
            <p:pic>
              <p:nvPicPr>
                <p:cNvPr id="429" name="Tinta 428">
                  <a:extLst>
                    <a:ext uri="{FF2B5EF4-FFF2-40B4-BE49-F238E27FC236}">
                      <a16:creationId xmlns:a16="http://schemas.microsoft.com/office/drawing/2014/main" id="{3BA3DC68-0A94-B59D-A722-D6566AC9E0EA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6784427" y="293432"/>
                  <a:ext cx="19872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6">
              <p14:nvContentPartPr>
                <p14:cNvPr id="430" name="Tinta 429">
                  <a:extLst>
                    <a:ext uri="{FF2B5EF4-FFF2-40B4-BE49-F238E27FC236}">
                      <a16:creationId xmlns:a16="http://schemas.microsoft.com/office/drawing/2014/main" id="{1016A5C1-9857-0824-F08F-62F2FC59A22B}"/>
                    </a:ext>
                  </a:extLst>
                </p14:cNvPr>
                <p14:cNvContentPartPr/>
                <p14:nvPr/>
              </p14:nvContentPartPr>
              <p14:xfrm>
                <a:off x="6875507" y="437792"/>
                <a:ext cx="218160" cy="79200"/>
              </p14:xfrm>
            </p:contentPart>
          </mc:Choice>
          <mc:Fallback>
            <p:pic>
              <p:nvPicPr>
                <p:cNvPr id="430" name="Tinta 429">
                  <a:extLst>
                    <a:ext uri="{FF2B5EF4-FFF2-40B4-BE49-F238E27FC236}">
                      <a16:creationId xmlns:a16="http://schemas.microsoft.com/office/drawing/2014/main" id="{1016A5C1-9857-0824-F08F-62F2FC59A22B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6857867" y="420152"/>
                  <a:ext cx="253800" cy="11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4" name="Agrupar 433">
            <a:extLst>
              <a:ext uri="{FF2B5EF4-FFF2-40B4-BE49-F238E27FC236}">
                <a16:creationId xmlns:a16="http://schemas.microsoft.com/office/drawing/2014/main" id="{D3E3922F-8C79-0832-6AC6-2A3B735A7FEF}"/>
              </a:ext>
            </a:extLst>
          </p:cNvPr>
          <p:cNvGrpSpPr/>
          <p:nvPr/>
        </p:nvGrpSpPr>
        <p:grpSpPr>
          <a:xfrm>
            <a:off x="9479497" y="42124"/>
            <a:ext cx="334440" cy="111960"/>
            <a:chOff x="9479497" y="42124"/>
            <a:chExt cx="334440" cy="111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98">
              <p14:nvContentPartPr>
                <p14:cNvPr id="432" name="Tinta 431">
                  <a:extLst>
                    <a:ext uri="{FF2B5EF4-FFF2-40B4-BE49-F238E27FC236}">
                      <a16:creationId xmlns:a16="http://schemas.microsoft.com/office/drawing/2014/main" id="{023310ED-0C08-EFB3-E827-8E272EAA7004}"/>
                    </a:ext>
                  </a:extLst>
                </p14:cNvPr>
                <p14:cNvContentPartPr/>
                <p14:nvPr/>
              </p14:nvContentPartPr>
              <p14:xfrm>
                <a:off x="9479497" y="61924"/>
                <a:ext cx="294840" cy="46080"/>
              </p14:xfrm>
            </p:contentPart>
          </mc:Choice>
          <mc:Fallback>
            <p:pic>
              <p:nvPicPr>
                <p:cNvPr id="432" name="Tinta 431">
                  <a:extLst>
                    <a:ext uri="{FF2B5EF4-FFF2-40B4-BE49-F238E27FC236}">
                      <a16:creationId xmlns:a16="http://schemas.microsoft.com/office/drawing/2014/main" id="{023310ED-0C08-EFB3-E827-8E272EAA7004}"/>
                    </a:ext>
                  </a:extLst>
                </p:cNvPr>
                <p:cNvPicPr/>
                <p:nvPr/>
              </p:nvPicPr>
              <p:blipFill>
                <a:blip r:embed="rId599"/>
                <a:stretch>
                  <a:fillRect/>
                </a:stretch>
              </p:blipFill>
              <p:spPr>
                <a:xfrm>
                  <a:off x="9461857" y="43924"/>
                  <a:ext cx="33048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0">
              <p14:nvContentPartPr>
                <p14:cNvPr id="433" name="Tinta 432">
                  <a:extLst>
                    <a:ext uri="{FF2B5EF4-FFF2-40B4-BE49-F238E27FC236}">
                      <a16:creationId xmlns:a16="http://schemas.microsoft.com/office/drawing/2014/main" id="{296DC336-CE02-6C44-4948-D8DA9C24333D}"/>
                    </a:ext>
                  </a:extLst>
                </p14:cNvPr>
                <p14:cNvContentPartPr/>
                <p14:nvPr/>
              </p14:nvContentPartPr>
              <p14:xfrm>
                <a:off x="9741577" y="42124"/>
                <a:ext cx="72360" cy="111960"/>
              </p14:xfrm>
            </p:contentPart>
          </mc:Choice>
          <mc:Fallback>
            <p:pic>
              <p:nvPicPr>
                <p:cNvPr id="433" name="Tinta 432">
                  <a:extLst>
                    <a:ext uri="{FF2B5EF4-FFF2-40B4-BE49-F238E27FC236}">
                      <a16:creationId xmlns:a16="http://schemas.microsoft.com/office/drawing/2014/main" id="{296DC336-CE02-6C44-4948-D8DA9C24333D}"/>
                    </a:ext>
                  </a:extLst>
                </p:cNvPr>
                <p:cNvPicPr/>
                <p:nvPr/>
              </p:nvPicPr>
              <p:blipFill>
                <a:blip r:embed="rId601"/>
                <a:stretch>
                  <a:fillRect/>
                </a:stretch>
              </p:blipFill>
              <p:spPr>
                <a:xfrm>
                  <a:off x="9723937" y="24124"/>
                  <a:ext cx="108000" cy="14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3" name="Agrupar 452">
            <a:extLst>
              <a:ext uri="{FF2B5EF4-FFF2-40B4-BE49-F238E27FC236}">
                <a16:creationId xmlns:a16="http://schemas.microsoft.com/office/drawing/2014/main" id="{931F373A-CCCF-75E7-DA3A-C7859095D3FC}"/>
              </a:ext>
            </a:extLst>
          </p:cNvPr>
          <p:cNvGrpSpPr/>
          <p:nvPr/>
        </p:nvGrpSpPr>
        <p:grpSpPr>
          <a:xfrm>
            <a:off x="6383497" y="820804"/>
            <a:ext cx="1283400" cy="512280"/>
            <a:chOff x="6383497" y="820804"/>
            <a:chExt cx="1283400" cy="512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2">
              <p14:nvContentPartPr>
                <p14:cNvPr id="435" name="Tinta 434">
                  <a:extLst>
                    <a:ext uri="{FF2B5EF4-FFF2-40B4-BE49-F238E27FC236}">
                      <a16:creationId xmlns:a16="http://schemas.microsoft.com/office/drawing/2014/main" id="{6D4517FC-4EC9-B1EB-E88C-A1B3BD8CFEBD}"/>
                    </a:ext>
                  </a:extLst>
                </p14:cNvPr>
                <p14:cNvContentPartPr/>
                <p14:nvPr/>
              </p14:nvContentPartPr>
              <p14:xfrm>
                <a:off x="6403297" y="1044724"/>
                <a:ext cx="104760" cy="288360"/>
              </p14:xfrm>
            </p:contentPart>
          </mc:Choice>
          <mc:Fallback>
            <p:pic>
              <p:nvPicPr>
                <p:cNvPr id="435" name="Tinta 434">
                  <a:extLst>
                    <a:ext uri="{FF2B5EF4-FFF2-40B4-BE49-F238E27FC236}">
                      <a16:creationId xmlns:a16="http://schemas.microsoft.com/office/drawing/2014/main" id="{6D4517FC-4EC9-B1EB-E88C-A1B3BD8CFEBD}"/>
                    </a:ext>
                  </a:extLst>
                </p:cNvPr>
                <p:cNvPicPr/>
                <p:nvPr/>
              </p:nvPicPr>
              <p:blipFill>
                <a:blip r:embed="rId603"/>
                <a:stretch>
                  <a:fillRect/>
                </a:stretch>
              </p:blipFill>
              <p:spPr>
                <a:xfrm>
                  <a:off x="6385657" y="1026724"/>
                  <a:ext cx="14040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4">
              <p14:nvContentPartPr>
                <p14:cNvPr id="436" name="Tinta 435">
                  <a:extLst>
                    <a:ext uri="{FF2B5EF4-FFF2-40B4-BE49-F238E27FC236}">
                      <a16:creationId xmlns:a16="http://schemas.microsoft.com/office/drawing/2014/main" id="{C5EC3CE4-2B7F-E6C6-2866-2A153EE297CE}"/>
                    </a:ext>
                  </a:extLst>
                </p14:cNvPr>
                <p14:cNvContentPartPr/>
                <p14:nvPr/>
              </p14:nvContentPartPr>
              <p14:xfrm>
                <a:off x="6383497" y="1126084"/>
                <a:ext cx="88560" cy="360"/>
              </p14:xfrm>
            </p:contentPart>
          </mc:Choice>
          <mc:Fallback>
            <p:pic>
              <p:nvPicPr>
                <p:cNvPr id="436" name="Tinta 435">
                  <a:extLst>
                    <a:ext uri="{FF2B5EF4-FFF2-40B4-BE49-F238E27FC236}">
                      <a16:creationId xmlns:a16="http://schemas.microsoft.com/office/drawing/2014/main" id="{C5EC3CE4-2B7F-E6C6-2866-2A153EE297CE}"/>
                    </a:ext>
                  </a:extLst>
                </p:cNvPr>
                <p:cNvPicPr/>
                <p:nvPr/>
              </p:nvPicPr>
              <p:blipFill>
                <a:blip r:embed="rId605"/>
                <a:stretch>
                  <a:fillRect/>
                </a:stretch>
              </p:blipFill>
              <p:spPr>
                <a:xfrm>
                  <a:off x="6365857" y="1108084"/>
                  <a:ext cx="1242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6">
              <p14:nvContentPartPr>
                <p14:cNvPr id="437" name="Tinta 436">
                  <a:extLst>
                    <a:ext uri="{FF2B5EF4-FFF2-40B4-BE49-F238E27FC236}">
                      <a16:creationId xmlns:a16="http://schemas.microsoft.com/office/drawing/2014/main" id="{A9CEDF9B-508A-CB2F-A55B-423EC8F01378}"/>
                    </a:ext>
                  </a:extLst>
                </p14:cNvPr>
                <p14:cNvContentPartPr/>
                <p14:nvPr/>
              </p14:nvContentPartPr>
              <p14:xfrm>
                <a:off x="6460537" y="836644"/>
                <a:ext cx="51480" cy="152280"/>
              </p14:xfrm>
            </p:contentPart>
          </mc:Choice>
          <mc:Fallback>
            <p:pic>
              <p:nvPicPr>
                <p:cNvPr id="437" name="Tinta 436">
                  <a:extLst>
                    <a:ext uri="{FF2B5EF4-FFF2-40B4-BE49-F238E27FC236}">
                      <a16:creationId xmlns:a16="http://schemas.microsoft.com/office/drawing/2014/main" id="{A9CEDF9B-508A-CB2F-A55B-423EC8F01378}"/>
                    </a:ext>
                  </a:extLst>
                </p:cNvPr>
                <p:cNvPicPr/>
                <p:nvPr/>
              </p:nvPicPr>
              <p:blipFill>
                <a:blip r:embed="rId607"/>
                <a:stretch>
                  <a:fillRect/>
                </a:stretch>
              </p:blipFill>
              <p:spPr>
                <a:xfrm>
                  <a:off x="6442897" y="818644"/>
                  <a:ext cx="8712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8">
              <p14:nvContentPartPr>
                <p14:cNvPr id="438" name="Tinta 437">
                  <a:extLst>
                    <a:ext uri="{FF2B5EF4-FFF2-40B4-BE49-F238E27FC236}">
                      <a16:creationId xmlns:a16="http://schemas.microsoft.com/office/drawing/2014/main" id="{0C2D4878-E8D3-ED1C-E901-F946853DA106}"/>
                    </a:ext>
                  </a:extLst>
                </p14:cNvPr>
                <p14:cNvContentPartPr/>
                <p14:nvPr/>
              </p14:nvContentPartPr>
              <p14:xfrm>
                <a:off x="6460537" y="912604"/>
                <a:ext cx="74880" cy="4680"/>
              </p14:xfrm>
            </p:contentPart>
          </mc:Choice>
          <mc:Fallback>
            <p:pic>
              <p:nvPicPr>
                <p:cNvPr id="438" name="Tinta 437">
                  <a:extLst>
                    <a:ext uri="{FF2B5EF4-FFF2-40B4-BE49-F238E27FC236}">
                      <a16:creationId xmlns:a16="http://schemas.microsoft.com/office/drawing/2014/main" id="{0C2D4878-E8D3-ED1C-E901-F946853DA106}"/>
                    </a:ext>
                  </a:extLst>
                </p:cNvPr>
                <p:cNvPicPr/>
                <p:nvPr/>
              </p:nvPicPr>
              <p:blipFill>
                <a:blip r:embed="rId609"/>
                <a:stretch>
                  <a:fillRect/>
                </a:stretch>
              </p:blipFill>
              <p:spPr>
                <a:xfrm>
                  <a:off x="6442897" y="894604"/>
                  <a:ext cx="1105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0">
              <p14:nvContentPartPr>
                <p14:cNvPr id="439" name="Tinta 438">
                  <a:extLst>
                    <a:ext uri="{FF2B5EF4-FFF2-40B4-BE49-F238E27FC236}">
                      <a16:creationId xmlns:a16="http://schemas.microsoft.com/office/drawing/2014/main" id="{E78D953F-37E4-69C1-E8EF-33F761C2349C}"/>
                    </a:ext>
                  </a:extLst>
                </p14:cNvPr>
                <p14:cNvContentPartPr/>
                <p14:nvPr/>
              </p14:nvContentPartPr>
              <p14:xfrm>
                <a:off x="6566377" y="820804"/>
                <a:ext cx="108360" cy="204840"/>
              </p14:xfrm>
            </p:contentPart>
          </mc:Choice>
          <mc:Fallback>
            <p:pic>
              <p:nvPicPr>
                <p:cNvPr id="439" name="Tinta 438">
                  <a:extLst>
                    <a:ext uri="{FF2B5EF4-FFF2-40B4-BE49-F238E27FC236}">
                      <a16:creationId xmlns:a16="http://schemas.microsoft.com/office/drawing/2014/main" id="{E78D953F-37E4-69C1-E8EF-33F761C2349C}"/>
                    </a:ext>
                  </a:extLst>
                </p:cNvPr>
                <p:cNvPicPr/>
                <p:nvPr/>
              </p:nvPicPr>
              <p:blipFill>
                <a:blip r:embed="rId611"/>
                <a:stretch>
                  <a:fillRect/>
                </a:stretch>
              </p:blipFill>
              <p:spPr>
                <a:xfrm>
                  <a:off x="6548377" y="803164"/>
                  <a:ext cx="14400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2">
              <p14:nvContentPartPr>
                <p14:cNvPr id="440" name="Tinta 439">
                  <a:extLst>
                    <a:ext uri="{FF2B5EF4-FFF2-40B4-BE49-F238E27FC236}">
                      <a16:creationId xmlns:a16="http://schemas.microsoft.com/office/drawing/2014/main" id="{FE60F3C0-B9DE-76A2-8001-EB51851DA702}"/>
                    </a:ext>
                  </a:extLst>
                </p14:cNvPr>
                <p14:cNvContentPartPr/>
                <p14:nvPr/>
              </p14:nvContentPartPr>
              <p14:xfrm>
                <a:off x="6671857" y="906844"/>
                <a:ext cx="62280" cy="10440"/>
              </p14:xfrm>
            </p:contentPart>
          </mc:Choice>
          <mc:Fallback>
            <p:pic>
              <p:nvPicPr>
                <p:cNvPr id="440" name="Tinta 439">
                  <a:extLst>
                    <a:ext uri="{FF2B5EF4-FFF2-40B4-BE49-F238E27FC236}">
                      <a16:creationId xmlns:a16="http://schemas.microsoft.com/office/drawing/2014/main" id="{FE60F3C0-B9DE-76A2-8001-EB51851DA702}"/>
                    </a:ext>
                  </a:extLst>
                </p:cNvPr>
                <p:cNvPicPr/>
                <p:nvPr/>
              </p:nvPicPr>
              <p:blipFill>
                <a:blip r:embed="rId613"/>
                <a:stretch>
                  <a:fillRect/>
                </a:stretch>
              </p:blipFill>
              <p:spPr>
                <a:xfrm>
                  <a:off x="6653857" y="889204"/>
                  <a:ext cx="9792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4">
              <p14:nvContentPartPr>
                <p14:cNvPr id="441" name="Tinta 440">
                  <a:extLst>
                    <a:ext uri="{FF2B5EF4-FFF2-40B4-BE49-F238E27FC236}">
                      <a16:creationId xmlns:a16="http://schemas.microsoft.com/office/drawing/2014/main" id="{1C9917D8-9C26-7783-39B3-6B0523440EEC}"/>
                    </a:ext>
                  </a:extLst>
                </p14:cNvPr>
                <p14:cNvContentPartPr/>
                <p14:nvPr/>
              </p14:nvContentPartPr>
              <p14:xfrm>
                <a:off x="6650617" y="916924"/>
                <a:ext cx="70560" cy="144360"/>
              </p14:xfrm>
            </p:contentPart>
          </mc:Choice>
          <mc:Fallback>
            <p:pic>
              <p:nvPicPr>
                <p:cNvPr id="441" name="Tinta 440">
                  <a:extLst>
                    <a:ext uri="{FF2B5EF4-FFF2-40B4-BE49-F238E27FC236}">
                      <a16:creationId xmlns:a16="http://schemas.microsoft.com/office/drawing/2014/main" id="{1C9917D8-9C26-7783-39B3-6B0523440EEC}"/>
                    </a:ext>
                  </a:extLst>
                </p:cNvPr>
                <p:cNvPicPr/>
                <p:nvPr/>
              </p:nvPicPr>
              <p:blipFill>
                <a:blip r:embed="rId615"/>
                <a:stretch>
                  <a:fillRect/>
                </a:stretch>
              </p:blipFill>
              <p:spPr>
                <a:xfrm>
                  <a:off x="6632977" y="899284"/>
                  <a:ext cx="10620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6">
              <p14:nvContentPartPr>
                <p14:cNvPr id="442" name="Tinta 441">
                  <a:extLst>
                    <a:ext uri="{FF2B5EF4-FFF2-40B4-BE49-F238E27FC236}">
                      <a16:creationId xmlns:a16="http://schemas.microsoft.com/office/drawing/2014/main" id="{4D038ACC-4B42-E482-3094-9885AEE2B3CF}"/>
                    </a:ext>
                  </a:extLst>
                </p14:cNvPr>
                <p14:cNvContentPartPr/>
                <p14:nvPr/>
              </p14:nvContentPartPr>
              <p14:xfrm>
                <a:off x="6813337" y="1288084"/>
                <a:ext cx="92160" cy="1440"/>
              </p14:xfrm>
            </p:contentPart>
          </mc:Choice>
          <mc:Fallback>
            <p:pic>
              <p:nvPicPr>
                <p:cNvPr id="442" name="Tinta 441">
                  <a:extLst>
                    <a:ext uri="{FF2B5EF4-FFF2-40B4-BE49-F238E27FC236}">
                      <a16:creationId xmlns:a16="http://schemas.microsoft.com/office/drawing/2014/main" id="{4D038ACC-4B42-E482-3094-9885AEE2B3CF}"/>
                    </a:ext>
                  </a:extLst>
                </p:cNvPr>
                <p:cNvPicPr/>
                <p:nvPr/>
              </p:nvPicPr>
              <p:blipFill>
                <a:blip r:embed="rId617"/>
                <a:stretch>
                  <a:fillRect/>
                </a:stretch>
              </p:blipFill>
              <p:spPr>
                <a:xfrm>
                  <a:off x="6795337" y="1270084"/>
                  <a:ext cx="12780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8">
              <p14:nvContentPartPr>
                <p14:cNvPr id="443" name="Tinta 442">
                  <a:extLst>
                    <a:ext uri="{FF2B5EF4-FFF2-40B4-BE49-F238E27FC236}">
                      <a16:creationId xmlns:a16="http://schemas.microsoft.com/office/drawing/2014/main" id="{60246C8A-6481-4CB0-DA09-ED4E249D66EC}"/>
                    </a:ext>
                  </a:extLst>
                </p14:cNvPr>
                <p14:cNvContentPartPr/>
                <p14:nvPr/>
              </p14:nvContentPartPr>
              <p14:xfrm>
                <a:off x="6839257" y="1204204"/>
                <a:ext cx="86040" cy="2520"/>
              </p14:xfrm>
            </p:contentPart>
          </mc:Choice>
          <mc:Fallback>
            <p:pic>
              <p:nvPicPr>
                <p:cNvPr id="443" name="Tinta 442">
                  <a:extLst>
                    <a:ext uri="{FF2B5EF4-FFF2-40B4-BE49-F238E27FC236}">
                      <a16:creationId xmlns:a16="http://schemas.microsoft.com/office/drawing/2014/main" id="{60246C8A-6481-4CB0-DA09-ED4E249D66EC}"/>
                    </a:ext>
                  </a:extLst>
                </p:cNvPr>
                <p:cNvPicPr/>
                <p:nvPr/>
              </p:nvPicPr>
              <p:blipFill>
                <a:blip r:embed="rId619"/>
                <a:stretch>
                  <a:fillRect/>
                </a:stretch>
              </p:blipFill>
              <p:spPr>
                <a:xfrm>
                  <a:off x="6821617" y="1186204"/>
                  <a:ext cx="12168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0">
              <p14:nvContentPartPr>
                <p14:cNvPr id="444" name="Tinta 443">
                  <a:extLst>
                    <a:ext uri="{FF2B5EF4-FFF2-40B4-BE49-F238E27FC236}">
                      <a16:creationId xmlns:a16="http://schemas.microsoft.com/office/drawing/2014/main" id="{4D22A317-BF5F-FE0C-7399-E0C28EB694BC}"/>
                    </a:ext>
                  </a:extLst>
                </p14:cNvPr>
                <p14:cNvContentPartPr/>
                <p14:nvPr/>
              </p14:nvContentPartPr>
              <p14:xfrm>
                <a:off x="7141297" y="845284"/>
                <a:ext cx="525600" cy="441720"/>
              </p14:xfrm>
            </p:contentPart>
          </mc:Choice>
          <mc:Fallback>
            <p:pic>
              <p:nvPicPr>
                <p:cNvPr id="444" name="Tinta 443">
                  <a:extLst>
                    <a:ext uri="{FF2B5EF4-FFF2-40B4-BE49-F238E27FC236}">
                      <a16:creationId xmlns:a16="http://schemas.microsoft.com/office/drawing/2014/main" id="{4D22A317-BF5F-FE0C-7399-E0C28EB694BC}"/>
                    </a:ext>
                  </a:extLst>
                </p:cNvPr>
                <p:cNvPicPr/>
                <p:nvPr/>
              </p:nvPicPr>
              <p:blipFill>
                <a:blip r:embed="rId621"/>
                <a:stretch>
                  <a:fillRect/>
                </a:stretch>
              </p:blipFill>
              <p:spPr>
                <a:xfrm>
                  <a:off x="7123297" y="827644"/>
                  <a:ext cx="561240" cy="47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2">
              <p14:nvContentPartPr>
                <p14:cNvPr id="447" name="Tinta 446">
                  <a:extLst>
                    <a:ext uri="{FF2B5EF4-FFF2-40B4-BE49-F238E27FC236}">
                      <a16:creationId xmlns:a16="http://schemas.microsoft.com/office/drawing/2014/main" id="{015955FF-375F-AF8F-E8AB-CB27E1EBC843}"/>
                    </a:ext>
                  </a:extLst>
                </p14:cNvPr>
                <p14:cNvContentPartPr/>
                <p14:nvPr/>
              </p14:nvContentPartPr>
              <p14:xfrm>
                <a:off x="7098817" y="880204"/>
                <a:ext cx="66240" cy="8280"/>
              </p14:xfrm>
            </p:contentPart>
          </mc:Choice>
          <mc:Fallback>
            <p:pic>
              <p:nvPicPr>
                <p:cNvPr id="447" name="Tinta 446">
                  <a:extLst>
                    <a:ext uri="{FF2B5EF4-FFF2-40B4-BE49-F238E27FC236}">
                      <a16:creationId xmlns:a16="http://schemas.microsoft.com/office/drawing/2014/main" id="{015955FF-375F-AF8F-E8AB-CB27E1EBC843}"/>
                    </a:ext>
                  </a:extLst>
                </p:cNvPr>
                <p:cNvPicPr/>
                <p:nvPr/>
              </p:nvPicPr>
              <p:blipFill>
                <a:blip r:embed="rId623"/>
                <a:stretch>
                  <a:fillRect/>
                </a:stretch>
              </p:blipFill>
              <p:spPr>
                <a:xfrm>
                  <a:off x="7081177" y="862204"/>
                  <a:ext cx="10188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4">
              <p14:nvContentPartPr>
                <p14:cNvPr id="448" name="Tinta 447">
                  <a:extLst>
                    <a:ext uri="{FF2B5EF4-FFF2-40B4-BE49-F238E27FC236}">
                      <a16:creationId xmlns:a16="http://schemas.microsoft.com/office/drawing/2014/main" id="{58975A5E-39B8-2190-0966-ADE88A061A15}"/>
                    </a:ext>
                  </a:extLst>
                </p14:cNvPr>
                <p14:cNvContentPartPr/>
                <p14:nvPr/>
              </p14:nvContentPartPr>
              <p14:xfrm>
                <a:off x="7082617" y="887764"/>
                <a:ext cx="90000" cy="156960"/>
              </p14:xfrm>
            </p:contentPart>
          </mc:Choice>
          <mc:Fallback>
            <p:pic>
              <p:nvPicPr>
                <p:cNvPr id="448" name="Tinta 447">
                  <a:extLst>
                    <a:ext uri="{FF2B5EF4-FFF2-40B4-BE49-F238E27FC236}">
                      <a16:creationId xmlns:a16="http://schemas.microsoft.com/office/drawing/2014/main" id="{58975A5E-39B8-2190-0966-ADE88A061A15}"/>
                    </a:ext>
                  </a:extLst>
                </p:cNvPr>
                <p:cNvPicPr/>
                <p:nvPr/>
              </p:nvPicPr>
              <p:blipFill>
                <a:blip r:embed="rId625"/>
                <a:stretch>
                  <a:fillRect/>
                </a:stretch>
              </p:blipFill>
              <p:spPr>
                <a:xfrm>
                  <a:off x="7064617" y="870124"/>
                  <a:ext cx="12564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6">
              <p14:nvContentPartPr>
                <p14:cNvPr id="449" name="Tinta 448">
                  <a:extLst>
                    <a:ext uri="{FF2B5EF4-FFF2-40B4-BE49-F238E27FC236}">
                      <a16:creationId xmlns:a16="http://schemas.microsoft.com/office/drawing/2014/main" id="{B3CDC8AD-F070-F02D-2144-5A8EA3D26C57}"/>
                    </a:ext>
                  </a:extLst>
                </p14:cNvPr>
                <p14:cNvContentPartPr/>
                <p14:nvPr/>
              </p14:nvContentPartPr>
              <p14:xfrm>
                <a:off x="7364857" y="1004404"/>
                <a:ext cx="111960" cy="226080"/>
              </p14:xfrm>
            </p:contentPart>
          </mc:Choice>
          <mc:Fallback>
            <p:pic>
              <p:nvPicPr>
                <p:cNvPr id="449" name="Tinta 448">
                  <a:extLst>
                    <a:ext uri="{FF2B5EF4-FFF2-40B4-BE49-F238E27FC236}">
                      <a16:creationId xmlns:a16="http://schemas.microsoft.com/office/drawing/2014/main" id="{B3CDC8AD-F070-F02D-2144-5A8EA3D26C57}"/>
                    </a:ext>
                  </a:extLst>
                </p:cNvPr>
                <p:cNvPicPr/>
                <p:nvPr/>
              </p:nvPicPr>
              <p:blipFill>
                <a:blip r:embed="rId627"/>
                <a:stretch>
                  <a:fillRect/>
                </a:stretch>
              </p:blipFill>
              <p:spPr>
                <a:xfrm>
                  <a:off x="7346857" y="986764"/>
                  <a:ext cx="14760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8">
              <p14:nvContentPartPr>
                <p14:cNvPr id="450" name="Tinta 449">
                  <a:extLst>
                    <a:ext uri="{FF2B5EF4-FFF2-40B4-BE49-F238E27FC236}">
                      <a16:creationId xmlns:a16="http://schemas.microsoft.com/office/drawing/2014/main" id="{24D4551B-D6C2-C21A-637C-0FF52AEE2E48}"/>
                    </a:ext>
                  </a:extLst>
                </p14:cNvPr>
                <p14:cNvContentPartPr/>
                <p14:nvPr/>
              </p14:nvContentPartPr>
              <p14:xfrm>
                <a:off x="7336057" y="1086844"/>
                <a:ext cx="74880" cy="10440"/>
              </p14:xfrm>
            </p:contentPart>
          </mc:Choice>
          <mc:Fallback>
            <p:pic>
              <p:nvPicPr>
                <p:cNvPr id="450" name="Tinta 449">
                  <a:extLst>
                    <a:ext uri="{FF2B5EF4-FFF2-40B4-BE49-F238E27FC236}">
                      <a16:creationId xmlns:a16="http://schemas.microsoft.com/office/drawing/2014/main" id="{24D4551B-D6C2-C21A-637C-0FF52AEE2E48}"/>
                    </a:ext>
                  </a:extLst>
                </p:cNvPr>
                <p:cNvPicPr/>
                <p:nvPr/>
              </p:nvPicPr>
              <p:blipFill>
                <a:blip r:embed="rId629"/>
                <a:stretch>
                  <a:fillRect/>
                </a:stretch>
              </p:blipFill>
              <p:spPr>
                <a:xfrm>
                  <a:off x="7318417" y="1068844"/>
                  <a:ext cx="11052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0">
              <p14:nvContentPartPr>
                <p14:cNvPr id="451" name="Tinta 450">
                  <a:extLst>
                    <a:ext uri="{FF2B5EF4-FFF2-40B4-BE49-F238E27FC236}">
                      <a16:creationId xmlns:a16="http://schemas.microsoft.com/office/drawing/2014/main" id="{131F89DB-CACC-5A73-2E13-39E738FCC550}"/>
                    </a:ext>
                  </a:extLst>
                </p14:cNvPr>
                <p14:cNvContentPartPr/>
                <p14:nvPr/>
              </p14:nvContentPartPr>
              <p14:xfrm>
                <a:off x="7466737" y="923764"/>
                <a:ext cx="64440" cy="144000"/>
              </p14:xfrm>
            </p:contentPart>
          </mc:Choice>
          <mc:Fallback>
            <p:pic>
              <p:nvPicPr>
                <p:cNvPr id="451" name="Tinta 450">
                  <a:extLst>
                    <a:ext uri="{FF2B5EF4-FFF2-40B4-BE49-F238E27FC236}">
                      <a16:creationId xmlns:a16="http://schemas.microsoft.com/office/drawing/2014/main" id="{131F89DB-CACC-5A73-2E13-39E738FCC550}"/>
                    </a:ext>
                  </a:extLst>
                </p:cNvPr>
                <p:cNvPicPr/>
                <p:nvPr/>
              </p:nvPicPr>
              <p:blipFill>
                <a:blip r:embed="rId631"/>
                <a:stretch>
                  <a:fillRect/>
                </a:stretch>
              </p:blipFill>
              <p:spPr>
                <a:xfrm>
                  <a:off x="7448737" y="905764"/>
                  <a:ext cx="10008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2">
              <p14:nvContentPartPr>
                <p14:cNvPr id="452" name="Tinta 451">
                  <a:extLst>
                    <a:ext uri="{FF2B5EF4-FFF2-40B4-BE49-F238E27FC236}">
                      <a16:creationId xmlns:a16="http://schemas.microsoft.com/office/drawing/2014/main" id="{6435399C-4B4E-A5DF-6F97-7113EDA7E3D1}"/>
                    </a:ext>
                  </a:extLst>
                </p14:cNvPr>
                <p14:cNvContentPartPr/>
                <p14:nvPr/>
              </p14:nvContentPartPr>
              <p14:xfrm>
                <a:off x="7476457" y="997564"/>
                <a:ext cx="89640" cy="360"/>
              </p14:xfrm>
            </p:contentPart>
          </mc:Choice>
          <mc:Fallback>
            <p:pic>
              <p:nvPicPr>
                <p:cNvPr id="452" name="Tinta 451">
                  <a:extLst>
                    <a:ext uri="{FF2B5EF4-FFF2-40B4-BE49-F238E27FC236}">
                      <a16:creationId xmlns:a16="http://schemas.microsoft.com/office/drawing/2014/main" id="{6435399C-4B4E-A5DF-6F97-7113EDA7E3D1}"/>
                    </a:ext>
                  </a:extLst>
                </p:cNvPr>
                <p:cNvPicPr/>
                <p:nvPr/>
              </p:nvPicPr>
              <p:blipFill>
                <a:blip r:embed="rId633"/>
                <a:stretch>
                  <a:fillRect/>
                </a:stretch>
              </p:blipFill>
              <p:spPr>
                <a:xfrm>
                  <a:off x="7458817" y="979564"/>
                  <a:ext cx="12528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6" name="Agrupar 455">
            <a:extLst>
              <a:ext uri="{FF2B5EF4-FFF2-40B4-BE49-F238E27FC236}">
                <a16:creationId xmlns:a16="http://schemas.microsoft.com/office/drawing/2014/main" id="{6E4A767C-E568-C035-5D1F-3B50F085F255}"/>
              </a:ext>
            </a:extLst>
          </p:cNvPr>
          <p:cNvGrpSpPr/>
          <p:nvPr/>
        </p:nvGrpSpPr>
        <p:grpSpPr>
          <a:xfrm>
            <a:off x="6130417" y="5063404"/>
            <a:ext cx="232560" cy="320760"/>
            <a:chOff x="6130417" y="5063404"/>
            <a:chExt cx="232560" cy="320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34">
              <p14:nvContentPartPr>
                <p14:cNvPr id="454" name="Tinta 453">
                  <a:extLst>
                    <a:ext uri="{FF2B5EF4-FFF2-40B4-BE49-F238E27FC236}">
                      <a16:creationId xmlns:a16="http://schemas.microsoft.com/office/drawing/2014/main" id="{E624D481-3E8B-B90D-4AC7-F0287B2A8898}"/>
                    </a:ext>
                  </a:extLst>
                </p14:cNvPr>
                <p14:cNvContentPartPr/>
                <p14:nvPr/>
              </p14:nvContentPartPr>
              <p14:xfrm>
                <a:off x="6239497" y="5063404"/>
                <a:ext cx="32760" cy="281880"/>
              </p14:xfrm>
            </p:contentPart>
          </mc:Choice>
          <mc:Fallback>
            <p:pic>
              <p:nvPicPr>
                <p:cNvPr id="454" name="Tinta 453">
                  <a:extLst>
                    <a:ext uri="{FF2B5EF4-FFF2-40B4-BE49-F238E27FC236}">
                      <a16:creationId xmlns:a16="http://schemas.microsoft.com/office/drawing/2014/main" id="{E624D481-3E8B-B90D-4AC7-F0287B2A8898}"/>
                    </a:ext>
                  </a:extLst>
                </p:cNvPr>
                <p:cNvPicPr/>
                <p:nvPr/>
              </p:nvPicPr>
              <p:blipFill>
                <a:blip r:embed="rId635"/>
                <a:stretch>
                  <a:fillRect/>
                </a:stretch>
              </p:blipFill>
              <p:spPr>
                <a:xfrm>
                  <a:off x="6221857" y="5045764"/>
                  <a:ext cx="6840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6">
              <p14:nvContentPartPr>
                <p14:cNvPr id="455" name="Tinta 454">
                  <a:extLst>
                    <a:ext uri="{FF2B5EF4-FFF2-40B4-BE49-F238E27FC236}">
                      <a16:creationId xmlns:a16="http://schemas.microsoft.com/office/drawing/2014/main" id="{C9F484DD-9E0A-ACB4-088E-B1A05E862590}"/>
                    </a:ext>
                  </a:extLst>
                </p14:cNvPr>
                <p14:cNvContentPartPr/>
                <p14:nvPr/>
              </p14:nvContentPartPr>
              <p14:xfrm>
                <a:off x="6130417" y="5257804"/>
                <a:ext cx="232560" cy="126360"/>
              </p14:xfrm>
            </p:contentPart>
          </mc:Choice>
          <mc:Fallback>
            <p:pic>
              <p:nvPicPr>
                <p:cNvPr id="455" name="Tinta 454">
                  <a:extLst>
                    <a:ext uri="{FF2B5EF4-FFF2-40B4-BE49-F238E27FC236}">
                      <a16:creationId xmlns:a16="http://schemas.microsoft.com/office/drawing/2014/main" id="{C9F484DD-9E0A-ACB4-088E-B1A05E862590}"/>
                    </a:ext>
                  </a:extLst>
                </p:cNvPr>
                <p:cNvPicPr/>
                <p:nvPr/>
              </p:nvPicPr>
              <p:blipFill>
                <a:blip r:embed="rId637"/>
                <a:stretch>
                  <a:fillRect/>
                </a:stretch>
              </p:blipFill>
              <p:spPr>
                <a:xfrm>
                  <a:off x="6112417" y="5240164"/>
                  <a:ext cx="268200" cy="16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9" name="Agrupar 458">
            <a:extLst>
              <a:ext uri="{FF2B5EF4-FFF2-40B4-BE49-F238E27FC236}">
                <a16:creationId xmlns:a16="http://schemas.microsoft.com/office/drawing/2014/main" id="{CFB3A27D-69FE-90AD-E997-CDB5A5077097}"/>
              </a:ext>
            </a:extLst>
          </p:cNvPr>
          <p:cNvGrpSpPr/>
          <p:nvPr/>
        </p:nvGrpSpPr>
        <p:grpSpPr>
          <a:xfrm>
            <a:off x="7559617" y="6428164"/>
            <a:ext cx="627480" cy="303120"/>
            <a:chOff x="7559617" y="6428164"/>
            <a:chExt cx="627480" cy="303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38">
              <p14:nvContentPartPr>
                <p14:cNvPr id="457" name="Tinta 456">
                  <a:extLst>
                    <a:ext uri="{FF2B5EF4-FFF2-40B4-BE49-F238E27FC236}">
                      <a16:creationId xmlns:a16="http://schemas.microsoft.com/office/drawing/2014/main" id="{46C68663-E71E-4BF6-406C-E90539F4BFBF}"/>
                    </a:ext>
                  </a:extLst>
                </p14:cNvPr>
                <p14:cNvContentPartPr/>
                <p14:nvPr/>
              </p14:nvContentPartPr>
              <p14:xfrm>
                <a:off x="7559617" y="6428164"/>
                <a:ext cx="627480" cy="154440"/>
              </p14:xfrm>
            </p:contentPart>
          </mc:Choice>
          <mc:Fallback>
            <p:pic>
              <p:nvPicPr>
                <p:cNvPr id="457" name="Tinta 456">
                  <a:extLst>
                    <a:ext uri="{FF2B5EF4-FFF2-40B4-BE49-F238E27FC236}">
                      <a16:creationId xmlns:a16="http://schemas.microsoft.com/office/drawing/2014/main" id="{46C68663-E71E-4BF6-406C-E90539F4BFBF}"/>
                    </a:ext>
                  </a:extLst>
                </p:cNvPr>
                <p:cNvPicPr/>
                <p:nvPr/>
              </p:nvPicPr>
              <p:blipFill>
                <a:blip r:embed="rId639"/>
                <a:stretch>
                  <a:fillRect/>
                </a:stretch>
              </p:blipFill>
              <p:spPr>
                <a:xfrm>
                  <a:off x="7541977" y="6410164"/>
                  <a:ext cx="66312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0">
              <p14:nvContentPartPr>
                <p14:cNvPr id="458" name="Tinta 457">
                  <a:extLst>
                    <a:ext uri="{FF2B5EF4-FFF2-40B4-BE49-F238E27FC236}">
                      <a16:creationId xmlns:a16="http://schemas.microsoft.com/office/drawing/2014/main" id="{DFCBEA2C-897C-2928-5DAD-A8F8855217C5}"/>
                    </a:ext>
                  </a:extLst>
                </p14:cNvPr>
                <p14:cNvContentPartPr/>
                <p14:nvPr/>
              </p14:nvContentPartPr>
              <p14:xfrm>
                <a:off x="8088457" y="6464884"/>
                <a:ext cx="91800" cy="266400"/>
              </p14:xfrm>
            </p:contentPart>
          </mc:Choice>
          <mc:Fallback>
            <p:pic>
              <p:nvPicPr>
                <p:cNvPr id="458" name="Tinta 457">
                  <a:extLst>
                    <a:ext uri="{FF2B5EF4-FFF2-40B4-BE49-F238E27FC236}">
                      <a16:creationId xmlns:a16="http://schemas.microsoft.com/office/drawing/2014/main" id="{DFCBEA2C-897C-2928-5DAD-A8F8855217C5}"/>
                    </a:ext>
                  </a:extLst>
                </p:cNvPr>
                <p:cNvPicPr/>
                <p:nvPr/>
              </p:nvPicPr>
              <p:blipFill>
                <a:blip r:embed="rId641"/>
                <a:stretch>
                  <a:fillRect/>
                </a:stretch>
              </p:blipFill>
              <p:spPr>
                <a:xfrm>
                  <a:off x="8070457" y="6447244"/>
                  <a:ext cx="127440" cy="302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42">
            <p14:nvContentPartPr>
              <p14:cNvPr id="460" name="Tinta 459">
                <a:extLst>
                  <a:ext uri="{FF2B5EF4-FFF2-40B4-BE49-F238E27FC236}">
                    <a16:creationId xmlns:a16="http://schemas.microsoft.com/office/drawing/2014/main" id="{18F1960B-04E4-B96A-B7E8-E85FF31D3BDE}"/>
                  </a:ext>
                </a:extLst>
              </p14:cNvPr>
              <p14:cNvContentPartPr/>
              <p14:nvPr/>
            </p14:nvContentPartPr>
            <p14:xfrm>
              <a:off x="7983337" y="3652924"/>
              <a:ext cx="325800" cy="252000"/>
            </p14:xfrm>
          </p:contentPart>
        </mc:Choice>
        <mc:Fallback>
          <p:pic>
            <p:nvPicPr>
              <p:cNvPr id="460" name="Tinta 459">
                <a:extLst>
                  <a:ext uri="{FF2B5EF4-FFF2-40B4-BE49-F238E27FC236}">
                    <a16:creationId xmlns:a16="http://schemas.microsoft.com/office/drawing/2014/main" id="{18F1960B-04E4-B96A-B7E8-E85FF31D3BDE}"/>
                  </a:ext>
                </a:extLst>
              </p:cNvPr>
              <p:cNvPicPr/>
              <p:nvPr/>
            </p:nvPicPr>
            <p:blipFill>
              <a:blip r:embed="rId643"/>
              <a:stretch>
                <a:fillRect/>
              </a:stretch>
            </p:blipFill>
            <p:spPr>
              <a:xfrm>
                <a:off x="7965337" y="3635284"/>
                <a:ext cx="361440" cy="28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4">
            <p14:nvContentPartPr>
              <p14:cNvPr id="461" name="Tinta 460">
                <a:extLst>
                  <a:ext uri="{FF2B5EF4-FFF2-40B4-BE49-F238E27FC236}">
                    <a16:creationId xmlns:a16="http://schemas.microsoft.com/office/drawing/2014/main" id="{D8CD2527-2A60-B862-07B7-9E11B9E66452}"/>
                  </a:ext>
                </a:extLst>
              </p14:cNvPr>
              <p14:cNvContentPartPr/>
              <p14:nvPr/>
            </p14:nvContentPartPr>
            <p14:xfrm>
              <a:off x="7272697" y="5217844"/>
              <a:ext cx="420120" cy="206640"/>
            </p14:xfrm>
          </p:contentPart>
        </mc:Choice>
        <mc:Fallback>
          <p:pic>
            <p:nvPicPr>
              <p:cNvPr id="461" name="Tinta 460">
                <a:extLst>
                  <a:ext uri="{FF2B5EF4-FFF2-40B4-BE49-F238E27FC236}">
                    <a16:creationId xmlns:a16="http://schemas.microsoft.com/office/drawing/2014/main" id="{D8CD2527-2A60-B862-07B7-9E11B9E66452}"/>
                  </a:ext>
                </a:extLst>
              </p:cNvPr>
              <p:cNvPicPr/>
              <p:nvPr/>
            </p:nvPicPr>
            <p:blipFill>
              <a:blip r:embed="rId645"/>
              <a:stretch>
                <a:fillRect/>
              </a:stretch>
            </p:blipFill>
            <p:spPr>
              <a:xfrm>
                <a:off x="7255057" y="5199844"/>
                <a:ext cx="455760" cy="24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6">
            <p14:nvContentPartPr>
              <p14:cNvPr id="462" name="Tinta 461">
                <a:extLst>
                  <a:ext uri="{FF2B5EF4-FFF2-40B4-BE49-F238E27FC236}">
                    <a16:creationId xmlns:a16="http://schemas.microsoft.com/office/drawing/2014/main" id="{C5D0F7EC-494B-C13F-CCBA-B9CC1EF4DF54}"/>
                  </a:ext>
                </a:extLst>
              </p14:cNvPr>
              <p14:cNvContentPartPr/>
              <p14:nvPr/>
            </p14:nvContentPartPr>
            <p14:xfrm>
              <a:off x="10550137" y="5036764"/>
              <a:ext cx="306000" cy="281880"/>
            </p14:xfrm>
          </p:contentPart>
        </mc:Choice>
        <mc:Fallback>
          <p:pic>
            <p:nvPicPr>
              <p:cNvPr id="462" name="Tinta 461">
                <a:extLst>
                  <a:ext uri="{FF2B5EF4-FFF2-40B4-BE49-F238E27FC236}">
                    <a16:creationId xmlns:a16="http://schemas.microsoft.com/office/drawing/2014/main" id="{C5D0F7EC-494B-C13F-CCBA-B9CC1EF4DF54}"/>
                  </a:ext>
                </a:extLst>
              </p:cNvPr>
              <p:cNvPicPr/>
              <p:nvPr/>
            </p:nvPicPr>
            <p:blipFill>
              <a:blip r:embed="rId647"/>
              <a:stretch>
                <a:fillRect/>
              </a:stretch>
            </p:blipFill>
            <p:spPr>
              <a:xfrm>
                <a:off x="10532497" y="5018764"/>
                <a:ext cx="341640" cy="31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8">
            <p14:nvContentPartPr>
              <p14:cNvPr id="463" name="Tinta 462">
                <a:extLst>
                  <a:ext uri="{FF2B5EF4-FFF2-40B4-BE49-F238E27FC236}">
                    <a16:creationId xmlns:a16="http://schemas.microsoft.com/office/drawing/2014/main" id="{6964707F-1C67-47C3-59DB-CE025A58EDE3}"/>
                  </a:ext>
                </a:extLst>
              </p14:cNvPr>
              <p14:cNvContentPartPr/>
              <p14:nvPr/>
            </p14:nvContentPartPr>
            <p14:xfrm>
              <a:off x="7672657" y="2559964"/>
              <a:ext cx="360" cy="360"/>
            </p14:xfrm>
          </p:contentPart>
        </mc:Choice>
        <mc:Fallback>
          <p:pic>
            <p:nvPicPr>
              <p:cNvPr id="463" name="Tinta 462">
                <a:extLst>
                  <a:ext uri="{FF2B5EF4-FFF2-40B4-BE49-F238E27FC236}">
                    <a16:creationId xmlns:a16="http://schemas.microsoft.com/office/drawing/2014/main" id="{6964707F-1C67-47C3-59DB-CE025A58EDE3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7655017" y="2541964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205694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Imagem 2">
            <a:extLst>
              <a:ext uri="{FF2B5EF4-FFF2-40B4-BE49-F238E27FC236}">
                <a16:creationId xmlns:a16="http://schemas.microsoft.com/office/drawing/2014/main" id="{3B3FE060-9763-926A-3A48-748BFD9390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608" y="363845"/>
            <a:ext cx="2371725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5" name="Agrupar 34">
            <a:extLst>
              <a:ext uri="{FF2B5EF4-FFF2-40B4-BE49-F238E27FC236}">
                <a16:creationId xmlns:a16="http://schemas.microsoft.com/office/drawing/2014/main" id="{0FAFB818-884E-1650-F556-D46487059E9B}"/>
              </a:ext>
            </a:extLst>
          </p:cNvPr>
          <p:cNvGrpSpPr/>
          <p:nvPr/>
        </p:nvGrpSpPr>
        <p:grpSpPr>
          <a:xfrm>
            <a:off x="582817" y="1483901"/>
            <a:ext cx="600120" cy="745920"/>
            <a:chOff x="582817" y="1483901"/>
            <a:chExt cx="600120" cy="745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32" name="Tinta 31">
                  <a:extLst>
                    <a:ext uri="{FF2B5EF4-FFF2-40B4-BE49-F238E27FC236}">
                      <a16:creationId xmlns:a16="http://schemas.microsoft.com/office/drawing/2014/main" id="{E8217506-A602-4C17-2C44-E6CB5DCCFF6D}"/>
                    </a:ext>
                  </a:extLst>
                </p14:cNvPr>
                <p14:cNvContentPartPr/>
                <p14:nvPr/>
              </p14:nvContentPartPr>
              <p14:xfrm>
                <a:off x="582817" y="1483901"/>
                <a:ext cx="103320" cy="745920"/>
              </p14:xfrm>
            </p:contentPart>
          </mc:Choice>
          <mc:Fallback>
            <p:pic>
              <p:nvPicPr>
                <p:cNvPr id="32" name="Tinta 31">
                  <a:extLst>
                    <a:ext uri="{FF2B5EF4-FFF2-40B4-BE49-F238E27FC236}">
                      <a16:creationId xmlns:a16="http://schemas.microsoft.com/office/drawing/2014/main" id="{E8217506-A602-4C17-2C44-E6CB5DCCFF6D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64817" y="1466261"/>
                  <a:ext cx="138960" cy="78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33" name="Tinta 32">
                  <a:extLst>
                    <a:ext uri="{FF2B5EF4-FFF2-40B4-BE49-F238E27FC236}">
                      <a16:creationId xmlns:a16="http://schemas.microsoft.com/office/drawing/2014/main" id="{8149799C-894C-2453-2E3D-320357B3A7D9}"/>
                    </a:ext>
                  </a:extLst>
                </p14:cNvPr>
                <p14:cNvContentPartPr/>
                <p14:nvPr/>
              </p14:nvContentPartPr>
              <p14:xfrm>
                <a:off x="838417" y="1554461"/>
                <a:ext cx="122400" cy="464040"/>
              </p14:xfrm>
            </p:contentPart>
          </mc:Choice>
          <mc:Fallback>
            <p:pic>
              <p:nvPicPr>
                <p:cNvPr id="33" name="Tinta 32">
                  <a:extLst>
                    <a:ext uri="{FF2B5EF4-FFF2-40B4-BE49-F238E27FC236}">
                      <a16:creationId xmlns:a16="http://schemas.microsoft.com/office/drawing/2014/main" id="{8149799C-894C-2453-2E3D-320357B3A7D9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20417" y="1536461"/>
                  <a:ext cx="158040" cy="49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34" name="Tinta 33">
                  <a:extLst>
                    <a:ext uri="{FF2B5EF4-FFF2-40B4-BE49-F238E27FC236}">
                      <a16:creationId xmlns:a16="http://schemas.microsoft.com/office/drawing/2014/main" id="{4DBE7FEF-4B37-5AFA-2BCF-F96DA0A8FCFC}"/>
                    </a:ext>
                  </a:extLst>
                </p14:cNvPr>
                <p14:cNvContentPartPr/>
                <p14:nvPr/>
              </p14:nvContentPartPr>
              <p14:xfrm>
                <a:off x="984937" y="1774421"/>
                <a:ext cx="198000" cy="161640"/>
              </p14:xfrm>
            </p:contentPart>
          </mc:Choice>
          <mc:Fallback>
            <p:pic>
              <p:nvPicPr>
                <p:cNvPr id="34" name="Tinta 33">
                  <a:extLst>
                    <a:ext uri="{FF2B5EF4-FFF2-40B4-BE49-F238E27FC236}">
                      <a16:creationId xmlns:a16="http://schemas.microsoft.com/office/drawing/2014/main" id="{4DBE7FEF-4B37-5AFA-2BCF-F96DA0A8FCFC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67297" y="1756421"/>
                  <a:ext cx="233640" cy="197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Agrupar 37">
            <a:extLst>
              <a:ext uri="{FF2B5EF4-FFF2-40B4-BE49-F238E27FC236}">
                <a16:creationId xmlns:a16="http://schemas.microsoft.com/office/drawing/2014/main" id="{7147024F-B567-854F-3E8E-574D1D9F9661}"/>
              </a:ext>
            </a:extLst>
          </p:cNvPr>
          <p:cNvGrpSpPr/>
          <p:nvPr/>
        </p:nvGrpSpPr>
        <p:grpSpPr>
          <a:xfrm>
            <a:off x="2595937" y="616301"/>
            <a:ext cx="90720" cy="136080"/>
            <a:chOff x="2595937" y="616301"/>
            <a:chExt cx="90720" cy="136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36" name="Tinta 35">
                  <a:extLst>
                    <a:ext uri="{FF2B5EF4-FFF2-40B4-BE49-F238E27FC236}">
                      <a16:creationId xmlns:a16="http://schemas.microsoft.com/office/drawing/2014/main" id="{6AC934D3-C70F-5254-4C39-BBED07EE8235}"/>
                    </a:ext>
                  </a:extLst>
                </p14:cNvPr>
                <p14:cNvContentPartPr/>
                <p14:nvPr/>
              </p14:nvContentPartPr>
              <p14:xfrm>
                <a:off x="2595937" y="616301"/>
                <a:ext cx="90720" cy="101160"/>
              </p14:xfrm>
            </p:contentPart>
          </mc:Choice>
          <mc:Fallback>
            <p:pic>
              <p:nvPicPr>
                <p:cNvPr id="36" name="Tinta 35">
                  <a:extLst>
                    <a:ext uri="{FF2B5EF4-FFF2-40B4-BE49-F238E27FC236}">
                      <a16:creationId xmlns:a16="http://schemas.microsoft.com/office/drawing/2014/main" id="{6AC934D3-C70F-5254-4C39-BBED07EE8235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577937" y="598661"/>
                  <a:ext cx="12636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37" name="Tinta 36">
                  <a:extLst>
                    <a:ext uri="{FF2B5EF4-FFF2-40B4-BE49-F238E27FC236}">
                      <a16:creationId xmlns:a16="http://schemas.microsoft.com/office/drawing/2014/main" id="{6B6828DD-CAE5-5E69-7543-0A37489DB0D1}"/>
                    </a:ext>
                  </a:extLst>
                </p14:cNvPr>
                <p14:cNvContentPartPr/>
                <p14:nvPr/>
              </p14:nvContentPartPr>
              <p14:xfrm>
                <a:off x="2621857" y="626741"/>
                <a:ext cx="48960" cy="125640"/>
              </p14:xfrm>
            </p:contentPart>
          </mc:Choice>
          <mc:Fallback>
            <p:pic>
              <p:nvPicPr>
                <p:cNvPr id="37" name="Tinta 36">
                  <a:extLst>
                    <a:ext uri="{FF2B5EF4-FFF2-40B4-BE49-F238E27FC236}">
                      <a16:creationId xmlns:a16="http://schemas.microsoft.com/office/drawing/2014/main" id="{6B6828DD-CAE5-5E69-7543-0A37489DB0D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604217" y="609101"/>
                  <a:ext cx="84600" cy="16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Agrupar 41">
            <a:extLst>
              <a:ext uri="{FF2B5EF4-FFF2-40B4-BE49-F238E27FC236}">
                <a16:creationId xmlns:a16="http://schemas.microsoft.com/office/drawing/2014/main" id="{7E304648-6ECC-9A7E-58C7-7499061DDD89}"/>
              </a:ext>
            </a:extLst>
          </p:cNvPr>
          <p:cNvGrpSpPr/>
          <p:nvPr/>
        </p:nvGrpSpPr>
        <p:grpSpPr>
          <a:xfrm>
            <a:off x="1211017" y="1545461"/>
            <a:ext cx="199080" cy="387360"/>
            <a:chOff x="1211017" y="1545461"/>
            <a:chExt cx="199080" cy="387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39" name="Tinta 38">
                  <a:extLst>
                    <a:ext uri="{FF2B5EF4-FFF2-40B4-BE49-F238E27FC236}">
                      <a16:creationId xmlns:a16="http://schemas.microsoft.com/office/drawing/2014/main" id="{58EA6DF8-B4A0-B91A-53B1-9017D1B03464}"/>
                    </a:ext>
                  </a:extLst>
                </p14:cNvPr>
                <p14:cNvContentPartPr/>
                <p14:nvPr/>
              </p14:nvContentPartPr>
              <p14:xfrm>
                <a:off x="1211017" y="1784501"/>
                <a:ext cx="135000" cy="148320"/>
              </p14:xfrm>
            </p:contentPart>
          </mc:Choice>
          <mc:Fallback>
            <p:pic>
              <p:nvPicPr>
                <p:cNvPr id="39" name="Tinta 38">
                  <a:extLst>
                    <a:ext uri="{FF2B5EF4-FFF2-40B4-BE49-F238E27FC236}">
                      <a16:creationId xmlns:a16="http://schemas.microsoft.com/office/drawing/2014/main" id="{58EA6DF8-B4A0-B91A-53B1-9017D1B0346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193377" y="1766501"/>
                  <a:ext cx="17064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40" name="Tinta 39">
                  <a:extLst>
                    <a:ext uri="{FF2B5EF4-FFF2-40B4-BE49-F238E27FC236}">
                      <a16:creationId xmlns:a16="http://schemas.microsoft.com/office/drawing/2014/main" id="{F1F63355-273B-9D9C-8D52-7000B2021B20}"/>
                    </a:ext>
                  </a:extLst>
                </p14:cNvPr>
                <p14:cNvContentPartPr/>
                <p14:nvPr/>
              </p14:nvContentPartPr>
              <p14:xfrm>
                <a:off x="1220017" y="1793501"/>
                <a:ext cx="154080" cy="134640"/>
              </p14:xfrm>
            </p:contentPart>
          </mc:Choice>
          <mc:Fallback>
            <p:pic>
              <p:nvPicPr>
                <p:cNvPr id="40" name="Tinta 39">
                  <a:extLst>
                    <a:ext uri="{FF2B5EF4-FFF2-40B4-BE49-F238E27FC236}">
                      <a16:creationId xmlns:a16="http://schemas.microsoft.com/office/drawing/2014/main" id="{F1F63355-273B-9D9C-8D52-7000B2021B20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202017" y="1775861"/>
                  <a:ext cx="18972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41" name="Tinta 40">
                  <a:extLst>
                    <a:ext uri="{FF2B5EF4-FFF2-40B4-BE49-F238E27FC236}">
                      <a16:creationId xmlns:a16="http://schemas.microsoft.com/office/drawing/2014/main" id="{7B444EA0-4FC5-2F83-67F2-D707D0636753}"/>
                    </a:ext>
                  </a:extLst>
                </p14:cNvPr>
                <p14:cNvContentPartPr/>
                <p14:nvPr/>
              </p14:nvContentPartPr>
              <p14:xfrm>
                <a:off x="1342777" y="1545461"/>
                <a:ext cx="67320" cy="189360"/>
              </p14:xfrm>
            </p:contentPart>
          </mc:Choice>
          <mc:Fallback>
            <p:pic>
              <p:nvPicPr>
                <p:cNvPr id="41" name="Tinta 40">
                  <a:extLst>
                    <a:ext uri="{FF2B5EF4-FFF2-40B4-BE49-F238E27FC236}">
                      <a16:creationId xmlns:a16="http://schemas.microsoft.com/office/drawing/2014/main" id="{7B444EA0-4FC5-2F83-67F2-D707D0636753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324777" y="1527821"/>
                  <a:ext cx="102960" cy="22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Agrupar 45">
            <a:extLst>
              <a:ext uri="{FF2B5EF4-FFF2-40B4-BE49-F238E27FC236}">
                <a16:creationId xmlns:a16="http://schemas.microsoft.com/office/drawing/2014/main" id="{DE90C5AA-F057-3D91-C3D9-3BDE58363895}"/>
              </a:ext>
            </a:extLst>
          </p:cNvPr>
          <p:cNvGrpSpPr/>
          <p:nvPr/>
        </p:nvGrpSpPr>
        <p:grpSpPr>
          <a:xfrm>
            <a:off x="1588657" y="1670741"/>
            <a:ext cx="426600" cy="297720"/>
            <a:chOff x="1588657" y="1670741"/>
            <a:chExt cx="426600" cy="297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43" name="Tinta 42">
                  <a:extLst>
                    <a:ext uri="{FF2B5EF4-FFF2-40B4-BE49-F238E27FC236}">
                      <a16:creationId xmlns:a16="http://schemas.microsoft.com/office/drawing/2014/main" id="{4CD8767F-A853-B8A5-75BB-469FE9CAA86A}"/>
                    </a:ext>
                  </a:extLst>
                </p14:cNvPr>
                <p14:cNvContentPartPr/>
                <p14:nvPr/>
              </p14:nvContentPartPr>
              <p14:xfrm>
                <a:off x="1618537" y="1729421"/>
                <a:ext cx="15120" cy="222480"/>
              </p14:xfrm>
            </p:contentPart>
          </mc:Choice>
          <mc:Fallback>
            <p:pic>
              <p:nvPicPr>
                <p:cNvPr id="43" name="Tinta 42">
                  <a:extLst>
                    <a:ext uri="{FF2B5EF4-FFF2-40B4-BE49-F238E27FC236}">
                      <a16:creationId xmlns:a16="http://schemas.microsoft.com/office/drawing/2014/main" id="{4CD8767F-A853-B8A5-75BB-469FE9CAA86A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600537" y="1711421"/>
                  <a:ext cx="5076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44" name="Tinta 43">
                  <a:extLst>
                    <a:ext uri="{FF2B5EF4-FFF2-40B4-BE49-F238E27FC236}">
                      <a16:creationId xmlns:a16="http://schemas.microsoft.com/office/drawing/2014/main" id="{F23D8D86-424E-4051-035F-E5BA36B89F2B}"/>
                    </a:ext>
                  </a:extLst>
                </p14:cNvPr>
                <p14:cNvContentPartPr/>
                <p14:nvPr/>
              </p14:nvContentPartPr>
              <p14:xfrm>
                <a:off x="1588657" y="1856141"/>
                <a:ext cx="133200" cy="7200"/>
              </p14:xfrm>
            </p:contentPart>
          </mc:Choice>
          <mc:Fallback>
            <p:pic>
              <p:nvPicPr>
                <p:cNvPr id="44" name="Tinta 43">
                  <a:extLst>
                    <a:ext uri="{FF2B5EF4-FFF2-40B4-BE49-F238E27FC236}">
                      <a16:creationId xmlns:a16="http://schemas.microsoft.com/office/drawing/2014/main" id="{F23D8D86-424E-4051-035F-E5BA36B89F2B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571017" y="1838501"/>
                  <a:ext cx="1688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45" name="Tinta 44">
                  <a:extLst>
                    <a:ext uri="{FF2B5EF4-FFF2-40B4-BE49-F238E27FC236}">
                      <a16:creationId xmlns:a16="http://schemas.microsoft.com/office/drawing/2014/main" id="{8E97DFD3-CED0-A60C-B595-28468AB07F4B}"/>
                    </a:ext>
                  </a:extLst>
                </p14:cNvPr>
                <p14:cNvContentPartPr/>
                <p14:nvPr/>
              </p14:nvContentPartPr>
              <p14:xfrm>
                <a:off x="1863337" y="1670741"/>
                <a:ext cx="151920" cy="297720"/>
              </p14:xfrm>
            </p:contentPart>
          </mc:Choice>
          <mc:Fallback>
            <p:pic>
              <p:nvPicPr>
                <p:cNvPr id="45" name="Tinta 44">
                  <a:extLst>
                    <a:ext uri="{FF2B5EF4-FFF2-40B4-BE49-F238E27FC236}">
                      <a16:creationId xmlns:a16="http://schemas.microsoft.com/office/drawing/2014/main" id="{8E97DFD3-CED0-A60C-B595-28468AB07F4B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845337" y="1652741"/>
                  <a:ext cx="187560" cy="33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Agrupar 49">
            <a:extLst>
              <a:ext uri="{FF2B5EF4-FFF2-40B4-BE49-F238E27FC236}">
                <a16:creationId xmlns:a16="http://schemas.microsoft.com/office/drawing/2014/main" id="{7F0A7E0B-33DF-9DA1-3EB4-3415B950AE74}"/>
              </a:ext>
            </a:extLst>
          </p:cNvPr>
          <p:cNvGrpSpPr/>
          <p:nvPr/>
        </p:nvGrpSpPr>
        <p:grpSpPr>
          <a:xfrm>
            <a:off x="2076817" y="1551221"/>
            <a:ext cx="232200" cy="429480"/>
            <a:chOff x="2076817" y="1551221"/>
            <a:chExt cx="232200" cy="429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47" name="Tinta 46">
                  <a:extLst>
                    <a:ext uri="{FF2B5EF4-FFF2-40B4-BE49-F238E27FC236}">
                      <a16:creationId xmlns:a16="http://schemas.microsoft.com/office/drawing/2014/main" id="{6FDC7F97-AA21-A905-94D3-C248942418B3}"/>
                    </a:ext>
                  </a:extLst>
                </p14:cNvPr>
                <p14:cNvContentPartPr/>
                <p14:nvPr/>
              </p14:nvContentPartPr>
              <p14:xfrm>
                <a:off x="2076817" y="1787021"/>
                <a:ext cx="117000" cy="164520"/>
              </p14:xfrm>
            </p:contentPart>
          </mc:Choice>
          <mc:Fallback>
            <p:pic>
              <p:nvPicPr>
                <p:cNvPr id="47" name="Tinta 46">
                  <a:extLst>
                    <a:ext uri="{FF2B5EF4-FFF2-40B4-BE49-F238E27FC236}">
                      <a16:creationId xmlns:a16="http://schemas.microsoft.com/office/drawing/2014/main" id="{6FDC7F97-AA21-A905-94D3-C248942418B3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058817" y="1769021"/>
                  <a:ext cx="15264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48" name="Tinta 47">
                  <a:extLst>
                    <a:ext uri="{FF2B5EF4-FFF2-40B4-BE49-F238E27FC236}">
                      <a16:creationId xmlns:a16="http://schemas.microsoft.com/office/drawing/2014/main" id="{AC628AC8-3352-C6EC-5092-DBB6B35D46A9}"/>
                    </a:ext>
                  </a:extLst>
                </p14:cNvPr>
                <p14:cNvContentPartPr/>
                <p14:nvPr/>
              </p14:nvContentPartPr>
              <p14:xfrm>
                <a:off x="2077897" y="1830581"/>
                <a:ext cx="154440" cy="150120"/>
              </p14:xfrm>
            </p:contentPart>
          </mc:Choice>
          <mc:Fallback>
            <p:pic>
              <p:nvPicPr>
                <p:cNvPr id="48" name="Tinta 47">
                  <a:extLst>
                    <a:ext uri="{FF2B5EF4-FFF2-40B4-BE49-F238E27FC236}">
                      <a16:creationId xmlns:a16="http://schemas.microsoft.com/office/drawing/2014/main" id="{AC628AC8-3352-C6EC-5092-DBB6B35D46A9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060257" y="1812581"/>
                  <a:ext cx="19008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49" name="Tinta 48">
                  <a:extLst>
                    <a:ext uri="{FF2B5EF4-FFF2-40B4-BE49-F238E27FC236}">
                      <a16:creationId xmlns:a16="http://schemas.microsoft.com/office/drawing/2014/main" id="{6999D6F2-04EC-D181-E5D4-00E3AABA5F3B}"/>
                    </a:ext>
                  </a:extLst>
                </p14:cNvPr>
                <p14:cNvContentPartPr/>
                <p14:nvPr/>
              </p14:nvContentPartPr>
              <p14:xfrm>
                <a:off x="2220097" y="1551221"/>
                <a:ext cx="88920" cy="174600"/>
              </p14:xfrm>
            </p:contentPart>
          </mc:Choice>
          <mc:Fallback>
            <p:pic>
              <p:nvPicPr>
                <p:cNvPr id="49" name="Tinta 48">
                  <a:extLst>
                    <a:ext uri="{FF2B5EF4-FFF2-40B4-BE49-F238E27FC236}">
                      <a16:creationId xmlns:a16="http://schemas.microsoft.com/office/drawing/2014/main" id="{6999D6F2-04EC-D181-E5D4-00E3AABA5F3B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202097" y="1533221"/>
                  <a:ext cx="124560" cy="21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Agrupar 55">
            <a:extLst>
              <a:ext uri="{FF2B5EF4-FFF2-40B4-BE49-F238E27FC236}">
                <a16:creationId xmlns:a16="http://schemas.microsoft.com/office/drawing/2014/main" id="{1881C16B-43F3-B48B-B023-44322FF84DE2}"/>
              </a:ext>
            </a:extLst>
          </p:cNvPr>
          <p:cNvGrpSpPr/>
          <p:nvPr/>
        </p:nvGrpSpPr>
        <p:grpSpPr>
          <a:xfrm>
            <a:off x="2477857" y="1804661"/>
            <a:ext cx="111960" cy="175680"/>
            <a:chOff x="2477857" y="1804661"/>
            <a:chExt cx="111960" cy="175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51" name="Tinta 50">
                  <a:extLst>
                    <a:ext uri="{FF2B5EF4-FFF2-40B4-BE49-F238E27FC236}">
                      <a16:creationId xmlns:a16="http://schemas.microsoft.com/office/drawing/2014/main" id="{4E02891F-4D56-169C-B711-4A44B34A2C9C}"/>
                    </a:ext>
                  </a:extLst>
                </p14:cNvPr>
                <p14:cNvContentPartPr/>
                <p14:nvPr/>
              </p14:nvContentPartPr>
              <p14:xfrm>
                <a:off x="2516377" y="1804661"/>
                <a:ext cx="1440" cy="175680"/>
              </p14:xfrm>
            </p:contentPart>
          </mc:Choice>
          <mc:Fallback>
            <p:pic>
              <p:nvPicPr>
                <p:cNvPr id="51" name="Tinta 50">
                  <a:extLst>
                    <a:ext uri="{FF2B5EF4-FFF2-40B4-BE49-F238E27FC236}">
                      <a16:creationId xmlns:a16="http://schemas.microsoft.com/office/drawing/2014/main" id="{4E02891F-4D56-169C-B711-4A44B34A2C9C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498737" y="1787021"/>
                  <a:ext cx="3708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52" name="Tinta 51">
                  <a:extLst>
                    <a:ext uri="{FF2B5EF4-FFF2-40B4-BE49-F238E27FC236}">
                      <a16:creationId xmlns:a16="http://schemas.microsoft.com/office/drawing/2014/main" id="{9932EC47-7ACD-F132-3E8D-24FD692BBBC1}"/>
                    </a:ext>
                  </a:extLst>
                </p14:cNvPr>
                <p14:cNvContentPartPr/>
                <p14:nvPr/>
              </p14:nvContentPartPr>
              <p14:xfrm>
                <a:off x="2477857" y="1893221"/>
                <a:ext cx="111960" cy="1440"/>
              </p14:xfrm>
            </p:contentPart>
          </mc:Choice>
          <mc:Fallback>
            <p:pic>
              <p:nvPicPr>
                <p:cNvPr id="52" name="Tinta 51">
                  <a:extLst>
                    <a:ext uri="{FF2B5EF4-FFF2-40B4-BE49-F238E27FC236}">
                      <a16:creationId xmlns:a16="http://schemas.microsoft.com/office/drawing/2014/main" id="{9932EC47-7ACD-F132-3E8D-24FD692BBBC1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460217" y="1875221"/>
                  <a:ext cx="147600" cy="3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Agrupar 54">
            <a:extLst>
              <a:ext uri="{FF2B5EF4-FFF2-40B4-BE49-F238E27FC236}">
                <a16:creationId xmlns:a16="http://schemas.microsoft.com/office/drawing/2014/main" id="{5BCEEA0C-23F7-E619-20ED-135F6E452A4C}"/>
              </a:ext>
            </a:extLst>
          </p:cNvPr>
          <p:cNvGrpSpPr/>
          <p:nvPr/>
        </p:nvGrpSpPr>
        <p:grpSpPr>
          <a:xfrm>
            <a:off x="2880337" y="1694141"/>
            <a:ext cx="318240" cy="274320"/>
            <a:chOff x="2880337" y="1694141"/>
            <a:chExt cx="318240" cy="274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53" name="Tinta 52">
                  <a:extLst>
                    <a:ext uri="{FF2B5EF4-FFF2-40B4-BE49-F238E27FC236}">
                      <a16:creationId xmlns:a16="http://schemas.microsoft.com/office/drawing/2014/main" id="{4803A41B-766E-FE9E-FCE2-3999439E0AED}"/>
                    </a:ext>
                  </a:extLst>
                </p14:cNvPr>
                <p14:cNvContentPartPr/>
                <p14:nvPr/>
              </p14:nvContentPartPr>
              <p14:xfrm>
                <a:off x="2880337" y="1694141"/>
                <a:ext cx="110160" cy="274320"/>
              </p14:xfrm>
            </p:contentPart>
          </mc:Choice>
          <mc:Fallback>
            <p:pic>
              <p:nvPicPr>
                <p:cNvPr id="53" name="Tinta 52">
                  <a:extLst>
                    <a:ext uri="{FF2B5EF4-FFF2-40B4-BE49-F238E27FC236}">
                      <a16:creationId xmlns:a16="http://schemas.microsoft.com/office/drawing/2014/main" id="{4803A41B-766E-FE9E-FCE2-3999439E0AED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862337" y="1676501"/>
                  <a:ext cx="14580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54" name="Tinta 53">
                  <a:extLst>
                    <a:ext uri="{FF2B5EF4-FFF2-40B4-BE49-F238E27FC236}">
                      <a16:creationId xmlns:a16="http://schemas.microsoft.com/office/drawing/2014/main" id="{0D4F9269-5EF9-5895-271B-D0ACBE8603A3}"/>
                    </a:ext>
                  </a:extLst>
                </p14:cNvPr>
                <p14:cNvContentPartPr/>
                <p14:nvPr/>
              </p14:nvContentPartPr>
              <p14:xfrm>
                <a:off x="3047737" y="1835981"/>
                <a:ext cx="150840" cy="118080"/>
              </p14:xfrm>
            </p:contentPart>
          </mc:Choice>
          <mc:Fallback>
            <p:pic>
              <p:nvPicPr>
                <p:cNvPr id="54" name="Tinta 53">
                  <a:extLst>
                    <a:ext uri="{FF2B5EF4-FFF2-40B4-BE49-F238E27FC236}">
                      <a16:creationId xmlns:a16="http://schemas.microsoft.com/office/drawing/2014/main" id="{0D4F9269-5EF9-5895-271B-D0ACBE8603A3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030097" y="1818341"/>
                  <a:ext cx="186480" cy="15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Agrupar 61">
            <a:extLst>
              <a:ext uri="{FF2B5EF4-FFF2-40B4-BE49-F238E27FC236}">
                <a16:creationId xmlns:a16="http://schemas.microsoft.com/office/drawing/2014/main" id="{A4EF9CAB-A72D-254E-BADD-65A89EE0DBA8}"/>
              </a:ext>
            </a:extLst>
          </p:cNvPr>
          <p:cNvGrpSpPr/>
          <p:nvPr/>
        </p:nvGrpSpPr>
        <p:grpSpPr>
          <a:xfrm>
            <a:off x="3229177" y="1645541"/>
            <a:ext cx="223920" cy="377640"/>
            <a:chOff x="3229177" y="1645541"/>
            <a:chExt cx="223920" cy="377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57" name="Tinta 56">
                  <a:extLst>
                    <a:ext uri="{FF2B5EF4-FFF2-40B4-BE49-F238E27FC236}">
                      <a16:creationId xmlns:a16="http://schemas.microsoft.com/office/drawing/2014/main" id="{456C0DAC-31C6-EDFC-DEAB-C37AD2EDE5F1}"/>
                    </a:ext>
                  </a:extLst>
                </p14:cNvPr>
                <p14:cNvContentPartPr/>
                <p14:nvPr/>
              </p14:nvContentPartPr>
              <p14:xfrm>
                <a:off x="3256537" y="1810061"/>
                <a:ext cx="79200" cy="135720"/>
              </p14:xfrm>
            </p:contentPart>
          </mc:Choice>
          <mc:Fallback>
            <p:pic>
              <p:nvPicPr>
                <p:cNvPr id="57" name="Tinta 56">
                  <a:extLst>
                    <a:ext uri="{FF2B5EF4-FFF2-40B4-BE49-F238E27FC236}">
                      <a16:creationId xmlns:a16="http://schemas.microsoft.com/office/drawing/2014/main" id="{456C0DAC-31C6-EDFC-DEAB-C37AD2EDE5F1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238897" y="1792421"/>
                  <a:ext cx="11484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58" name="Tinta 57">
                  <a:extLst>
                    <a:ext uri="{FF2B5EF4-FFF2-40B4-BE49-F238E27FC236}">
                      <a16:creationId xmlns:a16="http://schemas.microsoft.com/office/drawing/2014/main" id="{82018D26-FC34-C91B-7F8D-D182BE9192ED}"/>
                    </a:ext>
                  </a:extLst>
                </p14:cNvPr>
                <p14:cNvContentPartPr/>
                <p14:nvPr/>
              </p14:nvContentPartPr>
              <p14:xfrm>
                <a:off x="3229177" y="1832741"/>
                <a:ext cx="158040" cy="190440"/>
              </p14:xfrm>
            </p:contentPart>
          </mc:Choice>
          <mc:Fallback>
            <p:pic>
              <p:nvPicPr>
                <p:cNvPr id="58" name="Tinta 57">
                  <a:extLst>
                    <a:ext uri="{FF2B5EF4-FFF2-40B4-BE49-F238E27FC236}">
                      <a16:creationId xmlns:a16="http://schemas.microsoft.com/office/drawing/2014/main" id="{82018D26-FC34-C91B-7F8D-D182BE9192ED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211537" y="1814741"/>
                  <a:ext cx="19368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59" name="Tinta 58">
                  <a:extLst>
                    <a:ext uri="{FF2B5EF4-FFF2-40B4-BE49-F238E27FC236}">
                      <a16:creationId xmlns:a16="http://schemas.microsoft.com/office/drawing/2014/main" id="{6E4B5101-663F-D795-7DBF-94E474E21E6F}"/>
                    </a:ext>
                  </a:extLst>
                </p14:cNvPr>
                <p14:cNvContentPartPr/>
                <p14:nvPr/>
              </p14:nvContentPartPr>
              <p14:xfrm>
                <a:off x="3353017" y="1645541"/>
                <a:ext cx="100080" cy="134280"/>
              </p14:xfrm>
            </p:contentPart>
          </mc:Choice>
          <mc:Fallback>
            <p:pic>
              <p:nvPicPr>
                <p:cNvPr id="59" name="Tinta 58">
                  <a:extLst>
                    <a:ext uri="{FF2B5EF4-FFF2-40B4-BE49-F238E27FC236}">
                      <a16:creationId xmlns:a16="http://schemas.microsoft.com/office/drawing/2014/main" id="{6E4B5101-663F-D795-7DBF-94E474E21E6F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335377" y="1627541"/>
                  <a:ext cx="135720" cy="169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5">
            <p14:nvContentPartPr>
              <p14:cNvPr id="64" name="Tinta 63">
                <a:extLst>
                  <a:ext uri="{FF2B5EF4-FFF2-40B4-BE49-F238E27FC236}">
                    <a16:creationId xmlns:a16="http://schemas.microsoft.com/office/drawing/2014/main" id="{734D384F-21DF-AC5F-085A-8BF9D4EA9C25}"/>
                  </a:ext>
                </a:extLst>
              </p14:cNvPr>
              <p14:cNvContentPartPr/>
              <p14:nvPr/>
            </p14:nvContentPartPr>
            <p14:xfrm>
              <a:off x="3624097" y="1590101"/>
              <a:ext cx="83520" cy="435240"/>
            </p14:xfrm>
          </p:contentPart>
        </mc:Choice>
        <mc:Fallback>
          <p:pic>
            <p:nvPicPr>
              <p:cNvPr id="64" name="Tinta 63">
                <a:extLst>
                  <a:ext uri="{FF2B5EF4-FFF2-40B4-BE49-F238E27FC236}">
                    <a16:creationId xmlns:a16="http://schemas.microsoft.com/office/drawing/2014/main" id="{734D384F-21DF-AC5F-085A-8BF9D4EA9C25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3606457" y="1572461"/>
                <a:ext cx="119160" cy="47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">
            <p14:nvContentPartPr>
              <p14:cNvPr id="65" name="Tinta 64">
                <a:extLst>
                  <a:ext uri="{FF2B5EF4-FFF2-40B4-BE49-F238E27FC236}">
                    <a16:creationId xmlns:a16="http://schemas.microsoft.com/office/drawing/2014/main" id="{5E47DDA0-D162-FBE9-6D8D-43D1B7040A69}"/>
                  </a:ext>
                </a:extLst>
              </p14:cNvPr>
              <p14:cNvContentPartPr/>
              <p14:nvPr/>
            </p14:nvContentPartPr>
            <p14:xfrm>
              <a:off x="3851257" y="1667141"/>
              <a:ext cx="141480" cy="338040"/>
            </p14:xfrm>
          </p:contentPart>
        </mc:Choice>
        <mc:Fallback>
          <p:pic>
            <p:nvPicPr>
              <p:cNvPr id="65" name="Tinta 64">
                <a:extLst>
                  <a:ext uri="{FF2B5EF4-FFF2-40B4-BE49-F238E27FC236}">
                    <a16:creationId xmlns:a16="http://schemas.microsoft.com/office/drawing/2014/main" id="{5E47DDA0-D162-FBE9-6D8D-43D1B7040A69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3833617" y="1649141"/>
                <a:ext cx="177120" cy="37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">
            <p14:nvContentPartPr>
              <p14:cNvPr id="69" name="Tinta 68">
                <a:extLst>
                  <a:ext uri="{FF2B5EF4-FFF2-40B4-BE49-F238E27FC236}">
                    <a16:creationId xmlns:a16="http://schemas.microsoft.com/office/drawing/2014/main" id="{8846DCD8-4B8E-AB6E-DC97-6F1208E7452C}"/>
                  </a:ext>
                </a:extLst>
              </p14:cNvPr>
              <p14:cNvContentPartPr/>
              <p14:nvPr/>
            </p14:nvContentPartPr>
            <p14:xfrm>
              <a:off x="8700097" y="1356461"/>
              <a:ext cx="187920" cy="1119240"/>
            </p14:xfrm>
          </p:contentPart>
        </mc:Choice>
        <mc:Fallback>
          <p:pic>
            <p:nvPicPr>
              <p:cNvPr id="69" name="Tinta 68">
                <a:extLst>
                  <a:ext uri="{FF2B5EF4-FFF2-40B4-BE49-F238E27FC236}">
                    <a16:creationId xmlns:a16="http://schemas.microsoft.com/office/drawing/2014/main" id="{8846DCD8-4B8E-AB6E-DC97-6F1208E7452C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8682097" y="1338821"/>
                <a:ext cx="223560" cy="1154880"/>
              </a:xfrm>
              <a:prstGeom prst="rect">
                <a:avLst/>
              </a:prstGeom>
            </p:spPr>
          </p:pic>
        </mc:Fallback>
      </mc:AlternateContent>
      <p:grpSp>
        <p:nvGrpSpPr>
          <p:cNvPr id="73" name="Agrupar 72">
            <a:extLst>
              <a:ext uri="{FF2B5EF4-FFF2-40B4-BE49-F238E27FC236}">
                <a16:creationId xmlns:a16="http://schemas.microsoft.com/office/drawing/2014/main" id="{AFE696E1-890F-CBBA-5768-80DF10F4C0D7}"/>
              </a:ext>
            </a:extLst>
          </p:cNvPr>
          <p:cNvGrpSpPr/>
          <p:nvPr/>
        </p:nvGrpSpPr>
        <p:grpSpPr>
          <a:xfrm>
            <a:off x="8951737" y="1505141"/>
            <a:ext cx="324720" cy="428400"/>
            <a:chOff x="8951737" y="1505141"/>
            <a:chExt cx="324720" cy="428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70" name="Tinta 69">
                  <a:extLst>
                    <a:ext uri="{FF2B5EF4-FFF2-40B4-BE49-F238E27FC236}">
                      <a16:creationId xmlns:a16="http://schemas.microsoft.com/office/drawing/2014/main" id="{57BE1772-7E52-DC98-F365-2F2424949E95}"/>
                    </a:ext>
                  </a:extLst>
                </p14:cNvPr>
                <p14:cNvContentPartPr/>
                <p14:nvPr/>
              </p14:nvContentPartPr>
              <p14:xfrm>
                <a:off x="8951737" y="1714301"/>
                <a:ext cx="156960" cy="219240"/>
              </p14:xfrm>
            </p:contentPart>
          </mc:Choice>
          <mc:Fallback>
            <p:pic>
              <p:nvPicPr>
                <p:cNvPr id="70" name="Tinta 69">
                  <a:extLst>
                    <a:ext uri="{FF2B5EF4-FFF2-40B4-BE49-F238E27FC236}">
                      <a16:creationId xmlns:a16="http://schemas.microsoft.com/office/drawing/2014/main" id="{57BE1772-7E52-DC98-F365-2F2424949E95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934097" y="1696661"/>
                  <a:ext cx="19260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71" name="Tinta 70">
                  <a:extLst>
                    <a:ext uri="{FF2B5EF4-FFF2-40B4-BE49-F238E27FC236}">
                      <a16:creationId xmlns:a16="http://schemas.microsoft.com/office/drawing/2014/main" id="{325BB86D-48DC-8374-2F52-23F72E96068C}"/>
                    </a:ext>
                  </a:extLst>
                </p14:cNvPr>
                <p14:cNvContentPartPr/>
                <p14:nvPr/>
              </p14:nvContentPartPr>
              <p14:xfrm>
                <a:off x="8956777" y="1729781"/>
                <a:ext cx="222120" cy="158040"/>
              </p14:xfrm>
            </p:contentPart>
          </mc:Choice>
          <mc:Fallback>
            <p:pic>
              <p:nvPicPr>
                <p:cNvPr id="71" name="Tinta 70">
                  <a:extLst>
                    <a:ext uri="{FF2B5EF4-FFF2-40B4-BE49-F238E27FC236}">
                      <a16:creationId xmlns:a16="http://schemas.microsoft.com/office/drawing/2014/main" id="{325BB86D-48DC-8374-2F52-23F72E96068C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8939137" y="1712141"/>
                  <a:ext cx="25776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72" name="Tinta 71">
                  <a:extLst>
                    <a:ext uri="{FF2B5EF4-FFF2-40B4-BE49-F238E27FC236}">
                      <a16:creationId xmlns:a16="http://schemas.microsoft.com/office/drawing/2014/main" id="{5FABEB04-A6B7-4C4B-522B-4D2F9CAE411E}"/>
                    </a:ext>
                  </a:extLst>
                </p14:cNvPr>
                <p14:cNvContentPartPr/>
                <p14:nvPr/>
              </p14:nvContentPartPr>
              <p14:xfrm>
                <a:off x="9151897" y="1505141"/>
                <a:ext cx="124560" cy="164520"/>
              </p14:xfrm>
            </p:contentPart>
          </mc:Choice>
          <mc:Fallback>
            <p:pic>
              <p:nvPicPr>
                <p:cNvPr id="72" name="Tinta 71">
                  <a:extLst>
                    <a:ext uri="{FF2B5EF4-FFF2-40B4-BE49-F238E27FC236}">
                      <a16:creationId xmlns:a16="http://schemas.microsoft.com/office/drawing/2014/main" id="{5FABEB04-A6B7-4C4B-522B-4D2F9CAE411E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9133897" y="1487501"/>
                  <a:ext cx="160200" cy="20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Agrupar 77">
            <a:extLst>
              <a:ext uri="{FF2B5EF4-FFF2-40B4-BE49-F238E27FC236}">
                <a16:creationId xmlns:a16="http://schemas.microsoft.com/office/drawing/2014/main" id="{485BC1A4-F38A-4476-9942-2F07045F3D32}"/>
              </a:ext>
            </a:extLst>
          </p:cNvPr>
          <p:cNvGrpSpPr/>
          <p:nvPr/>
        </p:nvGrpSpPr>
        <p:grpSpPr>
          <a:xfrm>
            <a:off x="9370417" y="1575701"/>
            <a:ext cx="384120" cy="398520"/>
            <a:chOff x="9370417" y="1575701"/>
            <a:chExt cx="384120" cy="398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74" name="Tinta 73">
                  <a:extLst>
                    <a:ext uri="{FF2B5EF4-FFF2-40B4-BE49-F238E27FC236}">
                      <a16:creationId xmlns:a16="http://schemas.microsoft.com/office/drawing/2014/main" id="{0C617AFA-F0BA-9FE6-7FA3-D97689C39542}"/>
                    </a:ext>
                  </a:extLst>
                </p14:cNvPr>
                <p14:cNvContentPartPr/>
                <p14:nvPr/>
              </p14:nvContentPartPr>
              <p14:xfrm>
                <a:off x="9370417" y="1575701"/>
                <a:ext cx="201600" cy="398520"/>
              </p14:xfrm>
            </p:contentPart>
          </mc:Choice>
          <mc:Fallback>
            <p:pic>
              <p:nvPicPr>
                <p:cNvPr id="74" name="Tinta 73">
                  <a:extLst>
                    <a:ext uri="{FF2B5EF4-FFF2-40B4-BE49-F238E27FC236}">
                      <a16:creationId xmlns:a16="http://schemas.microsoft.com/office/drawing/2014/main" id="{0C617AFA-F0BA-9FE6-7FA3-D97689C39542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9352417" y="1558061"/>
                  <a:ext cx="237240" cy="43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75" name="Tinta 74">
                  <a:extLst>
                    <a:ext uri="{FF2B5EF4-FFF2-40B4-BE49-F238E27FC236}">
                      <a16:creationId xmlns:a16="http://schemas.microsoft.com/office/drawing/2014/main" id="{81B1ACCB-E4F2-B882-4149-02C0E28EF96F}"/>
                    </a:ext>
                  </a:extLst>
                </p14:cNvPr>
                <p14:cNvContentPartPr/>
                <p14:nvPr/>
              </p14:nvContentPartPr>
              <p14:xfrm>
                <a:off x="9631057" y="1737701"/>
                <a:ext cx="61200" cy="170280"/>
              </p14:xfrm>
            </p:contentPart>
          </mc:Choice>
          <mc:Fallback>
            <p:pic>
              <p:nvPicPr>
                <p:cNvPr id="75" name="Tinta 74">
                  <a:extLst>
                    <a:ext uri="{FF2B5EF4-FFF2-40B4-BE49-F238E27FC236}">
                      <a16:creationId xmlns:a16="http://schemas.microsoft.com/office/drawing/2014/main" id="{81B1ACCB-E4F2-B882-4149-02C0E28EF96F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9613417" y="1720061"/>
                  <a:ext cx="9684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76" name="Tinta 75">
                  <a:extLst>
                    <a:ext uri="{FF2B5EF4-FFF2-40B4-BE49-F238E27FC236}">
                      <a16:creationId xmlns:a16="http://schemas.microsoft.com/office/drawing/2014/main" id="{486B6FC3-060C-1FEB-EF3B-77ED8A6ACAD4}"/>
                    </a:ext>
                  </a:extLst>
                </p14:cNvPr>
                <p14:cNvContentPartPr/>
                <p14:nvPr/>
              </p14:nvContentPartPr>
              <p14:xfrm>
                <a:off x="9583897" y="1771181"/>
                <a:ext cx="170640" cy="171360"/>
              </p14:xfrm>
            </p:contentPart>
          </mc:Choice>
          <mc:Fallback>
            <p:pic>
              <p:nvPicPr>
                <p:cNvPr id="76" name="Tinta 75">
                  <a:extLst>
                    <a:ext uri="{FF2B5EF4-FFF2-40B4-BE49-F238E27FC236}">
                      <a16:creationId xmlns:a16="http://schemas.microsoft.com/office/drawing/2014/main" id="{486B6FC3-060C-1FEB-EF3B-77ED8A6ACAD4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566257" y="1753541"/>
                  <a:ext cx="206280" cy="207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3">
            <p14:nvContentPartPr>
              <p14:cNvPr id="77" name="Tinta 76">
                <a:extLst>
                  <a:ext uri="{FF2B5EF4-FFF2-40B4-BE49-F238E27FC236}">
                    <a16:creationId xmlns:a16="http://schemas.microsoft.com/office/drawing/2014/main" id="{6C9E18C0-61C0-DA5A-D855-9762E7E2AE6D}"/>
                  </a:ext>
                </a:extLst>
              </p14:cNvPr>
              <p14:cNvContentPartPr/>
              <p14:nvPr/>
            </p14:nvContentPartPr>
            <p14:xfrm>
              <a:off x="9959017" y="1861901"/>
              <a:ext cx="134640" cy="78480"/>
            </p14:xfrm>
          </p:contentPart>
        </mc:Choice>
        <mc:Fallback>
          <p:pic>
            <p:nvPicPr>
              <p:cNvPr id="77" name="Tinta 76">
                <a:extLst>
                  <a:ext uri="{FF2B5EF4-FFF2-40B4-BE49-F238E27FC236}">
                    <a16:creationId xmlns:a16="http://schemas.microsoft.com/office/drawing/2014/main" id="{6C9E18C0-61C0-DA5A-D855-9762E7E2AE6D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9941377" y="1843901"/>
                <a:ext cx="170280" cy="114120"/>
              </a:xfrm>
              <a:prstGeom prst="rect">
                <a:avLst/>
              </a:prstGeom>
            </p:spPr>
          </p:pic>
        </mc:Fallback>
      </mc:AlternateContent>
      <p:grpSp>
        <p:nvGrpSpPr>
          <p:cNvPr id="90" name="Agrupar 89">
            <a:extLst>
              <a:ext uri="{FF2B5EF4-FFF2-40B4-BE49-F238E27FC236}">
                <a16:creationId xmlns:a16="http://schemas.microsoft.com/office/drawing/2014/main" id="{191D5128-9461-D1FB-4435-B4E467C70992}"/>
              </a:ext>
            </a:extLst>
          </p:cNvPr>
          <p:cNvGrpSpPr/>
          <p:nvPr/>
        </p:nvGrpSpPr>
        <p:grpSpPr>
          <a:xfrm>
            <a:off x="10324057" y="1424861"/>
            <a:ext cx="616320" cy="901080"/>
            <a:chOff x="10324057" y="1424861"/>
            <a:chExt cx="616320" cy="901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79" name="Tinta 78">
                  <a:extLst>
                    <a:ext uri="{FF2B5EF4-FFF2-40B4-BE49-F238E27FC236}">
                      <a16:creationId xmlns:a16="http://schemas.microsoft.com/office/drawing/2014/main" id="{0342EBEE-FED1-297F-F8C9-2C3524BEA89A}"/>
                    </a:ext>
                  </a:extLst>
                </p14:cNvPr>
                <p14:cNvContentPartPr/>
                <p14:nvPr/>
              </p14:nvContentPartPr>
              <p14:xfrm>
                <a:off x="10324057" y="1686221"/>
                <a:ext cx="135720" cy="267480"/>
              </p14:xfrm>
            </p:contentPart>
          </mc:Choice>
          <mc:Fallback>
            <p:pic>
              <p:nvPicPr>
                <p:cNvPr id="79" name="Tinta 78">
                  <a:extLst>
                    <a:ext uri="{FF2B5EF4-FFF2-40B4-BE49-F238E27FC236}">
                      <a16:creationId xmlns:a16="http://schemas.microsoft.com/office/drawing/2014/main" id="{0342EBEE-FED1-297F-F8C9-2C3524BEA89A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0306417" y="1668581"/>
                  <a:ext cx="17136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80" name="Tinta 79">
                  <a:extLst>
                    <a:ext uri="{FF2B5EF4-FFF2-40B4-BE49-F238E27FC236}">
                      <a16:creationId xmlns:a16="http://schemas.microsoft.com/office/drawing/2014/main" id="{ABF6D4C8-DBA4-EDDE-2226-4BDE13B57071}"/>
                    </a:ext>
                  </a:extLst>
                </p14:cNvPr>
                <p14:cNvContentPartPr/>
                <p14:nvPr/>
              </p14:nvContentPartPr>
              <p14:xfrm>
                <a:off x="10331617" y="1723301"/>
                <a:ext cx="205200" cy="181440"/>
              </p14:xfrm>
            </p:contentPart>
          </mc:Choice>
          <mc:Fallback>
            <p:pic>
              <p:nvPicPr>
                <p:cNvPr id="80" name="Tinta 79">
                  <a:extLst>
                    <a:ext uri="{FF2B5EF4-FFF2-40B4-BE49-F238E27FC236}">
                      <a16:creationId xmlns:a16="http://schemas.microsoft.com/office/drawing/2014/main" id="{ABF6D4C8-DBA4-EDDE-2226-4BDE13B57071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0313617" y="1705301"/>
                  <a:ext cx="24084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81" name="Tinta 80">
                  <a:extLst>
                    <a:ext uri="{FF2B5EF4-FFF2-40B4-BE49-F238E27FC236}">
                      <a16:creationId xmlns:a16="http://schemas.microsoft.com/office/drawing/2014/main" id="{F24E0728-F2D0-70FE-6C57-DEC715DD9D70}"/>
                    </a:ext>
                  </a:extLst>
                </p14:cNvPr>
                <p14:cNvContentPartPr/>
                <p14:nvPr/>
              </p14:nvContentPartPr>
              <p14:xfrm>
                <a:off x="10425937" y="1450781"/>
                <a:ext cx="195480" cy="141840"/>
              </p14:xfrm>
            </p:contentPart>
          </mc:Choice>
          <mc:Fallback>
            <p:pic>
              <p:nvPicPr>
                <p:cNvPr id="81" name="Tinta 80">
                  <a:extLst>
                    <a:ext uri="{FF2B5EF4-FFF2-40B4-BE49-F238E27FC236}">
                      <a16:creationId xmlns:a16="http://schemas.microsoft.com/office/drawing/2014/main" id="{F24E0728-F2D0-70FE-6C57-DEC715DD9D70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0408297" y="1433141"/>
                  <a:ext cx="23112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82" name="Tinta 81">
                  <a:extLst>
                    <a:ext uri="{FF2B5EF4-FFF2-40B4-BE49-F238E27FC236}">
                      <a16:creationId xmlns:a16="http://schemas.microsoft.com/office/drawing/2014/main" id="{5171A24B-B6F3-2B2E-B46E-3672214BEED9}"/>
                    </a:ext>
                  </a:extLst>
                </p14:cNvPr>
                <p14:cNvContentPartPr/>
                <p14:nvPr/>
              </p14:nvContentPartPr>
              <p14:xfrm>
                <a:off x="10675777" y="1428101"/>
                <a:ext cx="39960" cy="161280"/>
              </p14:xfrm>
            </p:contentPart>
          </mc:Choice>
          <mc:Fallback>
            <p:pic>
              <p:nvPicPr>
                <p:cNvPr id="82" name="Tinta 81">
                  <a:extLst>
                    <a:ext uri="{FF2B5EF4-FFF2-40B4-BE49-F238E27FC236}">
                      <a16:creationId xmlns:a16="http://schemas.microsoft.com/office/drawing/2014/main" id="{5171A24B-B6F3-2B2E-B46E-3672214BEED9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0657777" y="1410461"/>
                  <a:ext cx="7560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83" name="Tinta 82">
                  <a:extLst>
                    <a:ext uri="{FF2B5EF4-FFF2-40B4-BE49-F238E27FC236}">
                      <a16:creationId xmlns:a16="http://schemas.microsoft.com/office/drawing/2014/main" id="{0A60D743-9DF4-2211-412C-4940F44DF351}"/>
                    </a:ext>
                  </a:extLst>
                </p14:cNvPr>
                <p14:cNvContentPartPr/>
                <p14:nvPr/>
              </p14:nvContentPartPr>
              <p14:xfrm>
                <a:off x="10666777" y="1489661"/>
                <a:ext cx="67320" cy="2520"/>
              </p14:xfrm>
            </p:contentPart>
          </mc:Choice>
          <mc:Fallback>
            <p:pic>
              <p:nvPicPr>
                <p:cNvPr id="83" name="Tinta 82">
                  <a:extLst>
                    <a:ext uri="{FF2B5EF4-FFF2-40B4-BE49-F238E27FC236}">
                      <a16:creationId xmlns:a16="http://schemas.microsoft.com/office/drawing/2014/main" id="{0A60D743-9DF4-2211-412C-4940F44DF351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0649137" y="1471661"/>
                  <a:ext cx="10296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84" name="Tinta 83">
                  <a:extLst>
                    <a:ext uri="{FF2B5EF4-FFF2-40B4-BE49-F238E27FC236}">
                      <a16:creationId xmlns:a16="http://schemas.microsoft.com/office/drawing/2014/main" id="{A9978655-FBE7-DD79-C268-DA026EC9B42F}"/>
                    </a:ext>
                  </a:extLst>
                </p14:cNvPr>
                <p14:cNvContentPartPr/>
                <p14:nvPr/>
              </p14:nvContentPartPr>
              <p14:xfrm>
                <a:off x="10843177" y="1424861"/>
                <a:ext cx="97200" cy="179640"/>
              </p14:xfrm>
            </p:contentPart>
          </mc:Choice>
          <mc:Fallback>
            <p:pic>
              <p:nvPicPr>
                <p:cNvPr id="84" name="Tinta 83">
                  <a:extLst>
                    <a:ext uri="{FF2B5EF4-FFF2-40B4-BE49-F238E27FC236}">
                      <a16:creationId xmlns:a16="http://schemas.microsoft.com/office/drawing/2014/main" id="{A9978655-FBE7-DD79-C268-DA026EC9B42F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0825537" y="1406861"/>
                  <a:ext cx="13284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85" name="Tinta 84">
                  <a:extLst>
                    <a:ext uri="{FF2B5EF4-FFF2-40B4-BE49-F238E27FC236}">
                      <a16:creationId xmlns:a16="http://schemas.microsoft.com/office/drawing/2014/main" id="{B9F796D4-CC41-25C1-6318-35C03E821166}"/>
                    </a:ext>
                  </a:extLst>
                </p14:cNvPr>
                <p14:cNvContentPartPr/>
                <p14:nvPr/>
              </p14:nvContentPartPr>
              <p14:xfrm>
                <a:off x="10324057" y="1947941"/>
                <a:ext cx="549360" cy="87480"/>
              </p14:xfrm>
            </p:contentPart>
          </mc:Choice>
          <mc:Fallback>
            <p:pic>
              <p:nvPicPr>
                <p:cNvPr id="85" name="Tinta 84">
                  <a:extLst>
                    <a:ext uri="{FF2B5EF4-FFF2-40B4-BE49-F238E27FC236}">
                      <a16:creationId xmlns:a16="http://schemas.microsoft.com/office/drawing/2014/main" id="{B9F796D4-CC41-25C1-6318-35C03E821166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0306417" y="1929941"/>
                  <a:ext cx="58500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86" name="Tinta 85">
                  <a:extLst>
                    <a:ext uri="{FF2B5EF4-FFF2-40B4-BE49-F238E27FC236}">
                      <a16:creationId xmlns:a16="http://schemas.microsoft.com/office/drawing/2014/main" id="{AFB27DB7-A9D5-E9DD-D019-ED87150DACCC}"/>
                    </a:ext>
                  </a:extLst>
                </p14:cNvPr>
                <p14:cNvContentPartPr/>
                <p14:nvPr/>
              </p14:nvContentPartPr>
              <p14:xfrm>
                <a:off x="10393537" y="2184821"/>
                <a:ext cx="182880" cy="141120"/>
              </p14:xfrm>
            </p:contentPart>
          </mc:Choice>
          <mc:Fallback>
            <p:pic>
              <p:nvPicPr>
                <p:cNvPr id="86" name="Tinta 85">
                  <a:extLst>
                    <a:ext uri="{FF2B5EF4-FFF2-40B4-BE49-F238E27FC236}">
                      <a16:creationId xmlns:a16="http://schemas.microsoft.com/office/drawing/2014/main" id="{AFB27DB7-A9D5-E9DD-D019-ED87150DACCC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0375897" y="2166821"/>
                  <a:ext cx="21852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87" name="Tinta 86">
                  <a:extLst>
                    <a:ext uri="{FF2B5EF4-FFF2-40B4-BE49-F238E27FC236}">
                      <a16:creationId xmlns:a16="http://schemas.microsoft.com/office/drawing/2014/main" id="{C7D50343-4775-2181-E7A4-A3DDE8EC9291}"/>
                    </a:ext>
                  </a:extLst>
                </p14:cNvPr>
                <p14:cNvContentPartPr/>
                <p14:nvPr/>
              </p14:nvContentPartPr>
              <p14:xfrm>
                <a:off x="10669297" y="2140181"/>
                <a:ext cx="24120" cy="152280"/>
              </p14:xfrm>
            </p:contentPart>
          </mc:Choice>
          <mc:Fallback>
            <p:pic>
              <p:nvPicPr>
                <p:cNvPr id="87" name="Tinta 86">
                  <a:extLst>
                    <a:ext uri="{FF2B5EF4-FFF2-40B4-BE49-F238E27FC236}">
                      <a16:creationId xmlns:a16="http://schemas.microsoft.com/office/drawing/2014/main" id="{C7D50343-4775-2181-E7A4-A3DDE8EC9291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0651657" y="2122181"/>
                  <a:ext cx="5976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88" name="Tinta 87">
                  <a:extLst>
                    <a:ext uri="{FF2B5EF4-FFF2-40B4-BE49-F238E27FC236}">
                      <a16:creationId xmlns:a16="http://schemas.microsoft.com/office/drawing/2014/main" id="{CA1BF7EA-55DE-04BA-C974-67F32A41752D}"/>
                    </a:ext>
                  </a:extLst>
                </p14:cNvPr>
                <p14:cNvContentPartPr/>
                <p14:nvPr/>
              </p14:nvContentPartPr>
              <p14:xfrm>
                <a:off x="10655617" y="2219381"/>
                <a:ext cx="100800" cy="4680"/>
              </p14:xfrm>
            </p:contentPart>
          </mc:Choice>
          <mc:Fallback>
            <p:pic>
              <p:nvPicPr>
                <p:cNvPr id="88" name="Tinta 87">
                  <a:extLst>
                    <a:ext uri="{FF2B5EF4-FFF2-40B4-BE49-F238E27FC236}">
                      <a16:creationId xmlns:a16="http://schemas.microsoft.com/office/drawing/2014/main" id="{CA1BF7EA-55DE-04BA-C974-67F32A41752D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0637977" y="2201741"/>
                  <a:ext cx="1364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89" name="Tinta 88">
                  <a:extLst>
                    <a:ext uri="{FF2B5EF4-FFF2-40B4-BE49-F238E27FC236}">
                      <a16:creationId xmlns:a16="http://schemas.microsoft.com/office/drawing/2014/main" id="{DDB7FDF2-A7F6-5F23-5CBF-924EBC545E71}"/>
                    </a:ext>
                  </a:extLst>
                </p14:cNvPr>
                <p14:cNvContentPartPr/>
                <p14:nvPr/>
              </p14:nvContentPartPr>
              <p14:xfrm>
                <a:off x="10844617" y="2133341"/>
                <a:ext cx="77400" cy="174240"/>
              </p14:xfrm>
            </p:contentPart>
          </mc:Choice>
          <mc:Fallback>
            <p:pic>
              <p:nvPicPr>
                <p:cNvPr id="89" name="Tinta 88">
                  <a:extLst>
                    <a:ext uri="{FF2B5EF4-FFF2-40B4-BE49-F238E27FC236}">
                      <a16:creationId xmlns:a16="http://schemas.microsoft.com/office/drawing/2014/main" id="{DDB7FDF2-A7F6-5F23-5CBF-924EBC545E71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0826617" y="2115701"/>
                  <a:ext cx="113040" cy="20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Agrupar 101">
            <a:extLst>
              <a:ext uri="{FF2B5EF4-FFF2-40B4-BE49-F238E27FC236}">
                <a16:creationId xmlns:a16="http://schemas.microsoft.com/office/drawing/2014/main" id="{0C553C40-17A1-A9A0-F509-280A4F672D4B}"/>
              </a:ext>
            </a:extLst>
          </p:cNvPr>
          <p:cNvGrpSpPr/>
          <p:nvPr/>
        </p:nvGrpSpPr>
        <p:grpSpPr>
          <a:xfrm>
            <a:off x="11041897" y="1794941"/>
            <a:ext cx="168120" cy="191160"/>
            <a:chOff x="11041897" y="1794941"/>
            <a:chExt cx="168120" cy="191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91" name="Tinta 90">
                  <a:extLst>
                    <a:ext uri="{FF2B5EF4-FFF2-40B4-BE49-F238E27FC236}">
                      <a16:creationId xmlns:a16="http://schemas.microsoft.com/office/drawing/2014/main" id="{E709E7EC-8A0D-A9CB-727D-9C6C93562740}"/>
                    </a:ext>
                  </a:extLst>
                </p14:cNvPr>
                <p14:cNvContentPartPr/>
                <p14:nvPr/>
              </p14:nvContentPartPr>
              <p14:xfrm>
                <a:off x="11109937" y="1794941"/>
                <a:ext cx="23400" cy="191160"/>
              </p14:xfrm>
            </p:contentPart>
          </mc:Choice>
          <mc:Fallback>
            <p:pic>
              <p:nvPicPr>
                <p:cNvPr id="91" name="Tinta 90">
                  <a:extLst>
                    <a:ext uri="{FF2B5EF4-FFF2-40B4-BE49-F238E27FC236}">
                      <a16:creationId xmlns:a16="http://schemas.microsoft.com/office/drawing/2014/main" id="{E709E7EC-8A0D-A9CB-727D-9C6C93562740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1091937" y="1776941"/>
                  <a:ext cx="5904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92" name="Tinta 91">
                  <a:extLst>
                    <a:ext uri="{FF2B5EF4-FFF2-40B4-BE49-F238E27FC236}">
                      <a16:creationId xmlns:a16="http://schemas.microsoft.com/office/drawing/2014/main" id="{D22D59D2-D2B0-F7F7-08D8-E97C8766AEBB}"/>
                    </a:ext>
                  </a:extLst>
                </p14:cNvPr>
                <p14:cNvContentPartPr/>
                <p14:nvPr/>
              </p14:nvContentPartPr>
              <p14:xfrm>
                <a:off x="11041897" y="1847141"/>
                <a:ext cx="168120" cy="24840"/>
              </p14:xfrm>
            </p:contentPart>
          </mc:Choice>
          <mc:Fallback>
            <p:pic>
              <p:nvPicPr>
                <p:cNvPr id="92" name="Tinta 91">
                  <a:extLst>
                    <a:ext uri="{FF2B5EF4-FFF2-40B4-BE49-F238E27FC236}">
                      <a16:creationId xmlns:a16="http://schemas.microsoft.com/office/drawing/2014/main" id="{D22D59D2-D2B0-F7F7-08D8-E97C8766AEBB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1024257" y="1829501"/>
                  <a:ext cx="203760" cy="6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Agrupar 100">
            <a:extLst>
              <a:ext uri="{FF2B5EF4-FFF2-40B4-BE49-F238E27FC236}">
                <a16:creationId xmlns:a16="http://schemas.microsoft.com/office/drawing/2014/main" id="{BE56BDDE-277B-1B91-4EA2-258EA663AA81}"/>
              </a:ext>
            </a:extLst>
          </p:cNvPr>
          <p:cNvGrpSpPr/>
          <p:nvPr/>
        </p:nvGrpSpPr>
        <p:grpSpPr>
          <a:xfrm>
            <a:off x="11415937" y="1773341"/>
            <a:ext cx="341640" cy="245160"/>
            <a:chOff x="11415937" y="1773341"/>
            <a:chExt cx="341640" cy="245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93" name="Tinta 92">
                  <a:extLst>
                    <a:ext uri="{FF2B5EF4-FFF2-40B4-BE49-F238E27FC236}">
                      <a16:creationId xmlns:a16="http://schemas.microsoft.com/office/drawing/2014/main" id="{63FC1769-E79E-47CA-62A3-0ADF4B60BEAC}"/>
                    </a:ext>
                  </a:extLst>
                </p14:cNvPr>
                <p14:cNvContentPartPr/>
                <p14:nvPr/>
              </p14:nvContentPartPr>
              <p14:xfrm>
                <a:off x="11415937" y="1773341"/>
                <a:ext cx="161640" cy="193320"/>
              </p14:xfrm>
            </p:contentPart>
          </mc:Choice>
          <mc:Fallback>
            <p:pic>
              <p:nvPicPr>
                <p:cNvPr id="93" name="Tinta 92">
                  <a:extLst>
                    <a:ext uri="{FF2B5EF4-FFF2-40B4-BE49-F238E27FC236}">
                      <a16:creationId xmlns:a16="http://schemas.microsoft.com/office/drawing/2014/main" id="{63FC1769-E79E-47CA-62A3-0ADF4B60BEAC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1398297" y="1755701"/>
                  <a:ext cx="19728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94" name="Tinta 93">
                  <a:extLst>
                    <a:ext uri="{FF2B5EF4-FFF2-40B4-BE49-F238E27FC236}">
                      <a16:creationId xmlns:a16="http://schemas.microsoft.com/office/drawing/2014/main" id="{78933E79-AAE9-04D4-F70C-06259EB4A34A}"/>
                    </a:ext>
                  </a:extLst>
                </p14:cNvPr>
                <p14:cNvContentPartPr/>
                <p14:nvPr/>
              </p14:nvContentPartPr>
              <p14:xfrm>
                <a:off x="11742457" y="1866221"/>
                <a:ext cx="15120" cy="152280"/>
              </p14:xfrm>
            </p:contentPart>
          </mc:Choice>
          <mc:Fallback>
            <p:pic>
              <p:nvPicPr>
                <p:cNvPr id="94" name="Tinta 93">
                  <a:extLst>
                    <a:ext uri="{FF2B5EF4-FFF2-40B4-BE49-F238E27FC236}">
                      <a16:creationId xmlns:a16="http://schemas.microsoft.com/office/drawing/2014/main" id="{78933E79-AAE9-04D4-F70C-06259EB4A34A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1724457" y="1848581"/>
                  <a:ext cx="50760" cy="187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Agrupar 99">
            <a:extLst>
              <a:ext uri="{FF2B5EF4-FFF2-40B4-BE49-F238E27FC236}">
                <a16:creationId xmlns:a16="http://schemas.microsoft.com/office/drawing/2014/main" id="{6980CB19-58D5-86CC-D834-A9730B7AD9C5}"/>
              </a:ext>
            </a:extLst>
          </p:cNvPr>
          <p:cNvGrpSpPr/>
          <p:nvPr/>
        </p:nvGrpSpPr>
        <p:grpSpPr>
          <a:xfrm>
            <a:off x="12021817" y="1637261"/>
            <a:ext cx="807120" cy="338040"/>
            <a:chOff x="12021817" y="1637261"/>
            <a:chExt cx="807120" cy="338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95" name="Tinta 94">
                  <a:extLst>
                    <a:ext uri="{FF2B5EF4-FFF2-40B4-BE49-F238E27FC236}">
                      <a16:creationId xmlns:a16="http://schemas.microsoft.com/office/drawing/2014/main" id="{81A8E5FC-A6BA-CDF4-337A-599354090FDC}"/>
                    </a:ext>
                  </a:extLst>
                </p14:cNvPr>
                <p14:cNvContentPartPr/>
                <p14:nvPr/>
              </p14:nvContentPartPr>
              <p14:xfrm>
                <a:off x="12021817" y="1800341"/>
                <a:ext cx="184320" cy="129600"/>
              </p14:xfrm>
            </p:contentPart>
          </mc:Choice>
          <mc:Fallback>
            <p:pic>
              <p:nvPicPr>
                <p:cNvPr id="95" name="Tinta 94">
                  <a:extLst>
                    <a:ext uri="{FF2B5EF4-FFF2-40B4-BE49-F238E27FC236}">
                      <a16:creationId xmlns:a16="http://schemas.microsoft.com/office/drawing/2014/main" id="{81A8E5FC-A6BA-CDF4-337A-599354090FDC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2003817" y="1782341"/>
                  <a:ext cx="21996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96" name="Tinta 95">
                  <a:extLst>
                    <a:ext uri="{FF2B5EF4-FFF2-40B4-BE49-F238E27FC236}">
                      <a16:creationId xmlns:a16="http://schemas.microsoft.com/office/drawing/2014/main" id="{0658D4EE-337B-EE5B-9507-A250439A27E9}"/>
                    </a:ext>
                  </a:extLst>
                </p14:cNvPr>
                <p14:cNvContentPartPr/>
                <p14:nvPr/>
              </p14:nvContentPartPr>
              <p14:xfrm>
                <a:off x="12305137" y="1858301"/>
                <a:ext cx="108360" cy="11520"/>
              </p14:xfrm>
            </p:contentPart>
          </mc:Choice>
          <mc:Fallback>
            <p:pic>
              <p:nvPicPr>
                <p:cNvPr id="96" name="Tinta 95">
                  <a:extLst>
                    <a:ext uri="{FF2B5EF4-FFF2-40B4-BE49-F238E27FC236}">
                      <a16:creationId xmlns:a16="http://schemas.microsoft.com/office/drawing/2014/main" id="{0658D4EE-337B-EE5B-9507-A250439A27E9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2287137" y="1840661"/>
                  <a:ext cx="14400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97" name="Tinta 96">
                  <a:extLst>
                    <a:ext uri="{FF2B5EF4-FFF2-40B4-BE49-F238E27FC236}">
                      <a16:creationId xmlns:a16="http://schemas.microsoft.com/office/drawing/2014/main" id="{C5D25EF6-313E-F31B-530E-FAAA8DA1A3B2}"/>
                    </a:ext>
                  </a:extLst>
                </p14:cNvPr>
                <p14:cNvContentPartPr/>
                <p14:nvPr/>
              </p14:nvContentPartPr>
              <p14:xfrm>
                <a:off x="12301177" y="1702061"/>
                <a:ext cx="127080" cy="273240"/>
              </p14:xfrm>
            </p:contentPart>
          </mc:Choice>
          <mc:Fallback>
            <p:pic>
              <p:nvPicPr>
                <p:cNvPr id="97" name="Tinta 96">
                  <a:extLst>
                    <a:ext uri="{FF2B5EF4-FFF2-40B4-BE49-F238E27FC236}">
                      <a16:creationId xmlns:a16="http://schemas.microsoft.com/office/drawing/2014/main" id="{C5D25EF6-313E-F31B-530E-FAAA8DA1A3B2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2283537" y="1684061"/>
                  <a:ext cx="16272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98" name="Tinta 97">
                  <a:extLst>
                    <a:ext uri="{FF2B5EF4-FFF2-40B4-BE49-F238E27FC236}">
                      <a16:creationId xmlns:a16="http://schemas.microsoft.com/office/drawing/2014/main" id="{F92CA71A-BD52-FC4E-E042-E77095DD27F5}"/>
                    </a:ext>
                  </a:extLst>
                </p14:cNvPr>
                <p14:cNvContentPartPr/>
                <p14:nvPr/>
              </p14:nvContentPartPr>
              <p14:xfrm>
                <a:off x="12543457" y="1780181"/>
                <a:ext cx="105840" cy="9360"/>
              </p14:xfrm>
            </p:contentPart>
          </mc:Choice>
          <mc:Fallback>
            <p:pic>
              <p:nvPicPr>
                <p:cNvPr id="98" name="Tinta 97">
                  <a:extLst>
                    <a:ext uri="{FF2B5EF4-FFF2-40B4-BE49-F238E27FC236}">
                      <a16:creationId xmlns:a16="http://schemas.microsoft.com/office/drawing/2014/main" id="{F92CA71A-BD52-FC4E-E042-E77095DD27F5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2525457" y="1762541"/>
                  <a:ext cx="14148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99" name="Tinta 98">
                  <a:extLst>
                    <a:ext uri="{FF2B5EF4-FFF2-40B4-BE49-F238E27FC236}">
                      <a16:creationId xmlns:a16="http://schemas.microsoft.com/office/drawing/2014/main" id="{0B1A5B78-31A9-C458-C346-EF12DC5C7F7B}"/>
                    </a:ext>
                  </a:extLst>
                </p14:cNvPr>
                <p14:cNvContentPartPr/>
                <p14:nvPr/>
              </p14:nvContentPartPr>
              <p14:xfrm>
                <a:off x="12750817" y="1637261"/>
                <a:ext cx="78120" cy="188280"/>
              </p14:xfrm>
            </p:contentPart>
          </mc:Choice>
          <mc:Fallback>
            <p:pic>
              <p:nvPicPr>
                <p:cNvPr id="99" name="Tinta 98">
                  <a:extLst>
                    <a:ext uri="{FF2B5EF4-FFF2-40B4-BE49-F238E27FC236}">
                      <a16:creationId xmlns:a16="http://schemas.microsoft.com/office/drawing/2014/main" id="{0B1A5B78-31A9-C458-C346-EF12DC5C7F7B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2732817" y="1619261"/>
                  <a:ext cx="113760" cy="22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Agrupar 104">
            <a:extLst>
              <a:ext uri="{FF2B5EF4-FFF2-40B4-BE49-F238E27FC236}">
                <a16:creationId xmlns:a16="http://schemas.microsoft.com/office/drawing/2014/main" id="{78BA5E71-4A96-3963-5960-E5611B06FB87}"/>
              </a:ext>
            </a:extLst>
          </p:cNvPr>
          <p:cNvGrpSpPr/>
          <p:nvPr/>
        </p:nvGrpSpPr>
        <p:grpSpPr>
          <a:xfrm>
            <a:off x="4554337" y="1932101"/>
            <a:ext cx="149400" cy="83160"/>
            <a:chOff x="4554337" y="1932101"/>
            <a:chExt cx="149400" cy="83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103" name="Tinta 102">
                  <a:extLst>
                    <a:ext uri="{FF2B5EF4-FFF2-40B4-BE49-F238E27FC236}">
                      <a16:creationId xmlns:a16="http://schemas.microsoft.com/office/drawing/2014/main" id="{65F628B8-EA49-9335-F63E-2CEAF244E1E7}"/>
                    </a:ext>
                  </a:extLst>
                </p14:cNvPr>
                <p14:cNvContentPartPr/>
                <p14:nvPr/>
              </p14:nvContentPartPr>
              <p14:xfrm>
                <a:off x="4571617" y="2012741"/>
                <a:ext cx="132120" cy="2520"/>
              </p14:xfrm>
            </p:contentPart>
          </mc:Choice>
          <mc:Fallback>
            <p:pic>
              <p:nvPicPr>
                <p:cNvPr id="103" name="Tinta 102">
                  <a:extLst>
                    <a:ext uri="{FF2B5EF4-FFF2-40B4-BE49-F238E27FC236}">
                      <a16:creationId xmlns:a16="http://schemas.microsoft.com/office/drawing/2014/main" id="{65F628B8-EA49-9335-F63E-2CEAF244E1E7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4553977" y="1994741"/>
                  <a:ext cx="16776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104" name="Tinta 103">
                  <a:extLst>
                    <a:ext uri="{FF2B5EF4-FFF2-40B4-BE49-F238E27FC236}">
                      <a16:creationId xmlns:a16="http://schemas.microsoft.com/office/drawing/2014/main" id="{5339CFD0-189C-B59E-E02C-97561AE9E3BA}"/>
                    </a:ext>
                  </a:extLst>
                </p14:cNvPr>
                <p14:cNvContentPartPr/>
                <p14:nvPr/>
              </p14:nvContentPartPr>
              <p14:xfrm>
                <a:off x="4554337" y="1932101"/>
                <a:ext cx="133200" cy="8280"/>
              </p14:xfrm>
            </p:contentPart>
          </mc:Choice>
          <mc:Fallback>
            <p:pic>
              <p:nvPicPr>
                <p:cNvPr id="104" name="Tinta 103">
                  <a:extLst>
                    <a:ext uri="{FF2B5EF4-FFF2-40B4-BE49-F238E27FC236}">
                      <a16:creationId xmlns:a16="http://schemas.microsoft.com/office/drawing/2014/main" id="{5339CFD0-189C-B59E-E02C-97561AE9E3BA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4536697" y="1914461"/>
                  <a:ext cx="168840" cy="4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1" name="Agrupar 110">
            <a:extLst>
              <a:ext uri="{FF2B5EF4-FFF2-40B4-BE49-F238E27FC236}">
                <a16:creationId xmlns:a16="http://schemas.microsoft.com/office/drawing/2014/main" id="{7A266AFB-B5B6-20E6-5A0D-7A3E81576C03}"/>
              </a:ext>
            </a:extLst>
          </p:cNvPr>
          <p:cNvGrpSpPr/>
          <p:nvPr/>
        </p:nvGrpSpPr>
        <p:grpSpPr>
          <a:xfrm>
            <a:off x="721777" y="2897621"/>
            <a:ext cx="656280" cy="177120"/>
            <a:chOff x="721777" y="2897621"/>
            <a:chExt cx="656280" cy="177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106" name="Tinta 105">
                  <a:extLst>
                    <a:ext uri="{FF2B5EF4-FFF2-40B4-BE49-F238E27FC236}">
                      <a16:creationId xmlns:a16="http://schemas.microsoft.com/office/drawing/2014/main" id="{F933096F-C353-D234-FD25-1231655EF5F7}"/>
                    </a:ext>
                  </a:extLst>
                </p14:cNvPr>
                <p14:cNvContentPartPr/>
                <p14:nvPr/>
              </p14:nvContentPartPr>
              <p14:xfrm>
                <a:off x="736897" y="3058901"/>
                <a:ext cx="156960" cy="2520"/>
              </p14:xfrm>
            </p:contentPart>
          </mc:Choice>
          <mc:Fallback>
            <p:pic>
              <p:nvPicPr>
                <p:cNvPr id="106" name="Tinta 105">
                  <a:extLst>
                    <a:ext uri="{FF2B5EF4-FFF2-40B4-BE49-F238E27FC236}">
                      <a16:creationId xmlns:a16="http://schemas.microsoft.com/office/drawing/2014/main" id="{F933096F-C353-D234-FD25-1231655EF5F7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718897" y="3040901"/>
                  <a:ext cx="1926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107" name="Tinta 106">
                  <a:extLst>
                    <a:ext uri="{FF2B5EF4-FFF2-40B4-BE49-F238E27FC236}">
                      <a16:creationId xmlns:a16="http://schemas.microsoft.com/office/drawing/2014/main" id="{C671A422-8CCA-6CFE-3E8D-0A735A44C410}"/>
                    </a:ext>
                  </a:extLst>
                </p14:cNvPr>
                <p14:cNvContentPartPr/>
                <p14:nvPr/>
              </p14:nvContentPartPr>
              <p14:xfrm>
                <a:off x="721777" y="2978261"/>
                <a:ext cx="173160" cy="3600"/>
              </p14:xfrm>
            </p:contentPart>
          </mc:Choice>
          <mc:Fallback>
            <p:pic>
              <p:nvPicPr>
                <p:cNvPr id="107" name="Tinta 106">
                  <a:extLst>
                    <a:ext uri="{FF2B5EF4-FFF2-40B4-BE49-F238E27FC236}">
                      <a16:creationId xmlns:a16="http://schemas.microsoft.com/office/drawing/2014/main" id="{C671A422-8CCA-6CFE-3E8D-0A735A44C410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704137" y="2960621"/>
                  <a:ext cx="2088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109" name="Tinta 108">
                  <a:extLst>
                    <a:ext uri="{FF2B5EF4-FFF2-40B4-BE49-F238E27FC236}">
                      <a16:creationId xmlns:a16="http://schemas.microsoft.com/office/drawing/2014/main" id="{FF42C612-4344-1B86-3D77-3F85F487AD28}"/>
                    </a:ext>
                  </a:extLst>
                </p14:cNvPr>
                <p14:cNvContentPartPr/>
                <p14:nvPr/>
              </p14:nvContentPartPr>
              <p14:xfrm>
                <a:off x="1046497" y="2897621"/>
                <a:ext cx="208800" cy="177120"/>
              </p14:xfrm>
            </p:contentPart>
          </mc:Choice>
          <mc:Fallback>
            <p:pic>
              <p:nvPicPr>
                <p:cNvPr id="109" name="Tinta 108">
                  <a:extLst>
                    <a:ext uri="{FF2B5EF4-FFF2-40B4-BE49-F238E27FC236}">
                      <a16:creationId xmlns:a16="http://schemas.microsoft.com/office/drawing/2014/main" id="{FF42C612-4344-1B86-3D77-3F85F487AD28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028497" y="2879981"/>
                  <a:ext cx="24444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110" name="Tinta 109">
                  <a:extLst>
                    <a:ext uri="{FF2B5EF4-FFF2-40B4-BE49-F238E27FC236}">
                      <a16:creationId xmlns:a16="http://schemas.microsoft.com/office/drawing/2014/main" id="{662A0B4D-29B6-898C-7C4B-748CC8DD1302}"/>
                    </a:ext>
                  </a:extLst>
                </p14:cNvPr>
                <p14:cNvContentPartPr/>
                <p14:nvPr/>
              </p14:nvContentPartPr>
              <p14:xfrm>
                <a:off x="1377697" y="3062141"/>
                <a:ext cx="360" cy="360"/>
              </p14:xfrm>
            </p:contentPart>
          </mc:Choice>
          <mc:Fallback>
            <p:pic>
              <p:nvPicPr>
                <p:cNvPr id="110" name="Tinta 109">
                  <a:extLst>
                    <a:ext uri="{FF2B5EF4-FFF2-40B4-BE49-F238E27FC236}">
                      <a16:creationId xmlns:a16="http://schemas.microsoft.com/office/drawing/2014/main" id="{662A0B4D-29B6-898C-7C4B-748CC8DD1302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359697" y="304450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Agrupar 113">
            <a:extLst>
              <a:ext uri="{FF2B5EF4-FFF2-40B4-BE49-F238E27FC236}">
                <a16:creationId xmlns:a16="http://schemas.microsoft.com/office/drawing/2014/main" id="{339BD3C5-32DA-ADD8-4CE7-470C75D0BC79}"/>
              </a:ext>
            </a:extLst>
          </p:cNvPr>
          <p:cNvGrpSpPr/>
          <p:nvPr/>
        </p:nvGrpSpPr>
        <p:grpSpPr>
          <a:xfrm>
            <a:off x="4011817" y="1734821"/>
            <a:ext cx="207360" cy="262800"/>
            <a:chOff x="4011817" y="1734821"/>
            <a:chExt cx="207360" cy="26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66" name="Tinta 65">
                  <a:extLst>
                    <a:ext uri="{FF2B5EF4-FFF2-40B4-BE49-F238E27FC236}">
                      <a16:creationId xmlns:a16="http://schemas.microsoft.com/office/drawing/2014/main" id="{EF1738B8-7ECE-2518-D78A-E9BB0CED7F4E}"/>
                    </a:ext>
                  </a:extLst>
                </p14:cNvPr>
                <p14:cNvContentPartPr/>
                <p14:nvPr/>
              </p14:nvContentPartPr>
              <p14:xfrm>
                <a:off x="4011817" y="1772621"/>
                <a:ext cx="132840" cy="215640"/>
              </p14:xfrm>
            </p:contentPart>
          </mc:Choice>
          <mc:Fallback>
            <p:pic>
              <p:nvPicPr>
                <p:cNvPr id="66" name="Tinta 65">
                  <a:extLst>
                    <a:ext uri="{FF2B5EF4-FFF2-40B4-BE49-F238E27FC236}">
                      <a16:creationId xmlns:a16="http://schemas.microsoft.com/office/drawing/2014/main" id="{EF1738B8-7ECE-2518-D78A-E9BB0CED7F4E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3993817" y="1754981"/>
                  <a:ext cx="16848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67" name="Tinta 66">
                  <a:extLst>
                    <a:ext uri="{FF2B5EF4-FFF2-40B4-BE49-F238E27FC236}">
                      <a16:creationId xmlns:a16="http://schemas.microsoft.com/office/drawing/2014/main" id="{27D25D01-AFDA-34F0-4841-FDE566972D53}"/>
                    </a:ext>
                  </a:extLst>
                </p14:cNvPr>
                <p14:cNvContentPartPr/>
                <p14:nvPr/>
              </p14:nvContentPartPr>
              <p14:xfrm>
                <a:off x="4041337" y="1809341"/>
                <a:ext cx="177840" cy="188280"/>
              </p14:xfrm>
            </p:contentPart>
          </mc:Choice>
          <mc:Fallback>
            <p:pic>
              <p:nvPicPr>
                <p:cNvPr id="67" name="Tinta 66">
                  <a:extLst>
                    <a:ext uri="{FF2B5EF4-FFF2-40B4-BE49-F238E27FC236}">
                      <a16:creationId xmlns:a16="http://schemas.microsoft.com/office/drawing/2014/main" id="{27D25D01-AFDA-34F0-4841-FDE566972D53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4023697" y="1791341"/>
                  <a:ext cx="21348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112" name="Tinta 111">
                  <a:extLst>
                    <a:ext uri="{FF2B5EF4-FFF2-40B4-BE49-F238E27FC236}">
                      <a16:creationId xmlns:a16="http://schemas.microsoft.com/office/drawing/2014/main" id="{83D85F58-BAD0-595C-7118-25F549E59C77}"/>
                    </a:ext>
                  </a:extLst>
                </p14:cNvPr>
                <p14:cNvContentPartPr/>
                <p14:nvPr/>
              </p14:nvContentPartPr>
              <p14:xfrm>
                <a:off x="4012897" y="1734821"/>
                <a:ext cx="118440" cy="201240"/>
              </p14:xfrm>
            </p:contentPart>
          </mc:Choice>
          <mc:Fallback>
            <p:pic>
              <p:nvPicPr>
                <p:cNvPr id="112" name="Tinta 111">
                  <a:extLst>
                    <a:ext uri="{FF2B5EF4-FFF2-40B4-BE49-F238E27FC236}">
                      <a16:creationId xmlns:a16="http://schemas.microsoft.com/office/drawing/2014/main" id="{83D85F58-BAD0-595C-7118-25F549E59C77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3994897" y="1717181"/>
                  <a:ext cx="15408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113" name="Tinta 112">
                  <a:extLst>
                    <a:ext uri="{FF2B5EF4-FFF2-40B4-BE49-F238E27FC236}">
                      <a16:creationId xmlns:a16="http://schemas.microsoft.com/office/drawing/2014/main" id="{F5186D70-2264-2D6A-F2D4-8417E9EA5A3F}"/>
                    </a:ext>
                  </a:extLst>
                </p14:cNvPr>
                <p14:cNvContentPartPr/>
                <p14:nvPr/>
              </p14:nvContentPartPr>
              <p14:xfrm>
                <a:off x="4038817" y="1756781"/>
                <a:ext cx="173160" cy="203760"/>
              </p14:xfrm>
            </p:contentPart>
          </mc:Choice>
          <mc:Fallback>
            <p:pic>
              <p:nvPicPr>
                <p:cNvPr id="113" name="Tinta 112">
                  <a:extLst>
                    <a:ext uri="{FF2B5EF4-FFF2-40B4-BE49-F238E27FC236}">
                      <a16:creationId xmlns:a16="http://schemas.microsoft.com/office/drawing/2014/main" id="{F5186D70-2264-2D6A-F2D4-8417E9EA5A3F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4021177" y="1738781"/>
                  <a:ext cx="208800" cy="23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7" name="Agrupar 126">
            <a:extLst>
              <a:ext uri="{FF2B5EF4-FFF2-40B4-BE49-F238E27FC236}">
                <a16:creationId xmlns:a16="http://schemas.microsoft.com/office/drawing/2014/main" id="{9FDD1D33-7061-AC08-C834-1DF966DC83E6}"/>
              </a:ext>
            </a:extLst>
          </p:cNvPr>
          <p:cNvGrpSpPr/>
          <p:nvPr/>
        </p:nvGrpSpPr>
        <p:grpSpPr>
          <a:xfrm>
            <a:off x="1479577" y="2488661"/>
            <a:ext cx="514440" cy="641160"/>
            <a:chOff x="1479577" y="2488661"/>
            <a:chExt cx="514440" cy="641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115" name="Tinta 114">
                  <a:extLst>
                    <a:ext uri="{FF2B5EF4-FFF2-40B4-BE49-F238E27FC236}">
                      <a16:creationId xmlns:a16="http://schemas.microsoft.com/office/drawing/2014/main" id="{C2AAFE53-B3D9-4AE4-F0AA-B61707C0CE86}"/>
                    </a:ext>
                  </a:extLst>
                </p14:cNvPr>
                <p14:cNvContentPartPr/>
                <p14:nvPr/>
              </p14:nvContentPartPr>
              <p14:xfrm>
                <a:off x="1516657" y="2863061"/>
                <a:ext cx="98640" cy="185760"/>
              </p14:xfrm>
            </p:contentPart>
          </mc:Choice>
          <mc:Fallback>
            <p:pic>
              <p:nvPicPr>
                <p:cNvPr id="115" name="Tinta 114">
                  <a:extLst>
                    <a:ext uri="{FF2B5EF4-FFF2-40B4-BE49-F238E27FC236}">
                      <a16:creationId xmlns:a16="http://schemas.microsoft.com/office/drawing/2014/main" id="{C2AAFE53-B3D9-4AE4-F0AA-B61707C0CE86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499017" y="2845421"/>
                  <a:ext cx="13428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116" name="Tinta 115">
                  <a:extLst>
                    <a:ext uri="{FF2B5EF4-FFF2-40B4-BE49-F238E27FC236}">
                      <a16:creationId xmlns:a16="http://schemas.microsoft.com/office/drawing/2014/main" id="{14F2F9B6-AA69-3F74-1E61-D43B0FC53655}"/>
                    </a:ext>
                  </a:extLst>
                </p14:cNvPr>
                <p14:cNvContentPartPr/>
                <p14:nvPr/>
              </p14:nvContentPartPr>
              <p14:xfrm>
                <a:off x="1515577" y="2895461"/>
                <a:ext cx="175320" cy="180360"/>
              </p14:xfrm>
            </p:contentPart>
          </mc:Choice>
          <mc:Fallback>
            <p:pic>
              <p:nvPicPr>
                <p:cNvPr id="116" name="Tinta 115">
                  <a:extLst>
                    <a:ext uri="{FF2B5EF4-FFF2-40B4-BE49-F238E27FC236}">
                      <a16:creationId xmlns:a16="http://schemas.microsoft.com/office/drawing/2014/main" id="{14F2F9B6-AA69-3F74-1E61-D43B0FC53655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497577" y="2877821"/>
                  <a:ext cx="21096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117" name="Tinta 116">
                  <a:extLst>
                    <a:ext uri="{FF2B5EF4-FFF2-40B4-BE49-F238E27FC236}">
                      <a16:creationId xmlns:a16="http://schemas.microsoft.com/office/drawing/2014/main" id="{242394B5-D005-C93A-3924-59F557B1C7B4}"/>
                    </a:ext>
                  </a:extLst>
                </p14:cNvPr>
                <p14:cNvContentPartPr/>
                <p14:nvPr/>
              </p14:nvContentPartPr>
              <p14:xfrm>
                <a:off x="1593337" y="2505581"/>
                <a:ext cx="131040" cy="256320"/>
              </p14:xfrm>
            </p:contentPart>
          </mc:Choice>
          <mc:Fallback>
            <p:pic>
              <p:nvPicPr>
                <p:cNvPr id="117" name="Tinta 116">
                  <a:extLst>
                    <a:ext uri="{FF2B5EF4-FFF2-40B4-BE49-F238E27FC236}">
                      <a16:creationId xmlns:a16="http://schemas.microsoft.com/office/drawing/2014/main" id="{242394B5-D005-C93A-3924-59F557B1C7B4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575697" y="2487581"/>
                  <a:ext cx="16668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118" name="Tinta 117">
                  <a:extLst>
                    <a:ext uri="{FF2B5EF4-FFF2-40B4-BE49-F238E27FC236}">
                      <a16:creationId xmlns:a16="http://schemas.microsoft.com/office/drawing/2014/main" id="{BC92FC07-F58E-4A4B-92A2-1D78C6BD8818}"/>
                    </a:ext>
                  </a:extLst>
                </p14:cNvPr>
                <p14:cNvContentPartPr/>
                <p14:nvPr/>
              </p14:nvContentPartPr>
              <p14:xfrm>
                <a:off x="1799977" y="2542301"/>
                <a:ext cx="15120" cy="145800"/>
              </p14:xfrm>
            </p:contentPart>
          </mc:Choice>
          <mc:Fallback>
            <p:pic>
              <p:nvPicPr>
                <p:cNvPr id="118" name="Tinta 117">
                  <a:extLst>
                    <a:ext uri="{FF2B5EF4-FFF2-40B4-BE49-F238E27FC236}">
                      <a16:creationId xmlns:a16="http://schemas.microsoft.com/office/drawing/2014/main" id="{BC92FC07-F58E-4A4B-92A2-1D78C6BD8818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781977" y="2524661"/>
                  <a:ext cx="5076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119" name="Tinta 118">
                  <a:extLst>
                    <a:ext uri="{FF2B5EF4-FFF2-40B4-BE49-F238E27FC236}">
                      <a16:creationId xmlns:a16="http://schemas.microsoft.com/office/drawing/2014/main" id="{1072F6E0-B260-66FF-C4F3-A5115707AD67}"/>
                    </a:ext>
                  </a:extLst>
                </p14:cNvPr>
                <p14:cNvContentPartPr/>
                <p14:nvPr/>
              </p14:nvContentPartPr>
              <p14:xfrm>
                <a:off x="1760017" y="2608541"/>
                <a:ext cx="91080" cy="11520"/>
              </p14:xfrm>
            </p:contentPart>
          </mc:Choice>
          <mc:Fallback>
            <p:pic>
              <p:nvPicPr>
                <p:cNvPr id="119" name="Tinta 118">
                  <a:extLst>
                    <a:ext uri="{FF2B5EF4-FFF2-40B4-BE49-F238E27FC236}">
                      <a16:creationId xmlns:a16="http://schemas.microsoft.com/office/drawing/2014/main" id="{1072F6E0-B260-66FF-C4F3-A5115707AD67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742377" y="2590541"/>
                  <a:ext cx="12672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120" name="Tinta 119">
                  <a:extLst>
                    <a:ext uri="{FF2B5EF4-FFF2-40B4-BE49-F238E27FC236}">
                      <a16:creationId xmlns:a16="http://schemas.microsoft.com/office/drawing/2014/main" id="{9E9E1457-4B68-1B4C-AA6F-E7FC4EC95BF5}"/>
                    </a:ext>
                  </a:extLst>
                </p14:cNvPr>
                <p14:cNvContentPartPr/>
                <p14:nvPr/>
              </p14:nvContentPartPr>
              <p14:xfrm>
                <a:off x="1914097" y="2488661"/>
                <a:ext cx="79920" cy="163440"/>
              </p14:xfrm>
            </p:contentPart>
          </mc:Choice>
          <mc:Fallback>
            <p:pic>
              <p:nvPicPr>
                <p:cNvPr id="120" name="Tinta 119">
                  <a:extLst>
                    <a:ext uri="{FF2B5EF4-FFF2-40B4-BE49-F238E27FC236}">
                      <a16:creationId xmlns:a16="http://schemas.microsoft.com/office/drawing/2014/main" id="{9E9E1457-4B68-1B4C-AA6F-E7FC4EC95BF5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896097" y="2471021"/>
                  <a:ext cx="11556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121" name="Tinta 120">
                  <a:extLst>
                    <a:ext uri="{FF2B5EF4-FFF2-40B4-BE49-F238E27FC236}">
                      <a16:creationId xmlns:a16="http://schemas.microsoft.com/office/drawing/2014/main" id="{FB1E7DB7-1191-7256-F929-4E281099252F}"/>
                    </a:ext>
                  </a:extLst>
                </p14:cNvPr>
                <p14:cNvContentPartPr/>
                <p14:nvPr/>
              </p14:nvContentPartPr>
              <p14:xfrm>
                <a:off x="1479577" y="3079061"/>
                <a:ext cx="384120" cy="50760"/>
              </p14:xfrm>
            </p:contentPart>
          </mc:Choice>
          <mc:Fallback>
            <p:pic>
              <p:nvPicPr>
                <p:cNvPr id="121" name="Tinta 120">
                  <a:extLst>
                    <a:ext uri="{FF2B5EF4-FFF2-40B4-BE49-F238E27FC236}">
                      <a16:creationId xmlns:a16="http://schemas.microsoft.com/office/drawing/2014/main" id="{FB1E7DB7-1191-7256-F929-4E281099252F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461577" y="3061061"/>
                  <a:ext cx="419760" cy="86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6" name="Agrupar 125">
            <a:extLst>
              <a:ext uri="{FF2B5EF4-FFF2-40B4-BE49-F238E27FC236}">
                <a16:creationId xmlns:a16="http://schemas.microsoft.com/office/drawing/2014/main" id="{2D2EF675-4587-63AE-D038-B099126716A5}"/>
              </a:ext>
            </a:extLst>
          </p:cNvPr>
          <p:cNvGrpSpPr/>
          <p:nvPr/>
        </p:nvGrpSpPr>
        <p:grpSpPr>
          <a:xfrm>
            <a:off x="1586137" y="3239981"/>
            <a:ext cx="465120" cy="245160"/>
            <a:chOff x="1586137" y="3239981"/>
            <a:chExt cx="465120" cy="245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122" name="Tinta 121">
                  <a:extLst>
                    <a:ext uri="{FF2B5EF4-FFF2-40B4-BE49-F238E27FC236}">
                      <a16:creationId xmlns:a16="http://schemas.microsoft.com/office/drawing/2014/main" id="{1942DB12-6FB4-8AE4-D461-DC1E6267525E}"/>
                    </a:ext>
                  </a:extLst>
                </p14:cNvPr>
                <p14:cNvContentPartPr/>
                <p14:nvPr/>
              </p14:nvContentPartPr>
              <p14:xfrm>
                <a:off x="1586137" y="3239981"/>
                <a:ext cx="156960" cy="245160"/>
              </p14:xfrm>
            </p:contentPart>
          </mc:Choice>
          <mc:Fallback>
            <p:pic>
              <p:nvPicPr>
                <p:cNvPr id="122" name="Tinta 121">
                  <a:extLst>
                    <a:ext uri="{FF2B5EF4-FFF2-40B4-BE49-F238E27FC236}">
                      <a16:creationId xmlns:a16="http://schemas.microsoft.com/office/drawing/2014/main" id="{1942DB12-6FB4-8AE4-D461-DC1E6267525E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568497" y="3221981"/>
                  <a:ext cx="19260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123" name="Tinta 122">
                  <a:extLst>
                    <a:ext uri="{FF2B5EF4-FFF2-40B4-BE49-F238E27FC236}">
                      <a16:creationId xmlns:a16="http://schemas.microsoft.com/office/drawing/2014/main" id="{FA1CCA64-6862-0AB5-55D6-E65900BB29C1}"/>
                    </a:ext>
                  </a:extLst>
                </p14:cNvPr>
                <p14:cNvContentPartPr/>
                <p14:nvPr/>
              </p14:nvContentPartPr>
              <p14:xfrm>
                <a:off x="1847137" y="3264461"/>
                <a:ext cx="10440" cy="181440"/>
              </p14:xfrm>
            </p:contentPart>
          </mc:Choice>
          <mc:Fallback>
            <p:pic>
              <p:nvPicPr>
                <p:cNvPr id="123" name="Tinta 122">
                  <a:extLst>
                    <a:ext uri="{FF2B5EF4-FFF2-40B4-BE49-F238E27FC236}">
                      <a16:creationId xmlns:a16="http://schemas.microsoft.com/office/drawing/2014/main" id="{FA1CCA64-6862-0AB5-55D6-E65900BB29C1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1829137" y="3246461"/>
                  <a:ext cx="4608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124" name="Tinta 123">
                  <a:extLst>
                    <a:ext uri="{FF2B5EF4-FFF2-40B4-BE49-F238E27FC236}">
                      <a16:creationId xmlns:a16="http://schemas.microsoft.com/office/drawing/2014/main" id="{D91E120A-C7FA-4256-0254-ACEA3B368F7A}"/>
                    </a:ext>
                  </a:extLst>
                </p14:cNvPr>
                <p14:cNvContentPartPr/>
                <p14:nvPr/>
              </p14:nvContentPartPr>
              <p14:xfrm>
                <a:off x="1815817" y="3338261"/>
                <a:ext cx="93600" cy="17280"/>
              </p14:xfrm>
            </p:contentPart>
          </mc:Choice>
          <mc:Fallback>
            <p:pic>
              <p:nvPicPr>
                <p:cNvPr id="124" name="Tinta 123">
                  <a:extLst>
                    <a:ext uri="{FF2B5EF4-FFF2-40B4-BE49-F238E27FC236}">
                      <a16:creationId xmlns:a16="http://schemas.microsoft.com/office/drawing/2014/main" id="{D91E120A-C7FA-4256-0254-ACEA3B368F7A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1798177" y="3320261"/>
                  <a:ext cx="12924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125" name="Tinta 124">
                  <a:extLst>
                    <a:ext uri="{FF2B5EF4-FFF2-40B4-BE49-F238E27FC236}">
                      <a16:creationId xmlns:a16="http://schemas.microsoft.com/office/drawing/2014/main" id="{F782675E-41BB-41AB-69D7-B6DF356496AD}"/>
                    </a:ext>
                  </a:extLst>
                </p14:cNvPr>
                <p14:cNvContentPartPr/>
                <p14:nvPr/>
              </p14:nvContentPartPr>
              <p14:xfrm>
                <a:off x="1985017" y="3270221"/>
                <a:ext cx="66240" cy="196920"/>
              </p14:xfrm>
            </p:contentPart>
          </mc:Choice>
          <mc:Fallback>
            <p:pic>
              <p:nvPicPr>
                <p:cNvPr id="125" name="Tinta 124">
                  <a:extLst>
                    <a:ext uri="{FF2B5EF4-FFF2-40B4-BE49-F238E27FC236}">
                      <a16:creationId xmlns:a16="http://schemas.microsoft.com/office/drawing/2014/main" id="{F782675E-41BB-41AB-69D7-B6DF356496AD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1967017" y="3252221"/>
                  <a:ext cx="101880" cy="23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0" name="Agrupar 129">
            <a:extLst>
              <a:ext uri="{FF2B5EF4-FFF2-40B4-BE49-F238E27FC236}">
                <a16:creationId xmlns:a16="http://schemas.microsoft.com/office/drawing/2014/main" id="{0502B9C0-1EF5-2ACB-D3DB-FBECFE89EFEE}"/>
              </a:ext>
            </a:extLst>
          </p:cNvPr>
          <p:cNvGrpSpPr/>
          <p:nvPr/>
        </p:nvGrpSpPr>
        <p:grpSpPr>
          <a:xfrm>
            <a:off x="2138737" y="2883221"/>
            <a:ext cx="122040" cy="220680"/>
            <a:chOff x="2138737" y="2883221"/>
            <a:chExt cx="122040" cy="220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28" name="Tinta 127">
                  <a:extLst>
                    <a:ext uri="{FF2B5EF4-FFF2-40B4-BE49-F238E27FC236}">
                      <a16:creationId xmlns:a16="http://schemas.microsoft.com/office/drawing/2014/main" id="{C239A95C-7D45-E2E2-A618-2C9134EABD5D}"/>
                    </a:ext>
                  </a:extLst>
                </p14:cNvPr>
                <p14:cNvContentPartPr/>
                <p14:nvPr/>
              </p14:nvContentPartPr>
              <p14:xfrm>
                <a:off x="2176537" y="2883221"/>
                <a:ext cx="22320" cy="220680"/>
              </p14:xfrm>
            </p:contentPart>
          </mc:Choice>
          <mc:Fallback>
            <p:pic>
              <p:nvPicPr>
                <p:cNvPr id="128" name="Tinta 127">
                  <a:extLst>
                    <a:ext uri="{FF2B5EF4-FFF2-40B4-BE49-F238E27FC236}">
                      <a16:creationId xmlns:a16="http://schemas.microsoft.com/office/drawing/2014/main" id="{C239A95C-7D45-E2E2-A618-2C9134EABD5D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2158537" y="2865581"/>
                  <a:ext cx="5796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29" name="Tinta 128">
                  <a:extLst>
                    <a:ext uri="{FF2B5EF4-FFF2-40B4-BE49-F238E27FC236}">
                      <a16:creationId xmlns:a16="http://schemas.microsoft.com/office/drawing/2014/main" id="{B31D4B2B-4A86-0667-3300-B7B8C5B8EBB9}"/>
                    </a:ext>
                  </a:extLst>
                </p14:cNvPr>
                <p14:cNvContentPartPr/>
                <p14:nvPr/>
              </p14:nvContentPartPr>
              <p14:xfrm>
                <a:off x="2138737" y="3001661"/>
                <a:ext cx="122040" cy="7200"/>
              </p14:xfrm>
            </p:contentPart>
          </mc:Choice>
          <mc:Fallback>
            <p:pic>
              <p:nvPicPr>
                <p:cNvPr id="129" name="Tinta 128">
                  <a:extLst>
                    <a:ext uri="{FF2B5EF4-FFF2-40B4-BE49-F238E27FC236}">
                      <a16:creationId xmlns:a16="http://schemas.microsoft.com/office/drawing/2014/main" id="{B31D4B2B-4A86-0667-3300-B7B8C5B8EBB9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2121097" y="2984021"/>
                  <a:ext cx="157680" cy="4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0" name="Agrupar 149">
            <a:extLst>
              <a:ext uri="{FF2B5EF4-FFF2-40B4-BE49-F238E27FC236}">
                <a16:creationId xmlns:a16="http://schemas.microsoft.com/office/drawing/2014/main" id="{B9C2C982-7896-EB37-654D-5291851262A4}"/>
              </a:ext>
            </a:extLst>
          </p:cNvPr>
          <p:cNvGrpSpPr/>
          <p:nvPr/>
        </p:nvGrpSpPr>
        <p:grpSpPr>
          <a:xfrm>
            <a:off x="2454457" y="2739221"/>
            <a:ext cx="200160" cy="385200"/>
            <a:chOff x="2454457" y="2739221"/>
            <a:chExt cx="200160" cy="385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47" name="Tinta 146">
                  <a:extLst>
                    <a:ext uri="{FF2B5EF4-FFF2-40B4-BE49-F238E27FC236}">
                      <a16:creationId xmlns:a16="http://schemas.microsoft.com/office/drawing/2014/main" id="{55AC849A-40AD-CAE4-94F3-96A134B950F0}"/>
                    </a:ext>
                  </a:extLst>
                </p14:cNvPr>
                <p14:cNvContentPartPr/>
                <p14:nvPr/>
              </p14:nvContentPartPr>
              <p14:xfrm>
                <a:off x="2454457" y="2739221"/>
                <a:ext cx="41400" cy="332640"/>
              </p14:xfrm>
            </p:contentPart>
          </mc:Choice>
          <mc:Fallback>
            <p:pic>
              <p:nvPicPr>
                <p:cNvPr id="147" name="Tinta 146">
                  <a:extLst>
                    <a:ext uri="{FF2B5EF4-FFF2-40B4-BE49-F238E27FC236}">
                      <a16:creationId xmlns:a16="http://schemas.microsoft.com/office/drawing/2014/main" id="{55AC849A-40AD-CAE4-94F3-96A134B950F0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2436457" y="2721221"/>
                  <a:ext cx="77040" cy="36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48" name="Tinta 147">
                  <a:extLst>
                    <a:ext uri="{FF2B5EF4-FFF2-40B4-BE49-F238E27FC236}">
                      <a16:creationId xmlns:a16="http://schemas.microsoft.com/office/drawing/2014/main" id="{27AF9A19-6742-3F92-93F7-BA873C10D3A1}"/>
                    </a:ext>
                  </a:extLst>
                </p14:cNvPr>
                <p14:cNvContentPartPr/>
                <p14:nvPr/>
              </p14:nvContentPartPr>
              <p14:xfrm>
                <a:off x="2475337" y="2959541"/>
                <a:ext cx="139680" cy="164880"/>
              </p14:xfrm>
            </p:contentPart>
          </mc:Choice>
          <mc:Fallback>
            <p:pic>
              <p:nvPicPr>
                <p:cNvPr id="148" name="Tinta 147">
                  <a:extLst>
                    <a:ext uri="{FF2B5EF4-FFF2-40B4-BE49-F238E27FC236}">
                      <a16:creationId xmlns:a16="http://schemas.microsoft.com/office/drawing/2014/main" id="{27AF9A19-6742-3F92-93F7-BA873C10D3A1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2457697" y="2941541"/>
                  <a:ext cx="17532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49" name="Tinta 148">
                  <a:extLst>
                    <a:ext uri="{FF2B5EF4-FFF2-40B4-BE49-F238E27FC236}">
                      <a16:creationId xmlns:a16="http://schemas.microsoft.com/office/drawing/2014/main" id="{1A0F6B96-E300-95D4-FE02-DD1FE1E15BFF}"/>
                    </a:ext>
                  </a:extLst>
                </p14:cNvPr>
                <p14:cNvContentPartPr/>
                <p14:nvPr/>
              </p14:nvContentPartPr>
              <p14:xfrm>
                <a:off x="2654257" y="3086621"/>
                <a:ext cx="360" cy="360"/>
              </p14:xfrm>
            </p:contentPart>
          </mc:Choice>
          <mc:Fallback>
            <p:pic>
              <p:nvPicPr>
                <p:cNvPr id="149" name="Tinta 148">
                  <a:extLst>
                    <a:ext uri="{FF2B5EF4-FFF2-40B4-BE49-F238E27FC236}">
                      <a16:creationId xmlns:a16="http://schemas.microsoft.com/office/drawing/2014/main" id="{1A0F6B96-E300-95D4-FE02-DD1FE1E15BFF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2636257" y="306898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3" name="Agrupar 152">
            <a:extLst>
              <a:ext uri="{FF2B5EF4-FFF2-40B4-BE49-F238E27FC236}">
                <a16:creationId xmlns:a16="http://schemas.microsoft.com/office/drawing/2014/main" id="{6E4D2093-C5E7-F7FA-C484-A0B658D0492C}"/>
              </a:ext>
            </a:extLst>
          </p:cNvPr>
          <p:cNvGrpSpPr/>
          <p:nvPr/>
        </p:nvGrpSpPr>
        <p:grpSpPr>
          <a:xfrm>
            <a:off x="2774857" y="2850821"/>
            <a:ext cx="183960" cy="202680"/>
            <a:chOff x="2774857" y="2850821"/>
            <a:chExt cx="183960" cy="202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51" name="Tinta 150">
                  <a:extLst>
                    <a:ext uri="{FF2B5EF4-FFF2-40B4-BE49-F238E27FC236}">
                      <a16:creationId xmlns:a16="http://schemas.microsoft.com/office/drawing/2014/main" id="{E52FC99D-B90D-1C8F-B0AC-011222B20AED}"/>
                    </a:ext>
                  </a:extLst>
                </p14:cNvPr>
                <p14:cNvContentPartPr/>
                <p14:nvPr/>
              </p14:nvContentPartPr>
              <p14:xfrm>
                <a:off x="2774857" y="2850821"/>
                <a:ext cx="110880" cy="202680"/>
              </p14:xfrm>
            </p:contentPart>
          </mc:Choice>
          <mc:Fallback>
            <p:pic>
              <p:nvPicPr>
                <p:cNvPr id="151" name="Tinta 150">
                  <a:extLst>
                    <a:ext uri="{FF2B5EF4-FFF2-40B4-BE49-F238E27FC236}">
                      <a16:creationId xmlns:a16="http://schemas.microsoft.com/office/drawing/2014/main" id="{E52FC99D-B90D-1C8F-B0AC-011222B20AED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756857" y="2833181"/>
                  <a:ext cx="14652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52" name="Tinta 151">
                  <a:extLst>
                    <a:ext uri="{FF2B5EF4-FFF2-40B4-BE49-F238E27FC236}">
                      <a16:creationId xmlns:a16="http://schemas.microsoft.com/office/drawing/2014/main" id="{AAC537F2-B523-4078-3E07-D4095ECAB15C}"/>
                    </a:ext>
                  </a:extLst>
                </p14:cNvPr>
                <p14:cNvContentPartPr/>
                <p14:nvPr/>
              </p14:nvContentPartPr>
              <p14:xfrm>
                <a:off x="2778457" y="2890061"/>
                <a:ext cx="180360" cy="155880"/>
              </p14:xfrm>
            </p:contentPart>
          </mc:Choice>
          <mc:Fallback>
            <p:pic>
              <p:nvPicPr>
                <p:cNvPr id="152" name="Tinta 151">
                  <a:extLst>
                    <a:ext uri="{FF2B5EF4-FFF2-40B4-BE49-F238E27FC236}">
                      <a16:creationId xmlns:a16="http://schemas.microsoft.com/office/drawing/2014/main" id="{AAC537F2-B523-4078-3E07-D4095ECAB15C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2760457" y="2872061"/>
                  <a:ext cx="216000" cy="19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8" name="Agrupar 157">
            <a:extLst>
              <a:ext uri="{FF2B5EF4-FFF2-40B4-BE49-F238E27FC236}">
                <a16:creationId xmlns:a16="http://schemas.microsoft.com/office/drawing/2014/main" id="{13CF249D-649A-CFAB-2ADA-B617ED7C8D87}"/>
              </a:ext>
            </a:extLst>
          </p:cNvPr>
          <p:cNvGrpSpPr/>
          <p:nvPr/>
        </p:nvGrpSpPr>
        <p:grpSpPr>
          <a:xfrm>
            <a:off x="2904457" y="2543741"/>
            <a:ext cx="349920" cy="214920"/>
            <a:chOff x="2904457" y="2543741"/>
            <a:chExt cx="349920" cy="214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54" name="Tinta 153">
                  <a:extLst>
                    <a:ext uri="{FF2B5EF4-FFF2-40B4-BE49-F238E27FC236}">
                      <a16:creationId xmlns:a16="http://schemas.microsoft.com/office/drawing/2014/main" id="{F0527D04-153A-10D2-0F69-750328196B52}"/>
                    </a:ext>
                  </a:extLst>
                </p14:cNvPr>
                <p14:cNvContentPartPr/>
                <p14:nvPr/>
              </p14:nvContentPartPr>
              <p14:xfrm>
                <a:off x="2904457" y="2573981"/>
                <a:ext cx="99360" cy="184680"/>
              </p14:xfrm>
            </p:contentPart>
          </mc:Choice>
          <mc:Fallback>
            <p:pic>
              <p:nvPicPr>
                <p:cNvPr id="154" name="Tinta 153">
                  <a:extLst>
                    <a:ext uri="{FF2B5EF4-FFF2-40B4-BE49-F238E27FC236}">
                      <a16:creationId xmlns:a16="http://schemas.microsoft.com/office/drawing/2014/main" id="{F0527D04-153A-10D2-0F69-750328196B52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2886817" y="2555981"/>
                  <a:ext cx="13500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55" name="Tinta 154">
                  <a:extLst>
                    <a:ext uri="{FF2B5EF4-FFF2-40B4-BE49-F238E27FC236}">
                      <a16:creationId xmlns:a16="http://schemas.microsoft.com/office/drawing/2014/main" id="{2B2CB619-0B6F-4403-120A-1A098E5BBA5F}"/>
                    </a:ext>
                  </a:extLst>
                </p14:cNvPr>
                <p14:cNvContentPartPr/>
                <p14:nvPr/>
              </p14:nvContentPartPr>
              <p14:xfrm>
                <a:off x="3062857" y="2543741"/>
                <a:ext cx="22680" cy="200520"/>
              </p14:xfrm>
            </p:contentPart>
          </mc:Choice>
          <mc:Fallback>
            <p:pic>
              <p:nvPicPr>
                <p:cNvPr id="155" name="Tinta 154">
                  <a:extLst>
                    <a:ext uri="{FF2B5EF4-FFF2-40B4-BE49-F238E27FC236}">
                      <a16:creationId xmlns:a16="http://schemas.microsoft.com/office/drawing/2014/main" id="{2B2CB619-0B6F-4403-120A-1A098E5BBA5F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3044857" y="2525741"/>
                  <a:ext cx="5832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56" name="Tinta 155">
                  <a:extLst>
                    <a:ext uri="{FF2B5EF4-FFF2-40B4-BE49-F238E27FC236}">
                      <a16:creationId xmlns:a16="http://schemas.microsoft.com/office/drawing/2014/main" id="{4B2EC5AF-4EB9-D361-64EA-7240F7D5CD57}"/>
                    </a:ext>
                  </a:extLst>
                </p14:cNvPr>
                <p14:cNvContentPartPr/>
                <p14:nvPr/>
              </p14:nvContentPartPr>
              <p14:xfrm>
                <a:off x="3043057" y="2646341"/>
                <a:ext cx="98640" cy="9360"/>
              </p14:xfrm>
            </p:contentPart>
          </mc:Choice>
          <mc:Fallback>
            <p:pic>
              <p:nvPicPr>
                <p:cNvPr id="156" name="Tinta 155">
                  <a:extLst>
                    <a:ext uri="{FF2B5EF4-FFF2-40B4-BE49-F238E27FC236}">
                      <a16:creationId xmlns:a16="http://schemas.microsoft.com/office/drawing/2014/main" id="{4B2EC5AF-4EB9-D361-64EA-7240F7D5CD57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3025057" y="2628701"/>
                  <a:ext cx="13428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57" name="Tinta 156">
                  <a:extLst>
                    <a:ext uri="{FF2B5EF4-FFF2-40B4-BE49-F238E27FC236}">
                      <a16:creationId xmlns:a16="http://schemas.microsoft.com/office/drawing/2014/main" id="{A2C07BD8-FB82-9F73-8A14-018119449B44}"/>
                    </a:ext>
                  </a:extLst>
                </p14:cNvPr>
                <p14:cNvContentPartPr/>
                <p14:nvPr/>
              </p14:nvContentPartPr>
              <p14:xfrm>
                <a:off x="3184537" y="2560301"/>
                <a:ext cx="69840" cy="172800"/>
              </p14:xfrm>
            </p:contentPart>
          </mc:Choice>
          <mc:Fallback>
            <p:pic>
              <p:nvPicPr>
                <p:cNvPr id="157" name="Tinta 156">
                  <a:extLst>
                    <a:ext uri="{FF2B5EF4-FFF2-40B4-BE49-F238E27FC236}">
                      <a16:creationId xmlns:a16="http://schemas.microsoft.com/office/drawing/2014/main" id="{A2C07BD8-FB82-9F73-8A14-018119449B44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3166897" y="2542661"/>
                  <a:ext cx="105480" cy="208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8">
            <p14:nvContentPartPr>
              <p14:cNvPr id="159" name="Tinta 158">
                <a:extLst>
                  <a:ext uri="{FF2B5EF4-FFF2-40B4-BE49-F238E27FC236}">
                    <a16:creationId xmlns:a16="http://schemas.microsoft.com/office/drawing/2014/main" id="{B423DC8D-4B7C-1157-B323-2BFC71233845}"/>
                  </a:ext>
                </a:extLst>
              </p14:cNvPr>
              <p14:cNvContentPartPr/>
              <p14:nvPr/>
            </p14:nvContentPartPr>
            <p14:xfrm>
              <a:off x="2759737" y="3151421"/>
              <a:ext cx="345600" cy="51840"/>
            </p14:xfrm>
          </p:contentPart>
        </mc:Choice>
        <mc:Fallback>
          <p:pic>
            <p:nvPicPr>
              <p:cNvPr id="159" name="Tinta 158">
                <a:extLst>
                  <a:ext uri="{FF2B5EF4-FFF2-40B4-BE49-F238E27FC236}">
                    <a16:creationId xmlns:a16="http://schemas.microsoft.com/office/drawing/2014/main" id="{B423DC8D-4B7C-1157-B323-2BFC71233845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2742097" y="3133781"/>
                <a:ext cx="381240" cy="87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64" name="Agrupar 163">
            <a:extLst>
              <a:ext uri="{FF2B5EF4-FFF2-40B4-BE49-F238E27FC236}">
                <a16:creationId xmlns:a16="http://schemas.microsoft.com/office/drawing/2014/main" id="{83F9381C-31C7-903A-5913-48E2975188CB}"/>
              </a:ext>
            </a:extLst>
          </p:cNvPr>
          <p:cNvGrpSpPr/>
          <p:nvPr/>
        </p:nvGrpSpPr>
        <p:grpSpPr>
          <a:xfrm>
            <a:off x="2842897" y="3313781"/>
            <a:ext cx="416520" cy="222480"/>
            <a:chOff x="2842897" y="3313781"/>
            <a:chExt cx="416520" cy="222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60" name="Tinta 159">
                  <a:extLst>
                    <a:ext uri="{FF2B5EF4-FFF2-40B4-BE49-F238E27FC236}">
                      <a16:creationId xmlns:a16="http://schemas.microsoft.com/office/drawing/2014/main" id="{B445380B-7272-C471-88D8-0731A9613771}"/>
                    </a:ext>
                  </a:extLst>
                </p14:cNvPr>
                <p14:cNvContentPartPr/>
                <p14:nvPr/>
              </p14:nvContentPartPr>
              <p14:xfrm>
                <a:off x="2842897" y="3318461"/>
                <a:ext cx="87480" cy="217800"/>
              </p14:xfrm>
            </p:contentPart>
          </mc:Choice>
          <mc:Fallback>
            <p:pic>
              <p:nvPicPr>
                <p:cNvPr id="160" name="Tinta 159">
                  <a:extLst>
                    <a:ext uri="{FF2B5EF4-FFF2-40B4-BE49-F238E27FC236}">
                      <a16:creationId xmlns:a16="http://schemas.microsoft.com/office/drawing/2014/main" id="{B445380B-7272-C471-88D8-0731A9613771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2825257" y="3300821"/>
                  <a:ext cx="12312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61" name="Tinta 160">
                  <a:extLst>
                    <a:ext uri="{FF2B5EF4-FFF2-40B4-BE49-F238E27FC236}">
                      <a16:creationId xmlns:a16="http://schemas.microsoft.com/office/drawing/2014/main" id="{886E7263-D91F-FD5D-3950-7EC9D04A941B}"/>
                    </a:ext>
                  </a:extLst>
                </p14:cNvPr>
                <p14:cNvContentPartPr/>
                <p14:nvPr/>
              </p14:nvContentPartPr>
              <p14:xfrm>
                <a:off x="3003097" y="3314861"/>
                <a:ext cx="32760" cy="185760"/>
              </p14:xfrm>
            </p:contentPart>
          </mc:Choice>
          <mc:Fallback>
            <p:pic>
              <p:nvPicPr>
                <p:cNvPr id="161" name="Tinta 160">
                  <a:extLst>
                    <a:ext uri="{FF2B5EF4-FFF2-40B4-BE49-F238E27FC236}">
                      <a16:creationId xmlns:a16="http://schemas.microsoft.com/office/drawing/2014/main" id="{886E7263-D91F-FD5D-3950-7EC9D04A941B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2985457" y="3296861"/>
                  <a:ext cx="6840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62" name="Tinta 161">
                  <a:extLst>
                    <a:ext uri="{FF2B5EF4-FFF2-40B4-BE49-F238E27FC236}">
                      <a16:creationId xmlns:a16="http://schemas.microsoft.com/office/drawing/2014/main" id="{E4F29D23-8A1D-169B-EFDE-2149363A443C}"/>
                    </a:ext>
                  </a:extLst>
                </p14:cNvPr>
                <p14:cNvContentPartPr/>
                <p14:nvPr/>
              </p14:nvContentPartPr>
              <p14:xfrm>
                <a:off x="2987257" y="3399821"/>
                <a:ext cx="110880" cy="9360"/>
              </p14:xfrm>
            </p:contentPart>
          </mc:Choice>
          <mc:Fallback>
            <p:pic>
              <p:nvPicPr>
                <p:cNvPr id="162" name="Tinta 161">
                  <a:extLst>
                    <a:ext uri="{FF2B5EF4-FFF2-40B4-BE49-F238E27FC236}">
                      <a16:creationId xmlns:a16="http://schemas.microsoft.com/office/drawing/2014/main" id="{E4F29D23-8A1D-169B-EFDE-2149363A443C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2969257" y="3381821"/>
                  <a:ext cx="1465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63" name="Tinta 162">
                  <a:extLst>
                    <a:ext uri="{FF2B5EF4-FFF2-40B4-BE49-F238E27FC236}">
                      <a16:creationId xmlns:a16="http://schemas.microsoft.com/office/drawing/2014/main" id="{D92AF923-E45D-FA10-AB8B-8560EEFB5D39}"/>
                    </a:ext>
                  </a:extLst>
                </p14:cNvPr>
                <p14:cNvContentPartPr/>
                <p14:nvPr/>
              </p14:nvContentPartPr>
              <p14:xfrm>
                <a:off x="3144937" y="3313781"/>
                <a:ext cx="114480" cy="173880"/>
              </p14:xfrm>
            </p:contentPart>
          </mc:Choice>
          <mc:Fallback>
            <p:pic>
              <p:nvPicPr>
                <p:cNvPr id="163" name="Tinta 162">
                  <a:extLst>
                    <a:ext uri="{FF2B5EF4-FFF2-40B4-BE49-F238E27FC236}">
                      <a16:creationId xmlns:a16="http://schemas.microsoft.com/office/drawing/2014/main" id="{D92AF923-E45D-FA10-AB8B-8560EEFB5D39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3126937" y="3295781"/>
                  <a:ext cx="150120" cy="20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1" name="Agrupar 170">
            <a:extLst>
              <a:ext uri="{FF2B5EF4-FFF2-40B4-BE49-F238E27FC236}">
                <a16:creationId xmlns:a16="http://schemas.microsoft.com/office/drawing/2014/main" id="{EE591ECB-4800-BEB8-4EF2-1D975FE39791}"/>
              </a:ext>
            </a:extLst>
          </p:cNvPr>
          <p:cNvGrpSpPr/>
          <p:nvPr/>
        </p:nvGrpSpPr>
        <p:grpSpPr>
          <a:xfrm>
            <a:off x="3384337" y="2892221"/>
            <a:ext cx="111960" cy="252000"/>
            <a:chOff x="3384337" y="2892221"/>
            <a:chExt cx="111960" cy="252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65" name="Tinta 164">
                  <a:extLst>
                    <a:ext uri="{FF2B5EF4-FFF2-40B4-BE49-F238E27FC236}">
                      <a16:creationId xmlns:a16="http://schemas.microsoft.com/office/drawing/2014/main" id="{D3181CE7-66A9-0433-EEC7-98F2CBC38CFF}"/>
                    </a:ext>
                  </a:extLst>
                </p14:cNvPr>
                <p14:cNvContentPartPr/>
                <p14:nvPr/>
              </p14:nvContentPartPr>
              <p14:xfrm>
                <a:off x="3417457" y="2892221"/>
                <a:ext cx="29520" cy="252000"/>
              </p14:xfrm>
            </p:contentPart>
          </mc:Choice>
          <mc:Fallback>
            <p:pic>
              <p:nvPicPr>
                <p:cNvPr id="165" name="Tinta 164">
                  <a:extLst>
                    <a:ext uri="{FF2B5EF4-FFF2-40B4-BE49-F238E27FC236}">
                      <a16:creationId xmlns:a16="http://schemas.microsoft.com/office/drawing/2014/main" id="{D3181CE7-66A9-0433-EEC7-98F2CBC38CFF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3399817" y="2874581"/>
                  <a:ext cx="6516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66" name="Tinta 165">
                  <a:extLst>
                    <a:ext uri="{FF2B5EF4-FFF2-40B4-BE49-F238E27FC236}">
                      <a16:creationId xmlns:a16="http://schemas.microsoft.com/office/drawing/2014/main" id="{E6C8905E-4881-7912-B700-6641B3C7763D}"/>
                    </a:ext>
                  </a:extLst>
                </p14:cNvPr>
                <p14:cNvContentPartPr/>
                <p14:nvPr/>
              </p14:nvContentPartPr>
              <p14:xfrm>
                <a:off x="3384337" y="2994101"/>
                <a:ext cx="111960" cy="17280"/>
              </p14:xfrm>
            </p:contentPart>
          </mc:Choice>
          <mc:Fallback>
            <p:pic>
              <p:nvPicPr>
                <p:cNvPr id="166" name="Tinta 165">
                  <a:extLst>
                    <a:ext uri="{FF2B5EF4-FFF2-40B4-BE49-F238E27FC236}">
                      <a16:creationId xmlns:a16="http://schemas.microsoft.com/office/drawing/2014/main" id="{E6C8905E-4881-7912-B700-6641B3C7763D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3366697" y="2976101"/>
                  <a:ext cx="147600" cy="5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3" name="Agrupar 172">
            <a:extLst>
              <a:ext uri="{FF2B5EF4-FFF2-40B4-BE49-F238E27FC236}">
                <a16:creationId xmlns:a16="http://schemas.microsoft.com/office/drawing/2014/main" id="{E0185468-EC03-8777-8B90-029DD1F6A4BA}"/>
              </a:ext>
            </a:extLst>
          </p:cNvPr>
          <p:cNvGrpSpPr/>
          <p:nvPr/>
        </p:nvGrpSpPr>
        <p:grpSpPr>
          <a:xfrm>
            <a:off x="3661537" y="2754701"/>
            <a:ext cx="472320" cy="345600"/>
            <a:chOff x="3661537" y="2754701"/>
            <a:chExt cx="472320" cy="345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67" name="Tinta 166">
                  <a:extLst>
                    <a:ext uri="{FF2B5EF4-FFF2-40B4-BE49-F238E27FC236}">
                      <a16:creationId xmlns:a16="http://schemas.microsoft.com/office/drawing/2014/main" id="{186858C1-42E5-490C-1FFA-387DA19DDEC3}"/>
                    </a:ext>
                  </a:extLst>
                </p14:cNvPr>
                <p14:cNvContentPartPr/>
                <p14:nvPr/>
              </p14:nvContentPartPr>
              <p14:xfrm>
                <a:off x="3661537" y="2754701"/>
                <a:ext cx="135720" cy="345600"/>
              </p14:xfrm>
            </p:contentPart>
          </mc:Choice>
          <mc:Fallback>
            <p:pic>
              <p:nvPicPr>
                <p:cNvPr id="167" name="Tinta 166">
                  <a:extLst>
                    <a:ext uri="{FF2B5EF4-FFF2-40B4-BE49-F238E27FC236}">
                      <a16:creationId xmlns:a16="http://schemas.microsoft.com/office/drawing/2014/main" id="{186858C1-42E5-490C-1FFA-387DA19DDEC3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643537" y="2737061"/>
                  <a:ext cx="171360" cy="38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68" name="Tinta 167">
                  <a:extLst>
                    <a:ext uri="{FF2B5EF4-FFF2-40B4-BE49-F238E27FC236}">
                      <a16:creationId xmlns:a16="http://schemas.microsoft.com/office/drawing/2014/main" id="{167524D5-B7B5-4909-EC31-6394A50677F9}"/>
                    </a:ext>
                  </a:extLst>
                </p14:cNvPr>
                <p14:cNvContentPartPr/>
                <p14:nvPr/>
              </p14:nvContentPartPr>
              <p14:xfrm>
                <a:off x="3851257" y="3084461"/>
                <a:ext cx="360" cy="360"/>
              </p14:xfrm>
            </p:contentPart>
          </mc:Choice>
          <mc:Fallback>
            <p:pic>
              <p:nvPicPr>
                <p:cNvPr id="168" name="Tinta 167">
                  <a:extLst>
                    <a:ext uri="{FF2B5EF4-FFF2-40B4-BE49-F238E27FC236}">
                      <a16:creationId xmlns:a16="http://schemas.microsoft.com/office/drawing/2014/main" id="{167524D5-B7B5-4909-EC31-6394A50677F9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3833617" y="306682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69" name="Tinta 168">
                  <a:extLst>
                    <a:ext uri="{FF2B5EF4-FFF2-40B4-BE49-F238E27FC236}">
                      <a16:creationId xmlns:a16="http://schemas.microsoft.com/office/drawing/2014/main" id="{FC9E397F-5B5B-3CC6-EF78-70E01F1A73A3}"/>
                    </a:ext>
                  </a:extLst>
                </p14:cNvPr>
                <p14:cNvContentPartPr/>
                <p14:nvPr/>
              </p14:nvContentPartPr>
              <p14:xfrm>
                <a:off x="3914257" y="2912381"/>
                <a:ext cx="183240" cy="169560"/>
              </p14:xfrm>
            </p:contentPart>
          </mc:Choice>
          <mc:Fallback>
            <p:pic>
              <p:nvPicPr>
                <p:cNvPr id="169" name="Tinta 168">
                  <a:extLst>
                    <a:ext uri="{FF2B5EF4-FFF2-40B4-BE49-F238E27FC236}">
                      <a16:creationId xmlns:a16="http://schemas.microsoft.com/office/drawing/2014/main" id="{FC9E397F-5B5B-3CC6-EF78-70E01F1A73A3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3896617" y="2894741"/>
                  <a:ext cx="21888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72" name="Tinta 171">
                  <a:extLst>
                    <a:ext uri="{FF2B5EF4-FFF2-40B4-BE49-F238E27FC236}">
                      <a16:creationId xmlns:a16="http://schemas.microsoft.com/office/drawing/2014/main" id="{95645A6E-2D96-56BC-3BF0-94044548BC75}"/>
                    </a:ext>
                  </a:extLst>
                </p14:cNvPr>
                <p14:cNvContentPartPr/>
                <p14:nvPr/>
              </p14:nvContentPartPr>
              <p14:xfrm>
                <a:off x="4133497" y="3064301"/>
                <a:ext cx="360" cy="360"/>
              </p14:xfrm>
            </p:contentPart>
          </mc:Choice>
          <mc:Fallback>
            <p:pic>
              <p:nvPicPr>
                <p:cNvPr id="172" name="Tinta 171">
                  <a:extLst>
                    <a:ext uri="{FF2B5EF4-FFF2-40B4-BE49-F238E27FC236}">
                      <a16:creationId xmlns:a16="http://schemas.microsoft.com/office/drawing/2014/main" id="{95645A6E-2D96-56BC-3BF0-94044548BC75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4115497" y="304666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5" name="Agrupar 184">
            <a:extLst>
              <a:ext uri="{FF2B5EF4-FFF2-40B4-BE49-F238E27FC236}">
                <a16:creationId xmlns:a16="http://schemas.microsoft.com/office/drawing/2014/main" id="{4E2E892B-9834-18AF-659E-F0E7415C917D}"/>
              </a:ext>
            </a:extLst>
          </p:cNvPr>
          <p:cNvGrpSpPr/>
          <p:nvPr/>
        </p:nvGrpSpPr>
        <p:grpSpPr>
          <a:xfrm>
            <a:off x="4194337" y="2615021"/>
            <a:ext cx="638280" cy="882720"/>
            <a:chOff x="4194337" y="2615021"/>
            <a:chExt cx="638280" cy="882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74" name="Tinta 173">
                  <a:extLst>
                    <a:ext uri="{FF2B5EF4-FFF2-40B4-BE49-F238E27FC236}">
                      <a16:creationId xmlns:a16="http://schemas.microsoft.com/office/drawing/2014/main" id="{845E0E11-A798-A1E1-45CE-9A6E50D9096D}"/>
                    </a:ext>
                  </a:extLst>
                </p14:cNvPr>
                <p14:cNvContentPartPr/>
                <p14:nvPr/>
              </p14:nvContentPartPr>
              <p14:xfrm>
                <a:off x="4241497" y="2856581"/>
                <a:ext cx="110880" cy="221760"/>
              </p14:xfrm>
            </p:contentPart>
          </mc:Choice>
          <mc:Fallback>
            <p:pic>
              <p:nvPicPr>
                <p:cNvPr id="174" name="Tinta 173">
                  <a:extLst>
                    <a:ext uri="{FF2B5EF4-FFF2-40B4-BE49-F238E27FC236}">
                      <a16:creationId xmlns:a16="http://schemas.microsoft.com/office/drawing/2014/main" id="{845E0E11-A798-A1E1-45CE-9A6E50D9096D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4223497" y="2838581"/>
                  <a:ext cx="14652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75" name="Tinta 174">
                  <a:extLst>
                    <a:ext uri="{FF2B5EF4-FFF2-40B4-BE49-F238E27FC236}">
                      <a16:creationId xmlns:a16="http://schemas.microsoft.com/office/drawing/2014/main" id="{FC0BB567-C287-9FA9-D710-ED7E4EA9C3FE}"/>
                    </a:ext>
                  </a:extLst>
                </p14:cNvPr>
                <p14:cNvContentPartPr/>
                <p14:nvPr/>
              </p14:nvContentPartPr>
              <p14:xfrm>
                <a:off x="4194337" y="2890061"/>
                <a:ext cx="222480" cy="186840"/>
              </p14:xfrm>
            </p:contentPart>
          </mc:Choice>
          <mc:Fallback>
            <p:pic>
              <p:nvPicPr>
                <p:cNvPr id="175" name="Tinta 174">
                  <a:extLst>
                    <a:ext uri="{FF2B5EF4-FFF2-40B4-BE49-F238E27FC236}">
                      <a16:creationId xmlns:a16="http://schemas.microsoft.com/office/drawing/2014/main" id="{FC0BB567-C287-9FA9-D710-ED7E4EA9C3FE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4176337" y="2872061"/>
                  <a:ext cx="25812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76" name="Tinta 175">
                  <a:extLst>
                    <a:ext uri="{FF2B5EF4-FFF2-40B4-BE49-F238E27FC236}">
                      <a16:creationId xmlns:a16="http://schemas.microsoft.com/office/drawing/2014/main" id="{35B61697-8602-DBEA-8E32-361DC9EFDCE2}"/>
                    </a:ext>
                  </a:extLst>
                </p14:cNvPr>
                <p14:cNvContentPartPr/>
                <p14:nvPr/>
              </p14:nvContentPartPr>
              <p14:xfrm>
                <a:off x="4351297" y="2692421"/>
                <a:ext cx="73080" cy="113760"/>
              </p14:xfrm>
            </p:contentPart>
          </mc:Choice>
          <mc:Fallback>
            <p:pic>
              <p:nvPicPr>
                <p:cNvPr id="176" name="Tinta 175">
                  <a:extLst>
                    <a:ext uri="{FF2B5EF4-FFF2-40B4-BE49-F238E27FC236}">
                      <a16:creationId xmlns:a16="http://schemas.microsoft.com/office/drawing/2014/main" id="{35B61697-8602-DBEA-8E32-361DC9EFDCE2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4333657" y="2674421"/>
                  <a:ext cx="10872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77" name="Tinta 176">
                  <a:extLst>
                    <a:ext uri="{FF2B5EF4-FFF2-40B4-BE49-F238E27FC236}">
                      <a16:creationId xmlns:a16="http://schemas.microsoft.com/office/drawing/2014/main" id="{332B530A-00F4-4A5D-D6F5-2F8FE889C060}"/>
                    </a:ext>
                  </a:extLst>
                </p14:cNvPr>
                <p14:cNvContentPartPr/>
                <p14:nvPr/>
              </p14:nvContentPartPr>
              <p14:xfrm>
                <a:off x="4530577" y="2665421"/>
                <a:ext cx="24120" cy="164520"/>
              </p14:xfrm>
            </p:contentPart>
          </mc:Choice>
          <mc:Fallback>
            <p:pic>
              <p:nvPicPr>
                <p:cNvPr id="177" name="Tinta 176">
                  <a:extLst>
                    <a:ext uri="{FF2B5EF4-FFF2-40B4-BE49-F238E27FC236}">
                      <a16:creationId xmlns:a16="http://schemas.microsoft.com/office/drawing/2014/main" id="{332B530A-00F4-4A5D-D6F5-2F8FE889C060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4512937" y="2647421"/>
                  <a:ext cx="5976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78" name="Tinta 177">
                  <a:extLst>
                    <a:ext uri="{FF2B5EF4-FFF2-40B4-BE49-F238E27FC236}">
                      <a16:creationId xmlns:a16="http://schemas.microsoft.com/office/drawing/2014/main" id="{38699785-B25E-94CB-558E-6ECDD0BA2029}"/>
                    </a:ext>
                  </a:extLst>
                </p14:cNvPr>
                <p14:cNvContentPartPr/>
                <p14:nvPr/>
              </p14:nvContentPartPr>
              <p14:xfrm>
                <a:off x="4508257" y="2721221"/>
                <a:ext cx="84960" cy="13680"/>
              </p14:xfrm>
            </p:contentPart>
          </mc:Choice>
          <mc:Fallback>
            <p:pic>
              <p:nvPicPr>
                <p:cNvPr id="178" name="Tinta 177">
                  <a:extLst>
                    <a:ext uri="{FF2B5EF4-FFF2-40B4-BE49-F238E27FC236}">
                      <a16:creationId xmlns:a16="http://schemas.microsoft.com/office/drawing/2014/main" id="{38699785-B25E-94CB-558E-6ECDD0BA2029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4490617" y="2703581"/>
                  <a:ext cx="12060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79" name="Tinta 178">
                  <a:extLst>
                    <a:ext uri="{FF2B5EF4-FFF2-40B4-BE49-F238E27FC236}">
                      <a16:creationId xmlns:a16="http://schemas.microsoft.com/office/drawing/2014/main" id="{AA5E930A-A721-078A-ECFD-C12EDC94CF38}"/>
                    </a:ext>
                  </a:extLst>
                </p14:cNvPr>
                <p14:cNvContentPartPr/>
                <p14:nvPr/>
              </p14:nvContentPartPr>
              <p14:xfrm>
                <a:off x="4681057" y="2615021"/>
                <a:ext cx="83520" cy="177840"/>
              </p14:xfrm>
            </p:contentPart>
          </mc:Choice>
          <mc:Fallback>
            <p:pic>
              <p:nvPicPr>
                <p:cNvPr id="179" name="Tinta 178">
                  <a:extLst>
                    <a:ext uri="{FF2B5EF4-FFF2-40B4-BE49-F238E27FC236}">
                      <a16:creationId xmlns:a16="http://schemas.microsoft.com/office/drawing/2014/main" id="{AA5E930A-A721-078A-ECFD-C12EDC94CF38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4663057" y="2597381"/>
                  <a:ext cx="11916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80" name="Tinta 179">
                  <a:extLst>
                    <a:ext uri="{FF2B5EF4-FFF2-40B4-BE49-F238E27FC236}">
                      <a16:creationId xmlns:a16="http://schemas.microsoft.com/office/drawing/2014/main" id="{3EDF2521-3580-F8C7-5253-7D43BD7C7474}"/>
                    </a:ext>
                  </a:extLst>
                </p14:cNvPr>
                <p14:cNvContentPartPr/>
                <p14:nvPr/>
              </p14:nvContentPartPr>
              <p14:xfrm>
                <a:off x="4266337" y="3133781"/>
                <a:ext cx="391680" cy="42120"/>
              </p14:xfrm>
            </p:contentPart>
          </mc:Choice>
          <mc:Fallback>
            <p:pic>
              <p:nvPicPr>
                <p:cNvPr id="180" name="Tinta 179">
                  <a:extLst>
                    <a:ext uri="{FF2B5EF4-FFF2-40B4-BE49-F238E27FC236}">
                      <a16:creationId xmlns:a16="http://schemas.microsoft.com/office/drawing/2014/main" id="{3EDF2521-3580-F8C7-5253-7D43BD7C7474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4248337" y="3115781"/>
                  <a:ext cx="42732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81" name="Tinta 180">
                  <a:extLst>
                    <a:ext uri="{FF2B5EF4-FFF2-40B4-BE49-F238E27FC236}">
                      <a16:creationId xmlns:a16="http://schemas.microsoft.com/office/drawing/2014/main" id="{4ECAF94C-1BDB-F5DF-065E-9DBE3CCDD6A2}"/>
                    </a:ext>
                  </a:extLst>
                </p14:cNvPr>
                <p14:cNvContentPartPr/>
                <p14:nvPr/>
              </p14:nvContentPartPr>
              <p14:xfrm>
                <a:off x="4298377" y="3346541"/>
                <a:ext cx="146520" cy="151200"/>
              </p14:xfrm>
            </p:contentPart>
          </mc:Choice>
          <mc:Fallback>
            <p:pic>
              <p:nvPicPr>
                <p:cNvPr id="181" name="Tinta 180">
                  <a:extLst>
                    <a:ext uri="{FF2B5EF4-FFF2-40B4-BE49-F238E27FC236}">
                      <a16:creationId xmlns:a16="http://schemas.microsoft.com/office/drawing/2014/main" id="{4ECAF94C-1BDB-F5DF-065E-9DBE3CCDD6A2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4280737" y="3328901"/>
                  <a:ext cx="18216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82" name="Tinta 181">
                  <a:extLst>
                    <a:ext uri="{FF2B5EF4-FFF2-40B4-BE49-F238E27FC236}">
                      <a16:creationId xmlns:a16="http://schemas.microsoft.com/office/drawing/2014/main" id="{1A8FA51F-F219-A5D5-C30A-EC9CAE6369E4}"/>
                    </a:ext>
                  </a:extLst>
                </p14:cNvPr>
                <p14:cNvContentPartPr/>
                <p14:nvPr/>
              </p14:nvContentPartPr>
              <p14:xfrm>
                <a:off x="4557937" y="3301181"/>
                <a:ext cx="22680" cy="144360"/>
              </p14:xfrm>
            </p:contentPart>
          </mc:Choice>
          <mc:Fallback>
            <p:pic>
              <p:nvPicPr>
                <p:cNvPr id="182" name="Tinta 181">
                  <a:extLst>
                    <a:ext uri="{FF2B5EF4-FFF2-40B4-BE49-F238E27FC236}">
                      <a16:creationId xmlns:a16="http://schemas.microsoft.com/office/drawing/2014/main" id="{1A8FA51F-F219-A5D5-C30A-EC9CAE6369E4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4540297" y="3283541"/>
                  <a:ext cx="5832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83" name="Tinta 182">
                  <a:extLst>
                    <a:ext uri="{FF2B5EF4-FFF2-40B4-BE49-F238E27FC236}">
                      <a16:creationId xmlns:a16="http://schemas.microsoft.com/office/drawing/2014/main" id="{8325A733-EA1E-8BE3-0CEF-F68C3F912975}"/>
                    </a:ext>
                  </a:extLst>
                </p14:cNvPr>
                <p14:cNvContentPartPr/>
                <p14:nvPr/>
              </p14:nvContentPartPr>
              <p14:xfrm>
                <a:off x="4525897" y="3345101"/>
                <a:ext cx="144360" cy="21600"/>
              </p14:xfrm>
            </p:contentPart>
          </mc:Choice>
          <mc:Fallback>
            <p:pic>
              <p:nvPicPr>
                <p:cNvPr id="183" name="Tinta 182">
                  <a:extLst>
                    <a:ext uri="{FF2B5EF4-FFF2-40B4-BE49-F238E27FC236}">
                      <a16:creationId xmlns:a16="http://schemas.microsoft.com/office/drawing/2014/main" id="{8325A733-EA1E-8BE3-0CEF-F68C3F912975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4507897" y="3327101"/>
                  <a:ext cx="18000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84" name="Tinta 183">
                  <a:extLst>
                    <a:ext uri="{FF2B5EF4-FFF2-40B4-BE49-F238E27FC236}">
                      <a16:creationId xmlns:a16="http://schemas.microsoft.com/office/drawing/2014/main" id="{0179C82C-1050-E116-E573-243C48931AB1}"/>
                    </a:ext>
                  </a:extLst>
                </p14:cNvPr>
                <p14:cNvContentPartPr/>
                <p14:nvPr/>
              </p14:nvContentPartPr>
              <p14:xfrm>
                <a:off x="4731817" y="3265541"/>
                <a:ext cx="100800" cy="204840"/>
              </p14:xfrm>
            </p:contentPart>
          </mc:Choice>
          <mc:Fallback>
            <p:pic>
              <p:nvPicPr>
                <p:cNvPr id="184" name="Tinta 183">
                  <a:extLst>
                    <a:ext uri="{FF2B5EF4-FFF2-40B4-BE49-F238E27FC236}">
                      <a16:creationId xmlns:a16="http://schemas.microsoft.com/office/drawing/2014/main" id="{0179C82C-1050-E116-E573-243C48931AB1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4714177" y="3247901"/>
                  <a:ext cx="136440" cy="24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8" name="Agrupar 187">
            <a:extLst>
              <a:ext uri="{FF2B5EF4-FFF2-40B4-BE49-F238E27FC236}">
                <a16:creationId xmlns:a16="http://schemas.microsoft.com/office/drawing/2014/main" id="{839FD23A-C248-A944-59B7-DABCCE240148}"/>
              </a:ext>
            </a:extLst>
          </p:cNvPr>
          <p:cNvGrpSpPr/>
          <p:nvPr/>
        </p:nvGrpSpPr>
        <p:grpSpPr>
          <a:xfrm>
            <a:off x="4987417" y="2893301"/>
            <a:ext cx="126000" cy="195840"/>
            <a:chOff x="4987417" y="2893301"/>
            <a:chExt cx="126000" cy="195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86" name="Tinta 185">
                  <a:extLst>
                    <a:ext uri="{FF2B5EF4-FFF2-40B4-BE49-F238E27FC236}">
                      <a16:creationId xmlns:a16="http://schemas.microsoft.com/office/drawing/2014/main" id="{4BE27368-F56F-8ED6-2B81-60099ADA5F37}"/>
                    </a:ext>
                  </a:extLst>
                </p14:cNvPr>
                <p14:cNvContentPartPr/>
                <p14:nvPr/>
              </p14:nvContentPartPr>
              <p14:xfrm>
                <a:off x="5042497" y="2893301"/>
                <a:ext cx="15120" cy="195840"/>
              </p14:xfrm>
            </p:contentPart>
          </mc:Choice>
          <mc:Fallback>
            <p:pic>
              <p:nvPicPr>
                <p:cNvPr id="186" name="Tinta 185">
                  <a:extLst>
                    <a:ext uri="{FF2B5EF4-FFF2-40B4-BE49-F238E27FC236}">
                      <a16:creationId xmlns:a16="http://schemas.microsoft.com/office/drawing/2014/main" id="{4BE27368-F56F-8ED6-2B81-60099ADA5F37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5024497" y="2875661"/>
                  <a:ext cx="5076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87" name="Tinta 186">
                  <a:extLst>
                    <a:ext uri="{FF2B5EF4-FFF2-40B4-BE49-F238E27FC236}">
                      <a16:creationId xmlns:a16="http://schemas.microsoft.com/office/drawing/2014/main" id="{E04DD8D1-60B0-7FF0-7933-7EB8AC5C6DC2}"/>
                    </a:ext>
                  </a:extLst>
                </p14:cNvPr>
                <p14:cNvContentPartPr/>
                <p14:nvPr/>
              </p14:nvContentPartPr>
              <p14:xfrm>
                <a:off x="4987417" y="2971781"/>
                <a:ext cx="126000" cy="16560"/>
              </p14:xfrm>
            </p:contentPart>
          </mc:Choice>
          <mc:Fallback>
            <p:pic>
              <p:nvPicPr>
                <p:cNvPr id="187" name="Tinta 186">
                  <a:extLst>
                    <a:ext uri="{FF2B5EF4-FFF2-40B4-BE49-F238E27FC236}">
                      <a16:creationId xmlns:a16="http://schemas.microsoft.com/office/drawing/2014/main" id="{E04DD8D1-60B0-7FF0-7933-7EB8AC5C6DC2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4969417" y="2953781"/>
                  <a:ext cx="161640" cy="5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1" name="Agrupar 190">
            <a:extLst>
              <a:ext uri="{FF2B5EF4-FFF2-40B4-BE49-F238E27FC236}">
                <a16:creationId xmlns:a16="http://schemas.microsoft.com/office/drawing/2014/main" id="{BC578EB3-D3A5-2509-0CCE-DCE0CDE46D83}"/>
              </a:ext>
            </a:extLst>
          </p:cNvPr>
          <p:cNvGrpSpPr/>
          <p:nvPr/>
        </p:nvGrpSpPr>
        <p:grpSpPr>
          <a:xfrm>
            <a:off x="5391337" y="2734541"/>
            <a:ext cx="323280" cy="344520"/>
            <a:chOff x="5391337" y="2734541"/>
            <a:chExt cx="323280" cy="344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89" name="Tinta 188">
                  <a:extLst>
                    <a:ext uri="{FF2B5EF4-FFF2-40B4-BE49-F238E27FC236}">
                      <a16:creationId xmlns:a16="http://schemas.microsoft.com/office/drawing/2014/main" id="{DF2062E7-0B96-EB0D-0D93-C4ADAEC91A2F}"/>
                    </a:ext>
                  </a:extLst>
                </p14:cNvPr>
                <p14:cNvContentPartPr/>
                <p14:nvPr/>
              </p14:nvContentPartPr>
              <p14:xfrm>
                <a:off x="5391337" y="2734541"/>
                <a:ext cx="91080" cy="340200"/>
              </p14:xfrm>
            </p:contentPart>
          </mc:Choice>
          <mc:Fallback>
            <p:pic>
              <p:nvPicPr>
                <p:cNvPr id="189" name="Tinta 188">
                  <a:extLst>
                    <a:ext uri="{FF2B5EF4-FFF2-40B4-BE49-F238E27FC236}">
                      <a16:creationId xmlns:a16="http://schemas.microsoft.com/office/drawing/2014/main" id="{DF2062E7-0B96-EB0D-0D93-C4ADAEC91A2F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5373697" y="2716901"/>
                  <a:ext cx="126720" cy="37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90" name="Tinta 189">
                  <a:extLst>
                    <a:ext uri="{FF2B5EF4-FFF2-40B4-BE49-F238E27FC236}">
                      <a16:creationId xmlns:a16="http://schemas.microsoft.com/office/drawing/2014/main" id="{A57285EB-168A-55BD-D7EE-FB5432EE0180}"/>
                    </a:ext>
                  </a:extLst>
                </p14:cNvPr>
                <p14:cNvContentPartPr/>
                <p14:nvPr/>
              </p14:nvContentPartPr>
              <p14:xfrm>
                <a:off x="5433457" y="2813021"/>
                <a:ext cx="281160" cy="266040"/>
              </p14:xfrm>
            </p:contentPart>
          </mc:Choice>
          <mc:Fallback>
            <p:pic>
              <p:nvPicPr>
                <p:cNvPr id="190" name="Tinta 189">
                  <a:extLst>
                    <a:ext uri="{FF2B5EF4-FFF2-40B4-BE49-F238E27FC236}">
                      <a16:creationId xmlns:a16="http://schemas.microsoft.com/office/drawing/2014/main" id="{A57285EB-168A-55BD-D7EE-FB5432EE0180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5415817" y="2795381"/>
                  <a:ext cx="316800" cy="30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4" name="Agrupar 203">
            <a:extLst>
              <a:ext uri="{FF2B5EF4-FFF2-40B4-BE49-F238E27FC236}">
                <a16:creationId xmlns:a16="http://schemas.microsoft.com/office/drawing/2014/main" id="{93D4D04E-9E66-8FAD-FCA7-3A245DC642A3}"/>
              </a:ext>
            </a:extLst>
          </p:cNvPr>
          <p:cNvGrpSpPr/>
          <p:nvPr/>
        </p:nvGrpSpPr>
        <p:grpSpPr>
          <a:xfrm>
            <a:off x="5992537" y="2944781"/>
            <a:ext cx="144360" cy="91080"/>
            <a:chOff x="5992537" y="2944781"/>
            <a:chExt cx="144360" cy="91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202" name="Tinta 201">
                  <a:extLst>
                    <a:ext uri="{FF2B5EF4-FFF2-40B4-BE49-F238E27FC236}">
                      <a16:creationId xmlns:a16="http://schemas.microsoft.com/office/drawing/2014/main" id="{F45D41B0-3A50-E8CC-C6F1-0FD805774042}"/>
                    </a:ext>
                  </a:extLst>
                </p14:cNvPr>
                <p14:cNvContentPartPr/>
                <p14:nvPr/>
              </p14:nvContentPartPr>
              <p14:xfrm>
                <a:off x="5992537" y="3025421"/>
                <a:ext cx="144360" cy="10440"/>
              </p14:xfrm>
            </p:contentPart>
          </mc:Choice>
          <mc:Fallback>
            <p:pic>
              <p:nvPicPr>
                <p:cNvPr id="202" name="Tinta 201">
                  <a:extLst>
                    <a:ext uri="{FF2B5EF4-FFF2-40B4-BE49-F238E27FC236}">
                      <a16:creationId xmlns:a16="http://schemas.microsoft.com/office/drawing/2014/main" id="{F45D41B0-3A50-E8CC-C6F1-0FD805774042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5974537" y="3007421"/>
                  <a:ext cx="18000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203" name="Tinta 202">
                  <a:extLst>
                    <a:ext uri="{FF2B5EF4-FFF2-40B4-BE49-F238E27FC236}">
                      <a16:creationId xmlns:a16="http://schemas.microsoft.com/office/drawing/2014/main" id="{2D9BDDF6-6E63-9FBA-2AE6-BCA094A37035}"/>
                    </a:ext>
                  </a:extLst>
                </p14:cNvPr>
                <p14:cNvContentPartPr/>
                <p14:nvPr/>
              </p14:nvContentPartPr>
              <p14:xfrm>
                <a:off x="6012337" y="2944781"/>
                <a:ext cx="92160" cy="15840"/>
              </p14:xfrm>
            </p:contentPart>
          </mc:Choice>
          <mc:Fallback>
            <p:pic>
              <p:nvPicPr>
                <p:cNvPr id="203" name="Tinta 202">
                  <a:extLst>
                    <a:ext uri="{FF2B5EF4-FFF2-40B4-BE49-F238E27FC236}">
                      <a16:creationId xmlns:a16="http://schemas.microsoft.com/office/drawing/2014/main" id="{2D9BDDF6-6E63-9FBA-2AE6-BCA094A37035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5994337" y="2927141"/>
                  <a:ext cx="127800" cy="5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0" name="Agrupar 209">
            <a:extLst>
              <a:ext uri="{FF2B5EF4-FFF2-40B4-BE49-F238E27FC236}">
                <a16:creationId xmlns:a16="http://schemas.microsoft.com/office/drawing/2014/main" id="{F89635DB-5A0C-BB8A-45D2-AC35996B167E}"/>
              </a:ext>
            </a:extLst>
          </p:cNvPr>
          <p:cNvGrpSpPr/>
          <p:nvPr/>
        </p:nvGrpSpPr>
        <p:grpSpPr>
          <a:xfrm>
            <a:off x="640057" y="4252301"/>
            <a:ext cx="138240" cy="101160"/>
            <a:chOff x="640057" y="4252301"/>
            <a:chExt cx="138240" cy="101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205" name="Tinta 204">
                  <a:extLst>
                    <a:ext uri="{FF2B5EF4-FFF2-40B4-BE49-F238E27FC236}">
                      <a16:creationId xmlns:a16="http://schemas.microsoft.com/office/drawing/2014/main" id="{07461E61-EF8C-07AE-4F6B-1A82E16F6E0B}"/>
                    </a:ext>
                  </a:extLst>
                </p14:cNvPr>
                <p14:cNvContentPartPr/>
                <p14:nvPr/>
              </p14:nvContentPartPr>
              <p14:xfrm>
                <a:off x="640057" y="4344101"/>
                <a:ext cx="138240" cy="9360"/>
              </p14:xfrm>
            </p:contentPart>
          </mc:Choice>
          <mc:Fallback>
            <p:pic>
              <p:nvPicPr>
                <p:cNvPr id="205" name="Tinta 204">
                  <a:extLst>
                    <a:ext uri="{FF2B5EF4-FFF2-40B4-BE49-F238E27FC236}">
                      <a16:creationId xmlns:a16="http://schemas.microsoft.com/office/drawing/2014/main" id="{07461E61-EF8C-07AE-4F6B-1A82E16F6E0B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622057" y="4326461"/>
                  <a:ext cx="17388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206" name="Tinta 205">
                  <a:extLst>
                    <a:ext uri="{FF2B5EF4-FFF2-40B4-BE49-F238E27FC236}">
                      <a16:creationId xmlns:a16="http://schemas.microsoft.com/office/drawing/2014/main" id="{E37E9571-D991-3641-49E7-DE205428CDB7}"/>
                    </a:ext>
                  </a:extLst>
                </p14:cNvPr>
                <p14:cNvContentPartPr/>
                <p14:nvPr/>
              </p14:nvContentPartPr>
              <p14:xfrm>
                <a:off x="653737" y="4252301"/>
                <a:ext cx="111960" cy="28440"/>
              </p14:xfrm>
            </p:contentPart>
          </mc:Choice>
          <mc:Fallback>
            <p:pic>
              <p:nvPicPr>
                <p:cNvPr id="206" name="Tinta 205">
                  <a:extLst>
                    <a:ext uri="{FF2B5EF4-FFF2-40B4-BE49-F238E27FC236}">
                      <a16:creationId xmlns:a16="http://schemas.microsoft.com/office/drawing/2014/main" id="{E37E9571-D991-3641-49E7-DE205428CDB7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635737" y="4234661"/>
                  <a:ext cx="147600" cy="6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9" name="Agrupar 208">
            <a:extLst>
              <a:ext uri="{FF2B5EF4-FFF2-40B4-BE49-F238E27FC236}">
                <a16:creationId xmlns:a16="http://schemas.microsoft.com/office/drawing/2014/main" id="{C17E171A-6D34-9FEA-DDBD-080B11705C49}"/>
              </a:ext>
            </a:extLst>
          </p:cNvPr>
          <p:cNvGrpSpPr/>
          <p:nvPr/>
        </p:nvGrpSpPr>
        <p:grpSpPr>
          <a:xfrm>
            <a:off x="991417" y="4200821"/>
            <a:ext cx="362880" cy="196200"/>
            <a:chOff x="991417" y="4200821"/>
            <a:chExt cx="362880" cy="196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207" name="Tinta 206">
                  <a:extLst>
                    <a:ext uri="{FF2B5EF4-FFF2-40B4-BE49-F238E27FC236}">
                      <a16:creationId xmlns:a16="http://schemas.microsoft.com/office/drawing/2014/main" id="{370090A9-BEA1-E371-45AC-B5D158D99974}"/>
                    </a:ext>
                  </a:extLst>
                </p14:cNvPr>
                <p14:cNvContentPartPr/>
                <p14:nvPr/>
              </p14:nvContentPartPr>
              <p14:xfrm>
                <a:off x="991417" y="4200821"/>
                <a:ext cx="274680" cy="196200"/>
              </p14:xfrm>
            </p:contentPart>
          </mc:Choice>
          <mc:Fallback>
            <p:pic>
              <p:nvPicPr>
                <p:cNvPr id="207" name="Tinta 206">
                  <a:extLst>
                    <a:ext uri="{FF2B5EF4-FFF2-40B4-BE49-F238E27FC236}">
                      <a16:creationId xmlns:a16="http://schemas.microsoft.com/office/drawing/2014/main" id="{370090A9-BEA1-E371-45AC-B5D158D99974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973417" y="4183181"/>
                  <a:ext cx="31032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208" name="Tinta 207">
                  <a:extLst>
                    <a:ext uri="{FF2B5EF4-FFF2-40B4-BE49-F238E27FC236}">
                      <a16:creationId xmlns:a16="http://schemas.microsoft.com/office/drawing/2014/main" id="{543E4B4E-CB69-E792-6A05-5A21287F972F}"/>
                    </a:ext>
                  </a:extLst>
                </p14:cNvPr>
                <p14:cNvContentPartPr/>
                <p14:nvPr/>
              </p14:nvContentPartPr>
              <p14:xfrm>
                <a:off x="1353937" y="4376501"/>
                <a:ext cx="360" cy="360"/>
              </p14:xfrm>
            </p:contentPart>
          </mc:Choice>
          <mc:Fallback>
            <p:pic>
              <p:nvPicPr>
                <p:cNvPr id="208" name="Tinta 207">
                  <a:extLst>
                    <a:ext uri="{FF2B5EF4-FFF2-40B4-BE49-F238E27FC236}">
                      <a16:creationId xmlns:a16="http://schemas.microsoft.com/office/drawing/2014/main" id="{543E4B4E-CB69-E792-6A05-5A21287F972F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336297" y="435886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8" name="Agrupar 217">
            <a:extLst>
              <a:ext uri="{FF2B5EF4-FFF2-40B4-BE49-F238E27FC236}">
                <a16:creationId xmlns:a16="http://schemas.microsoft.com/office/drawing/2014/main" id="{684165CC-D808-0089-DECD-7EB526715754}"/>
              </a:ext>
            </a:extLst>
          </p:cNvPr>
          <p:cNvGrpSpPr/>
          <p:nvPr/>
        </p:nvGrpSpPr>
        <p:grpSpPr>
          <a:xfrm>
            <a:off x="1515577" y="3932981"/>
            <a:ext cx="329400" cy="912240"/>
            <a:chOff x="1515577" y="3932981"/>
            <a:chExt cx="329400" cy="912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211" name="Tinta 210">
                  <a:extLst>
                    <a:ext uri="{FF2B5EF4-FFF2-40B4-BE49-F238E27FC236}">
                      <a16:creationId xmlns:a16="http://schemas.microsoft.com/office/drawing/2014/main" id="{12F6ED6E-DCED-FA96-E9B5-8B1C081EFEEF}"/>
                    </a:ext>
                  </a:extLst>
                </p14:cNvPr>
                <p14:cNvContentPartPr/>
                <p14:nvPr/>
              </p14:nvContentPartPr>
              <p14:xfrm>
                <a:off x="1525297" y="4167341"/>
                <a:ext cx="138240" cy="240840"/>
              </p14:xfrm>
            </p:contentPart>
          </mc:Choice>
          <mc:Fallback>
            <p:pic>
              <p:nvPicPr>
                <p:cNvPr id="211" name="Tinta 210">
                  <a:extLst>
                    <a:ext uri="{FF2B5EF4-FFF2-40B4-BE49-F238E27FC236}">
                      <a16:creationId xmlns:a16="http://schemas.microsoft.com/office/drawing/2014/main" id="{12F6ED6E-DCED-FA96-E9B5-8B1C081EFEEF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1507657" y="4149701"/>
                  <a:ext cx="17388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212" name="Tinta 211">
                  <a:extLst>
                    <a:ext uri="{FF2B5EF4-FFF2-40B4-BE49-F238E27FC236}">
                      <a16:creationId xmlns:a16="http://schemas.microsoft.com/office/drawing/2014/main" id="{53E6852D-392E-46FF-D403-5BDDAE3B1DDE}"/>
                    </a:ext>
                  </a:extLst>
                </p14:cNvPr>
                <p14:cNvContentPartPr/>
                <p14:nvPr/>
              </p14:nvContentPartPr>
              <p14:xfrm>
                <a:off x="1560217" y="4193261"/>
                <a:ext cx="181800" cy="230760"/>
              </p14:xfrm>
            </p:contentPart>
          </mc:Choice>
          <mc:Fallback>
            <p:pic>
              <p:nvPicPr>
                <p:cNvPr id="212" name="Tinta 211">
                  <a:extLst>
                    <a:ext uri="{FF2B5EF4-FFF2-40B4-BE49-F238E27FC236}">
                      <a16:creationId xmlns:a16="http://schemas.microsoft.com/office/drawing/2014/main" id="{53E6852D-392E-46FF-D403-5BDDAE3B1DDE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1542217" y="4175261"/>
                  <a:ext cx="21744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213" name="Tinta 212">
                  <a:extLst>
                    <a:ext uri="{FF2B5EF4-FFF2-40B4-BE49-F238E27FC236}">
                      <a16:creationId xmlns:a16="http://schemas.microsoft.com/office/drawing/2014/main" id="{E15C197B-4746-C616-B19F-E004E71FC46D}"/>
                    </a:ext>
                  </a:extLst>
                </p14:cNvPr>
                <p14:cNvContentPartPr/>
                <p14:nvPr/>
              </p14:nvContentPartPr>
              <p14:xfrm>
                <a:off x="1686937" y="3932981"/>
                <a:ext cx="42480" cy="9360"/>
              </p14:xfrm>
            </p:contentPart>
          </mc:Choice>
          <mc:Fallback>
            <p:pic>
              <p:nvPicPr>
                <p:cNvPr id="213" name="Tinta 212">
                  <a:extLst>
                    <a:ext uri="{FF2B5EF4-FFF2-40B4-BE49-F238E27FC236}">
                      <a16:creationId xmlns:a16="http://schemas.microsoft.com/office/drawing/2014/main" id="{E15C197B-4746-C616-B19F-E004E71FC46D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1668937" y="3914981"/>
                  <a:ext cx="781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214" name="Tinta 213">
                  <a:extLst>
                    <a:ext uri="{FF2B5EF4-FFF2-40B4-BE49-F238E27FC236}">
                      <a16:creationId xmlns:a16="http://schemas.microsoft.com/office/drawing/2014/main" id="{CCB34E6E-603A-0A5E-E1B3-92AA763293C5}"/>
                    </a:ext>
                  </a:extLst>
                </p14:cNvPr>
                <p14:cNvContentPartPr/>
                <p14:nvPr/>
              </p14:nvContentPartPr>
              <p14:xfrm>
                <a:off x="1662097" y="3941621"/>
                <a:ext cx="120240" cy="210600"/>
              </p14:xfrm>
            </p:contentPart>
          </mc:Choice>
          <mc:Fallback>
            <p:pic>
              <p:nvPicPr>
                <p:cNvPr id="214" name="Tinta 213">
                  <a:extLst>
                    <a:ext uri="{FF2B5EF4-FFF2-40B4-BE49-F238E27FC236}">
                      <a16:creationId xmlns:a16="http://schemas.microsoft.com/office/drawing/2014/main" id="{CCB34E6E-603A-0A5E-E1B3-92AA763293C5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1644457" y="3923981"/>
                  <a:ext cx="15588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215" name="Tinta 214">
                  <a:extLst>
                    <a:ext uri="{FF2B5EF4-FFF2-40B4-BE49-F238E27FC236}">
                      <a16:creationId xmlns:a16="http://schemas.microsoft.com/office/drawing/2014/main" id="{08ED9C22-0FBA-81DF-0C24-89934A909986}"/>
                    </a:ext>
                  </a:extLst>
                </p14:cNvPr>
                <p14:cNvContentPartPr/>
                <p14:nvPr/>
              </p14:nvContentPartPr>
              <p14:xfrm>
                <a:off x="1515577" y="4471541"/>
                <a:ext cx="329400" cy="25920"/>
              </p14:xfrm>
            </p:contentPart>
          </mc:Choice>
          <mc:Fallback>
            <p:pic>
              <p:nvPicPr>
                <p:cNvPr id="215" name="Tinta 214">
                  <a:extLst>
                    <a:ext uri="{FF2B5EF4-FFF2-40B4-BE49-F238E27FC236}">
                      <a16:creationId xmlns:a16="http://schemas.microsoft.com/office/drawing/2014/main" id="{08ED9C22-0FBA-81DF-0C24-89934A909986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1497577" y="4453541"/>
                  <a:ext cx="36504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216" name="Tinta 215">
                  <a:extLst>
                    <a:ext uri="{FF2B5EF4-FFF2-40B4-BE49-F238E27FC236}">
                      <a16:creationId xmlns:a16="http://schemas.microsoft.com/office/drawing/2014/main" id="{33FC1372-0880-6B4D-CD37-57CC120EA974}"/>
                    </a:ext>
                  </a:extLst>
                </p14:cNvPr>
                <p14:cNvContentPartPr/>
                <p14:nvPr/>
              </p14:nvContentPartPr>
              <p14:xfrm>
                <a:off x="1670737" y="4563341"/>
                <a:ext cx="77400" cy="23760"/>
              </p14:xfrm>
            </p:contentPart>
          </mc:Choice>
          <mc:Fallback>
            <p:pic>
              <p:nvPicPr>
                <p:cNvPr id="216" name="Tinta 215">
                  <a:extLst>
                    <a:ext uri="{FF2B5EF4-FFF2-40B4-BE49-F238E27FC236}">
                      <a16:creationId xmlns:a16="http://schemas.microsoft.com/office/drawing/2014/main" id="{33FC1372-0880-6B4D-CD37-57CC120EA974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1652737" y="4545341"/>
                  <a:ext cx="11304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217" name="Tinta 216">
                  <a:extLst>
                    <a:ext uri="{FF2B5EF4-FFF2-40B4-BE49-F238E27FC236}">
                      <a16:creationId xmlns:a16="http://schemas.microsoft.com/office/drawing/2014/main" id="{21661704-BBF7-5FC3-75E4-55615F3383F5}"/>
                    </a:ext>
                  </a:extLst>
                </p14:cNvPr>
                <p14:cNvContentPartPr/>
                <p14:nvPr/>
              </p14:nvContentPartPr>
              <p14:xfrm>
                <a:off x="1659577" y="4586741"/>
                <a:ext cx="146880" cy="258480"/>
              </p14:xfrm>
            </p:contentPart>
          </mc:Choice>
          <mc:Fallback>
            <p:pic>
              <p:nvPicPr>
                <p:cNvPr id="217" name="Tinta 216">
                  <a:extLst>
                    <a:ext uri="{FF2B5EF4-FFF2-40B4-BE49-F238E27FC236}">
                      <a16:creationId xmlns:a16="http://schemas.microsoft.com/office/drawing/2014/main" id="{21661704-BBF7-5FC3-75E4-55615F3383F5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1641577" y="4568741"/>
                  <a:ext cx="182520" cy="29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5" name="Agrupar 224">
            <a:extLst>
              <a:ext uri="{FF2B5EF4-FFF2-40B4-BE49-F238E27FC236}">
                <a16:creationId xmlns:a16="http://schemas.microsoft.com/office/drawing/2014/main" id="{C56F086D-4CE5-71F7-D40F-A2E6D9DEC3ED}"/>
              </a:ext>
            </a:extLst>
          </p:cNvPr>
          <p:cNvGrpSpPr/>
          <p:nvPr/>
        </p:nvGrpSpPr>
        <p:grpSpPr>
          <a:xfrm>
            <a:off x="2111377" y="4207661"/>
            <a:ext cx="141840" cy="246240"/>
            <a:chOff x="2111377" y="4207661"/>
            <a:chExt cx="141840" cy="246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219" name="Tinta 218">
                  <a:extLst>
                    <a:ext uri="{FF2B5EF4-FFF2-40B4-BE49-F238E27FC236}">
                      <a16:creationId xmlns:a16="http://schemas.microsoft.com/office/drawing/2014/main" id="{45F766E7-A2C7-F7F4-56DB-0CA71FC0FAF7}"/>
                    </a:ext>
                  </a:extLst>
                </p14:cNvPr>
                <p14:cNvContentPartPr/>
                <p14:nvPr/>
              </p14:nvContentPartPr>
              <p14:xfrm>
                <a:off x="2148817" y="4207661"/>
                <a:ext cx="36360" cy="246240"/>
              </p14:xfrm>
            </p:contentPart>
          </mc:Choice>
          <mc:Fallback>
            <p:pic>
              <p:nvPicPr>
                <p:cNvPr id="219" name="Tinta 218">
                  <a:extLst>
                    <a:ext uri="{FF2B5EF4-FFF2-40B4-BE49-F238E27FC236}">
                      <a16:creationId xmlns:a16="http://schemas.microsoft.com/office/drawing/2014/main" id="{45F766E7-A2C7-F7F4-56DB-0CA71FC0FAF7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2130817" y="4190021"/>
                  <a:ext cx="7200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220" name="Tinta 219">
                  <a:extLst>
                    <a:ext uri="{FF2B5EF4-FFF2-40B4-BE49-F238E27FC236}">
                      <a16:creationId xmlns:a16="http://schemas.microsoft.com/office/drawing/2014/main" id="{E9D85F24-86A8-DBB0-DD55-B95A46AD0F98}"/>
                    </a:ext>
                  </a:extLst>
                </p14:cNvPr>
                <p14:cNvContentPartPr/>
                <p14:nvPr/>
              </p14:nvContentPartPr>
              <p14:xfrm>
                <a:off x="2111377" y="4310621"/>
                <a:ext cx="141840" cy="20520"/>
              </p14:xfrm>
            </p:contentPart>
          </mc:Choice>
          <mc:Fallback>
            <p:pic>
              <p:nvPicPr>
                <p:cNvPr id="220" name="Tinta 219">
                  <a:extLst>
                    <a:ext uri="{FF2B5EF4-FFF2-40B4-BE49-F238E27FC236}">
                      <a16:creationId xmlns:a16="http://schemas.microsoft.com/office/drawing/2014/main" id="{E9D85F24-86A8-DBB0-DD55-B95A46AD0F98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2093737" y="4292621"/>
                  <a:ext cx="177480" cy="5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4" name="Agrupar 223">
            <a:extLst>
              <a:ext uri="{FF2B5EF4-FFF2-40B4-BE49-F238E27FC236}">
                <a16:creationId xmlns:a16="http://schemas.microsoft.com/office/drawing/2014/main" id="{7B06EA23-BE02-0BC3-33E9-31C5D3F38170}"/>
              </a:ext>
            </a:extLst>
          </p:cNvPr>
          <p:cNvGrpSpPr/>
          <p:nvPr/>
        </p:nvGrpSpPr>
        <p:grpSpPr>
          <a:xfrm>
            <a:off x="2569657" y="4064741"/>
            <a:ext cx="248760" cy="350280"/>
            <a:chOff x="2569657" y="4064741"/>
            <a:chExt cx="248760" cy="350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221" name="Tinta 220">
                  <a:extLst>
                    <a:ext uri="{FF2B5EF4-FFF2-40B4-BE49-F238E27FC236}">
                      <a16:creationId xmlns:a16="http://schemas.microsoft.com/office/drawing/2014/main" id="{3CF417E8-9DF9-84DC-875D-D78F63C43263}"/>
                    </a:ext>
                  </a:extLst>
                </p14:cNvPr>
                <p14:cNvContentPartPr/>
                <p14:nvPr/>
              </p14:nvContentPartPr>
              <p14:xfrm>
                <a:off x="2569657" y="4064741"/>
                <a:ext cx="57600" cy="311040"/>
              </p14:xfrm>
            </p:contentPart>
          </mc:Choice>
          <mc:Fallback>
            <p:pic>
              <p:nvPicPr>
                <p:cNvPr id="221" name="Tinta 220">
                  <a:extLst>
                    <a:ext uri="{FF2B5EF4-FFF2-40B4-BE49-F238E27FC236}">
                      <a16:creationId xmlns:a16="http://schemas.microsoft.com/office/drawing/2014/main" id="{3CF417E8-9DF9-84DC-875D-D78F63C43263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2552017" y="4046741"/>
                  <a:ext cx="9324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222" name="Tinta 221">
                  <a:extLst>
                    <a:ext uri="{FF2B5EF4-FFF2-40B4-BE49-F238E27FC236}">
                      <a16:creationId xmlns:a16="http://schemas.microsoft.com/office/drawing/2014/main" id="{55C93F11-DBB7-38BC-009C-046D9120FB85}"/>
                    </a:ext>
                  </a:extLst>
                </p14:cNvPr>
                <p14:cNvContentPartPr/>
                <p14:nvPr/>
              </p14:nvContentPartPr>
              <p14:xfrm>
                <a:off x="2613217" y="4263461"/>
                <a:ext cx="136080" cy="151560"/>
              </p14:xfrm>
            </p:contentPart>
          </mc:Choice>
          <mc:Fallback>
            <p:pic>
              <p:nvPicPr>
                <p:cNvPr id="222" name="Tinta 221">
                  <a:extLst>
                    <a:ext uri="{FF2B5EF4-FFF2-40B4-BE49-F238E27FC236}">
                      <a16:creationId xmlns:a16="http://schemas.microsoft.com/office/drawing/2014/main" id="{55C93F11-DBB7-38BC-009C-046D9120FB85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2595577" y="4245821"/>
                  <a:ext cx="17172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223" name="Tinta 222">
                  <a:extLst>
                    <a:ext uri="{FF2B5EF4-FFF2-40B4-BE49-F238E27FC236}">
                      <a16:creationId xmlns:a16="http://schemas.microsoft.com/office/drawing/2014/main" id="{E020B214-DDAC-14F8-223B-7301C93C9AD9}"/>
                    </a:ext>
                  </a:extLst>
                </p14:cNvPr>
                <p14:cNvContentPartPr/>
                <p14:nvPr/>
              </p14:nvContentPartPr>
              <p14:xfrm>
                <a:off x="2818057" y="4388741"/>
                <a:ext cx="360" cy="360"/>
              </p14:xfrm>
            </p:contentPart>
          </mc:Choice>
          <mc:Fallback>
            <p:pic>
              <p:nvPicPr>
                <p:cNvPr id="223" name="Tinta 222">
                  <a:extLst>
                    <a:ext uri="{FF2B5EF4-FFF2-40B4-BE49-F238E27FC236}">
                      <a16:creationId xmlns:a16="http://schemas.microsoft.com/office/drawing/2014/main" id="{E020B214-DDAC-14F8-223B-7301C93C9AD9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2800417" y="437110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1" name="Agrupar 230">
            <a:extLst>
              <a:ext uri="{FF2B5EF4-FFF2-40B4-BE49-F238E27FC236}">
                <a16:creationId xmlns:a16="http://schemas.microsoft.com/office/drawing/2014/main" id="{0BC98EFC-6B5E-A14A-D7BF-9FBDE711B138}"/>
              </a:ext>
            </a:extLst>
          </p:cNvPr>
          <p:cNvGrpSpPr/>
          <p:nvPr/>
        </p:nvGrpSpPr>
        <p:grpSpPr>
          <a:xfrm>
            <a:off x="2971057" y="3984101"/>
            <a:ext cx="314640" cy="503280"/>
            <a:chOff x="2971057" y="3984101"/>
            <a:chExt cx="314640" cy="503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226" name="Tinta 225">
                  <a:extLst>
                    <a:ext uri="{FF2B5EF4-FFF2-40B4-BE49-F238E27FC236}">
                      <a16:creationId xmlns:a16="http://schemas.microsoft.com/office/drawing/2014/main" id="{1068BE07-E927-D4EE-D2AA-A7AAA5E5DA7F}"/>
                    </a:ext>
                  </a:extLst>
                </p14:cNvPr>
                <p14:cNvContentPartPr/>
                <p14:nvPr/>
              </p14:nvContentPartPr>
              <p14:xfrm>
                <a:off x="2987257" y="4168781"/>
                <a:ext cx="90720" cy="206640"/>
              </p14:xfrm>
            </p:contentPart>
          </mc:Choice>
          <mc:Fallback>
            <p:pic>
              <p:nvPicPr>
                <p:cNvPr id="226" name="Tinta 225">
                  <a:extLst>
                    <a:ext uri="{FF2B5EF4-FFF2-40B4-BE49-F238E27FC236}">
                      <a16:creationId xmlns:a16="http://schemas.microsoft.com/office/drawing/2014/main" id="{1068BE07-E927-D4EE-D2AA-A7AAA5E5DA7F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2969617" y="4150781"/>
                  <a:ext cx="12636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227" name="Tinta 226">
                  <a:extLst>
                    <a:ext uri="{FF2B5EF4-FFF2-40B4-BE49-F238E27FC236}">
                      <a16:creationId xmlns:a16="http://schemas.microsoft.com/office/drawing/2014/main" id="{C0B142FE-951C-BB65-937C-A8E56A8FCB3D}"/>
                    </a:ext>
                  </a:extLst>
                </p14:cNvPr>
                <p14:cNvContentPartPr/>
                <p14:nvPr/>
              </p14:nvContentPartPr>
              <p14:xfrm>
                <a:off x="2971057" y="4232501"/>
                <a:ext cx="176760" cy="160200"/>
              </p14:xfrm>
            </p:contentPart>
          </mc:Choice>
          <mc:Fallback>
            <p:pic>
              <p:nvPicPr>
                <p:cNvPr id="227" name="Tinta 226">
                  <a:extLst>
                    <a:ext uri="{FF2B5EF4-FFF2-40B4-BE49-F238E27FC236}">
                      <a16:creationId xmlns:a16="http://schemas.microsoft.com/office/drawing/2014/main" id="{C0B142FE-951C-BB65-937C-A8E56A8FCB3D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2953057" y="4214501"/>
                  <a:ext cx="21240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228" name="Tinta 227">
                  <a:extLst>
                    <a:ext uri="{FF2B5EF4-FFF2-40B4-BE49-F238E27FC236}">
                      <a16:creationId xmlns:a16="http://schemas.microsoft.com/office/drawing/2014/main" id="{CBF50B4F-5423-1B52-246E-D1A5108224F1}"/>
                    </a:ext>
                  </a:extLst>
                </p14:cNvPr>
                <p14:cNvContentPartPr/>
                <p14:nvPr/>
              </p14:nvContentPartPr>
              <p14:xfrm>
                <a:off x="3095257" y="3984101"/>
                <a:ext cx="96120" cy="202680"/>
              </p14:xfrm>
            </p:contentPart>
          </mc:Choice>
          <mc:Fallback>
            <p:pic>
              <p:nvPicPr>
                <p:cNvPr id="228" name="Tinta 227">
                  <a:extLst>
                    <a:ext uri="{FF2B5EF4-FFF2-40B4-BE49-F238E27FC236}">
                      <a16:creationId xmlns:a16="http://schemas.microsoft.com/office/drawing/2014/main" id="{CBF50B4F-5423-1B52-246E-D1A5108224F1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3077257" y="3966461"/>
                  <a:ext cx="13176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229" name="Tinta 228">
                  <a:extLst>
                    <a:ext uri="{FF2B5EF4-FFF2-40B4-BE49-F238E27FC236}">
                      <a16:creationId xmlns:a16="http://schemas.microsoft.com/office/drawing/2014/main" id="{4220E037-54B0-B9D5-1A44-F6B142D76702}"/>
                    </a:ext>
                  </a:extLst>
                </p14:cNvPr>
                <p14:cNvContentPartPr/>
                <p14:nvPr/>
              </p14:nvContentPartPr>
              <p14:xfrm>
                <a:off x="2987257" y="4473701"/>
                <a:ext cx="298440" cy="13680"/>
              </p14:xfrm>
            </p:contentPart>
          </mc:Choice>
          <mc:Fallback>
            <p:pic>
              <p:nvPicPr>
                <p:cNvPr id="229" name="Tinta 228">
                  <a:extLst>
                    <a:ext uri="{FF2B5EF4-FFF2-40B4-BE49-F238E27FC236}">
                      <a16:creationId xmlns:a16="http://schemas.microsoft.com/office/drawing/2014/main" id="{4220E037-54B0-B9D5-1A44-F6B142D76702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2969257" y="4456061"/>
                  <a:ext cx="334080" cy="49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0">
            <p14:nvContentPartPr>
              <p14:cNvPr id="230" name="Tinta 229">
                <a:extLst>
                  <a:ext uri="{FF2B5EF4-FFF2-40B4-BE49-F238E27FC236}">
                    <a16:creationId xmlns:a16="http://schemas.microsoft.com/office/drawing/2014/main" id="{B4DA7A89-489C-CE7C-2694-A4BE5600E852}"/>
                  </a:ext>
                </a:extLst>
              </p14:cNvPr>
              <p14:cNvContentPartPr/>
              <p14:nvPr/>
            </p14:nvContentPartPr>
            <p14:xfrm>
              <a:off x="3065017" y="4638221"/>
              <a:ext cx="143280" cy="229320"/>
            </p14:xfrm>
          </p:contentPart>
        </mc:Choice>
        <mc:Fallback>
          <p:pic>
            <p:nvPicPr>
              <p:cNvPr id="230" name="Tinta 229">
                <a:extLst>
                  <a:ext uri="{FF2B5EF4-FFF2-40B4-BE49-F238E27FC236}">
                    <a16:creationId xmlns:a16="http://schemas.microsoft.com/office/drawing/2014/main" id="{B4DA7A89-489C-CE7C-2694-A4BE5600E852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3047377" y="4620221"/>
                <a:ext cx="178920" cy="264960"/>
              </a:xfrm>
              <a:prstGeom prst="rect">
                <a:avLst/>
              </a:prstGeom>
            </p:spPr>
          </p:pic>
        </mc:Fallback>
      </mc:AlternateContent>
      <p:grpSp>
        <p:nvGrpSpPr>
          <p:cNvPr id="237" name="Agrupar 236">
            <a:extLst>
              <a:ext uri="{FF2B5EF4-FFF2-40B4-BE49-F238E27FC236}">
                <a16:creationId xmlns:a16="http://schemas.microsoft.com/office/drawing/2014/main" id="{87B60F5D-34BD-B53B-6388-EF1D28587AA8}"/>
              </a:ext>
            </a:extLst>
          </p:cNvPr>
          <p:cNvGrpSpPr/>
          <p:nvPr/>
        </p:nvGrpSpPr>
        <p:grpSpPr>
          <a:xfrm>
            <a:off x="3563257" y="4209821"/>
            <a:ext cx="119520" cy="193680"/>
            <a:chOff x="3563257" y="4209821"/>
            <a:chExt cx="119520" cy="193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232" name="Tinta 231">
                  <a:extLst>
                    <a:ext uri="{FF2B5EF4-FFF2-40B4-BE49-F238E27FC236}">
                      <a16:creationId xmlns:a16="http://schemas.microsoft.com/office/drawing/2014/main" id="{F25E6748-B93A-6472-3F1E-20277B1D83B7}"/>
                    </a:ext>
                  </a:extLst>
                </p14:cNvPr>
                <p14:cNvContentPartPr/>
                <p14:nvPr/>
              </p14:nvContentPartPr>
              <p14:xfrm>
                <a:off x="3574417" y="4209821"/>
                <a:ext cx="52560" cy="193680"/>
              </p14:xfrm>
            </p:contentPart>
          </mc:Choice>
          <mc:Fallback>
            <p:pic>
              <p:nvPicPr>
                <p:cNvPr id="232" name="Tinta 231">
                  <a:extLst>
                    <a:ext uri="{FF2B5EF4-FFF2-40B4-BE49-F238E27FC236}">
                      <a16:creationId xmlns:a16="http://schemas.microsoft.com/office/drawing/2014/main" id="{F25E6748-B93A-6472-3F1E-20277B1D83B7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3556777" y="4192181"/>
                  <a:ext cx="8820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233" name="Tinta 232">
                  <a:extLst>
                    <a:ext uri="{FF2B5EF4-FFF2-40B4-BE49-F238E27FC236}">
                      <a16:creationId xmlns:a16="http://schemas.microsoft.com/office/drawing/2014/main" id="{95BE22E5-5F65-789A-D626-C4722227D732}"/>
                    </a:ext>
                  </a:extLst>
                </p14:cNvPr>
                <p14:cNvContentPartPr/>
                <p14:nvPr/>
              </p14:nvContentPartPr>
              <p14:xfrm>
                <a:off x="3563257" y="4301621"/>
                <a:ext cx="119520" cy="11520"/>
              </p14:xfrm>
            </p:contentPart>
          </mc:Choice>
          <mc:Fallback>
            <p:pic>
              <p:nvPicPr>
                <p:cNvPr id="233" name="Tinta 232">
                  <a:extLst>
                    <a:ext uri="{FF2B5EF4-FFF2-40B4-BE49-F238E27FC236}">
                      <a16:creationId xmlns:a16="http://schemas.microsoft.com/office/drawing/2014/main" id="{95BE22E5-5F65-789A-D626-C4722227D732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3545617" y="4283981"/>
                  <a:ext cx="155160" cy="47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9" name="Agrupar 238">
            <a:extLst>
              <a:ext uri="{FF2B5EF4-FFF2-40B4-BE49-F238E27FC236}">
                <a16:creationId xmlns:a16="http://schemas.microsoft.com/office/drawing/2014/main" id="{6FF37529-DCE2-CA4C-E28D-443BACFB4602}"/>
              </a:ext>
            </a:extLst>
          </p:cNvPr>
          <p:cNvGrpSpPr/>
          <p:nvPr/>
        </p:nvGrpSpPr>
        <p:grpSpPr>
          <a:xfrm>
            <a:off x="3896257" y="4119461"/>
            <a:ext cx="572760" cy="329040"/>
            <a:chOff x="3896257" y="4119461"/>
            <a:chExt cx="572760" cy="329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234" name="Tinta 233">
                  <a:extLst>
                    <a:ext uri="{FF2B5EF4-FFF2-40B4-BE49-F238E27FC236}">
                      <a16:creationId xmlns:a16="http://schemas.microsoft.com/office/drawing/2014/main" id="{F3795F75-9C1D-BE5A-4ADC-37AD3682A640}"/>
                    </a:ext>
                  </a:extLst>
                </p14:cNvPr>
                <p14:cNvContentPartPr/>
                <p14:nvPr/>
              </p14:nvContentPartPr>
              <p14:xfrm>
                <a:off x="3896257" y="4119461"/>
                <a:ext cx="201600" cy="329040"/>
              </p14:xfrm>
            </p:contentPart>
          </mc:Choice>
          <mc:Fallback>
            <p:pic>
              <p:nvPicPr>
                <p:cNvPr id="234" name="Tinta 233">
                  <a:extLst>
                    <a:ext uri="{FF2B5EF4-FFF2-40B4-BE49-F238E27FC236}">
                      <a16:creationId xmlns:a16="http://schemas.microsoft.com/office/drawing/2014/main" id="{F3795F75-9C1D-BE5A-4ADC-37AD3682A640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3878257" y="4101461"/>
                  <a:ext cx="237240" cy="36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235" name="Tinta 234">
                  <a:extLst>
                    <a:ext uri="{FF2B5EF4-FFF2-40B4-BE49-F238E27FC236}">
                      <a16:creationId xmlns:a16="http://schemas.microsoft.com/office/drawing/2014/main" id="{8C85DC00-9B63-EC19-3E54-6B7E0FB55852}"/>
                    </a:ext>
                  </a:extLst>
                </p14:cNvPr>
                <p14:cNvContentPartPr/>
                <p14:nvPr/>
              </p14:nvContentPartPr>
              <p14:xfrm>
                <a:off x="4156897" y="4226741"/>
                <a:ext cx="217800" cy="218160"/>
              </p14:xfrm>
            </p:contentPart>
          </mc:Choice>
          <mc:Fallback>
            <p:pic>
              <p:nvPicPr>
                <p:cNvPr id="235" name="Tinta 234">
                  <a:extLst>
                    <a:ext uri="{FF2B5EF4-FFF2-40B4-BE49-F238E27FC236}">
                      <a16:creationId xmlns:a16="http://schemas.microsoft.com/office/drawing/2014/main" id="{8C85DC00-9B63-EC19-3E54-6B7E0FB55852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4139257" y="4209101"/>
                  <a:ext cx="25344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238" name="Tinta 237">
                  <a:extLst>
                    <a:ext uri="{FF2B5EF4-FFF2-40B4-BE49-F238E27FC236}">
                      <a16:creationId xmlns:a16="http://schemas.microsoft.com/office/drawing/2014/main" id="{9B81769E-2102-8840-FD7B-16E0C63257D2}"/>
                    </a:ext>
                  </a:extLst>
                </p14:cNvPr>
                <p14:cNvContentPartPr/>
                <p14:nvPr/>
              </p14:nvContentPartPr>
              <p14:xfrm>
                <a:off x="4468657" y="4414661"/>
                <a:ext cx="360" cy="360"/>
              </p14:xfrm>
            </p:contentPart>
          </mc:Choice>
          <mc:Fallback>
            <p:pic>
              <p:nvPicPr>
                <p:cNvPr id="238" name="Tinta 237">
                  <a:extLst>
                    <a:ext uri="{FF2B5EF4-FFF2-40B4-BE49-F238E27FC236}">
                      <a16:creationId xmlns:a16="http://schemas.microsoft.com/office/drawing/2014/main" id="{9B81769E-2102-8840-FD7B-16E0C63257D2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4450657" y="439666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5" name="Agrupar 244">
            <a:extLst>
              <a:ext uri="{FF2B5EF4-FFF2-40B4-BE49-F238E27FC236}">
                <a16:creationId xmlns:a16="http://schemas.microsoft.com/office/drawing/2014/main" id="{A0691EE9-DD94-CE15-B246-EF818E64F0C1}"/>
              </a:ext>
            </a:extLst>
          </p:cNvPr>
          <p:cNvGrpSpPr/>
          <p:nvPr/>
        </p:nvGrpSpPr>
        <p:grpSpPr>
          <a:xfrm>
            <a:off x="4620217" y="3972581"/>
            <a:ext cx="267480" cy="540360"/>
            <a:chOff x="4620217" y="3972581"/>
            <a:chExt cx="267480" cy="540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240" name="Tinta 239">
                  <a:extLst>
                    <a:ext uri="{FF2B5EF4-FFF2-40B4-BE49-F238E27FC236}">
                      <a16:creationId xmlns:a16="http://schemas.microsoft.com/office/drawing/2014/main" id="{09DDF90B-3CAC-D39A-979A-9B2D9E8488C9}"/>
                    </a:ext>
                  </a:extLst>
                </p14:cNvPr>
                <p14:cNvContentPartPr/>
                <p14:nvPr/>
              </p14:nvContentPartPr>
              <p14:xfrm>
                <a:off x="4633897" y="4201181"/>
                <a:ext cx="122040" cy="191520"/>
              </p14:xfrm>
            </p:contentPart>
          </mc:Choice>
          <mc:Fallback>
            <p:pic>
              <p:nvPicPr>
                <p:cNvPr id="240" name="Tinta 239">
                  <a:extLst>
                    <a:ext uri="{FF2B5EF4-FFF2-40B4-BE49-F238E27FC236}">
                      <a16:creationId xmlns:a16="http://schemas.microsoft.com/office/drawing/2014/main" id="{09DDF90B-3CAC-D39A-979A-9B2D9E8488C9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4615897" y="4183181"/>
                  <a:ext cx="15768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241" name="Tinta 240">
                  <a:extLst>
                    <a:ext uri="{FF2B5EF4-FFF2-40B4-BE49-F238E27FC236}">
                      <a16:creationId xmlns:a16="http://schemas.microsoft.com/office/drawing/2014/main" id="{C7546E20-B597-1466-D6B9-CFCB1F221E00}"/>
                    </a:ext>
                  </a:extLst>
                </p14:cNvPr>
                <p14:cNvContentPartPr/>
                <p14:nvPr/>
              </p14:nvContentPartPr>
              <p14:xfrm>
                <a:off x="4622737" y="4250141"/>
                <a:ext cx="175320" cy="162360"/>
              </p14:xfrm>
            </p:contentPart>
          </mc:Choice>
          <mc:Fallback>
            <p:pic>
              <p:nvPicPr>
                <p:cNvPr id="241" name="Tinta 240">
                  <a:extLst>
                    <a:ext uri="{FF2B5EF4-FFF2-40B4-BE49-F238E27FC236}">
                      <a16:creationId xmlns:a16="http://schemas.microsoft.com/office/drawing/2014/main" id="{C7546E20-B597-1466-D6B9-CFCB1F221E00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4604737" y="4232501"/>
                  <a:ext cx="21096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242" name="Tinta 241">
                  <a:extLst>
                    <a:ext uri="{FF2B5EF4-FFF2-40B4-BE49-F238E27FC236}">
                      <a16:creationId xmlns:a16="http://schemas.microsoft.com/office/drawing/2014/main" id="{000BDCD3-541B-5E1B-1AFD-7AFFF2B5EFB9}"/>
                    </a:ext>
                  </a:extLst>
                </p14:cNvPr>
                <p14:cNvContentPartPr/>
                <p14:nvPr/>
              </p14:nvContentPartPr>
              <p14:xfrm>
                <a:off x="4800217" y="3972581"/>
                <a:ext cx="55080" cy="148320"/>
              </p14:xfrm>
            </p:contentPart>
          </mc:Choice>
          <mc:Fallback>
            <p:pic>
              <p:nvPicPr>
                <p:cNvPr id="242" name="Tinta 241">
                  <a:extLst>
                    <a:ext uri="{FF2B5EF4-FFF2-40B4-BE49-F238E27FC236}">
                      <a16:creationId xmlns:a16="http://schemas.microsoft.com/office/drawing/2014/main" id="{000BDCD3-541B-5E1B-1AFD-7AFFF2B5EFB9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4782577" y="3954941"/>
                  <a:ext cx="9072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243" name="Tinta 242">
                  <a:extLst>
                    <a:ext uri="{FF2B5EF4-FFF2-40B4-BE49-F238E27FC236}">
                      <a16:creationId xmlns:a16="http://schemas.microsoft.com/office/drawing/2014/main" id="{A1B88DFB-410F-A6B4-FAB7-4B18BFE7FE40}"/>
                    </a:ext>
                  </a:extLst>
                </p14:cNvPr>
                <p14:cNvContentPartPr/>
                <p14:nvPr/>
              </p14:nvContentPartPr>
              <p14:xfrm>
                <a:off x="4620217" y="4498181"/>
                <a:ext cx="267480" cy="14760"/>
              </p14:xfrm>
            </p:contentPart>
          </mc:Choice>
          <mc:Fallback>
            <p:pic>
              <p:nvPicPr>
                <p:cNvPr id="243" name="Tinta 242">
                  <a:extLst>
                    <a:ext uri="{FF2B5EF4-FFF2-40B4-BE49-F238E27FC236}">
                      <a16:creationId xmlns:a16="http://schemas.microsoft.com/office/drawing/2014/main" id="{A1B88DFB-410F-A6B4-FAB7-4B18BFE7FE40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4602217" y="4480541"/>
                  <a:ext cx="303120" cy="50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9">
            <p14:nvContentPartPr>
              <p14:cNvPr id="244" name="Tinta 243">
                <a:extLst>
                  <a:ext uri="{FF2B5EF4-FFF2-40B4-BE49-F238E27FC236}">
                    <a16:creationId xmlns:a16="http://schemas.microsoft.com/office/drawing/2014/main" id="{132B2C87-6D8F-DF05-A818-E7B2AC9FEF4E}"/>
                  </a:ext>
                </a:extLst>
              </p14:cNvPr>
              <p14:cNvContentPartPr/>
              <p14:nvPr/>
            </p14:nvContentPartPr>
            <p14:xfrm>
              <a:off x="4766737" y="4646141"/>
              <a:ext cx="94680" cy="210600"/>
            </p14:xfrm>
          </p:contentPart>
        </mc:Choice>
        <mc:Fallback>
          <p:pic>
            <p:nvPicPr>
              <p:cNvPr id="244" name="Tinta 243">
                <a:extLst>
                  <a:ext uri="{FF2B5EF4-FFF2-40B4-BE49-F238E27FC236}">
                    <a16:creationId xmlns:a16="http://schemas.microsoft.com/office/drawing/2014/main" id="{132B2C87-6D8F-DF05-A818-E7B2AC9FEF4E}"/>
                  </a:ext>
                </a:extLst>
              </p:cNvPr>
              <p:cNvPicPr/>
              <p:nvPr/>
            </p:nvPicPr>
            <p:blipFill>
              <a:blip r:embed="rId280"/>
              <a:stretch>
                <a:fillRect/>
              </a:stretch>
            </p:blipFill>
            <p:spPr>
              <a:xfrm>
                <a:off x="4748737" y="4628501"/>
                <a:ext cx="130320" cy="24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1">
            <p14:nvContentPartPr>
              <p14:cNvPr id="255" name="Tinta 254">
                <a:extLst>
                  <a:ext uri="{FF2B5EF4-FFF2-40B4-BE49-F238E27FC236}">
                    <a16:creationId xmlns:a16="http://schemas.microsoft.com/office/drawing/2014/main" id="{530AEFD4-909C-D35A-46C4-BD3AF953006B}"/>
                  </a:ext>
                </a:extLst>
              </p14:cNvPr>
              <p14:cNvContentPartPr/>
              <p14:nvPr/>
            </p14:nvContentPartPr>
            <p14:xfrm>
              <a:off x="651217" y="5725421"/>
              <a:ext cx="123480" cy="6120"/>
            </p14:xfrm>
          </p:contentPart>
        </mc:Choice>
        <mc:Fallback>
          <p:pic>
            <p:nvPicPr>
              <p:cNvPr id="255" name="Tinta 254">
                <a:extLst>
                  <a:ext uri="{FF2B5EF4-FFF2-40B4-BE49-F238E27FC236}">
                    <a16:creationId xmlns:a16="http://schemas.microsoft.com/office/drawing/2014/main" id="{530AEFD4-909C-D35A-46C4-BD3AF953006B}"/>
                  </a:ext>
                </a:extLst>
              </p:cNvPr>
              <p:cNvPicPr/>
              <p:nvPr/>
            </p:nvPicPr>
            <p:blipFill>
              <a:blip r:embed="rId282"/>
              <a:stretch>
                <a:fillRect/>
              </a:stretch>
            </p:blipFill>
            <p:spPr>
              <a:xfrm>
                <a:off x="633217" y="5707781"/>
                <a:ext cx="159120" cy="4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3">
            <p14:nvContentPartPr>
              <p14:cNvPr id="256" name="Tinta 255">
                <a:extLst>
                  <a:ext uri="{FF2B5EF4-FFF2-40B4-BE49-F238E27FC236}">
                    <a16:creationId xmlns:a16="http://schemas.microsoft.com/office/drawing/2014/main" id="{63E0DDEA-B30B-B27C-7519-85B5BB642ACB}"/>
                  </a:ext>
                </a:extLst>
              </p14:cNvPr>
              <p14:cNvContentPartPr/>
              <p14:nvPr/>
            </p14:nvContentPartPr>
            <p14:xfrm>
              <a:off x="640057" y="5622821"/>
              <a:ext cx="92160" cy="11520"/>
            </p14:xfrm>
          </p:contentPart>
        </mc:Choice>
        <mc:Fallback>
          <p:pic>
            <p:nvPicPr>
              <p:cNvPr id="256" name="Tinta 255">
                <a:extLst>
                  <a:ext uri="{FF2B5EF4-FFF2-40B4-BE49-F238E27FC236}">
                    <a16:creationId xmlns:a16="http://schemas.microsoft.com/office/drawing/2014/main" id="{63E0DDEA-B30B-B27C-7519-85B5BB642ACB}"/>
                  </a:ext>
                </a:extLst>
              </p:cNvPr>
              <p:cNvPicPr/>
              <p:nvPr/>
            </p:nvPicPr>
            <p:blipFill>
              <a:blip r:embed="rId284"/>
              <a:stretch>
                <a:fillRect/>
              </a:stretch>
            </p:blipFill>
            <p:spPr>
              <a:xfrm>
                <a:off x="622057" y="5604821"/>
                <a:ext cx="12780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5">
            <p14:nvContentPartPr>
              <p14:cNvPr id="257" name="Tinta 256">
                <a:extLst>
                  <a:ext uri="{FF2B5EF4-FFF2-40B4-BE49-F238E27FC236}">
                    <a16:creationId xmlns:a16="http://schemas.microsoft.com/office/drawing/2014/main" id="{D61468F1-ADBE-CFAF-E264-01FEBC090DBD}"/>
                  </a:ext>
                </a:extLst>
              </p14:cNvPr>
              <p14:cNvContentPartPr/>
              <p14:nvPr/>
            </p14:nvContentPartPr>
            <p14:xfrm>
              <a:off x="1151617" y="4202261"/>
              <a:ext cx="55080" cy="10440"/>
            </p14:xfrm>
          </p:contentPart>
        </mc:Choice>
        <mc:Fallback>
          <p:pic>
            <p:nvPicPr>
              <p:cNvPr id="257" name="Tinta 256">
                <a:extLst>
                  <a:ext uri="{FF2B5EF4-FFF2-40B4-BE49-F238E27FC236}">
                    <a16:creationId xmlns:a16="http://schemas.microsoft.com/office/drawing/2014/main" id="{D61468F1-ADBE-CFAF-E264-01FEBC090DBD}"/>
                  </a:ext>
                </a:extLst>
              </p:cNvPr>
              <p:cNvPicPr/>
              <p:nvPr/>
            </p:nvPicPr>
            <p:blipFill>
              <a:blip r:embed="rId286"/>
              <a:stretch>
                <a:fillRect/>
              </a:stretch>
            </p:blipFill>
            <p:spPr>
              <a:xfrm>
                <a:off x="1133617" y="4184261"/>
                <a:ext cx="90720" cy="46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70" name="Agrupar 269">
            <a:extLst>
              <a:ext uri="{FF2B5EF4-FFF2-40B4-BE49-F238E27FC236}">
                <a16:creationId xmlns:a16="http://schemas.microsoft.com/office/drawing/2014/main" id="{90D6E847-B0DE-3F5D-1AD1-889CD00699BC}"/>
              </a:ext>
            </a:extLst>
          </p:cNvPr>
          <p:cNvGrpSpPr/>
          <p:nvPr/>
        </p:nvGrpSpPr>
        <p:grpSpPr>
          <a:xfrm>
            <a:off x="1034977" y="5228261"/>
            <a:ext cx="731880" cy="859680"/>
            <a:chOff x="1034977" y="5228261"/>
            <a:chExt cx="731880" cy="859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258" name="Tinta 257">
                  <a:extLst>
                    <a:ext uri="{FF2B5EF4-FFF2-40B4-BE49-F238E27FC236}">
                      <a16:creationId xmlns:a16="http://schemas.microsoft.com/office/drawing/2014/main" id="{5F598B6A-E4C9-601F-B103-32E2B52EE480}"/>
                    </a:ext>
                  </a:extLst>
                </p14:cNvPr>
                <p14:cNvContentPartPr/>
                <p14:nvPr/>
              </p14:nvContentPartPr>
              <p14:xfrm>
                <a:off x="1061977" y="5460101"/>
                <a:ext cx="278640" cy="188640"/>
              </p14:xfrm>
            </p:contentPart>
          </mc:Choice>
          <mc:Fallback>
            <p:pic>
              <p:nvPicPr>
                <p:cNvPr id="258" name="Tinta 257">
                  <a:extLst>
                    <a:ext uri="{FF2B5EF4-FFF2-40B4-BE49-F238E27FC236}">
                      <a16:creationId xmlns:a16="http://schemas.microsoft.com/office/drawing/2014/main" id="{5F598B6A-E4C9-601F-B103-32E2B52EE480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1044337" y="5442461"/>
                  <a:ext cx="31428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259" name="Tinta 258">
                  <a:extLst>
                    <a:ext uri="{FF2B5EF4-FFF2-40B4-BE49-F238E27FC236}">
                      <a16:creationId xmlns:a16="http://schemas.microsoft.com/office/drawing/2014/main" id="{A242ACE6-B160-1A31-5596-AD960589A8F6}"/>
                    </a:ext>
                  </a:extLst>
                </p14:cNvPr>
                <p14:cNvContentPartPr/>
                <p14:nvPr/>
              </p14:nvContentPartPr>
              <p14:xfrm>
                <a:off x="1034977" y="5698781"/>
                <a:ext cx="354240" cy="51840"/>
              </p14:xfrm>
            </p:contentPart>
          </mc:Choice>
          <mc:Fallback>
            <p:pic>
              <p:nvPicPr>
                <p:cNvPr id="259" name="Tinta 258">
                  <a:extLst>
                    <a:ext uri="{FF2B5EF4-FFF2-40B4-BE49-F238E27FC236}">
                      <a16:creationId xmlns:a16="http://schemas.microsoft.com/office/drawing/2014/main" id="{A242ACE6-B160-1A31-5596-AD960589A8F6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1016977" y="5680781"/>
                  <a:ext cx="38988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260" name="Tinta 259">
                  <a:extLst>
                    <a:ext uri="{FF2B5EF4-FFF2-40B4-BE49-F238E27FC236}">
                      <a16:creationId xmlns:a16="http://schemas.microsoft.com/office/drawing/2014/main" id="{E6612560-9D03-1196-B13E-7B4DF07A7480}"/>
                    </a:ext>
                  </a:extLst>
                </p14:cNvPr>
                <p14:cNvContentPartPr/>
                <p14:nvPr/>
              </p14:nvContentPartPr>
              <p14:xfrm>
                <a:off x="1149097" y="5798141"/>
                <a:ext cx="92160" cy="24840"/>
              </p14:xfrm>
            </p:contentPart>
          </mc:Choice>
          <mc:Fallback>
            <p:pic>
              <p:nvPicPr>
                <p:cNvPr id="260" name="Tinta 259">
                  <a:extLst>
                    <a:ext uri="{FF2B5EF4-FFF2-40B4-BE49-F238E27FC236}">
                      <a16:creationId xmlns:a16="http://schemas.microsoft.com/office/drawing/2014/main" id="{E6612560-9D03-1196-B13E-7B4DF07A7480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1131097" y="5780501"/>
                  <a:ext cx="12780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261" name="Tinta 260">
                  <a:extLst>
                    <a:ext uri="{FF2B5EF4-FFF2-40B4-BE49-F238E27FC236}">
                      <a16:creationId xmlns:a16="http://schemas.microsoft.com/office/drawing/2014/main" id="{7C97E06C-A16A-638D-C622-A96E041C81A0}"/>
                    </a:ext>
                  </a:extLst>
                </p14:cNvPr>
                <p14:cNvContentPartPr/>
                <p14:nvPr/>
              </p14:nvContentPartPr>
              <p14:xfrm>
                <a:off x="1121737" y="5839541"/>
                <a:ext cx="191880" cy="248400"/>
              </p14:xfrm>
            </p:contentPart>
          </mc:Choice>
          <mc:Fallback>
            <p:pic>
              <p:nvPicPr>
                <p:cNvPr id="261" name="Tinta 260">
                  <a:extLst>
                    <a:ext uri="{FF2B5EF4-FFF2-40B4-BE49-F238E27FC236}">
                      <a16:creationId xmlns:a16="http://schemas.microsoft.com/office/drawing/2014/main" id="{7C97E06C-A16A-638D-C622-A96E041C81A0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1104097" y="5821541"/>
                  <a:ext cx="22752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263" name="Tinta 262">
                  <a:extLst>
                    <a:ext uri="{FF2B5EF4-FFF2-40B4-BE49-F238E27FC236}">
                      <a16:creationId xmlns:a16="http://schemas.microsoft.com/office/drawing/2014/main" id="{6C74A9E2-1E6E-3435-AE68-FFFE2A2634A9}"/>
                    </a:ext>
                  </a:extLst>
                </p14:cNvPr>
                <p14:cNvContentPartPr/>
                <p14:nvPr/>
              </p14:nvContentPartPr>
              <p14:xfrm>
                <a:off x="1108057" y="5486381"/>
                <a:ext cx="109800" cy="22680"/>
              </p14:xfrm>
            </p:contentPart>
          </mc:Choice>
          <mc:Fallback>
            <p:pic>
              <p:nvPicPr>
                <p:cNvPr id="263" name="Tinta 262">
                  <a:extLst>
                    <a:ext uri="{FF2B5EF4-FFF2-40B4-BE49-F238E27FC236}">
                      <a16:creationId xmlns:a16="http://schemas.microsoft.com/office/drawing/2014/main" id="{6C74A9E2-1E6E-3435-AE68-FFFE2A2634A9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1090417" y="5468381"/>
                  <a:ext cx="14544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264" name="Tinta 263">
                  <a:extLst>
                    <a:ext uri="{FF2B5EF4-FFF2-40B4-BE49-F238E27FC236}">
                      <a16:creationId xmlns:a16="http://schemas.microsoft.com/office/drawing/2014/main" id="{C31F6691-86D2-4DB1-2639-F224D872FBEA}"/>
                    </a:ext>
                  </a:extLst>
                </p14:cNvPr>
                <p14:cNvContentPartPr/>
                <p14:nvPr/>
              </p14:nvContentPartPr>
              <p14:xfrm>
                <a:off x="1479577" y="5685461"/>
                <a:ext cx="360" cy="360"/>
              </p14:xfrm>
            </p:contentPart>
          </mc:Choice>
          <mc:Fallback>
            <p:pic>
              <p:nvPicPr>
                <p:cNvPr id="264" name="Tinta 263">
                  <a:extLst>
                    <a:ext uri="{FF2B5EF4-FFF2-40B4-BE49-F238E27FC236}">
                      <a16:creationId xmlns:a16="http://schemas.microsoft.com/office/drawing/2014/main" id="{C31F6691-86D2-4DB1-2639-F224D872FBEA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461577" y="566746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265" name="Tinta 264">
                  <a:extLst>
                    <a:ext uri="{FF2B5EF4-FFF2-40B4-BE49-F238E27FC236}">
                      <a16:creationId xmlns:a16="http://schemas.microsoft.com/office/drawing/2014/main" id="{FA40BE88-0FB0-A9E9-0F93-51132FF86B56}"/>
                    </a:ext>
                  </a:extLst>
                </p14:cNvPr>
                <p14:cNvContentPartPr/>
                <p14:nvPr/>
              </p14:nvContentPartPr>
              <p14:xfrm>
                <a:off x="1601257" y="5457221"/>
                <a:ext cx="94680" cy="193680"/>
              </p14:xfrm>
            </p:contentPart>
          </mc:Choice>
          <mc:Fallback>
            <p:pic>
              <p:nvPicPr>
                <p:cNvPr id="265" name="Tinta 264">
                  <a:extLst>
                    <a:ext uri="{FF2B5EF4-FFF2-40B4-BE49-F238E27FC236}">
                      <a16:creationId xmlns:a16="http://schemas.microsoft.com/office/drawing/2014/main" id="{FA40BE88-0FB0-A9E9-0F93-51132FF86B56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583257" y="5439581"/>
                  <a:ext cx="13032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266" name="Tinta 265">
                  <a:extLst>
                    <a:ext uri="{FF2B5EF4-FFF2-40B4-BE49-F238E27FC236}">
                      <a16:creationId xmlns:a16="http://schemas.microsoft.com/office/drawing/2014/main" id="{7942FC83-5FC8-E207-9F09-03CBBD784665}"/>
                    </a:ext>
                  </a:extLst>
                </p14:cNvPr>
                <p14:cNvContentPartPr/>
                <p14:nvPr/>
              </p14:nvContentPartPr>
              <p14:xfrm>
                <a:off x="1562737" y="5509781"/>
                <a:ext cx="194040" cy="142200"/>
              </p14:xfrm>
            </p:contentPart>
          </mc:Choice>
          <mc:Fallback>
            <p:pic>
              <p:nvPicPr>
                <p:cNvPr id="266" name="Tinta 265">
                  <a:extLst>
                    <a:ext uri="{FF2B5EF4-FFF2-40B4-BE49-F238E27FC236}">
                      <a16:creationId xmlns:a16="http://schemas.microsoft.com/office/drawing/2014/main" id="{7942FC83-5FC8-E207-9F09-03CBBD784665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544737" y="5492141"/>
                  <a:ext cx="22968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267" name="Tinta 266">
                  <a:extLst>
                    <a:ext uri="{FF2B5EF4-FFF2-40B4-BE49-F238E27FC236}">
                      <a16:creationId xmlns:a16="http://schemas.microsoft.com/office/drawing/2014/main" id="{D8CC5721-40F6-258A-A9C4-A80DAA6A24EB}"/>
                    </a:ext>
                  </a:extLst>
                </p14:cNvPr>
                <p14:cNvContentPartPr/>
                <p14:nvPr/>
              </p14:nvContentPartPr>
              <p14:xfrm>
                <a:off x="1720417" y="5228261"/>
                <a:ext cx="39960" cy="8280"/>
              </p14:xfrm>
            </p:contentPart>
          </mc:Choice>
          <mc:Fallback>
            <p:pic>
              <p:nvPicPr>
                <p:cNvPr id="267" name="Tinta 266">
                  <a:extLst>
                    <a:ext uri="{FF2B5EF4-FFF2-40B4-BE49-F238E27FC236}">
                      <a16:creationId xmlns:a16="http://schemas.microsoft.com/office/drawing/2014/main" id="{D8CC5721-40F6-258A-A9C4-A80DAA6A24EB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702417" y="5210261"/>
                  <a:ext cx="7560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268" name="Tinta 267">
                  <a:extLst>
                    <a:ext uri="{FF2B5EF4-FFF2-40B4-BE49-F238E27FC236}">
                      <a16:creationId xmlns:a16="http://schemas.microsoft.com/office/drawing/2014/main" id="{B8CABB80-3A7B-584B-51C7-490F8F90589F}"/>
                    </a:ext>
                  </a:extLst>
                </p14:cNvPr>
                <p14:cNvContentPartPr/>
                <p14:nvPr/>
              </p14:nvContentPartPr>
              <p14:xfrm>
                <a:off x="1720417" y="5235821"/>
                <a:ext cx="360" cy="360"/>
              </p14:xfrm>
            </p:contentPart>
          </mc:Choice>
          <mc:Fallback>
            <p:pic>
              <p:nvPicPr>
                <p:cNvPr id="268" name="Tinta 267">
                  <a:extLst>
                    <a:ext uri="{FF2B5EF4-FFF2-40B4-BE49-F238E27FC236}">
                      <a16:creationId xmlns:a16="http://schemas.microsoft.com/office/drawing/2014/main" id="{B8CABB80-3A7B-584B-51C7-490F8F90589F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702417" y="521818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269" name="Tinta 268">
                  <a:extLst>
                    <a:ext uri="{FF2B5EF4-FFF2-40B4-BE49-F238E27FC236}">
                      <a16:creationId xmlns:a16="http://schemas.microsoft.com/office/drawing/2014/main" id="{BDE747E5-67A6-A036-3C7D-CB0BF87A6509}"/>
                    </a:ext>
                  </a:extLst>
                </p14:cNvPr>
                <p14:cNvContentPartPr/>
                <p14:nvPr/>
              </p14:nvContentPartPr>
              <p14:xfrm>
                <a:off x="1694137" y="5235821"/>
                <a:ext cx="72720" cy="149400"/>
              </p14:xfrm>
            </p:contentPart>
          </mc:Choice>
          <mc:Fallback>
            <p:pic>
              <p:nvPicPr>
                <p:cNvPr id="269" name="Tinta 268">
                  <a:extLst>
                    <a:ext uri="{FF2B5EF4-FFF2-40B4-BE49-F238E27FC236}">
                      <a16:creationId xmlns:a16="http://schemas.microsoft.com/office/drawing/2014/main" id="{BDE747E5-67A6-A036-3C7D-CB0BF87A6509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1676497" y="5218181"/>
                  <a:ext cx="108360" cy="185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3" name="Agrupar 272">
            <a:extLst>
              <a:ext uri="{FF2B5EF4-FFF2-40B4-BE49-F238E27FC236}">
                <a16:creationId xmlns:a16="http://schemas.microsoft.com/office/drawing/2014/main" id="{D6AD384A-1E4D-C394-2D5E-5D1FC15A3E86}"/>
              </a:ext>
            </a:extLst>
          </p:cNvPr>
          <p:cNvGrpSpPr/>
          <p:nvPr/>
        </p:nvGrpSpPr>
        <p:grpSpPr>
          <a:xfrm>
            <a:off x="1994737" y="5426981"/>
            <a:ext cx="159480" cy="195840"/>
            <a:chOff x="1994737" y="5426981"/>
            <a:chExt cx="159480" cy="195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271" name="Tinta 270">
                  <a:extLst>
                    <a:ext uri="{FF2B5EF4-FFF2-40B4-BE49-F238E27FC236}">
                      <a16:creationId xmlns:a16="http://schemas.microsoft.com/office/drawing/2014/main" id="{9300FA16-A7C5-94C4-8FAF-FAB76F700FBC}"/>
                    </a:ext>
                  </a:extLst>
                </p14:cNvPr>
                <p14:cNvContentPartPr/>
                <p14:nvPr/>
              </p14:nvContentPartPr>
              <p14:xfrm>
                <a:off x="2046937" y="5426981"/>
                <a:ext cx="21600" cy="195840"/>
              </p14:xfrm>
            </p:contentPart>
          </mc:Choice>
          <mc:Fallback>
            <p:pic>
              <p:nvPicPr>
                <p:cNvPr id="271" name="Tinta 270">
                  <a:extLst>
                    <a:ext uri="{FF2B5EF4-FFF2-40B4-BE49-F238E27FC236}">
                      <a16:creationId xmlns:a16="http://schemas.microsoft.com/office/drawing/2014/main" id="{9300FA16-A7C5-94C4-8FAF-FAB76F700FBC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2029297" y="5409341"/>
                  <a:ext cx="5724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272" name="Tinta 271">
                  <a:extLst>
                    <a:ext uri="{FF2B5EF4-FFF2-40B4-BE49-F238E27FC236}">
                      <a16:creationId xmlns:a16="http://schemas.microsoft.com/office/drawing/2014/main" id="{515F7EB4-03DE-F010-10BF-897D0DB946D7}"/>
                    </a:ext>
                  </a:extLst>
                </p14:cNvPr>
                <p14:cNvContentPartPr/>
                <p14:nvPr/>
              </p14:nvContentPartPr>
              <p14:xfrm>
                <a:off x="1994737" y="5516621"/>
                <a:ext cx="159480" cy="6120"/>
              </p14:xfrm>
            </p:contentPart>
          </mc:Choice>
          <mc:Fallback>
            <p:pic>
              <p:nvPicPr>
                <p:cNvPr id="272" name="Tinta 271">
                  <a:extLst>
                    <a:ext uri="{FF2B5EF4-FFF2-40B4-BE49-F238E27FC236}">
                      <a16:creationId xmlns:a16="http://schemas.microsoft.com/office/drawing/2014/main" id="{515F7EB4-03DE-F010-10BF-897D0DB946D7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1977097" y="5498621"/>
                  <a:ext cx="195120" cy="4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8" name="Agrupar 277">
            <a:extLst>
              <a:ext uri="{FF2B5EF4-FFF2-40B4-BE49-F238E27FC236}">
                <a16:creationId xmlns:a16="http://schemas.microsoft.com/office/drawing/2014/main" id="{6C95D547-98E0-E78B-9F30-95B6296507DD}"/>
              </a:ext>
            </a:extLst>
          </p:cNvPr>
          <p:cNvGrpSpPr/>
          <p:nvPr/>
        </p:nvGrpSpPr>
        <p:grpSpPr>
          <a:xfrm>
            <a:off x="2424577" y="5248421"/>
            <a:ext cx="351720" cy="390600"/>
            <a:chOff x="2424577" y="5248421"/>
            <a:chExt cx="351720" cy="390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274" name="Tinta 273">
                  <a:extLst>
                    <a:ext uri="{FF2B5EF4-FFF2-40B4-BE49-F238E27FC236}">
                      <a16:creationId xmlns:a16="http://schemas.microsoft.com/office/drawing/2014/main" id="{74351352-FCB0-793A-6EDD-291B197F8FB8}"/>
                    </a:ext>
                  </a:extLst>
                </p14:cNvPr>
                <p14:cNvContentPartPr/>
                <p14:nvPr/>
              </p14:nvContentPartPr>
              <p14:xfrm>
                <a:off x="2475337" y="5248421"/>
                <a:ext cx="33840" cy="302760"/>
              </p14:xfrm>
            </p:contentPart>
          </mc:Choice>
          <mc:Fallback>
            <p:pic>
              <p:nvPicPr>
                <p:cNvPr id="274" name="Tinta 273">
                  <a:extLst>
                    <a:ext uri="{FF2B5EF4-FFF2-40B4-BE49-F238E27FC236}">
                      <a16:creationId xmlns:a16="http://schemas.microsoft.com/office/drawing/2014/main" id="{74351352-FCB0-793A-6EDD-291B197F8FB8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2457697" y="5230781"/>
                  <a:ext cx="69480" cy="33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275" name="Tinta 274">
                  <a:extLst>
                    <a:ext uri="{FF2B5EF4-FFF2-40B4-BE49-F238E27FC236}">
                      <a16:creationId xmlns:a16="http://schemas.microsoft.com/office/drawing/2014/main" id="{B75DF6E5-C95D-10A0-7160-50BA8DB36BE4}"/>
                    </a:ext>
                  </a:extLst>
                </p14:cNvPr>
                <p14:cNvContentPartPr/>
                <p14:nvPr/>
              </p14:nvContentPartPr>
              <p14:xfrm>
                <a:off x="2499097" y="5447861"/>
                <a:ext cx="147240" cy="151920"/>
              </p14:xfrm>
            </p:contentPart>
          </mc:Choice>
          <mc:Fallback>
            <p:pic>
              <p:nvPicPr>
                <p:cNvPr id="275" name="Tinta 274">
                  <a:extLst>
                    <a:ext uri="{FF2B5EF4-FFF2-40B4-BE49-F238E27FC236}">
                      <a16:creationId xmlns:a16="http://schemas.microsoft.com/office/drawing/2014/main" id="{B75DF6E5-C95D-10A0-7160-50BA8DB36BE4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2481097" y="5429861"/>
                  <a:ext cx="18288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276" name="Tinta 275">
                  <a:extLst>
                    <a:ext uri="{FF2B5EF4-FFF2-40B4-BE49-F238E27FC236}">
                      <a16:creationId xmlns:a16="http://schemas.microsoft.com/office/drawing/2014/main" id="{984E682A-77C3-7F16-CBD7-774BE3BF95C4}"/>
                    </a:ext>
                  </a:extLst>
                </p14:cNvPr>
                <p14:cNvContentPartPr/>
                <p14:nvPr/>
              </p14:nvContentPartPr>
              <p14:xfrm>
                <a:off x="2424577" y="5621741"/>
                <a:ext cx="351720" cy="17280"/>
              </p14:xfrm>
            </p:contentPart>
          </mc:Choice>
          <mc:Fallback>
            <p:pic>
              <p:nvPicPr>
                <p:cNvPr id="276" name="Tinta 275">
                  <a:extLst>
                    <a:ext uri="{FF2B5EF4-FFF2-40B4-BE49-F238E27FC236}">
                      <a16:creationId xmlns:a16="http://schemas.microsoft.com/office/drawing/2014/main" id="{984E682A-77C3-7F16-CBD7-774BE3BF95C4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2406577" y="5603741"/>
                  <a:ext cx="387360" cy="52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17">
            <p14:nvContentPartPr>
              <p14:cNvPr id="277" name="Tinta 276">
                <a:extLst>
                  <a:ext uri="{FF2B5EF4-FFF2-40B4-BE49-F238E27FC236}">
                    <a16:creationId xmlns:a16="http://schemas.microsoft.com/office/drawing/2014/main" id="{5A16F676-2ED6-6D93-FBD9-5ADA53329E49}"/>
                  </a:ext>
                </a:extLst>
              </p14:cNvPr>
              <p14:cNvContentPartPr/>
              <p14:nvPr/>
            </p14:nvContentPartPr>
            <p14:xfrm>
              <a:off x="2498737" y="5753501"/>
              <a:ext cx="164520" cy="388080"/>
            </p14:xfrm>
          </p:contentPart>
        </mc:Choice>
        <mc:Fallback>
          <p:pic>
            <p:nvPicPr>
              <p:cNvPr id="277" name="Tinta 276">
                <a:extLst>
                  <a:ext uri="{FF2B5EF4-FFF2-40B4-BE49-F238E27FC236}">
                    <a16:creationId xmlns:a16="http://schemas.microsoft.com/office/drawing/2014/main" id="{5A16F676-2ED6-6D93-FBD9-5ADA53329E49}"/>
                  </a:ext>
                </a:extLst>
              </p:cNvPr>
              <p:cNvPicPr/>
              <p:nvPr/>
            </p:nvPicPr>
            <p:blipFill>
              <a:blip r:embed="rId318"/>
              <a:stretch>
                <a:fillRect/>
              </a:stretch>
            </p:blipFill>
            <p:spPr>
              <a:xfrm>
                <a:off x="2481097" y="5735501"/>
                <a:ext cx="200160" cy="423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90" name="Agrupar 289">
            <a:extLst>
              <a:ext uri="{FF2B5EF4-FFF2-40B4-BE49-F238E27FC236}">
                <a16:creationId xmlns:a16="http://schemas.microsoft.com/office/drawing/2014/main" id="{3862A66F-B8C7-A974-9A41-A7C812CAB3C7}"/>
              </a:ext>
            </a:extLst>
          </p:cNvPr>
          <p:cNvGrpSpPr/>
          <p:nvPr/>
        </p:nvGrpSpPr>
        <p:grpSpPr>
          <a:xfrm>
            <a:off x="2869177" y="5134301"/>
            <a:ext cx="598680" cy="496800"/>
            <a:chOff x="2869177" y="5134301"/>
            <a:chExt cx="598680" cy="496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279" name="Tinta 278">
                  <a:extLst>
                    <a:ext uri="{FF2B5EF4-FFF2-40B4-BE49-F238E27FC236}">
                      <a16:creationId xmlns:a16="http://schemas.microsoft.com/office/drawing/2014/main" id="{307B8938-1CCD-60C0-BB2F-A90217320C56}"/>
                    </a:ext>
                  </a:extLst>
                </p14:cNvPr>
                <p14:cNvContentPartPr/>
                <p14:nvPr/>
              </p14:nvContentPartPr>
              <p14:xfrm>
                <a:off x="2869177" y="5605901"/>
                <a:ext cx="17640" cy="2520"/>
              </p14:xfrm>
            </p:contentPart>
          </mc:Choice>
          <mc:Fallback>
            <p:pic>
              <p:nvPicPr>
                <p:cNvPr id="279" name="Tinta 278">
                  <a:extLst>
                    <a:ext uri="{FF2B5EF4-FFF2-40B4-BE49-F238E27FC236}">
                      <a16:creationId xmlns:a16="http://schemas.microsoft.com/office/drawing/2014/main" id="{307B8938-1CCD-60C0-BB2F-A90217320C56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2851177" y="5588261"/>
                  <a:ext cx="5328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280" name="Tinta 279">
                  <a:extLst>
                    <a:ext uri="{FF2B5EF4-FFF2-40B4-BE49-F238E27FC236}">
                      <a16:creationId xmlns:a16="http://schemas.microsoft.com/office/drawing/2014/main" id="{57EB1704-B770-19B9-20CF-F1224F97F714}"/>
                    </a:ext>
                  </a:extLst>
                </p14:cNvPr>
                <p14:cNvContentPartPr/>
                <p14:nvPr/>
              </p14:nvContentPartPr>
              <p14:xfrm>
                <a:off x="3020737" y="5451821"/>
                <a:ext cx="81000" cy="147960"/>
              </p14:xfrm>
            </p:contentPart>
          </mc:Choice>
          <mc:Fallback>
            <p:pic>
              <p:nvPicPr>
                <p:cNvPr id="280" name="Tinta 279">
                  <a:extLst>
                    <a:ext uri="{FF2B5EF4-FFF2-40B4-BE49-F238E27FC236}">
                      <a16:creationId xmlns:a16="http://schemas.microsoft.com/office/drawing/2014/main" id="{57EB1704-B770-19B9-20CF-F1224F97F714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3003097" y="5433821"/>
                  <a:ext cx="11664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281" name="Tinta 280">
                  <a:extLst>
                    <a:ext uri="{FF2B5EF4-FFF2-40B4-BE49-F238E27FC236}">
                      <a16:creationId xmlns:a16="http://schemas.microsoft.com/office/drawing/2014/main" id="{C4F10CCA-0D32-6FB3-6215-F8876B38A161}"/>
                    </a:ext>
                  </a:extLst>
                </p14:cNvPr>
                <p14:cNvContentPartPr/>
                <p14:nvPr/>
              </p14:nvContentPartPr>
              <p14:xfrm>
                <a:off x="2979697" y="5475221"/>
                <a:ext cx="201600" cy="155880"/>
              </p14:xfrm>
            </p:contentPart>
          </mc:Choice>
          <mc:Fallback>
            <p:pic>
              <p:nvPicPr>
                <p:cNvPr id="281" name="Tinta 280">
                  <a:extLst>
                    <a:ext uri="{FF2B5EF4-FFF2-40B4-BE49-F238E27FC236}">
                      <a16:creationId xmlns:a16="http://schemas.microsoft.com/office/drawing/2014/main" id="{C4F10CCA-0D32-6FB3-6215-F8876B38A161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2961697" y="5457221"/>
                  <a:ext cx="23724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282" name="Tinta 281">
                  <a:extLst>
                    <a:ext uri="{FF2B5EF4-FFF2-40B4-BE49-F238E27FC236}">
                      <a16:creationId xmlns:a16="http://schemas.microsoft.com/office/drawing/2014/main" id="{B952DD1F-AB1D-D2D6-7A31-D9C5D07CBD9F}"/>
                    </a:ext>
                  </a:extLst>
                </p14:cNvPr>
                <p14:cNvContentPartPr/>
                <p14:nvPr/>
              </p14:nvContentPartPr>
              <p14:xfrm>
                <a:off x="3098857" y="5134301"/>
                <a:ext cx="92520" cy="263160"/>
              </p14:xfrm>
            </p:contentPart>
          </mc:Choice>
          <mc:Fallback>
            <p:pic>
              <p:nvPicPr>
                <p:cNvPr id="282" name="Tinta 281">
                  <a:extLst>
                    <a:ext uri="{FF2B5EF4-FFF2-40B4-BE49-F238E27FC236}">
                      <a16:creationId xmlns:a16="http://schemas.microsoft.com/office/drawing/2014/main" id="{B952DD1F-AB1D-D2D6-7A31-D9C5D07CBD9F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3080857" y="5116301"/>
                  <a:ext cx="12816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283" name="Tinta 282">
                  <a:extLst>
                    <a:ext uri="{FF2B5EF4-FFF2-40B4-BE49-F238E27FC236}">
                      <a16:creationId xmlns:a16="http://schemas.microsoft.com/office/drawing/2014/main" id="{8B21708F-09C6-CEDB-1624-482C5766EB1D}"/>
                    </a:ext>
                  </a:extLst>
                </p14:cNvPr>
                <p14:cNvContentPartPr/>
                <p14:nvPr/>
              </p14:nvContentPartPr>
              <p14:xfrm>
                <a:off x="3397657" y="5423741"/>
                <a:ext cx="9360" cy="185400"/>
              </p14:xfrm>
            </p:contentPart>
          </mc:Choice>
          <mc:Fallback>
            <p:pic>
              <p:nvPicPr>
                <p:cNvPr id="283" name="Tinta 282">
                  <a:extLst>
                    <a:ext uri="{FF2B5EF4-FFF2-40B4-BE49-F238E27FC236}">
                      <a16:creationId xmlns:a16="http://schemas.microsoft.com/office/drawing/2014/main" id="{8B21708F-09C6-CEDB-1624-482C5766EB1D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3380017" y="5406101"/>
                  <a:ext cx="4500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284" name="Tinta 283">
                  <a:extLst>
                    <a:ext uri="{FF2B5EF4-FFF2-40B4-BE49-F238E27FC236}">
                      <a16:creationId xmlns:a16="http://schemas.microsoft.com/office/drawing/2014/main" id="{31B83BF0-423F-20B5-7D2F-C93A2A5D20EA}"/>
                    </a:ext>
                  </a:extLst>
                </p14:cNvPr>
                <p14:cNvContentPartPr/>
                <p14:nvPr/>
              </p14:nvContentPartPr>
              <p14:xfrm>
                <a:off x="3348337" y="5511941"/>
                <a:ext cx="119520" cy="13680"/>
              </p14:xfrm>
            </p:contentPart>
          </mc:Choice>
          <mc:Fallback>
            <p:pic>
              <p:nvPicPr>
                <p:cNvPr id="284" name="Tinta 283">
                  <a:extLst>
                    <a:ext uri="{FF2B5EF4-FFF2-40B4-BE49-F238E27FC236}">
                      <a16:creationId xmlns:a16="http://schemas.microsoft.com/office/drawing/2014/main" id="{31B83BF0-423F-20B5-7D2F-C93A2A5D20EA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3330697" y="5494301"/>
                  <a:ext cx="155160" cy="49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9" name="Agrupar 288">
            <a:extLst>
              <a:ext uri="{FF2B5EF4-FFF2-40B4-BE49-F238E27FC236}">
                <a16:creationId xmlns:a16="http://schemas.microsoft.com/office/drawing/2014/main" id="{32070E7A-E076-E2F3-D93A-B04F2C05BFAD}"/>
              </a:ext>
            </a:extLst>
          </p:cNvPr>
          <p:cNvGrpSpPr/>
          <p:nvPr/>
        </p:nvGrpSpPr>
        <p:grpSpPr>
          <a:xfrm>
            <a:off x="3862777" y="5271101"/>
            <a:ext cx="760320" cy="371160"/>
            <a:chOff x="3862777" y="5271101"/>
            <a:chExt cx="760320" cy="371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285" name="Tinta 284">
                  <a:extLst>
                    <a:ext uri="{FF2B5EF4-FFF2-40B4-BE49-F238E27FC236}">
                      <a16:creationId xmlns:a16="http://schemas.microsoft.com/office/drawing/2014/main" id="{99DEF950-C4D3-0F2C-D0DD-F3E729ED4763}"/>
                    </a:ext>
                  </a:extLst>
                </p14:cNvPr>
                <p14:cNvContentPartPr/>
                <p14:nvPr/>
              </p14:nvContentPartPr>
              <p14:xfrm>
                <a:off x="3862777" y="5271101"/>
                <a:ext cx="187560" cy="371160"/>
              </p14:xfrm>
            </p:contentPart>
          </mc:Choice>
          <mc:Fallback>
            <p:pic>
              <p:nvPicPr>
                <p:cNvPr id="285" name="Tinta 284">
                  <a:extLst>
                    <a:ext uri="{FF2B5EF4-FFF2-40B4-BE49-F238E27FC236}">
                      <a16:creationId xmlns:a16="http://schemas.microsoft.com/office/drawing/2014/main" id="{99DEF950-C4D3-0F2C-D0DD-F3E729ED4763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3844777" y="5253101"/>
                  <a:ext cx="223200" cy="40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286" name="Tinta 285">
                  <a:extLst>
                    <a:ext uri="{FF2B5EF4-FFF2-40B4-BE49-F238E27FC236}">
                      <a16:creationId xmlns:a16="http://schemas.microsoft.com/office/drawing/2014/main" id="{A9CFC94B-729D-3CEC-441F-0A74CE3AA9E2}"/>
                    </a:ext>
                  </a:extLst>
                </p14:cNvPr>
                <p14:cNvContentPartPr/>
                <p14:nvPr/>
              </p14:nvContentPartPr>
              <p14:xfrm>
                <a:off x="4142137" y="5444981"/>
                <a:ext cx="202680" cy="178200"/>
              </p14:xfrm>
            </p:contentPart>
          </mc:Choice>
          <mc:Fallback>
            <p:pic>
              <p:nvPicPr>
                <p:cNvPr id="286" name="Tinta 285">
                  <a:extLst>
                    <a:ext uri="{FF2B5EF4-FFF2-40B4-BE49-F238E27FC236}">
                      <a16:creationId xmlns:a16="http://schemas.microsoft.com/office/drawing/2014/main" id="{A9CFC94B-729D-3CEC-441F-0A74CE3AA9E2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4124137" y="5426981"/>
                  <a:ext cx="23832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287" name="Tinta 286">
                  <a:extLst>
                    <a:ext uri="{FF2B5EF4-FFF2-40B4-BE49-F238E27FC236}">
                      <a16:creationId xmlns:a16="http://schemas.microsoft.com/office/drawing/2014/main" id="{B6310EAD-F260-49FD-033D-6E2B4B513D3F}"/>
                    </a:ext>
                  </a:extLst>
                </p14:cNvPr>
                <p14:cNvContentPartPr/>
                <p14:nvPr/>
              </p14:nvContentPartPr>
              <p14:xfrm>
                <a:off x="4437697" y="5407901"/>
                <a:ext cx="126720" cy="181440"/>
              </p14:xfrm>
            </p:contentPart>
          </mc:Choice>
          <mc:Fallback>
            <p:pic>
              <p:nvPicPr>
                <p:cNvPr id="287" name="Tinta 286">
                  <a:extLst>
                    <a:ext uri="{FF2B5EF4-FFF2-40B4-BE49-F238E27FC236}">
                      <a16:creationId xmlns:a16="http://schemas.microsoft.com/office/drawing/2014/main" id="{B6310EAD-F260-49FD-033D-6E2B4B513D3F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4419697" y="5390261"/>
                  <a:ext cx="16236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288" name="Tinta 287">
                  <a:extLst>
                    <a:ext uri="{FF2B5EF4-FFF2-40B4-BE49-F238E27FC236}">
                      <a16:creationId xmlns:a16="http://schemas.microsoft.com/office/drawing/2014/main" id="{BD9A12C3-DB20-F245-B45E-62F2B60F649B}"/>
                    </a:ext>
                  </a:extLst>
                </p14:cNvPr>
                <p14:cNvContentPartPr/>
                <p14:nvPr/>
              </p14:nvContentPartPr>
              <p14:xfrm>
                <a:off x="4442737" y="5442821"/>
                <a:ext cx="180360" cy="198360"/>
              </p14:xfrm>
            </p:contentPart>
          </mc:Choice>
          <mc:Fallback>
            <p:pic>
              <p:nvPicPr>
                <p:cNvPr id="288" name="Tinta 287">
                  <a:extLst>
                    <a:ext uri="{FF2B5EF4-FFF2-40B4-BE49-F238E27FC236}">
                      <a16:creationId xmlns:a16="http://schemas.microsoft.com/office/drawing/2014/main" id="{BD9A12C3-DB20-F245-B45E-62F2B60F649B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4424737" y="5424821"/>
                  <a:ext cx="216000" cy="234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6" name="Agrupar 295">
            <a:extLst>
              <a:ext uri="{FF2B5EF4-FFF2-40B4-BE49-F238E27FC236}">
                <a16:creationId xmlns:a16="http://schemas.microsoft.com/office/drawing/2014/main" id="{FFAF684D-7697-A172-B3AE-E40C32F25126}"/>
              </a:ext>
            </a:extLst>
          </p:cNvPr>
          <p:cNvGrpSpPr/>
          <p:nvPr/>
        </p:nvGrpSpPr>
        <p:grpSpPr>
          <a:xfrm>
            <a:off x="4856017" y="5415821"/>
            <a:ext cx="125640" cy="190440"/>
            <a:chOff x="4856017" y="5415821"/>
            <a:chExt cx="125640" cy="190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291" name="Tinta 290">
                  <a:extLst>
                    <a:ext uri="{FF2B5EF4-FFF2-40B4-BE49-F238E27FC236}">
                      <a16:creationId xmlns:a16="http://schemas.microsoft.com/office/drawing/2014/main" id="{9B8EAC5B-4C84-AF46-10E4-D699B8430D9D}"/>
                    </a:ext>
                  </a:extLst>
                </p14:cNvPr>
                <p14:cNvContentPartPr/>
                <p14:nvPr/>
              </p14:nvContentPartPr>
              <p14:xfrm>
                <a:off x="4908217" y="5415821"/>
                <a:ext cx="20160" cy="190440"/>
              </p14:xfrm>
            </p:contentPart>
          </mc:Choice>
          <mc:Fallback>
            <p:pic>
              <p:nvPicPr>
                <p:cNvPr id="291" name="Tinta 290">
                  <a:extLst>
                    <a:ext uri="{FF2B5EF4-FFF2-40B4-BE49-F238E27FC236}">
                      <a16:creationId xmlns:a16="http://schemas.microsoft.com/office/drawing/2014/main" id="{9B8EAC5B-4C84-AF46-10E4-D699B8430D9D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4890577" y="5398181"/>
                  <a:ext cx="5580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292" name="Tinta 291">
                  <a:extLst>
                    <a:ext uri="{FF2B5EF4-FFF2-40B4-BE49-F238E27FC236}">
                      <a16:creationId xmlns:a16="http://schemas.microsoft.com/office/drawing/2014/main" id="{580A8D99-E6BD-7817-EE1B-AF0BB86A83A0}"/>
                    </a:ext>
                  </a:extLst>
                </p14:cNvPr>
                <p14:cNvContentPartPr/>
                <p14:nvPr/>
              </p14:nvContentPartPr>
              <p14:xfrm>
                <a:off x="4856017" y="5479541"/>
                <a:ext cx="125640" cy="7200"/>
              </p14:xfrm>
            </p:contentPart>
          </mc:Choice>
          <mc:Fallback>
            <p:pic>
              <p:nvPicPr>
                <p:cNvPr id="292" name="Tinta 291">
                  <a:extLst>
                    <a:ext uri="{FF2B5EF4-FFF2-40B4-BE49-F238E27FC236}">
                      <a16:creationId xmlns:a16="http://schemas.microsoft.com/office/drawing/2014/main" id="{580A8D99-E6BD-7817-EE1B-AF0BB86A83A0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4838377" y="5461901"/>
                  <a:ext cx="161280" cy="4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5" name="Agrupar 294">
            <a:extLst>
              <a:ext uri="{FF2B5EF4-FFF2-40B4-BE49-F238E27FC236}">
                <a16:creationId xmlns:a16="http://schemas.microsoft.com/office/drawing/2014/main" id="{6F14FFDE-ED50-0B80-7527-B65B389B04A6}"/>
              </a:ext>
            </a:extLst>
          </p:cNvPr>
          <p:cNvGrpSpPr/>
          <p:nvPr/>
        </p:nvGrpSpPr>
        <p:grpSpPr>
          <a:xfrm>
            <a:off x="5248417" y="5262821"/>
            <a:ext cx="207720" cy="322200"/>
            <a:chOff x="5248417" y="5262821"/>
            <a:chExt cx="207720" cy="322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293" name="Tinta 292">
                  <a:extLst>
                    <a:ext uri="{FF2B5EF4-FFF2-40B4-BE49-F238E27FC236}">
                      <a16:creationId xmlns:a16="http://schemas.microsoft.com/office/drawing/2014/main" id="{0599BA4D-6711-8901-79A3-309A7A7ED0A6}"/>
                    </a:ext>
                  </a:extLst>
                </p14:cNvPr>
                <p14:cNvContentPartPr/>
                <p14:nvPr/>
              </p14:nvContentPartPr>
              <p14:xfrm>
                <a:off x="5248417" y="5262821"/>
                <a:ext cx="31320" cy="322200"/>
              </p14:xfrm>
            </p:contentPart>
          </mc:Choice>
          <mc:Fallback>
            <p:pic>
              <p:nvPicPr>
                <p:cNvPr id="293" name="Tinta 292">
                  <a:extLst>
                    <a:ext uri="{FF2B5EF4-FFF2-40B4-BE49-F238E27FC236}">
                      <a16:creationId xmlns:a16="http://schemas.microsoft.com/office/drawing/2014/main" id="{0599BA4D-6711-8901-79A3-309A7A7ED0A6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5230777" y="5244821"/>
                  <a:ext cx="6696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294" name="Tinta 293">
                  <a:extLst>
                    <a:ext uri="{FF2B5EF4-FFF2-40B4-BE49-F238E27FC236}">
                      <a16:creationId xmlns:a16="http://schemas.microsoft.com/office/drawing/2014/main" id="{83EBF3B6-F70C-4E9C-97DD-F2FA70529369}"/>
                    </a:ext>
                  </a:extLst>
                </p14:cNvPr>
                <p14:cNvContentPartPr/>
                <p14:nvPr/>
              </p14:nvContentPartPr>
              <p14:xfrm>
                <a:off x="5288017" y="5339861"/>
                <a:ext cx="168120" cy="205920"/>
              </p14:xfrm>
            </p:contentPart>
          </mc:Choice>
          <mc:Fallback>
            <p:pic>
              <p:nvPicPr>
                <p:cNvPr id="294" name="Tinta 293">
                  <a:extLst>
                    <a:ext uri="{FF2B5EF4-FFF2-40B4-BE49-F238E27FC236}">
                      <a16:creationId xmlns:a16="http://schemas.microsoft.com/office/drawing/2014/main" id="{83EBF3B6-F70C-4E9C-97DD-F2FA70529369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5270377" y="5322221"/>
                  <a:ext cx="203760" cy="241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7" name="Agrupar 326">
            <a:extLst>
              <a:ext uri="{FF2B5EF4-FFF2-40B4-BE49-F238E27FC236}">
                <a16:creationId xmlns:a16="http://schemas.microsoft.com/office/drawing/2014/main" id="{964A3C1D-6ED6-FF54-A842-D60BB1691D31}"/>
              </a:ext>
            </a:extLst>
          </p:cNvPr>
          <p:cNvGrpSpPr/>
          <p:nvPr/>
        </p:nvGrpSpPr>
        <p:grpSpPr>
          <a:xfrm>
            <a:off x="7984417" y="4244741"/>
            <a:ext cx="1209960" cy="581760"/>
            <a:chOff x="7984417" y="4244741"/>
            <a:chExt cx="1209960" cy="581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297" name="Tinta 296">
                  <a:extLst>
                    <a:ext uri="{FF2B5EF4-FFF2-40B4-BE49-F238E27FC236}">
                      <a16:creationId xmlns:a16="http://schemas.microsoft.com/office/drawing/2014/main" id="{9011E8BE-FBF2-B13A-00B8-9ED1E57D7190}"/>
                    </a:ext>
                  </a:extLst>
                </p14:cNvPr>
                <p14:cNvContentPartPr/>
                <p14:nvPr/>
              </p14:nvContentPartPr>
              <p14:xfrm>
                <a:off x="7984417" y="4313861"/>
                <a:ext cx="50040" cy="359280"/>
              </p14:xfrm>
            </p:contentPart>
          </mc:Choice>
          <mc:Fallback>
            <p:pic>
              <p:nvPicPr>
                <p:cNvPr id="297" name="Tinta 296">
                  <a:extLst>
                    <a:ext uri="{FF2B5EF4-FFF2-40B4-BE49-F238E27FC236}">
                      <a16:creationId xmlns:a16="http://schemas.microsoft.com/office/drawing/2014/main" id="{9011E8BE-FBF2-B13A-00B8-9ED1E57D7190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7966777" y="4296221"/>
                  <a:ext cx="85680" cy="39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298" name="Tinta 297">
                  <a:extLst>
                    <a:ext uri="{FF2B5EF4-FFF2-40B4-BE49-F238E27FC236}">
                      <a16:creationId xmlns:a16="http://schemas.microsoft.com/office/drawing/2014/main" id="{B7A3A992-046E-5BA6-19C0-C1E85D037AA0}"/>
                    </a:ext>
                  </a:extLst>
                </p14:cNvPr>
                <p14:cNvContentPartPr/>
                <p14:nvPr/>
              </p14:nvContentPartPr>
              <p14:xfrm>
                <a:off x="7993057" y="4244741"/>
                <a:ext cx="155520" cy="218160"/>
              </p14:xfrm>
            </p:contentPart>
          </mc:Choice>
          <mc:Fallback>
            <p:pic>
              <p:nvPicPr>
                <p:cNvPr id="298" name="Tinta 297">
                  <a:extLst>
                    <a:ext uri="{FF2B5EF4-FFF2-40B4-BE49-F238E27FC236}">
                      <a16:creationId xmlns:a16="http://schemas.microsoft.com/office/drawing/2014/main" id="{B7A3A992-046E-5BA6-19C0-C1E85D037AA0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7975417" y="4226741"/>
                  <a:ext cx="19116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299" name="Tinta 298">
                  <a:extLst>
                    <a:ext uri="{FF2B5EF4-FFF2-40B4-BE49-F238E27FC236}">
                      <a16:creationId xmlns:a16="http://schemas.microsoft.com/office/drawing/2014/main" id="{4E8CE3EC-F441-F408-6144-134290994943}"/>
                    </a:ext>
                  </a:extLst>
                </p14:cNvPr>
                <p14:cNvContentPartPr/>
                <p14:nvPr/>
              </p14:nvContentPartPr>
              <p14:xfrm>
                <a:off x="8125897" y="4562981"/>
                <a:ext cx="123480" cy="124920"/>
              </p14:xfrm>
            </p:contentPart>
          </mc:Choice>
          <mc:Fallback>
            <p:pic>
              <p:nvPicPr>
                <p:cNvPr id="299" name="Tinta 298">
                  <a:extLst>
                    <a:ext uri="{FF2B5EF4-FFF2-40B4-BE49-F238E27FC236}">
                      <a16:creationId xmlns:a16="http://schemas.microsoft.com/office/drawing/2014/main" id="{4E8CE3EC-F441-F408-6144-134290994943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8108257" y="4544981"/>
                  <a:ext cx="15912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300" name="Tinta 299">
                  <a:extLst>
                    <a:ext uri="{FF2B5EF4-FFF2-40B4-BE49-F238E27FC236}">
                      <a16:creationId xmlns:a16="http://schemas.microsoft.com/office/drawing/2014/main" id="{0C8A60CF-FA51-AB11-71B4-9BAD6FAF8138}"/>
                    </a:ext>
                  </a:extLst>
                </p14:cNvPr>
                <p14:cNvContentPartPr/>
                <p14:nvPr/>
              </p14:nvContentPartPr>
              <p14:xfrm>
                <a:off x="8283577" y="4512221"/>
                <a:ext cx="139320" cy="141840"/>
              </p14:xfrm>
            </p:contentPart>
          </mc:Choice>
          <mc:Fallback>
            <p:pic>
              <p:nvPicPr>
                <p:cNvPr id="300" name="Tinta 299">
                  <a:extLst>
                    <a:ext uri="{FF2B5EF4-FFF2-40B4-BE49-F238E27FC236}">
                      <a16:creationId xmlns:a16="http://schemas.microsoft.com/office/drawing/2014/main" id="{0C8A60CF-FA51-AB11-71B4-9BAD6FAF8138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8265937" y="4494221"/>
                  <a:ext cx="17496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301" name="Tinta 300">
                  <a:extLst>
                    <a:ext uri="{FF2B5EF4-FFF2-40B4-BE49-F238E27FC236}">
                      <a16:creationId xmlns:a16="http://schemas.microsoft.com/office/drawing/2014/main" id="{F4A7C223-61A9-F078-C7FA-CA4AC58CA15B}"/>
                    </a:ext>
                  </a:extLst>
                </p14:cNvPr>
                <p14:cNvContentPartPr/>
                <p14:nvPr/>
              </p14:nvContentPartPr>
              <p14:xfrm>
                <a:off x="8406697" y="4302701"/>
                <a:ext cx="182880" cy="363600"/>
              </p14:xfrm>
            </p:contentPart>
          </mc:Choice>
          <mc:Fallback>
            <p:pic>
              <p:nvPicPr>
                <p:cNvPr id="301" name="Tinta 300">
                  <a:extLst>
                    <a:ext uri="{FF2B5EF4-FFF2-40B4-BE49-F238E27FC236}">
                      <a16:creationId xmlns:a16="http://schemas.microsoft.com/office/drawing/2014/main" id="{F4A7C223-61A9-F078-C7FA-CA4AC58CA15B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8388697" y="4285061"/>
                  <a:ext cx="218520" cy="39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302" name="Tinta 301">
                  <a:extLst>
                    <a:ext uri="{FF2B5EF4-FFF2-40B4-BE49-F238E27FC236}">
                      <a16:creationId xmlns:a16="http://schemas.microsoft.com/office/drawing/2014/main" id="{31FD5AD1-8F0C-CF71-FA03-F67381FF27E1}"/>
                    </a:ext>
                  </a:extLst>
                </p14:cNvPr>
                <p14:cNvContentPartPr/>
                <p14:nvPr/>
              </p14:nvContentPartPr>
              <p14:xfrm>
                <a:off x="8593537" y="4528421"/>
                <a:ext cx="81720" cy="171360"/>
              </p14:xfrm>
            </p:contentPart>
          </mc:Choice>
          <mc:Fallback>
            <p:pic>
              <p:nvPicPr>
                <p:cNvPr id="302" name="Tinta 301">
                  <a:extLst>
                    <a:ext uri="{FF2B5EF4-FFF2-40B4-BE49-F238E27FC236}">
                      <a16:creationId xmlns:a16="http://schemas.microsoft.com/office/drawing/2014/main" id="{31FD5AD1-8F0C-CF71-FA03-F67381FF27E1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8575897" y="4510781"/>
                  <a:ext cx="11736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303" name="Tinta 302">
                  <a:extLst>
                    <a:ext uri="{FF2B5EF4-FFF2-40B4-BE49-F238E27FC236}">
                      <a16:creationId xmlns:a16="http://schemas.microsoft.com/office/drawing/2014/main" id="{60AE26A1-93C4-9192-3174-F5E917F4C650}"/>
                    </a:ext>
                  </a:extLst>
                </p14:cNvPr>
                <p14:cNvContentPartPr/>
                <p14:nvPr/>
              </p14:nvContentPartPr>
              <p14:xfrm>
                <a:off x="8723497" y="4550741"/>
                <a:ext cx="123480" cy="140040"/>
              </p14:xfrm>
            </p:contentPart>
          </mc:Choice>
          <mc:Fallback>
            <p:pic>
              <p:nvPicPr>
                <p:cNvPr id="303" name="Tinta 302">
                  <a:extLst>
                    <a:ext uri="{FF2B5EF4-FFF2-40B4-BE49-F238E27FC236}">
                      <a16:creationId xmlns:a16="http://schemas.microsoft.com/office/drawing/2014/main" id="{60AE26A1-93C4-9192-3174-F5E917F4C650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8705497" y="4533101"/>
                  <a:ext cx="15912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306" name="Tinta 305">
                  <a:extLst>
                    <a:ext uri="{FF2B5EF4-FFF2-40B4-BE49-F238E27FC236}">
                      <a16:creationId xmlns:a16="http://schemas.microsoft.com/office/drawing/2014/main" id="{D4E11FA1-36B6-FC2C-9EEE-A214F6B83474}"/>
                    </a:ext>
                  </a:extLst>
                </p14:cNvPr>
                <p14:cNvContentPartPr/>
                <p14:nvPr/>
              </p14:nvContentPartPr>
              <p14:xfrm>
                <a:off x="8856337" y="4247981"/>
                <a:ext cx="50040" cy="375840"/>
              </p14:xfrm>
            </p:contentPart>
          </mc:Choice>
          <mc:Fallback>
            <p:pic>
              <p:nvPicPr>
                <p:cNvPr id="306" name="Tinta 305">
                  <a:extLst>
                    <a:ext uri="{FF2B5EF4-FFF2-40B4-BE49-F238E27FC236}">
                      <a16:creationId xmlns:a16="http://schemas.microsoft.com/office/drawing/2014/main" id="{D4E11FA1-36B6-FC2C-9EEE-A214F6B83474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8838337" y="4230341"/>
                  <a:ext cx="85680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307" name="Tinta 306">
                  <a:extLst>
                    <a:ext uri="{FF2B5EF4-FFF2-40B4-BE49-F238E27FC236}">
                      <a16:creationId xmlns:a16="http://schemas.microsoft.com/office/drawing/2014/main" id="{934F7669-FC6B-CF3C-8159-BAFAE9BC96AC}"/>
                    </a:ext>
                  </a:extLst>
                </p14:cNvPr>
                <p14:cNvContentPartPr/>
                <p14:nvPr/>
              </p14:nvContentPartPr>
              <p14:xfrm>
                <a:off x="8832577" y="4411061"/>
                <a:ext cx="103320" cy="32760"/>
              </p14:xfrm>
            </p:contentPart>
          </mc:Choice>
          <mc:Fallback>
            <p:pic>
              <p:nvPicPr>
                <p:cNvPr id="307" name="Tinta 306">
                  <a:extLst>
                    <a:ext uri="{FF2B5EF4-FFF2-40B4-BE49-F238E27FC236}">
                      <a16:creationId xmlns:a16="http://schemas.microsoft.com/office/drawing/2014/main" id="{934F7669-FC6B-CF3C-8159-BAFAE9BC96AC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8814937" y="4393421"/>
                  <a:ext cx="13896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308" name="Tinta 307">
                  <a:extLst>
                    <a:ext uri="{FF2B5EF4-FFF2-40B4-BE49-F238E27FC236}">
                      <a16:creationId xmlns:a16="http://schemas.microsoft.com/office/drawing/2014/main" id="{FD21489C-B60D-0550-A14C-686E3F3B400F}"/>
                    </a:ext>
                  </a:extLst>
                </p14:cNvPr>
                <p14:cNvContentPartPr/>
                <p14:nvPr/>
              </p14:nvContentPartPr>
              <p14:xfrm>
                <a:off x="8956777" y="4542821"/>
                <a:ext cx="237600" cy="283680"/>
              </p14:xfrm>
            </p:contentPart>
          </mc:Choice>
          <mc:Fallback>
            <p:pic>
              <p:nvPicPr>
                <p:cNvPr id="308" name="Tinta 307">
                  <a:extLst>
                    <a:ext uri="{FF2B5EF4-FFF2-40B4-BE49-F238E27FC236}">
                      <a16:creationId xmlns:a16="http://schemas.microsoft.com/office/drawing/2014/main" id="{FD21489C-B60D-0550-A14C-686E3F3B400F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8938777" y="4524821"/>
                  <a:ext cx="273240" cy="319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67">
            <p14:nvContentPartPr>
              <p14:cNvPr id="309" name="Tinta 308">
                <a:extLst>
                  <a:ext uri="{FF2B5EF4-FFF2-40B4-BE49-F238E27FC236}">
                    <a16:creationId xmlns:a16="http://schemas.microsoft.com/office/drawing/2014/main" id="{C9E4F83E-6D9E-C665-01F4-507C66CEED63}"/>
                  </a:ext>
                </a:extLst>
              </p14:cNvPr>
              <p14:cNvContentPartPr/>
              <p14:nvPr/>
            </p14:nvContentPartPr>
            <p14:xfrm>
              <a:off x="9442417" y="4421141"/>
              <a:ext cx="139320" cy="170280"/>
            </p14:xfrm>
          </p:contentPart>
        </mc:Choice>
        <mc:Fallback>
          <p:pic>
            <p:nvPicPr>
              <p:cNvPr id="309" name="Tinta 308">
                <a:extLst>
                  <a:ext uri="{FF2B5EF4-FFF2-40B4-BE49-F238E27FC236}">
                    <a16:creationId xmlns:a16="http://schemas.microsoft.com/office/drawing/2014/main" id="{C9E4F83E-6D9E-C665-01F4-507C66CEED63}"/>
                  </a:ext>
                </a:extLst>
              </p:cNvPr>
              <p:cNvPicPr/>
              <p:nvPr/>
            </p:nvPicPr>
            <p:blipFill>
              <a:blip r:embed="rId368"/>
              <a:stretch>
                <a:fillRect/>
              </a:stretch>
            </p:blipFill>
            <p:spPr>
              <a:xfrm>
                <a:off x="9424417" y="4403501"/>
                <a:ext cx="174960" cy="205920"/>
              </a:xfrm>
              <a:prstGeom prst="rect">
                <a:avLst/>
              </a:prstGeom>
            </p:spPr>
          </p:pic>
        </mc:Fallback>
      </mc:AlternateContent>
      <p:grpSp>
        <p:nvGrpSpPr>
          <p:cNvPr id="326" name="Agrupar 325">
            <a:extLst>
              <a:ext uri="{FF2B5EF4-FFF2-40B4-BE49-F238E27FC236}">
                <a16:creationId xmlns:a16="http://schemas.microsoft.com/office/drawing/2014/main" id="{79B130FE-D33A-33F1-7DBD-7894BB6408D8}"/>
              </a:ext>
            </a:extLst>
          </p:cNvPr>
          <p:cNvGrpSpPr/>
          <p:nvPr/>
        </p:nvGrpSpPr>
        <p:grpSpPr>
          <a:xfrm>
            <a:off x="9933097" y="4127381"/>
            <a:ext cx="860760" cy="599400"/>
            <a:chOff x="9933097" y="4127381"/>
            <a:chExt cx="860760" cy="599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310" name="Tinta 309">
                  <a:extLst>
                    <a:ext uri="{FF2B5EF4-FFF2-40B4-BE49-F238E27FC236}">
                      <a16:creationId xmlns:a16="http://schemas.microsoft.com/office/drawing/2014/main" id="{98D76398-5959-9523-63E8-44E44ED89547}"/>
                    </a:ext>
                  </a:extLst>
                </p14:cNvPr>
                <p14:cNvContentPartPr/>
                <p14:nvPr/>
              </p14:nvContentPartPr>
              <p14:xfrm>
                <a:off x="10018777" y="4127381"/>
                <a:ext cx="37440" cy="514440"/>
              </p14:xfrm>
            </p:contentPart>
          </mc:Choice>
          <mc:Fallback>
            <p:pic>
              <p:nvPicPr>
                <p:cNvPr id="310" name="Tinta 309">
                  <a:extLst>
                    <a:ext uri="{FF2B5EF4-FFF2-40B4-BE49-F238E27FC236}">
                      <a16:creationId xmlns:a16="http://schemas.microsoft.com/office/drawing/2014/main" id="{98D76398-5959-9523-63E8-44E44ED89547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10000777" y="4109381"/>
                  <a:ext cx="73080" cy="55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311" name="Tinta 310">
                  <a:extLst>
                    <a:ext uri="{FF2B5EF4-FFF2-40B4-BE49-F238E27FC236}">
                      <a16:creationId xmlns:a16="http://schemas.microsoft.com/office/drawing/2014/main" id="{39290799-4CB0-FC4A-D97D-FCE828A1533A}"/>
                    </a:ext>
                  </a:extLst>
                </p14:cNvPr>
                <p14:cNvContentPartPr/>
                <p14:nvPr/>
              </p14:nvContentPartPr>
              <p14:xfrm>
                <a:off x="9933097" y="4407821"/>
                <a:ext cx="314640" cy="140040"/>
              </p14:xfrm>
            </p:contentPart>
          </mc:Choice>
          <mc:Fallback>
            <p:pic>
              <p:nvPicPr>
                <p:cNvPr id="311" name="Tinta 310">
                  <a:extLst>
                    <a:ext uri="{FF2B5EF4-FFF2-40B4-BE49-F238E27FC236}">
                      <a16:creationId xmlns:a16="http://schemas.microsoft.com/office/drawing/2014/main" id="{39290799-4CB0-FC4A-D97D-FCE828A1533A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9915097" y="4390181"/>
                  <a:ext cx="35028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312" name="Tinta 311">
                  <a:extLst>
                    <a:ext uri="{FF2B5EF4-FFF2-40B4-BE49-F238E27FC236}">
                      <a16:creationId xmlns:a16="http://schemas.microsoft.com/office/drawing/2014/main" id="{D9D460B3-3E02-18BF-3CED-4E76D32BAEF6}"/>
                    </a:ext>
                  </a:extLst>
                </p14:cNvPr>
                <p14:cNvContentPartPr/>
                <p14:nvPr/>
              </p14:nvContentPartPr>
              <p14:xfrm>
                <a:off x="10286977" y="4388381"/>
                <a:ext cx="153000" cy="94680"/>
              </p14:xfrm>
            </p:contentPart>
          </mc:Choice>
          <mc:Fallback>
            <p:pic>
              <p:nvPicPr>
                <p:cNvPr id="312" name="Tinta 311">
                  <a:extLst>
                    <a:ext uri="{FF2B5EF4-FFF2-40B4-BE49-F238E27FC236}">
                      <a16:creationId xmlns:a16="http://schemas.microsoft.com/office/drawing/2014/main" id="{D9D460B3-3E02-18BF-3CED-4E76D32BAEF6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10268977" y="4370741"/>
                  <a:ext cx="18864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313" name="Tinta 312">
                  <a:extLst>
                    <a:ext uri="{FF2B5EF4-FFF2-40B4-BE49-F238E27FC236}">
                      <a16:creationId xmlns:a16="http://schemas.microsoft.com/office/drawing/2014/main" id="{BE513203-FC73-5634-E2AD-F3301C3DCC1D}"/>
                    </a:ext>
                  </a:extLst>
                </p14:cNvPr>
                <p14:cNvContentPartPr/>
                <p14:nvPr/>
              </p14:nvContentPartPr>
              <p14:xfrm>
                <a:off x="10482817" y="4323941"/>
                <a:ext cx="134640" cy="172800"/>
              </p14:xfrm>
            </p:contentPart>
          </mc:Choice>
          <mc:Fallback>
            <p:pic>
              <p:nvPicPr>
                <p:cNvPr id="313" name="Tinta 312">
                  <a:extLst>
                    <a:ext uri="{FF2B5EF4-FFF2-40B4-BE49-F238E27FC236}">
                      <a16:creationId xmlns:a16="http://schemas.microsoft.com/office/drawing/2014/main" id="{BE513203-FC73-5634-E2AD-F3301C3DCC1D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10464817" y="4306301"/>
                  <a:ext cx="17028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314" name="Tinta 313">
                  <a:extLst>
                    <a:ext uri="{FF2B5EF4-FFF2-40B4-BE49-F238E27FC236}">
                      <a16:creationId xmlns:a16="http://schemas.microsoft.com/office/drawing/2014/main" id="{91B74AE3-8DF6-8AD2-BC49-392387D2BE0B}"/>
                    </a:ext>
                  </a:extLst>
                </p14:cNvPr>
                <p14:cNvContentPartPr/>
                <p14:nvPr/>
              </p14:nvContentPartPr>
              <p14:xfrm>
                <a:off x="10645537" y="4325021"/>
                <a:ext cx="148320" cy="151200"/>
              </p14:xfrm>
            </p:contentPart>
          </mc:Choice>
          <mc:Fallback>
            <p:pic>
              <p:nvPicPr>
                <p:cNvPr id="314" name="Tinta 313">
                  <a:extLst>
                    <a:ext uri="{FF2B5EF4-FFF2-40B4-BE49-F238E27FC236}">
                      <a16:creationId xmlns:a16="http://schemas.microsoft.com/office/drawing/2014/main" id="{91B74AE3-8DF6-8AD2-BC49-392387D2BE0B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10627897" y="4307381"/>
                  <a:ext cx="18396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315" name="Tinta 314">
                  <a:extLst>
                    <a:ext uri="{FF2B5EF4-FFF2-40B4-BE49-F238E27FC236}">
                      <a16:creationId xmlns:a16="http://schemas.microsoft.com/office/drawing/2014/main" id="{9E845832-368F-A279-C04E-2540CAC215DB}"/>
                    </a:ext>
                  </a:extLst>
                </p14:cNvPr>
                <p14:cNvContentPartPr/>
                <p14:nvPr/>
              </p14:nvContentPartPr>
              <p14:xfrm>
                <a:off x="10593697" y="4232501"/>
                <a:ext cx="103320" cy="40680"/>
              </p14:xfrm>
            </p:contentPart>
          </mc:Choice>
          <mc:Fallback>
            <p:pic>
              <p:nvPicPr>
                <p:cNvPr id="315" name="Tinta 314">
                  <a:extLst>
                    <a:ext uri="{FF2B5EF4-FFF2-40B4-BE49-F238E27FC236}">
                      <a16:creationId xmlns:a16="http://schemas.microsoft.com/office/drawing/2014/main" id="{9E845832-368F-A279-C04E-2540CAC215DB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10575697" y="4214501"/>
                  <a:ext cx="13896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316" name="Tinta 315">
                  <a:extLst>
                    <a:ext uri="{FF2B5EF4-FFF2-40B4-BE49-F238E27FC236}">
                      <a16:creationId xmlns:a16="http://schemas.microsoft.com/office/drawing/2014/main" id="{54583620-A77E-5E5B-674B-9A5B905A1387}"/>
                    </a:ext>
                  </a:extLst>
                </p14:cNvPr>
                <p14:cNvContentPartPr/>
                <p14:nvPr/>
              </p14:nvContentPartPr>
              <p14:xfrm>
                <a:off x="10522777" y="4547501"/>
                <a:ext cx="38880" cy="179280"/>
              </p14:xfrm>
            </p:contentPart>
          </mc:Choice>
          <mc:Fallback>
            <p:pic>
              <p:nvPicPr>
                <p:cNvPr id="316" name="Tinta 315">
                  <a:extLst>
                    <a:ext uri="{FF2B5EF4-FFF2-40B4-BE49-F238E27FC236}">
                      <a16:creationId xmlns:a16="http://schemas.microsoft.com/office/drawing/2014/main" id="{54583620-A77E-5E5B-674B-9A5B905A1387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10505137" y="4529861"/>
                  <a:ext cx="74520" cy="21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5" name="Agrupar 324">
            <a:extLst>
              <a:ext uri="{FF2B5EF4-FFF2-40B4-BE49-F238E27FC236}">
                <a16:creationId xmlns:a16="http://schemas.microsoft.com/office/drawing/2014/main" id="{BB803722-47CC-650E-E343-59C198230C78}"/>
              </a:ext>
            </a:extLst>
          </p:cNvPr>
          <p:cNvGrpSpPr/>
          <p:nvPr/>
        </p:nvGrpSpPr>
        <p:grpSpPr>
          <a:xfrm>
            <a:off x="11070697" y="4097141"/>
            <a:ext cx="1225800" cy="464040"/>
            <a:chOff x="11070697" y="4097141"/>
            <a:chExt cx="1225800" cy="464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317" name="Tinta 316">
                  <a:extLst>
                    <a:ext uri="{FF2B5EF4-FFF2-40B4-BE49-F238E27FC236}">
                      <a16:creationId xmlns:a16="http://schemas.microsoft.com/office/drawing/2014/main" id="{30F6BBB0-FDFB-4AA9-52C9-FAD3C2DDF34B}"/>
                    </a:ext>
                  </a:extLst>
                </p14:cNvPr>
                <p14:cNvContentPartPr/>
                <p14:nvPr/>
              </p14:nvContentPartPr>
              <p14:xfrm>
                <a:off x="11070697" y="4281461"/>
                <a:ext cx="106920" cy="279720"/>
              </p14:xfrm>
            </p:contentPart>
          </mc:Choice>
          <mc:Fallback>
            <p:pic>
              <p:nvPicPr>
                <p:cNvPr id="317" name="Tinta 316">
                  <a:extLst>
                    <a:ext uri="{FF2B5EF4-FFF2-40B4-BE49-F238E27FC236}">
                      <a16:creationId xmlns:a16="http://schemas.microsoft.com/office/drawing/2014/main" id="{30F6BBB0-FDFB-4AA9-52C9-FAD3C2DDF34B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11052697" y="4263821"/>
                  <a:ext cx="14256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318" name="Tinta 317">
                  <a:extLst>
                    <a:ext uri="{FF2B5EF4-FFF2-40B4-BE49-F238E27FC236}">
                      <a16:creationId xmlns:a16="http://schemas.microsoft.com/office/drawing/2014/main" id="{FC0458B6-99E6-0B50-736E-410F62703E4D}"/>
                    </a:ext>
                  </a:extLst>
                </p14:cNvPr>
                <p14:cNvContentPartPr/>
                <p14:nvPr/>
              </p14:nvContentPartPr>
              <p14:xfrm>
                <a:off x="11242057" y="4267781"/>
                <a:ext cx="153000" cy="177480"/>
              </p14:xfrm>
            </p:contentPart>
          </mc:Choice>
          <mc:Fallback>
            <p:pic>
              <p:nvPicPr>
                <p:cNvPr id="318" name="Tinta 317">
                  <a:extLst>
                    <a:ext uri="{FF2B5EF4-FFF2-40B4-BE49-F238E27FC236}">
                      <a16:creationId xmlns:a16="http://schemas.microsoft.com/office/drawing/2014/main" id="{FC0458B6-99E6-0B50-736E-410F62703E4D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11224057" y="4249781"/>
                  <a:ext cx="18864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7">
              <p14:nvContentPartPr>
                <p14:cNvPr id="319" name="Tinta 318">
                  <a:extLst>
                    <a:ext uri="{FF2B5EF4-FFF2-40B4-BE49-F238E27FC236}">
                      <a16:creationId xmlns:a16="http://schemas.microsoft.com/office/drawing/2014/main" id="{0D852117-5968-4F08-D75E-12F3FA536B93}"/>
                    </a:ext>
                  </a:extLst>
                </p14:cNvPr>
                <p14:cNvContentPartPr/>
                <p14:nvPr/>
              </p14:nvContentPartPr>
              <p14:xfrm>
                <a:off x="11413417" y="4172021"/>
                <a:ext cx="360" cy="360"/>
              </p14:xfrm>
            </p:contentPart>
          </mc:Choice>
          <mc:Fallback>
            <p:pic>
              <p:nvPicPr>
                <p:cNvPr id="319" name="Tinta 318">
                  <a:extLst>
                    <a:ext uri="{FF2B5EF4-FFF2-40B4-BE49-F238E27FC236}">
                      <a16:creationId xmlns:a16="http://schemas.microsoft.com/office/drawing/2014/main" id="{0D852117-5968-4F08-D75E-12F3FA536B93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1395417" y="415402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320" name="Tinta 319">
                  <a:extLst>
                    <a:ext uri="{FF2B5EF4-FFF2-40B4-BE49-F238E27FC236}">
                      <a16:creationId xmlns:a16="http://schemas.microsoft.com/office/drawing/2014/main" id="{FFCF7C1E-A071-F0AD-DBA1-063F5A269EF6}"/>
                    </a:ext>
                  </a:extLst>
                </p14:cNvPr>
                <p14:cNvContentPartPr/>
                <p14:nvPr/>
              </p14:nvContentPartPr>
              <p14:xfrm>
                <a:off x="11438257" y="4279301"/>
                <a:ext cx="338040" cy="155880"/>
              </p14:xfrm>
            </p:contentPart>
          </mc:Choice>
          <mc:Fallback>
            <p:pic>
              <p:nvPicPr>
                <p:cNvPr id="320" name="Tinta 319">
                  <a:extLst>
                    <a:ext uri="{FF2B5EF4-FFF2-40B4-BE49-F238E27FC236}">
                      <a16:creationId xmlns:a16="http://schemas.microsoft.com/office/drawing/2014/main" id="{FFCF7C1E-A071-F0AD-DBA1-063F5A269EF6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11420257" y="4261301"/>
                  <a:ext cx="37368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321" name="Tinta 320">
                  <a:extLst>
                    <a:ext uri="{FF2B5EF4-FFF2-40B4-BE49-F238E27FC236}">
                      <a16:creationId xmlns:a16="http://schemas.microsoft.com/office/drawing/2014/main" id="{E78E2E54-BC9C-9732-DE99-09958FE01BF7}"/>
                    </a:ext>
                  </a:extLst>
                </p14:cNvPr>
                <p14:cNvContentPartPr/>
                <p14:nvPr/>
              </p14:nvContentPartPr>
              <p14:xfrm>
                <a:off x="11711497" y="4097141"/>
                <a:ext cx="182880" cy="344520"/>
              </p14:xfrm>
            </p:contentPart>
          </mc:Choice>
          <mc:Fallback>
            <p:pic>
              <p:nvPicPr>
                <p:cNvPr id="321" name="Tinta 320">
                  <a:extLst>
                    <a:ext uri="{FF2B5EF4-FFF2-40B4-BE49-F238E27FC236}">
                      <a16:creationId xmlns:a16="http://schemas.microsoft.com/office/drawing/2014/main" id="{E78E2E54-BC9C-9732-DE99-09958FE01BF7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11693497" y="4079141"/>
                  <a:ext cx="218520" cy="38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322" name="Tinta 321">
                  <a:extLst>
                    <a:ext uri="{FF2B5EF4-FFF2-40B4-BE49-F238E27FC236}">
                      <a16:creationId xmlns:a16="http://schemas.microsoft.com/office/drawing/2014/main" id="{5247A62A-F518-54CB-67A7-38143037092B}"/>
                    </a:ext>
                  </a:extLst>
                </p14:cNvPr>
                <p14:cNvContentPartPr/>
                <p14:nvPr/>
              </p14:nvContentPartPr>
              <p14:xfrm>
                <a:off x="11809417" y="4254821"/>
                <a:ext cx="215280" cy="169200"/>
              </p14:xfrm>
            </p:contentPart>
          </mc:Choice>
          <mc:Fallback>
            <p:pic>
              <p:nvPicPr>
                <p:cNvPr id="322" name="Tinta 321">
                  <a:extLst>
                    <a:ext uri="{FF2B5EF4-FFF2-40B4-BE49-F238E27FC236}">
                      <a16:creationId xmlns:a16="http://schemas.microsoft.com/office/drawing/2014/main" id="{5247A62A-F518-54CB-67A7-38143037092B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11791777" y="4236821"/>
                  <a:ext cx="25092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323" name="Tinta 322">
                  <a:extLst>
                    <a:ext uri="{FF2B5EF4-FFF2-40B4-BE49-F238E27FC236}">
                      <a16:creationId xmlns:a16="http://schemas.microsoft.com/office/drawing/2014/main" id="{8FF37FCF-20B1-3135-466F-9F2C54927385}"/>
                    </a:ext>
                  </a:extLst>
                </p14:cNvPr>
                <p14:cNvContentPartPr/>
                <p14:nvPr/>
              </p14:nvContentPartPr>
              <p14:xfrm>
                <a:off x="12075097" y="4203341"/>
                <a:ext cx="108360" cy="219240"/>
              </p14:xfrm>
            </p:contentPart>
          </mc:Choice>
          <mc:Fallback>
            <p:pic>
              <p:nvPicPr>
                <p:cNvPr id="323" name="Tinta 322">
                  <a:extLst>
                    <a:ext uri="{FF2B5EF4-FFF2-40B4-BE49-F238E27FC236}">
                      <a16:creationId xmlns:a16="http://schemas.microsoft.com/office/drawing/2014/main" id="{8FF37FCF-20B1-3135-466F-9F2C54927385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12057457" y="4185341"/>
                  <a:ext cx="14400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324" name="Tinta 323">
                  <a:extLst>
                    <a:ext uri="{FF2B5EF4-FFF2-40B4-BE49-F238E27FC236}">
                      <a16:creationId xmlns:a16="http://schemas.microsoft.com/office/drawing/2014/main" id="{A9F548C9-9B84-F4FB-9CED-366F05CDA10D}"/>
                    </a:ext>
                  </a:extLst>
                </p14:cNvPr>
                <p14:cNvContentPartPr/>
                <p14:nvPr/>
              </p14:nvContentPartPr>
              <p14:xfrm>
                <a:off x="12191737" y="4209821"/>
                <a:ext cx="104760" cy="189360"/>
              </p14:xfrm>
            </p:contentPart>
          </mc:Choice>
          <mc:Fallback>
            <p:pic>
              <p:nvPicPr>
                <p:cNvPr id="324" name="Tinta 323">
                  <a:extLst>
                    <a:ext uri="{FF2B5EF4-FFF2-40B4-BE49-F238E27FC236}">
                      <a16:creationId xmlns:a16="http://schemas.microsoft.com/office/drawing/2014/main" id="{A9F548C9-9B84-F4FB-9CED-366F05CDA10D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12174097" y="4192181"/>
                  <a:ext cx="140400" cy="22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2" name="Agrupar 331">
            <a:extLst>
              <a:ext uri="{FF2B5EF4-FFF2-40B4-BE49-F238E27FC236}">
                <a16:creationId xmlns:a16="http://schemas.microsoft.com/office/drawing/2014/main" id="{F1797FFF-4B53-29EE-0DAA-9A99B636E89C}"/>
              </a:ext>
            </a:extLst>
          </p:cNvPr>
          <p:cNvGrpSpPr/>
          <p:nvPr/>
        </p:nvGrpSpPr>
        <p:grpSpPr>
          <a:xfrm>
            <a:off x="7948777" y="5135381"/>
            <a:ext cx="705600" cy="409320"/>
            <a:chOff x="7948777" y="5135381"/>
            <a:chExt cx="705600" cy="409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328" name="Tinta 327">
                  <a:extLst>
                    <a:ext uri="{FF2B5EF4-FFF2-40B4-BE49-F238E27FC236}">
                      <a16:creationId xmlns:a16="http://schemas.microsoft.com/office/drawing/2014/main" id="{633FE458-55CE-6EA3-925D-29329E8865D2}"/>
                    </a:ext>
                  </a:extLst>
                </p14:cNvPr>
                <p14:cNvContentPartPr/>
                <p14:nvPr/>
              </p14:nvContentPartPr>
              <p14:xfrm>
                <a:off x="7948777" y="5135381"/>
                <a:ext cx="212400" cy="348120"/>
              </p14:xfrm>
            </p:contentPart>
          </mc:Choice>
          <mc:Fallback>
            <p:pic>
              <p:nvPicPr>
                <p:cNvPr id="328" name="Tinta 327">
                  <a:extLst>
                    <a:ext uri="{FF2B5EF4-FFF2-40B4-BE49-F238E27FC236}">
                      <a16:creationId xmlns:a16="http://schemas.microsoft.com/office/drawing/2014/main" id="{633FE458-55CE-6EA3-925D-29329E8865D2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7931137" y="5117741"/>
                  <a:ext cx="248040" cy="38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329" name="Tinta 328">
                  <a:extLst>
                    <a:ext uri="{FF2B5EF4-FFF2-40B4-BE49-F238E27FC236}">
                      <a16:creationId xmlns:a16="http://schemas.microsoft.com/office/drawing/2014/main" id="{54546474-BDCA-8957-EFD9-48E0877A083C}"/>
                    </a:ext>
                  </a:extLst>
                </p14:cNvPr>
                <p14:cNvContentPartPr/>
                <p14:nvPr/>
              </p14:nvContentPartPr>
              <p14:xfrm>
                <a:off x="7978297" y="5334461"/>
                <a:ext cx="173160" cy="27360"/>
              </p14:xfrm>
            </p:contentPart>
          </mc:Choice>
          <mc:Fallback>
            <p:pic>
              <p:nvPicPr>
                <p:cNvPr id="329" name="Tinta 328">
                  <a:extLst>
                    <a:ext uri="{FF2B5EF4-FFF2-40B4-BE49-F238E27FC236}">
                      <a16:creationId xmlns:a16="http://schemas.microsoft.com/office/drawing/2014/main" id="{54546474-BDCA-8957-EFD9-48E0877A083C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7960297" y="5316461"/>
                  <a:ext cx="20880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330" name="Tinta 329">
                  <a:extLst>
                    <a:ext uri="{FF2B5EF4-FFF2-40B4-BE49-F238E27FC236}">
                      <a16:creationId xmlns:a16="http://schemas.microsoft.com/office/drawing/2014/main" id="{64171622-715C-E8F3-3F7B-C4C8F23BF879}"/>
                    </a:ext>
                  </a:extLst>
                </p14:cNvPr>
                <p14:cNvContentPartPr/>
                <p14:nvPr/>
              </p14:nvContentPartPr>
              <p14:xfrm>
                <a:off x="8246497" y="5158781"/>
                <a:ext cx="263520" cy="378000"/>
              </p14:xfrm>
            </p:contentPart>
          </mc:Choice>
          <mc:Fallback>
            <p:pic>
              <p:nvPicPr>
                <p:cNvPr id="330" name="Tinta 329">
                  <a:extLst>
                    <a:ext uri="{FF2B5EF4-FFF2-40B4-BE49-F238E27FC236}">
                      <a16:creationId xmlns:a16="http://schemas.microsoft.com/office/drawing/2014/main" id="{64171622-715C-E8F3-3F7B-C4C8F23BF879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8228497" y="5141141"/>
                  <a:ext cx="299160" cy="41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331" name="Tinta 330">
                  <a:extLst>
                    <a:ext uri="{FF2B5EF4-FFF2-40B4-BE49-F238E27FC236}">
                      <a16:creationId xmlns:a16="http://schemas.microsoft.com/office/drawing/2014/main" id="{DE00FDA1-04EB-353F-3674-39F99223BC70}"/>
                    </a:ext>
                  </a:extLst>
                </p14:cNvPr>
                <p14:cNvContentPartPr/>
                <p14:nvPr/>
              </p14:nvContentPartPr>
              <p14:xfrm>
                <a:off x="8378257" y="5203421"/>
                <a:ext cx="276120" cy="341280"/>
              </p14:xfrm>
            </p:contentPart>
          </mc:Choice>
          <mc:Fallback>
            <p:pic>
              <p:nvPicPr>
                <p:cNvPr id="331" name="Tinta 330">
                  <a:extLst>
                    <a:ext uri="{FF2B5EF4-FFF2-40B4-BE49-F238E27FC236}">
                      <a16:creationId xmlns:a16="http://schemas.microsoft.com/office/drawing/2014/main" id="{DE00FDA1-04EB-353F-3674-39F99223BC70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8360257" y="5185781"/>
                  <a:ext cx="311760" cy="37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5" name="Agrupar 334">
            <a:extLst>
              <a:ext uri="{FF2B5EF4-FFF2-40B4-BE49-F238E27FC236}">
                <a16:creationId xmlns:a16="http://schemas.microsoft.com/office/drawing/2014/main" id="{F81E9F8C-6ADD-4EEA-5B14-7C5C92A46A5E}"/>
              </a:ext>
            </a:extLst>
          </p:cNvPr>
          <p:cNvGrpSpPr/>
          <p:nvPr/>
        </p:nvGrpSpPr>
        <p:grpSpPr>
          <a:xfrm>
            <a:off x="8848777" y="5297381"/>
            <a:ext cx="130680" cy="132480"/>
            <a:chOff x="8848777" y="5297381"/>
            <a:chExt cx="130680" cy="132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333" name="Tinta 332">
                  <a:extLst>
                    <a:ext uri="{FF2B5EF4-FFF2-40B4-BE49-F238E27FC236}">
                      <a16:creationId xmlns:a16="http://schemas.microsoft.com/office/drawing/2014/main" id="{243BC290-427B-A247-DEBB-01662865F35B}"/>
                    </a:ext>
                  </a:extLst>
                </p14:cNvPr>
                <p14:cNvContentPartPr/>
                <p14:nvPr/>
              </p14:nvContentPartPr>
              <p14:xfrm>
                <a:off x="8848777" y="5401421"/>
                <a:ext cx="130680" cy="28440"/>
              </p14:xfrm>
            </p:contentPart>
          </mc:Choice>
          <mc:Fallback>
            <p:pic>
              <p:nvPicPr>
                <p:cNvPr id="333" name="Tinta 332">
                  <a:extLst>
                    <a:ext uri="{FF2B5EF4-FFF2-40B4-BE49-F238E27FC236}">
                      <a16:creationId xmlns:a16="http://schemas.microsoft.com/office/drawing/2014/main" id="{243BC290-427B-A247-DEBB-01662865F35B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8831137" y="5383421"/>
                  <a:ext cx="16632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334" name="Tinta 333">
                  <a:extLst>
                    <a:ext uri="{FF2B5EF4-FFF2-40B4-BE49-F238E27FC236}">
                      <a16:creationId xmlns:a16="http://schemas.microsoft.com/office/drawing/2014/main" id="{6FFD6DF2-0E73-152D-13D9-3036EBFA0EDC}"/>
                    </a:ext>
                  </a:extLst>
                </p14:cNvPr>
                <p14:cNvContentPartPr/>
                <p14:nvPr/>
              </p14:nvContentPartPr>
              <p14:xfrm>
                <a:off x="8862457" y="5297381"/>
                <a:ext cx="97200" cy="10440"/>
              </p14:xfrm>
            </p:contentPart>
          </mc:Choice>
          <mc:Fallback>
            <p:pic>
              <p:nvPicPr>
                <p:cNvPr id="334" name="Tinta 333">
                  <a:extLst>
                    <a:ext uri="{FF2B5EF4-FFF2-40B4-BE49-F238E27FC236}">
                      <a16:creationId xmlns:a16="http://schemas.microsoft.com/office/drawing/2014/main" id="{6FFD6DF2-0E73-152D-13D9-3036EBFA0EDC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8844457" y="5279741"/>
                  <a:ext cx="132840" cy="4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8" name="Agrupar 367">
            <a:extLst>
              <a:ext uri="{FF2B5EF4-FFF2-40B4-BE49-F238E27FC236}">
                <a16:creationId xmlns:a16="http://schemas.microsoft.com/office/drawing/2014/main" id="{74B90DEB-A559-BAA5-0809-86072E8FA49E}"/>
              </a:ext>
            </a:extLst>
          </p:cNvPr>
          <p:cNvGrpSpPr/>
          <p:nvPr/>
        </p:nvGrpSpPr>
        <p:grpSpPr>
          <a:xfrm>
            <a:off x="9249817" y="4884101"/>
            <a:ext cx="1032480" cy="886320"/>
            <a:chOff x="9249817" y="4884101"/>
            <a:chExt cx="1032480" cy="886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336" name="Tinta 335">
                  <a:extLst>
                    <a:ext uri="{FF2B5EF4-FFF2-40B4-BE49-F238E27FC236}">
                      <a16:creationId xmlns:a16="http://schemas.microsoft.com/office/drawing/2014/main" id="{9A04FE14-C04E-ED33-230B-F3F41DCC4B09}"/>
                    </a:ext>
                  </a:extLst>
                </p14:cNvPr>
                <p14:cNvContentPartPr/>
                <p14:nvPr/>
              </p14:nvContentPartPr>
              <p14:xfrm>
                <a:off x="9253777" y="5169941"/>
                <a:ext cx="212760" cy="156600"/>
              </p14:xfrm>
            </p:contentPart>
          </mc:Choice>
          <mc:Fallback>
            <p:pic>
              <p:nvPicPr>
                <p:cNvPr id="336" name="Tinta 335">
                  <a:extLst>
                    <a:ext uri="{FF2B5EF4-FFF2-40B4-BE49-F238E27FC236}">
                      <a16:creationId xmlns:a16="http://schemas.microsoft.com/office/drawing/2014/main" id="{9A04FE14-C04E-ED33-230B-F3F41DCC4B09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9235777" y="5152301"/>
                  <a:ext cx="24840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337" name="Tinta 336">
                  <a:extLst>
                    <a:ext uri="{FF2B5EF4-FFF2-40B4-BE49-F238E27FC236}">
                      <a16:creationId xmlns:a16="http://schemas.microsoft.com/office/drawing/2014/main" id="{F5B97AF0-CEEC-E49E-5D11-ECD7B9500C8C}"/>
                    </a:ext>
                  </a:extLst>
                </p14:cNvPr>
                <p14:cNvContentPartPr/>
                <p14:nvPr/>
              </p14:nvContentPartPr>
              <p14:xfrm>
                <a:off x="9249817" y="5374421"/>
                <a:ext cx="323280" cy="74160"/>
              </p14:xfrm>
            </p:contentPart>
          </mc:Choice>
          <mc:Fallback>
            <p:pic>
              <p:nvPicPr>
                <p:cNvPr id="337" name="Tinta 336">
                  <a:extLst>
                    <a:ext uri="{FF2B5EF4-FFF2-40B4-BE49-F238E27FC236}">
                      <a16:creationId xmlns:a16="http://schemas.microsoft.com/office/drawing/2014/main" id="{F5B97AF0-CEEC-E49E-5D11-ECD7B9500C8C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9232177" y="5356781"/>
                  <a:ext cx="35892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338" name="Tinta 337">
                  <a:extLst>
                    <a:ext uri="{FF2B5EF4-FFF2-40B4-BE49-F238E27FC236}">
                      <a16:creationId xmlns:a16="http://schemas.microsoft.com/office/drawing/2014/main" id="{7011A643-0DC2-1A1A-7BF7-38EE22C1F408}"/>
                    </a:ext>
                  </a:extLst>
                </p14:cNvPr>
                <p14:cNvContentPartPr/>
                <p14:nvPr/>
              </p14:nvContentPartPr>
              <p14:xfrm>
                <a:off x="9321817" y="5484221"/>
                <a:ext cx="123480" cy="27360"/>
              </p14:xfrm>
            </p:contentPart>
          </mc:Choice>
          <mc:Fallback>
            <p:pic>
              <p:nvPicPr>
                <p:cNvPr id="338" name="Tinta 337">
                  <a:extLst>
                    <a:ext uri="{FF2B5EF4-FFF2-40B4-BE49-F238E27FC236}">
                      <a16:creationId xmlns:a16="http://schemas.microsoft.com/office/drawing/2014/main" id="{7011A643-0DC2-1A1A-7BF7-38EE22C1F408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9304177" y="5466221"/>
                  <a:ext cx="15912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339" name="Tinta 338">
                  <a:extLst>
                    <a:ext uri="{FF2B5EF4-FFF2-40B4-BE49-F238E27FC236}">
                      <a16:creationId xmlns:a16="http://schemas.microsoft.com/office/drawing/2014/main" id="{ADD40891-1F3B-C5C6-40AA-9B9A62BE514A}"/>
                    </a:ext>
                  </a:extLst>
                </p14:cNvPr>
                <p14:cNvContentPartPr/>
                <p14:nvPr/>
              </p14:nvContentPartPr>
              <p14:xfrm>
                <a:off x="9284737" y="5520941"/>
                <a:ext cx="176760" cy="249480"/>
              </p14:xfrm>
            </p:contentPart>
          </mc:Choice>
          <mc:Fallback>
            <p:pic>
              <p:nvPicPr>
                <p:cNvPr id="339" name="Tinta 338">
                  <a:extLst>
                    <a:ext uri="{FF2B5EF4-FFF2-40B4-BE49-F238E27FC236}">
                      <a16:creationId xmlns:a16="http://schemas.microsoft.com/office/drawing/2014/main" id="{ADD40891-1F3B-C5C6-40AA-9B9A62BE514A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9266737" y="5503301"/>
                  <a:ext cx="21240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340" name="Tinta 339">
                  <a:extLst>
                    <a:ext uri="{FF2B5EF4-FFF2-40B4-BE49-F238E27FC236}">
                      <a16:creationId xmlns:a16="http://schemas.microsoft.com/office/drawing/2014/main" id="{95DF82A3-73BD-D3E3-CA8A-D9DFB6CB41FB}"/>
                    </a:ext>
                  </a:extLst>
                </p14:cNvPr>
                <p14:cNvContentPartPr/>
                <p14:nvPr/>
              </p14:nvContentPartPr>
              <p14:xfrm>
                <a:off x="9643657" y="5343461"/>
                <a:ext cx="1440" cy="6120"/>
              </p14:xfrm>
            </p:contentPart>
          </mc:Choice>
          <mc:Fallback>
            <p:pic>
              <p:nvPicPr>
                <p:cNvPr id="340" name="Tinta 339">
                  <a:extLst>
                    <a:ext uri="{FF2B5EF4-FFF2-40B4-BE49-F238E27FC236}">
                      <a16:creationId xmlns:a16="http://schemas.microsoft.com/office/drawing/2014/main" id="{95DF82A3-73BD-D3E3-CA8A-D9DFB6CB41FB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9625657" y="5325461"/>
                  <a:ext cx="3708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341" name="Tinta 340">
                  <a:extLst>
                    <a:ext uri="{FF2B5EF4-FFF2-40B4-BE49-F238E27FC236}">
                      <a16:creationId xmlns:a16="http://schemas.microsoft.com/office/drawing/2014/main" id="{9DADFC28-AD13-AC7C-AF9A-C52FDE18B162}"/>
                    </a:ext>
                  </a:extLst>
                </p14:cNvPr>
                <p14:cNvContentPartPr/>
                <p14:nvPr/>
              </p14:nvContentPartPr>
              <p14:xfrm>
                <a:off x="9735457" y="5145461"/>
                <a:ext cx="97200" cy="196920"/>
              </p14:xfrm>
            </p:contentPart>
          </mc:Choice>
          <mc:Fallback>
            <p:pic>
              <p:nvPicPr>
                <p:cNvPr id="341" name="Tinta 340">
                  <a:extLst>
                    <a:ext uri="{FF2B5EF4-FFF2-40B4-BE49-F238E27FC236}">
                      <a16:creationId xmlns:a16="http://schemas.microsoft.com/office/drawing/2014/main" id="{9DADFC28-AD13-AC7C-AF9A-C52FDE18B162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9717817" y="5127821"/>
                  <a:ext cx="13284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342" name="Tinta 341">
                  <a:extLst>
                    <a:ext uri="{FF2B5EF4-FFF2-40B4-BE49-F238E27FC236}">
                      <a16:creationId xmlns:a16="http://schemas.microsoft.com/office/drawing/2014/main" id="{B4A9AB9A-4BC1-4CC4-9A5D-CE4D86B84417}"/>
                    </a:ext>
                  </a:extLst>
                </p14:cNvPr>
                <p14:cNvContentPartPr/>
                <p14:nvPr/>
              </p14:nvContentPartPr>
              <p14:xfrm>
                <a:off x="9687217" y="5183621"/>
                <a:ext cx="228960" cy="160200"/>
              </p14:xfrm>
            </p:contentPart>
          </mc:Choice>
          <mc:Fallback>
            <p:pic>
              <p:nvPicPr>
                <p:cNvPr id="342" name="Tinta 341">
                  <a:extLst>
                    <a:ext uri="{FF2B5EF4-FFF2-40B4-BE49-F238E27FC236}">
                      <a16:creationId xmlns:a16="http://schemas.microsoft.com/office/drawing/2014/main" id="{B4A9AB9A-4BC1-4CC4-9A5D-CE4D86B84417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9669217" y="5165621"/>
                  <a:ext cx="26460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344" name="Tinta 343">
                  <a:extLst>
                    <a:ext uri="{FF2B5EF4-FFF2-40B4-BE49-F238E27FC236}">
                      <a16:creationId xmlns:a16="http://schemas.microsoft.com/office/drawing/2014/main" id="{C75DFB61-F8B5-969B-5958-9B5823EE086D}"/>
                    </a:ext>
                  </a:extLst>
                </p14:cNvPr>
                <p14:cNvContentPartPr/>
                <p14:nvPr/>
              </p14:nvContentPartPr>
              <p14:xfrm>
                <a:off x="9898177" y="4884101"/>
                <a:ext cx="24120" cy="360"/>
              </p14:xfrm>
            </p:contentPart>
          </mc:Choice>
          <mc:Fallback>
            <p:pic>
              <p:nvPicPr>
                <p:cNvPr id="344" name="Tinta 343">
                  <a:extLst>
                    <a:ext uri="{FF2B5EF4-FFF2-40B4-BE49-F238E27FC236}">
                      <a16:creationId xmlns:a16="http://schemas.microsoft.com/office/drawing/2014/main" id="{C75DFB61-F8B5-969B-5958-9B5823EE086D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9880537" y="4866101"/>
                  <a:ext cx="597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345" name="Tinta 344">
                  <a:extLst>
                    <a:ext uri="{FF2B5EF4-FFF2-40B4-BE49-F238E27FC236}">
                      <a16:creationId xmlns:a16="http://schemas.microsoft.com/office/drawing/2014/main" id="{ACA4A81C-D19B-DA85-A35A-F8E84C27183D}"/>
                    </a:ext>
                  </a:extLst>
                </p14:cNvPr>
                <p14:cNvContentPartPr/>
                <p14:nvPr/>
              </p14:nvContentPartPr>
              <p14:xfrm>
                <a:off x="9849937" y="4884101"/>
                <a:ext cx="123120" cy="165600"/>
              </p14:xfrm>
            </p:contentPart>
          </mc:Choice>
          <mc:Fallback>
            <p:pic>
              <p:nvPicPr>
                <p:cNvPr id="345" name="Tinta 344">
                  <a:extLst>
                    <a:ext uri="{FF2B5EF4-FFF2-40B4-BE49-F238E27FC236}">
                      <a16:creationId xmlns:a16="http://schemas.microsoft.com/office/drawing/2014/main" id="{ACA4A81C-D19B-DA85-A35A-F8E84C27183D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9832297" y="4866101"/>
                  <a:ext cx="15876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346" name="Tinta 345">
                  <a:extLst>
                    <a:ext uri="{FF2B5EF4-FFF2-40B4-BE49-F238E27FC236}">
                      <a16:creationId xmlns:a16="http://schemas.microsoft.com/office/drawing/2014/main" id="{6B39400C-B352-CB07-79D8-B796B8D30959}"/>
                    </a:ext>
                  </a:extLst>
                </p14:cNvPr>
                <p14:cNvContentPartPr/>
                <p14:nvPr/>
              </p14:nvContentPartPr>
              <p14:xfrm>
                <a:off x="10172497" y="5100821"/>
                <a:ext cx="5400" cy="229320"/>
              </p14:xfrm>
            </p:contentPart>
          </mc:Choice>
          <mc:Fallback>
            <p:pic>
              <p:nvPicPr>
                <p:cNvPr id="346" name="Tinta 345">
                  <a:extLst>
                    <a:ext uri="{FF2B5EF4-FFF2-40B4-BE49-F238E27FC236}">
                      <a16:creationId xmlns:a16="http://schemas.microsoft.com/office/drawing/2014/main" id="{6B39400C-B352-CB07-79D8-B796B8D30959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10154857" y="5082821"/>
                  <a:ext cx="4104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347" name="Tinta 346">
                  <a:extLst>
                    <a:ext uri="{FF2B5EF4-FFF2-40B4-BE49-F238E27FC236}">
                      <a16:creationId xmlns:a16="http://schemas.microsoft.com/office/drawing/2014/main" id="{DEC9CD1E-5791-09F3-56AD-5CC72959297B}"/>
                    </a:ext>
                  </a:extLst>
                </p14:cNvPr>
                <p14:cNvContentPartPr/>
                <p14:nvPr/>
              </p14:nvContentPartPr>
              <p14:xfrm>
                <a:off x="10110577" y="5164541"/>
                <a:ext cx="171720" cy="49680"/>
              </p14:xfrm>
            </p:contentPart>
          </mc:Choice>
          <mc:Fallback>
            <p:pic>
              <p:nvPicPr>
                <p:cNvPr id="347" name="Tinta 346">
                  <a:extLst>
                    <a:ext uri="{FF2B5EF4-FFF2-40B4-BE49-F238E27FC236}">
                      <a16:creationId xmlns:a16="http://schemas.microsoft.com/office/drawing/2014/main" id="{DEC9CD1E-5791-09F3-56AD-5CC72959297B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10092577" y="5146541"/>
                  <a:ext cx="207360" cy="85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32">
            <p14:nvContentPartPr>
              <p14:cNvPr id="350" name="Tinta 349">
                <a:extLst>
                  <a:ext uri="{FF2B5EF4-FFF2-40B4-BE49-F238E27FC236}">
                    <a16:creationId xmlns:a16="http://schemas.microsoft.com/office/drawing/2014/main" id="{D77FF7B3-E192-1CD3-A85D-9F53B3DC4D16}"/>
                  </a:ext>
                </a:extLst>
              </p14:cNvPr>
              <p14:cNvContentPartPr/>
              <p14:nvPr/>
            </p14:nvContentPartPr>
            <p14:xfrm>
              <a:off x="10534297" y="5471981"/>
              <a:ext cx="103680" cy="298800"/>
            </p14:xfrm>
          </p:contentPart>
        </mc:Choice>
        <mc:Fallback>
          <p:pic>
            <p:nvPicPr>
              <p:cNvPr id="350" name="Tinta 349">
                <a:extLst>
                  <a:ext uri="{FF2B5EF4-FFF2-40B4-BE49-F238E27FC236}">
                    <a16:creationId xmlns:a16="http://schemas.microsoft.com/office/drawing/2014/main" id="{D77FF7B3-E192-1CD3-A85D-9F53B3DC4D16}"/>
                  </a:ext>
                </a:extLst>
              </p:cNvPr>
              <p:cNvPicPr/>
              <p:nvPr/>
            </p:nvPicPr>
            <p:blipFill>
              <a:blip r:embed="rId433"/>
              <a:stretch>
                <a:fillRect/>
              </a:stretch>
            </p:blipFill>
            <p:spPr>
              <a:xfrm>
                <a:off x="10516297" y="5453981"/>
                <a:ext cx="139320" cy="334440"/>
              </a:xfrm>
              <a:prstGeom prst="rect">
                <a:avLst/>
              </a:prstGeom>
            </p:spPr>
          </p:pic>
        </mc:Fallback>
      </mc:AlternateContent>
      <p:grpSp>
        <p:nvGrpSpPr>
          <p:cNvPr id="367" name="Agrupar 366">
            <a:extLst>
              <a:ext uri="{FF2B5EF4-FFF2-40B4-BE49-F238E27FC236}">
                <a16:creationId xmlns:a16="http://schemas.microsoft.com/office/drawing/2014/main" id="{BBDA2533-BDC8-5F1C-C8CB-9851BF327985}"/>
              </a:ext>
            </a:extLst>
          </p:cNvPr>
          <p:cNvGrpSpPr/>
          <p:nvPr/>
        </p:nvGrpSpPr>
        <p:grpSpPr>
          <a:xfrm>
            <a:off x="10473097" y="4802741"/>
            <a:ext cx="899640" cy="563040"/>
            <a:chOff x="10473097" y="4802741"/>
            <a:chExt cx="899640" cy="56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4">
              <p14:nvContentPartPr>
                <p14:cNvPr id="348" name="Tinta 347">
                  <a:extLst>
                    <a:ext uri="{FF2B5EF4-FFF2-40B4-BE49-F238E27FC236}">
                      <a16:creationId xmlns:a16="http://schemas.microsoft.com/office/drawing/2014/main" id="{DD0D6DD4-97B4-FBA2-330E-84780874D72A}"/>
                    </a:ext>
                  </a:extLst>
                </p14:cNvPr>
                <p14:cNvContentPartPr/>
                <p14:nvPr/>
              </p14:nvContentPartPr>
              <p14:xfrm>
                <a:off x="10491817" y="4919741"/>
                <a:ext cx="150840" cy="348840"/>
              </p14:xfrm>
            </p:contentPart>
          </mc:Choice>
          <mc:Fallback>
            <p:pic>
              <p:nvPicPr>
                <p:cNvPr id="348" name="Tinta 347">
                  <a:extLst>
                    <a:ext uri="{FF2B5EF4-FFF2-40B4-BE49-F238E27FC236}">
                      <a16:creationId xmlns:a16="http://schemas.microsoft.com/office/drawing/2014/main" id="{DD0D6DD4-97B4-FBA2-330E-84780874D72A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10473817" y="4901741"/>
                  <a:ext cx="186480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6">
              <p14:nvContentPartPr>
                <p14:cNvPr id="349" name="Tinta 348">
                  <a:extLst>
                    <a:ext uri="{FF2B5EF4-FFF2-40B4-BE49-F238E27FC236}">
                      <a16:creationId xmlns:a16="http://schemas.microsoft.com/office/drawing/2014/main" id="{55D5DCBA-7435-F060-A380-E181ABEF0F13}"/>
                    </a:ext>
                  </a:extLst>
                </p14:cNvPr>
                <p14:cNvContentPartPr/>
                <p14:nvPr/>
              </p14:nvContentPartPr>
              <p14:xfrm>
                <a:off x="10473097" y="5299541"/>
                <a:ext cx="257400" cy="66240"/>
              </p14:xfrm>
            </p:contentPart>
          </mc:Choice>
          <mc:Fallback>
            <p:pic>
              <p:nvPicPr>
                <p:cNvPr id="349" name="Tinta 348">
                  <a:extLst>
                    <a:ext uri="{FF2B5EF4-FFF2-40B4-BE49-F238E27FC236}">
                      <a16:creationId xmlns:a16="http://schemas.microsoft.com/office/drawing/2014/main" id="{55D5DCBA-7435-F060-A380-E181ABEF0F13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10455457" y="5281901"/>
                  <a:ext cx="29304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8">
              <p14:nvContentPartPr>
                <p14:cNvPr id="351" name="Tinta 350">
                  <a:extLst>
                    <a:ext uri="{FF2B5EF4-FFF2-40B4-BE49-F238E27FC236}">
                      <a16:creationId xmlns:a16="http://schemas.microsoft.com/office/drawing/2014/main" id="{C8378BC9-FD6D-A98B-DA6B-56F26D63BE33}"/>
                    </a:ext>
                  </a:extLst>
                </p14:cNvPr>
                <p14:cNvContentPartPr/>
                <p14:nvPr/>
              </p14:nvContentPartPr>
              <p14:xfrm>
                <a:off x="10778737" y="5213501"/>
                <a:ext cx="360" cy="360"/>
              </p14:xfrm>
            </p:contentPart>
          </mc:Choice>
          <mc:Fallback>
            <p:pic>
              <p:nvPicPr>
                <p:cNvPr id="351" name="Tinta 350">
                  <a:extLst>
                    <a:ext uri="{FF2B5EF4-FFF2-40B4-BE49-F238E27FC236}">
                      <a16:creationId xmlns:a16="http://schemas.microsoft.com/office/drawing/2014/main" id="{C8378BC9-FD6D-A98B-DA6B-56F26D63BE33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0760737" y="5195861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9">
              <p14:nvContentPartPr>
                <p14:cNvPr id="352" name="Tinta 351">
                  <a:extLst>
                    <a:ext uri="{FF2B5EF4-FFF2-40B4-BE49-F238E27FC236}">
                      <a16:creationId xmlns:a16="http://schemas.microsoft.com/office/drawing/2014/main" id="{A78AC28E-7A66-3682-80C9-29DDD23883A5}"/>
                    </a:ext>
                  </a:extLst>
                </p14:cNvPr>
                <p14:cNvContentPartPr/>
                <p14:nvPr/>
              </p14:nvContentPartPr>
              <p14:xfrm>
                <a:off x="10864417" y="5029181"/>
                <a:ext cx="130680" cy="193680"/>
              </p14:xfrm>
            </p:contentPart>
          </mc:Choice>
          <mc:Fallback>
            <p:pic>
              <p:nvPicPr>
                <p:cNvPr id="352" name="Tinta 351">
                  <a:extLst>
                    <a:ext uri="{FF2B5EF4-FFF2-40B4-BE49-F238E27FC236}">
                      <a16:creationId xmlns:a16="http://schemas.microsoft.com/office/drawing/2014/main" id="{A78AC28E-7A66-3682-80C9-29DDD23883A5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10846417" y="5011541"/>
                  <a:ext cx="16632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1">
              <p14:nvContentPartPr>
                <p14:cNvPr id="353" name="Tinta 352">
                  <a:extLst>
                    <a:ext uri="{FF2B5EF4-FFF2-40B4-BE49-F238E27FC236}">
                      <a16:creationId xmlns:a16="http://schemas.microsoft.com/office/drawing/2014/main" id="{BF4BEBDA-7D0F-CAF9-D0E2-12423DFCBC82}"/>
                    </a:ext>
                  </a:extLst>
                </p14:cNvPr>
                <p14:cNvContentPartPr/>
                <p14:nvPr/>
              </p14:nvContentPartPr>
              <p14:xfrm>
                <a:off x="10860817" y="5071661"/>
                <a:ext cx="174240" cy="145800"/>
              </p14:xfrm>
            </p:contentPart>
          </mc:Choice>
          <mc:Fallback>
            <p:pic>
              <p:nvPicPr>
                <p:cNvPr id="353" name="Tinta 352">
                  <a:extLst>
                    <a:ext uri="{FF2B5EF4-FFF2-40B4-BE49-F238E27FC236}">
                      <a16:creationId xmlns:a16="http://schemas.microsoft.com/office/drawing/2014/main" id="{BF4BEBDA-7D0F-CAF9-D0E2-12423DFCBC82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10842817" y="5054021"/>
                  <a:ext cx="20988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3">
              <p14:nvContentPartPr>
                <p14:cNvPr id="354" name="Tinta 353">
                  <a:extLst>
                    <a:ext uri="{FF2B5EF4-FFF2-40B4-BE49-F238E27FC236}">
                      <a16:creationId xmlns:a16="http://schemas.microsoft.com/office/drawing/2014/main" id="{41CA7473-D7A7-0989-6147-2FFFACFEA8FA}"/>
                    </a:ext>
                  </a:extLst>
                </p14:cNvPr>
                <p14:cNvContentPartPr/>
                <p14:nvPr/>
              </p14:nvContentPartPr>
              <p14:xfrm>
                <a:off x="11009497" y="4802741"/>
                <a:ext cx="113400" cy="188640"/>
              </p14:xfrm>
            </p:contentPart>
          </mc:Choice>
          <mc:Fallback>
            <p:pic>
              <p:nvPicPr>
                <p:cNvPr id="354" name="Tinta 353">
                  <a:extLst>
                    <a:ext uri="{FF2B5EF4-FFF2-40B4-BE49-F238E27FC236}">
                      <a16:creationId xmlns:a16="http://schemas.microsoft.com/office/drawing/2014/main" id="{41CA7473-D7A7-0989-6147-2FFFACFEA8FA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10991857" y="4785101"/>
                  <a:ext cx="14904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5">
              <p14:nvContentPartPr>
                <p14:cNvPr id="355" name="Tinta 354">
                  <a:extLst>
                    <a:ext uri="{FF2B5EF4-FFF2-40B4-BE49-F238E27FC236}">
                      <a16:creationId xmlns:a16="http://schemas.microsoft.com/office/drawing/2014/main" id="{EC81DFB6-647E-8624-B26E-78921054BA61}"/>
                    </a:ext>
                  </a:extLst>
                </p14:cNvPr>
                <p14:cNvContentPartPr/>
                <p14:nvPr/>
              </p14:nvContentPartPr>
              <p14:xfrm>
                <a:off x="11336377" y="5000021"/>
                <a:ext cx="15120" cy="228240"/>
              </p14:xfrm>
            </p:contentPart>
          </mc:Choice>
          <mc:Fallback>
            <p:pic>
              <p:nvPicPr>
                <p:cNvPr id="355" name="Tinta 354">
                  <a:extLst>
                    <a:ext uri="{FF2B5EF4-FFF2-40B4-BE49-F238E27FC236}">
                      <a16:creationId xmlns:a16="http://schemas.microsoft.com/office/drawing/2014/main" id="{EC81DFB6-647E-8624-B26E-78921054BA61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11318377" y="4982381"/>
                  <a:ext cx="5076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7">
              <p14:nvContentPartPr>
                <p14:cNvPr id="356" name="Tinta 355">
                  <a:extLst>
                    <a:ext uri="{FF2B5EF4-FFF2-40B4-BE49-F238E27FC236}">
                      <a16:creationId xmlns:a16="http://schemas.microsoft.com/office/drawing/2014/main" id="{2EEB6865-37C2-04F8-BCEE-2EE90AEC06D2}"/>
                    </a:ext>
                  </a:extLst>
                </p14:cNvPr>
                <p14:cNvContentPartPr/>
                <p14:nvPr/>
              </p14:nvContentPartPr>
              <p14:xfrm>
                <a:off x="11280577" y="5123141"/>
                <a:ext cx="92160" cy="12600"/>
              </p14:xfrm>
            </p:contentPart>
          </mc:Choice>
          <mc:Fallback>
            <p:pic>
              <p:nvPicPr>
                <p:cNvPr id="356" name="Tinta 355">
                  <a:extLst>
                    <a:ext uri="{FF2B5EF4-FFF2-40B4-BE49-F238E27FC236}">
                      <a16:creationId xmlns:a16="http://schemas.microsoft.com/office/drawing/2014/main" id="{2EEB6865-37C2-04F8-BCEE-2EE90AEC06D2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11262577" y="5105141"/>
                  <a:ext cx="127800" cy="4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6" name="Agrupar 365">
            <a:extLst>
              <a:ext uri="{FF2B5EF4-FFF2-40B4-BE49-F238E27FC236}">
                <a16:creationId xmlns:a16="http://schemas.microsoft.com/office/drawing/2014/main" id="{B7955EBE-634D-A2B0-20A6-21DDABD84623}"/>
              </a:ext>
            </a:extLst>
          </p:cNvPr>
          <p:cNvGrpSpPr/>
          <p:nvPr/>
        </p:nvGrpSpPr>
        <p:grpSpPr>
          <a:xfrm>
            <a:off x="11595937" y="4943141"/>
            <a:ext cx="846000" cy="335520"/>
            <a:chOff x="11595937" y="4943141"/>
            <a:chExt cx="846000" cy="335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9">
              <p14:nvContentPartPr>
                <p14:cNvPr id="357" name="Tinta 356">
                  <a:extLst>
                    <a:ext uri="{FF2B5EF4-FFF2-40B4-BE49-F238E27FC236}">
                      <a16:creationId xmlns:a16="http://schemas.microsoft.com/office/drawing/2014/main" id="{3514E71E-9E7F-4CD6-CEDC-58D3DEAF1421}"/>
                    </a:ext>
                  </a:extLst>
                </p14:cNvPr>
                <p14:cNvContentPartPr/>
                <p14:nvPr/>
              </p14:nvContentPartPr>
              <p14:xfrm>
                <a:off x="11595937" y="4943141"/>
                <a:ext cx="147240" cy="334440"/>
              </p14:xfrm>
            </p:contentPart>
          </mc:Choice>
          <mc:Fallback>
            <p:pic>
              <p:nvPicPr>
                <p:cNvPr id="357" name="Tinta 356">
                  <a:extLst>
                    <a:ext uri="{FF2B5EF4-FFF2-40B4-BE49-F238E27FC236}">
                      <a16:creationId xmlns:a16="http://schemas.microsoft.com/office/drawing/2014/main" id="{3514E71E-9E7F-4CD6-CEDC-58D3DEAF1421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11577937" y="4925501"/>
                  <a:ext cx="182880" cy="37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1">
              <p14:nvContentPartPr>
                <p14:cNvPr id="358" name="Tinta 357">
                  <a:extLst>
                    <a:ext uri="{FF2B5EF4-FFF2-40B4-BE49-F238E27FC236}">
                      <a16:creationId xmlns:a16="http://schemas.microsoft.com/office/drawing/2014/main" id="{A41F69D1-83D5-F769-9FBD-AC139AE47308}"/>
                    </a:ext>
                  </a:extLst>
                </p14:cNvPr>
                <p14:cNvContentPartPr/>
                <p14:nvPr/>
              </p14:nvContentPartPr>
              <p14:xfrm>
                <a:off x="11789617" y="5090741"/>
                <a:ext cx="148320" cy="187920"/>
              </p14:xfrm>
            </p:contentPart>
          </mc:Choice>
          <mc:Fallback>
            <p:pic>
              <p:nvPicPr>
                <p:cNvPr id="358" name="Tinta 357">
                  <a:extLst>
                    <a:ext uri="{FF2B5EF4-FFF2-40B4-BE49-F238E27FC236}">
                      <a16:creationId xmlns:a16="http://schemas.microsoft.com/office/drawing/2014/main" id="{A41F69D1-83D5-F769-9FBD-AC139AE47308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11771617" y="5072741"/>
                  <a:ext cx="18396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3">
              <p14:nvContentPartPr>
                <p14:cNvPr id="359" name="Tinta 358">
                  <a:extLst>
                    <a:ext uri="{FF2B5EF4-FFF2-40B4-BE49-F238E27FC236}">
                      <a16:creationId xmlns:a16="http://schemas.microsoft.com/office/drawing/2014/main" id="{CBB57E27-B766-F946-0B5E-1DDDC0E33FAB}"/>
                    </a:ext>
                  </a:extLst>
                </p14:cNvPr>
                <p14:cNvContentPartPr/>
                <p14:nvPr/>
              </p14:nvContentPartPr>
              <p14:xfrm>
                <a:off x="12016777" y="5078501"/>
                <a:ext cx="97200" cy="147960"/>
              </p14:xfrm>
            </p:contentPart>
          </mc:Choice>
          <mc:Fallback>
            <p:pic>
              <p:nvPicPr>
                <p:cNvPr id="359" name="Tinta 358">
                  <a:extLst>
                    <a:ext uri="{FF2B5EF4-FFF2-40B4-BE49-F238E27FC236}">
                      <a16:creationId xmlns:a16="http://schemas.microsoft.com/office/drawing/2014/main" id="{CBB57E27-B766-F946-0B5E-1DDDC0E33FAB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11999137" y="5060501"/>
                  <a:ext cx="13284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5">
              <p14:nvContentPartPr>
                <p14:cNvPr id="360" name="Tinta 359">
                  <a:extLst>
                    <a:ext uri="{FF2B5EF4-FFF2-40B4-BE49-F238E27FC236}">
                      <a16:creationId xmlns:a16="http://schemas.microsoft.com/office/drawing/2014/main" id="{BAC63DC8-A5F7-8CBC-4E88-7B2E8D5FE738}"/>
                    </a:ext>
                  </a:extLst>
                </p14:cNvPr>
                <p14:cNvContentPartPr/>
                <p14:nvPr/>
              </p14:nvContentPartPr>
              <p14:xfrm>
                <a:off x="12008137" y="5113061"/>
                <a:ext cx="134640" cy="152280"/>
              </p14:xfrm>
            </p:contentPart>
          </mc:Choice>
          <mc:Fallback>
            <p:pic>
              <p:nvPicPr>
                <p:cNvPr id="360" name="Tinta 359">
                  <a:extLst>
                    <a:ext uri="{FF2B5EF4-FFF2-40B4-BE49-F238E27FC236}">
                      <a16:creationId xmlns:a16="http://schemas.microsoft.com/office/drawing/2014/main" id="{BAC63DC8-A5F7-8CBC-4E88-7B2E8D5FE738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11990497" y="5095061"/>
                  <a:ext cx="17028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7">
              <p14:nvContentPartPr>
                <p14:cNvPr id="361" name="Tinta 360">
                  <a:extLst>
                    <a:ext uri="{FF2B5EF4-FFF2-40B4-BE49-F238E27FC236}">
                      <a16:creationId xmlns:a16="http://schemas.microsoft.com/office/drawing/2014/main" id="{B4AD5467-DC9E-BB63-9229-9DC765CD4FEA}"/>
                    </a:ext>
                  </a:extLst>
                </p14:cNvPr>
                <p14:cNvContentPartPr/>
                <p14:nvPr/>
              </p14:nvContentPartPr>
              <p14:xfrm>
                <a:off x="12368137" y="5068421"/>
                <a:ext cx="7920" cy="177120"/>
              </p14:xfrm>
            </p:contentPart>
          </mc:Choice>
          <mc:Fallback>
            <p:pic>
              <p:nvPicPr>
                <p:cNvPr id="361" name="Tinta 360">
                  <a:extLst>
                    <a:ext uri="{FF2B5EF4-FFF2-40B4-BE49-F238E27FC236}">
                      <a16:creationId xmlns:a16="http://schemas.microsoft.com/office/drawing/2014/main" id="{B4AD5467-DC9E-BB63-9229-9DC765CD4FEA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12350497" y="5050421"/>
                  <a:ext cx="4356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9">
              <p14:nvContentPartPr>
                <p14:cNvPr id="362" name="Tinta 361">
                  <a:extLst>
                    <a:ext uri="{FF2B5EF4-FFF2-40B4-BE49-F238E27FC236}">
                      <a16:creationId xmlns:a16="http://schemas.microsoft.com/office/drawing/2014/main" id="{47ED3A13-7D4E-1265-EC6B-7578C0F5A662}"/>
                    </a:ext>
                  </a:extLst>
                </p14:cNvPr>
                <p14:cNvContentPartPr/>
                <p14:nvPr/>
              </p14:nvContentPartPr>
              <p14:xfrm>
                <a:off x="12311257" y="5133221"/>
                <a:ext cx="130680" cy="30600"/>
              </p14:xfrm>
            </p:contentPart>
          </mc:Choice>
          <mc:Fallback>
            <p:pic>
              <p:nvPicPr>
                <p:cNvPr id="362" name="Tinta 361">
                  <a:extLst>
                    <a:ext uri="{FF2B5EF4-FFF2-40B4-BE49-F238E27FC236}">
                      <a16:creationId xmlns:a16="http://schemas.microsoft.com/office/drawing/2014/main" id="{47ED3A13-7D4E-1265-EC6B-7578C0F5A662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12293257" y="5115221"/>
                  <a:ext cx="166320" cy="66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5" name="Agrupar 364">
            <a:extLst>
              <a:ext uri="{FF2B5EF4-FFF2-40B4-BE49-F238E27FC236}">
                <a16:creationId xmlns:a16="http://schemas.microsoft.com/office/drawing/2014/main" id="{E5E89DAF-075B-5BA6-8F7B-C65B6A87A5A7}"/>
              </a:ext>
            </a:extLst>
          </p:cNvPr>
          <p:cNvGrpSpPr/>
          <p:nvPr/>
        </p:nvGrpSpPr>
        <p:grpSpPr>
          <a:xfrm>
            <a:off x="12611857" y="4907501"/>
            <a:ext cx="191520" cy="357840"/>
            <a:chOff x="12611857" y="4907501"/>
            <a:chExt cx="191520" cy="357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1">
              <p14:nvContentPartPr>
                <p14:cNvPr id="363" name="Tinta 362">
                  <a:extLst>
                    <a:ext uri="{FF2B5EF4-FFF2-40B4-BE49-F238E27FC236}">
                      <a16:creationId xmlns:a16="http://schemas.microsoft.com/office/drawing/2014/main" id="{2F5E0081-4900-DD2C-09BB-F85443B326B5}"/>
                    </a:ext>
                  </a:extLst>
                </p14:cNvPr>
                <p14:cNvContentPartPr/>
                <p14:nvPr/>
              </p14:nvContentPartPr>
              <p14:xfrm>
                <a:off x="12611857" y="4907501"/>
                <a:ext cx="16560" cy="357840"/>
              </p14:xfrm>
            </p:contentPart>
          </mc:Choice>
          <mc:Fallback>
            <p:pic>
              <p:nvPicPr>
                <p:cNvPr id="363" name="Tinta 362">
                  <a:extLst>
                    <a:ext uri="{FF2B5EF4-FFF2-40B4-BE49-F238E27FC236}">
                      <a16:creationId xmlns:a16="http://schemas.microsoft.com/office/drawing/2014/main" id="{2F5E0081-4900-DD2C-09BB-F85443B326B5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12593857" y="4889501"/>
                  <a:ext cx="52200" cy="39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3">
              <p14:nvContentPartPr>
                <p14:cNvPr id="364" name="Tinta 363">
                  <a:extLst>
                    <a:ext uri="{FF2B5EF4-FFF2-40B4-BE49-F238E27FC236}">
                      <a16:creationId xmlns:a16="http://schemas.microsoft.com/office/drawing/2014/main" id="{F9B4A27E-0645-E4CD-1647-91CA3B0720CB}"/>
                    </a:ext>
                  </a:extLst>
                </p14:cNvPr>
                <p14:cNvContentPartPr/>
                <p14:nvPr/>
              </p14:nvContentPartPr>
              <p14:xfrm>
                <a:off x="12643897" y="5024141"/>
                <a:ext cx="159480" cy="184320"/>
              </p14:xfrm>
            </p:contentPart>
          </mc:Choice>
          <mc:Fallback>
            <p:pic>
              <p:nvPicPr>
                <p:cNvPr id="364" name="Tinta 363">
                  <a:extLst>
                    <a:ext uri="{FF2B5EF4-FFF2-40B4-BE49-F238E27FC236}">
                      <a16:creationId xmlns:a16="http://schemas.microsoft.com/office/drawing/2014/main" id="{F9B4A27E-0645-E4CD-1647-91CA3B0720CB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12626257" y="5006501"/>
                  <a:ext cx="195120" cy="21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7" name="Agrupar 376">
            <a:extLst>
              <a:ext uri="{FF2B5EF4-FFF2-40B4-BE49-F238E27FC236}">
                <a16:creationId xmlns:a16="http://schemas.microsoft.com/office/drawing/2014/main" id="{54075E9E-6477-5DF5-066A-B3626080B48D}"/>
              </a:ext>
            </a:extLst>
          </p:cNvPr>
          <p:cNvGrpSpPr/>
          <p:nvPr/>
        </p:nvGrpSpPr>
        <p:grpSpPr>
          <a:xfrm>
            <a:off x="5101897" y="4111541"/>
            <a:ext cx="957960" cy="282240"/>
            <a:chOff x="5101897" y="4111541"/>
            <a:chExt cx="957960" cy="282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5">
              <p14:nvContentPartPr>
                <p14:cNvPr id="246" name="Tinta 245">
                  <a:extLst>
                    <a:ext uri="{FF2B5EF4-FFF2-40B4-BE49-F238E27FC236}">
                      <a16:creationId xmlns:a16="http://schemas.microsoft.com/office/drawing/2014/main" id="{41687628-AEBD-5987-4374-A495191CB43C}"/>
                    </a:ext>
                  </a:extLst>
                </p14:cNvPr>
                <p14:cNvContentPartPr/>
                <p14:nvPr/>
              </p14:nvContentPartPr>
              <p14:xfrm>
                <a:off x="5145457" y="4232501"/>
                <a:ext cx="37440" cy="161280"/>
              </p14:xfrm>
            </p:contentPart>
          </mc:Choice>
          <mc:Fallback>
            <p:pic>
              <p:nvPicPr>
                <p:cNvPr id="246" name="Tinta 245">
                  <a:extLst>
                    <a:ext uri="{FF2B5EF4-FFF2-40B4-BE49-F238E27FC236}">
                      <a16:creationId xmlns:a16="http://schemas.microsoft.com/office/drawing/2014/main" id="{41687628-AEBD-5987-4374-A495191CB43C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5127817" y="4214501"/>
                  <a:ext cx="7308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7">
              <p14:nvContentPartPr>
                <p14:cNvPr id="247" name="Tinta 246">
                  <a:extLst>
                    <a:ext uri="{FF2B5EF4-FFF2-40B4-BE49-F238E27FC236}">
                      <a16:creationId xmlns:a16="http://schemas.microsoft.com/office/drawing/2014/main" id="{4DC4E661-22DB-F917-6F84-11FAC079171A}"/>
                    </a:ext>
                  </a:extLst>
                </p14:cNvPr>
                <p14:cNvContentPartPr/>
                <p14:nvPr/>
              </p14:nvContentPartPr>
              <p14:xfrm>
                <a:off x="5101897" y="4280381"/>
                <a:ext cx="105840" cy="8280"/>
              </p14:xfrm>
            </p:contentPart>
          </mc:Choice>
          <mc:Fallback>
            <p:pic>
              <p:nvPicPr>
                <p:cNvPr id="247" name="Tinta 246">
                  <a:extLst>
                    <a:ext uri="{FF2B5EF4-FFF2-40B4-BE49-F238E27FC236}">
                      <a16:creationId xmlns:a16="http://schemas.microsoft.com/office/drawing/2014/main" id="{4DC4E661-22DB-F917-6F84-11FAC079171A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5084257" y="4262741"/>
                  <a:ext cx="14148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9">
              <p14:nvContentPartPr>
                <p14:cNvPr id="248" name="Tinta 247">
                  <a:extLst>
                    <a:ext uri="{FF2B5EF4-FFF2-40B4-BE49-F238E27FC236}">
                      <a16:creationId xmlns:a16="http://schemas.microsoft.com/office/drawing/2014/main" id="{9DF4CADD-56F8-75FD-2386-E5A4B3166519}"/>
                    </a:ext>
                  </a:extLst>
                </p14:cNvPr>
                <p14:cNvContentPartPr/>
                <p14:nvPr/>
              </p14:nvContentPartPr>
              <p14:xfrm>
                <a:off x="5450377" y="4111541"/>
                <a:ext cx="39600" cy="264240"/>
              </p14:xfrm>
            </p:contentPart>
          </mc:Choice>
          <mc:Fallback>
            <p:pic>
              <p:nvPicPr>
                <p:cNvPr id="248" name="Tinta 247">
                  <a:extLst>
                    <a:ext uri="{FF2B5EF4-FFF2-40B4-BE49-F238E27FC236}">
                      <a16:creationId xmlns:a16="http://schemas.microsoft.com/office/drawing/2014/main" id="{9DF4CADD-56F8-75FD-2386-E5A4B3166519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5432377" y="4093901"/>
                  <a:ext cx="7524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1">
              <p14:nvContentPartPr>
                <p14:cNvPr id="249" name="Tinta 248">
                  <a:extLst>
                    <a:ext uri="{FF2B5EF4-FFF2-40B4-BE49-F238E27FC236}">
                      <a16:creationId xmlns:a16="http://schemas.microsoft.com/office/drawing/2014/main" id="{B37A50BF-6B0D-D366-FB39-4C8B3EB20BD3}"/>
                    </a:ext>
                  </a:extLst>
                </p14:cNvPr>
                <p14:cNvContentPartPr/>
                <p14:nvPr/>
              </p14:nvContentPartPr>
              <p14:xfrm>
                <a:off x="5495737" y="4136741"/>
                <a:ext cx="207720" cy="233640"/>
              </p14:xfrm>
            </p:contentPart>
          </mc:Choice>
          <mc:Fallback>
            <p:pic>
              <p:nvPicPr>
                <p:cNvPr id="249" name="Tinta 248">
                  <a:extLst>
                    <a:ext uri="{FF2B5EF4-FFF2-40B4-BE49-F238E27FC236}">
                      <a16:creationId xmlns:a16="http://schemas.microsoft.com/office/drawing/2014/main" id="{B37A50BF-6B0D-D366-FB39-4C8B3EB20BD3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5477737" y="4118741"/>
                  <a:ext cx="24336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3">
              <p14:nvContentPartPr>
                <p14:cNvPr id="250" name="Tinta 249">
                  <a:extLst>
                    <a:ext uri="{FF2B5EF4-FFF2-40B4-BE49-F238E27FC236}">
                      <a16:creationId xmlns:a16="http://schemas.microsoft.com/office/drawing/2014/main" id="{4659982B-F1E4-D461-E9FB-9294B3FCC3F7}"/>
                    </a:ext>
                  </a:extLst>
                </p14:cNvPr>
                <p14:cNvContentPartPr/>
                <p14:nvPr/>
              </p14:nvContentPartPr>
              <p14:xfrm>
                <a:off x="5955097" y="4311701"/>
                <a:ext cx="104760" cy="9360"/>
              </p14:xfrm>
            </p:contentPart>
          </mc:Choice>
          <mc:Fallback>
            <p:pic>
              <p:nvPicPr>
                <p:cNvPr id="250" name="Tinta 249">
                  <a:extLst>
                    <a:ext uri="{FF2B5EF4-FFF2-40B4-BE49-F238E27FC236}">
                      <a16:creationId xmlns:a16="http://schemas.microsoft.com/office/drawing/2014/main" id="{4659982B-F1E4-D461-E9FB-9294B3FCC3F7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5937457" y="4293701"/>
                  <a:ext cx="14040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5">
              <p14:nvContentPartPr>
                <p14:cNvPr id="251" name="Tinta 250">
                  <a:extLst>
                    <a:ext uri="{FF2B5EF4-FFF2-40B4-BE49-F238E27FC236}">
                      <a16:creationId xmlns:a16="http://schemas.microsoft.com/office/drawing/2014/main" id="{E3FF2BCD-2210-ADC9-084E-34FC0E62D03D}"/>
                    </a:ext>
                  </a:extLst>
                </p14:cNvPr>
                <p14:cNvContentPartPr/>
                <p14:nvPr/>
              </p14:nvContentPartPr>
              <p14:xfrm>
                <a:off x="5946457" y="4195421"/>
                <a:ext cx="92160" cy="21600"/>
              </p14:xfrm>
            </p:contentPart>
          </mc:Choice>
          <mc:Fallback>
            <p:pic>
              <p:nvPicPr>
                <p:cNvPr id="251" name="Tinta 250">
                  <a:extLst>
                    <a:ext uri="{FF2B5EF4-FFF2-40B4-BE49-F238E27FC236}">
                      <a16:creationId xmlns:a16="http://schemas.microsoft.com/office/drawing/2014/main" id="{E3FF2BCD-2210-ADC9-084E-34FC0E62D03D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5928817" y="4177781"/>
                  <a:ext cx="127800" cy="5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6" name="Agrupar 385">
            <a:extLst>
              <a:ext uri="{FF2B5EF4-FFF2-40B4-BE49-F238E27FC236}">
                <a16:creationId xmlns:a16="http://schemas.microsoft.com/office/drawing/2014/main" id="{57875461-9AA5-89BF-2CFE-DB3BE0157960}"/>
              </a:ext>
            </a:extLst>
          </p:cNvPr>
          <p:cNvGrpSpPr/>
          <p:nvPr/>
        </p:nvGrpSpPr>
        <p:grpSpPr>
          <a:xfrm>
            <a:off x="6027097" y="5163461"/>
            <a:ext cx="192960" cy="338040"/>
            <a:chOff x="6027097" y="5163461"/>
            <a:chExt cx="192960" cy="338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7">
              <p14:nvContentPartPr>
                <p14:cNvPr id="384" name="Tinta 383">
                  <a:extLst>
                    <a:ext uri="{FF2B5EF4-FFF2-40B4-BE49-F238E27FC236}">
                      <a16:creationId xmlns:a16="http://schemas.microsoft.com/office/drawing/2014/main" id="{381DC802-D0DF-1F3B-704C-3D1F86989007}"/>
                    </a:ext>
                  </a:extLst>
                </p14:cNvPr>
                <p14:cNvContentPartPr/>
                <p14:nvPr/>
              </p14:nvContentPartPr>
              <p14:xfrm>
                <a:off x="6033577" y="5163461"/>
                <a:ext cx="186480" cy="324360"/>
              </p14:xfrm>
            </p:contentPart>
          </mc:Choice>
          <mc:Fallback>
            <p:pic>
              <p:nvPicPr>
                <p:cNvPr id="384" name="Tinta 383">
                  <a:extLst>
                    <a:ext uri="{FF2B5EF4-FFF2-40B4-BE49-F238E27FC236}">
                      <a16:creationId xmlns:a16="http://schemas.microsoft.com/office/drawing/2014/main" id="{381DC802-D0DF-1F3B-704C-3D1F86989007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6015577" y="5145461"/>
                  <a:ext cx="222120" cy="3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9">
              <p14:nvContentPartPr>
                <p14:cNvPr id="385" name="Tinta 384">
                  <a:extLst>
                    <a:ext uri="{FF2B5EF4-FFF2-40B4-BE49-F238E27FC236}">
                      <a16:creationId xmlns:a16="http://schemas.microsoft.com/office/drawing/2014/main" id="{C68EB28A-071B-007B-815E-3AF916AD44E2}"/>
                    </a:ext>
                  </a:extLst>
                </p14:cNvPr>
                <p14:cNvContentPartPr/>
                <p14:nvPr/>
              </p14:nvContentPartPr>
              <p14:xfrm>
                <a:off x="6027097" y="5324381"/>
                <a:ext cx="177840" cy="177120"/>
              </p14:xfrm>
            </p:contentPart>
          </mc:Choice>
          <mc:Fallback>
            <p:pic>
              <p:nvPicPr>
                <p:cNvPr id="385" name="Tinta 384">
                  <a:extLst>
                    <a:ext uri="{FF2B5EF4-FFF2-40B4-BE49-F238E27FC236}">
                      <a16:creationId xmlns:a16="http://schemas.microsoft.com/office/drawing/2014/main" id="{C68EB28A-071B-007B-815E-3AF916AD44E2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6009457" y="5306381"/>
                  <a:ext cx="213480" cy="212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866814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22249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04848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32807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90953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35551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1957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68930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35914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46417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68178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72500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55220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5651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69968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338483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68740B4C0987B4D86879E800A26E446" ma:contentTypeVersion="4" ma:contentTypeDescription="Crie um novo documento." ma:contentTypeScope="" ma:versionID="226e19ba5d9d06ceffdd0672b80bf6a9">
  <xsd:schema xmlns:xsd="http://www.w3.org/2001/XMLSchema" xmlns:xs="http://www.w3.org/2001/XMLSchema" xmlns:p="http://schemas.microsoft.com/office/2006/metadata/properties" xmlns:ns2="2220af93-035a-443f-80b0-3b9b401ad9a6" xmlns:ns3="d48fd270-4a57-47e1-b674-c7d4969804ad" targetNamespace="http://schemas.microsoft.com/office/2006/metadata/properties" ma:root="true" ma:fieldsID="bf88e155268ec06903869cf557e1ef38" ns2:_="" ns3:_="">
    <xsd:import namespace="2220af93-035a-443f-80b0-3b9b401ad9a6"/>
    <xsd:import namespace="d48fd270-4a57-47e1-b674-c7d4969804a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20af93-035a-443f-80b0-3b9b401ad9a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8fd270-4a57-47e1-b674-c7d4969804ad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F0F5180-6C87-43B8-A954-B6BBCF610C6E}"/>
</file>

<file path=customXml/itemProps2.xml><?xml version="1.0" encoding="utf-8"?>
<ds:datastoreItem xmlns:ds="http://schemas.openxmlformats.org/officeDocument/2006/customXml" ds:itemID="{C40D5998-32D8-413F-9341-37266FC509AD}"/>
</file>

<file path=customXml/itemProps3.xml><?xml version="1.0" encoding="utf-8"?>
<ds:datastoreItem xmlns:ds="http://schemas.openxmlformats.org/officeDocument/2006/customXml" ds:itemID="{61B6008A-64B5-4AF6-BA29-44FF0BA7847A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1403</TotalTime>
  <Words>0</Words>
  <Application>Microsoft Office PowerPoint</Application>
  <PresentationFormat>Widescreen</PresentationFormat>
  <Paragraphs>0</Paragraphs>
  <Slides>20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Ismael de Araujo Silva</dc:creator>
  <cp:lastModifiedBy>Ismael de Araujo Silva</cp:lastModifiedBy>
  <cp:revision>44</cp:revision>
  <dcterms:created xsi:type="dcterms:W3CDTF">2020-10-05T12:55:17Z</dcterms:created>
  <dcterms:modified xsi:type="dcterms:W3CDTF">2023-03-01T01:55:08Z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0x010100968740B4C0987B4D86879E800A26E446</vt:lpwstr>
  </property>
</Properties>
</file>