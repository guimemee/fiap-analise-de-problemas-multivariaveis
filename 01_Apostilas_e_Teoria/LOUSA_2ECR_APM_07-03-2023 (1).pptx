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2" r:id="rId2"/>
    <p:sldId id="303" r:id="rId3"/>
    <p:sldId id="304" r:id="rId4"/>
    <p:sldId id="305" r:id="rId5"/>
    <p:sldId id="306" r:id="rId6"/>
    <p:sldId id="307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218B-8558-41E1-B10D-F5E30D023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692EC-1419-42A2-A687-5BAAB279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29AD0-7EDE-48E6-AEEF-CA7051E9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C8131-AFB9-4A9E-9EE4-7CD32044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C07FC2-72C0-48C7-AAD5-A1058E79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01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4B81C-A2F8-45D8-BDD6-8B11FAE6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1DC5E5-BA11-48F8-95A4-8A60D45C7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076C3-9815-43E4-9806-4AAB721B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00C57F-48EA-4316-BD68-71D803BD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F909E5-CA58-4998-A7DB-48E5164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19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80636-02DF-405C-AAE2-053963FC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5C745-3DF5-4443-AD1E-3AAB4FB0C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6F3D0C-CE72-426C-879D-D8AACB5B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C76B28-92A8-4667-9F76-7EC8089C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15D48-F46D-431E-BD95-7249B1D3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78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C8CC-D962-4001-B315-41715BB9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8803F-4E9C-4415-A43C-09BE235E8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3B365-8E72-4D98-B882-C6DEED9AC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54FB30-E283-462E-A741-E93C6119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F8AA90-490B-4728-B336-2646A599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E1FBF9-9C1A-487C-BA77-164B09A2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1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F2479-2A70-48BA-9C43-1F05FF76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D9C5F1-30E7-44A9-9D3C-20F58F32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1CEB00-2A63-48AE-81E8-D54FF5A87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822F77-B5BF-4B07-B3FC-CBE8033B8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DB1D5C-EF86-4E78-B828-D29FAC0F3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5F4749-14AA-4FC7-8513-B070D4E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E0386D-3C8E-41B3-B5C9-F058EC85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937F81-BF92-40A7-8607-DB762399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42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8C17F-3CAC-4C5D-8472-37B329E4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81F2EC-AAA6-433B-A0B7-6ABE77A4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520C52-88E5-43D1-8205-08D6AB82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6A77A3-DE09-49B1-9BC5-3E78CAD6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D5D4A8-2384-4FA4-82AC-753A6BD6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FA9616-184C-42CC-9D70-2575D348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2D33C9-6D63-4CF9-888E-50BACC4C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39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5DA06-0BF0-4CC8-A983-22CBFED5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70DB9-3C5F-4C88-AF3F-D5B23EE8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585A40-5F90-42AA-96BC-1D4591AC1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D2A87D-4E0A-46ED-9535-66DE4FC6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261413-70ED-4D21-B0BA-056E5975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EE1F7-9A11-4FF6-B87B-CA76CAA7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09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E9BBB-DE7C-4137-A6E3-A7B506F1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D5E66B-B1F1-48A6-B966-8D4B998EE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2E7BE0-B436-4F18-B0D9-DE7DB804B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D77D85-D118-4868-A477-F18D44EC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BD7741-2B6F-4C43-BD70-F624DB98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6DD1E9-520E-4500-AB83-05409099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59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E1D86-A9EF-4FAD-BBA2-76653E00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C919EA-0165-4CA5-8E89-E91D0E77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A42256-2F71-4A6D-9859-29AAC351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84F2B-5673-4F98-8DF0-18FFE108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E36EA-8E20-4B2D-B85D-15D4A668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13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44762D-A371-4B7A-A18E-3E3E4BD23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BE83AA-07B4-474D-8E65-A5B23929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A223A2-F217-45B8-B7B4-2AB426A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528335-E7DF-4B0E-8C70-A3730310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7AC99-E7D4-4582-BF0D-1048EF01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8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1F261E-2ABF-4106-BE8F-6911BF1F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282369-0368-42E6-BC4A-F4F19E41E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56B0D0-1ED7-4A44-9BB8-1D6F71C22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02E32-B7AC-45DE-BED7-80EC3C73ADD1}" type="datetimeFigureOut">
              <a:rPr lang="pt-BR" smtClean="0"/>
              <a:t>07/03/2023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C3CFB2-DBA7-4CB9-87B1-483DAA6E1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01235-E4B7-497E-BB16-1D0240EAF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0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12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79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33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59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7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56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81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22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484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28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09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555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95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893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59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64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817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250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52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65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996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384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4" ma:contentTypeDescription="Crie um novo documento." ma:contentTypeScope="" ma:versionID="226e19ba5d9d06ceffdd0672b80bf6a9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bf88e155268ec06903869cf557e1ef38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917D5C-7FC4-4F81-8B53-EA070F8CBEF8}"/>
</file>

<file path=customXml/itemProps2.xml><?xml version="1.0" encoding="utf-8"?>
<ds:datastoreItem xmlns:ds="http://schemas.openxmlformats.org/officeDocument/2006/customXml" ds:itemID="{8BA4CAE0-C9C8-4203-8BA8-91DEC2F2EA4B}"/>
</file>

<file path=customXml/itemProps3.xml><?xml version="1.0" encoding="utf-8"?>
<ds:datastoreItem xmlns:ds="http://schemas.openxmlformats.org/officeDocument/2006/customXml" ds:itemID="{E9F5B778-BDB8-4307-A06E-4189F936DE3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Ismael de Araujo Silva</dc:creator>
  <cp:lastModifiedBy>Ismael de Araujo Silva</cp:lastModifiedBy>
  <cp:revision>43</cp:revision>
  <dcterms:created xsi:type="dcterms:W3CDTF">2020-10-05T12:55:17Z</dcterms:created>
  <dcterms:modified xsi:type="dcterms:W3CDTF">2023-03-08T00:16:22Z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